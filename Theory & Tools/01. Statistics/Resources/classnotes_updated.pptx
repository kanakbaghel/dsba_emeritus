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2" r:id="rId46"/>
    <p:sldId id="300" r:id="rId47"/>
    <p:sldId id="301" r:id="rId48"/>
    <p:sldId id="303" r:id="rId49"/>
    <p:sldId id="304" r:id="rId50"/>
    <p:sldId id="305" r:id="rId51"/>
    <p:sldId id="306" r:id="rId52"/>
    <p:sldId id="328" r:id="rId53"/>
    <p:sldId id="326" r:id="rId54"/>
    <p:sldId id="327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91394-CDB4-4FCC-BF24-62F99415F9D8}" v="58" dt="2025-08-31T08:51:30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/>
    <p:restoredTop sz="94722"/>
  </p:normalViewPr>
  <p:slideViewPr>
    <p:cSldViewPr snapToGrid="0">
      <p:cViewPr varScale="1">
        <p:scale>
          <a:sx n="39" d="100"/>
          <a:sy n="39" d="100"/>
        </p:scale>
        <p:origin x="1459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Pandey" userId="02e8436948dccbef" providerId="LiveId" clId="{0C891394-CDB4-4FCC-BF24-62F99415F9D8}"/>
    <pc:docChg chg="custSel addSld delSld modSld sldOrd">
      <pc:chgData name="Nimisha Pandey" userId="02e8436948dccbef" providerId="LiveId" clId="{0C891394-CDB4-4FCC-BF24-62F99415F9D8}" dt="2025-08-31T08:51:33.902" v="1147" actId="47"/>
      <pc:docMkLst>
        <pc:docMk/>
      </pc:docMkLst>
      <pc:sldChg chg="ord">
        <pc:chgData name="Nimisha Pandey" userId="02e8436948dccbef" providerId="LiveId" clId="{0C891394-CDB4-4FCC-BF24-62F99415F9D8}" dt="2025-08-24T05:38:34.262" v="1"/>
        <pc:sldMkLst>
          <pc:docMk/>
          <pc:sldMk cId="2834052515" sldId="267"/>
        </pc:sldMkLst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3261522513" sldId="275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3261522513" sldId="275"/>
            <ac:inkMk id="2" creationId="{A9907359-5552-96DF-5D4D-9A96CE658476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1034068233" sldId="276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1034068233" sldId="276"/>
            <ac:inkMk id="2" creationId="{8ABC8AB2-3921-F6BB-E035-3EA2C0D5ECEE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4152077516" sldId="277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4152077516" sldId="277"/>
            <ac:inkMk id="2" creationId="{F5F717ED-DDB1-B1EA-E1CD-3876A08A7D3F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3644202313" sldId="278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3644202313" sldId="278"/>
            <ac:inkMk id="2" creationId="{89927182-2F70-93FB-47F5-665FDFDFFBBA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568725792" sldId="279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568725792" sldId="279"/>
            <ac:inkMk id="2" creationId="{0364D07E-1CDF-CAD1-9FE9-5F97DE79246D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2132964974" sldId="280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2132964974" sldId="280"/>
            <ac:inkMk id="2" creationId="{AB12409D-4A0C-3932-7988-C5411B1FCE92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1381562706" sldId="281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1381562706" sldId="281"/>
            <ac:inkMk id="2" creationId="{FEE97E0E-99DF-B97A-5531-19A1CE6AE46C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2087089018" sldId="282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2087089018" sldId="282"/>
            <ac:inkMk id="2" creationId="{ABE2F50E-E8AD-55F1-879F-DD6E7F5413B8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3432957997" sldId="283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3432957997" sldId="283"/>
            <ac:inkMk id="2" creationId="{57557D61-6C7E-DC50-52D2-7CC2A725D32C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1982701030" sldId="284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1982701030" sldId="284"/>
            <ac:inkMk id="2" creationId="{12DD9A77-3BCB-82C7-B795-887DE47F88A9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831524216" sldId="285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831524216" sldId="285"/>
            <ac:inkMk id="2" creationId="{5991E0C5-6EDB-EE2C-D003-F9FCF73FEBF2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4090932244" sldId="286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4090932244" sldId="286"/>
            <ac:inkMk id="2" creationId="{2F82050C-0DC5-5D61-D459-0F2A72AF5E0C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1688179081" sldId="287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1688179081" sldId="287"/>
            <ac:inkMk id="2" creationId="{D86723D7-1865-74AB-541A-7A822828DC8B}"/>
          </ac:inkMkLst>
        </pc:inkChg>
      </pc:sldChg>
      <pc:sldChg chg="addSp new">
        <pc:chgData name="Nimisha Pandey" userId="02e8436948dccbef" providerId="LiveId" clId="{0C891394-CDB4-4FCC-BF24-62F99415F9D8}" dt="2025-08-31T05:19:07.171" v="250"/>
        <pc:sldMkLst>
          <pc:docMk/>
          <pc:sldMk cId="2071360984" sldId="288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2071360984" sldId="288"/>
            <ac:inkMk id="2" creationId="{E2C64F83-F730-5502-592F-7412BAEBF61A}"/>
          </ac:inkMkLst>
        </pc:inkChg>
        <pc:inkChg chg="add">
          <ac:chgData name="Nimisha Pandey" userId="02e8436948dccbef" providerId="LiveId" clId="{0C891394-CDB4-4FCC-BF24-62F99415F9D8}" dt="2025-08-31T05:19:07.171" v="250"/>
          <ac:inkMkLst>
            <pc:docMk/>
            <pc:sldMk cId="2071360984" sldId="288"/>
            <ac:inkMk id="3" creationId="{03DF0E82-88C5-5547-C731-FAD9007EE3E7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3768470663" sldId="289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3768470663" sldId="289"/>
            <ac:inkMk id="2" creationId="{DF5A10CF-DD65-43A0-A255-6A31B727F5F7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2079775187" sldId="290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2079775187" sldId="290"/>
            <ac:inkMk id="2" creationId="{89B92DA2-1A0E-600C-84ED-FB881FE52C7F}"/>
          </ac:inkMkLst>
        </pc:inkChg>
      </pc:sldChg>
      <pc:sldChg chg="addSp new">
        <pc:chgData name="Nimisha Pandey" userId="02e8436948dccbef" providerId="LiveId" clId="{0C891394-CDB4-4FCC-BF24-62F99415F9D8}" dt="2025-08-24T07:57:59.195" v="24"/>
        <pc:sldMkLst>
          <pc:docMk/>
          <pc:sldMk cId="3828302624" sldId="291"/>
        </pc:sldMkLst>
        <pc:inkChg chg="add">
          <ac:chgData name="Nimisha Pandey" userId="02e8436948dccbef" providerId="LiveId" clId="{0C891394-CDB4-4FCC-BF24-62F99415F9D8}" dt="2025-08-24T07:57:59.195" v="24"/>
          <ac:inkMkLst>
            <pc:docMk/>
            <pc:sldMk cId="3828302624" sldId="291"/>
            <ac:inkMk id="2" creationId="{813FDAD0-279F-5174-D9B0-B61EEA1DD6A6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1787018297" sldId="292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1787018297" sldId="292"/>
            <ac:inkMk id="2" creationId="{5E941504-C79C-79AA-6F22-DBBBE33AE3E9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2214313613" sldId="293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2214313613" sldId="293"/>
            <ac:inkMk id="2" creationId="{BEE0B352-B91C-693D-5979-F99261D2D087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2670004515" sldId="294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2670004515" sldId="294"/>
            <ac:inkMk id="2" creationId="{C3EF0A53-EE62-019B-944B-14FEABB40B30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2752558330" sldId="295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2752558330" sldId="295"/>
            <ac:inkMk id="2" creationId="{D0035125-7B93-BE0A-5BD9-FCC63801CABE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826971326" sldId="296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826971326" sldId="296"/>
            <ac:inkMk id="2" creationId="{EEDF59EF-2379-8E49-D4FB-59525F9327B7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3078003470" sldId="297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3078003470" sldId="297"/>
            <ac:inkMk id="2" creationId="{AAEB51C0-9C1B-9086-0CE3-C7E59DE9B50D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4278497549" sldId="298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4278497549" sldId="298"/>
            <ac:inkMk id="2" creationId="{DD068A16-7CDE-32E5-8DB0-34A85C47BDAB}"/>
          </ac:inkMkLst>
        </pc:inkChg>
      </pc:sldChg>
      <pc:sldChg chg="addSp new">
        <pc:chgData name="Nimisha Pandey" userId="02e8436948dccbef" providerId="LiveId" clId="{0C891394-CDB4-4FCC-BF24-62F99415F9D8}" dt="2025-08-24T08:25:37" v="33"/>
        <pc:sldMkLst>
          <pc:docMk/>
          <pc:sldMk cId="2174794778" sldId="299"/>
        </pc:sldMkLst>
        <pc:inkChg chg="add">
          <ac:chgData name="Nimisha Pandey" userId="02e8436948dccbef" providerId="LiveId" clId="{0C891394-CDB4-4FCC-BF24-62F99415F9D8}" dt="2025-08-24T08:25:37" v="33"/>
          <ac:inkMkLst>
            <pc:docMk/>
            <pc:sldMk cId="2174794778" sldId="299"/>
            <ac:inkMk id="2" creationId="{0DF31A65-5684-C2CA-4932-A3C7DEE0B378}"/>
          </ac:inkMkLst>
        </pc:inkChg>
      </pc:sldChg>
      <pc:sldChg chg="addSp new">
        <pc:chgData name="Nimisha Pandey" userId="02e8436948dccbef" providerId="LiveId" clId="{0C891394-CDB4-4FCC-BF24-62F99415F9D8}" dt="2025-08-31T05:19:07.171" v="250"/>
        <pc:sldMkLst>
          <pc:docMk/>
          <pc:sldMk cId="778164123" sldId="300"/>
        </pc:sldMkLst>
        <pc:inkChg chg="add">
          <ac:chgData name="Nimisha Pandey" userId="02e8436948dccbef" providerId="LiveId" clId="{0C891394-CDB4-4FCC-BF24-62F99415F9D8}" dt="2025-08-31T05:19:07.171" v="250"/>
          <ac:inkMkLst>
            <pc:docMk/>
            <pc:sldMk cId="778164123" sldId="300"/>
            <ac:inkMk id="2" creationId="{608F5B32-B854-9853-783B-6BF01E0F5ECE}"/>
          </ac:inkMkLst>
        </pc:inkChg>
      </pc:sldChg>
      <pc:sldChg chg="addSp new">
        <pc:chgData name="Nimisha Pandey" userId="02e8436948dccbef" providerId="LiveId" clId="{0C891394-CDB4-4FCC-BF24-62F99415F9D8}" dt="2025-08-31T05:19:07.171" v="250"/>
        <pc:sldMkLst>
          <pc:docMk/>
          <pc:sldMk cId="90039811" sldId="301"/>
        </pc:sldMkLst>
        <pc:inkChg chg="add">
          <ac:chgData name="Nimisha Pandey" userId="02e8436948dccbef" providerId="LiveId" clId="{0C891394-CDB4-4FCC-BF24-62F99415F9D8}" dt="2025-08-31T05:19:07.171" v="250"/>
          <ac:inkMkLst>
            <pc:docMk/>
            <pc:sldMk cId="90039811" sldId="301"/>
            <ac:inkMk id="2" creationId="{A798A184-BB63-BCA8-4F62-1FC40B7B4307}"/>
          </ac:inkMkLst>
        </pc:inkChg>
      </pc:sldChg>
      <pc:sldChg chg="addSp modSp new mod ord modClrScheme chgLayout">
        <pc:chgData name="Nimisha Pandey" userId="02e8436948dccbef" providerId="LiveId" clId="{0C891394-CDB4-4FCC-BF24-62F99415F9D8}" dt="2025-08-31T05:19:07.171" v="250"/>
        <pc:sldMkLst>
          <pc:docMk/>
          <pc:sldMk cId="3495786887" sldId="302"/>
        </pc:sldMkLst>
        <pc:spChg chg="add mod">
          <ac:chgData name="Nimisha Pandey" userId="02e8436948dccbef" providerId="LiveId" clId="{0C891394-CDB4-4FCC-BF24-62F99415F9D8}" dt="2025-08-30T05:47:38.736" v="51" actId="20577"/>
          <ac:spMkLst>
            <pc:docMk/>
            <pc:sldMk cId="3495786887" sldId="302"/>
            <ac:spMk id="2" creationId="{78E5DED8-CD2F-12FB-C9C4-4F8F8CB57181}"/>
          </ac:spMkLst>
        </pc:spChg>
        <pc:spChg chg="add mod">
          <ac:chgData name="Nimisha Pandey" userId="02e8436948dccbef" providerId="LiveId" clId="{0C891394-CDB4-4FCC-BF24-62F99415F9D8}" dt="2025-08-30T05:49:06.946" v="249" actId="20577"/>
          <ac:spMkLst>
            <pc:docMk/>
            <pc:sldMk cId="3495786887" sldId="302"/>
            <ac:spMk id="3" creationId="{80B25CF4-C12D-3ABB-9588-7CB54C5BBFBD}"/>
          </ac:spMkLst>
        </pc:spChg>
        <pc:inkChg chg="add">
          <ac:chgData name="Nimisha Pandey" userId="02e8436948dccbef" providerId="LiveId" clId="{0C891394-CDB4-4FCC-BF24-62F99415F9D8}" dt="2025-08-31T05:19:07.171" v="250"/>
          <ac:inkMkLst>
            <pc:docMk/>
            <pc:sldMk cId="3495786887" sldId="302"/>
            <ac:inkMk id="4" creationId="{1F5C152B-D58B-B9B3-2800-BB577B1BCD1F}"/>
          </ac:inkMkLst>
        </pc:inkChg>
      </pc:sldChg>
      <pc:sldChg chg="addSp new">
        <pc:chgData name="Nimisha Pandey" userId="02e8436948dccbef" providerId="LiveId" clId="{0C891394-CDB4-4FCC-BF24-62F99415F9D8}" dt="2025-08-31T05:19:07.171" v="250"/>
        <pc:sldMkLst>
          <pc:docMk/>
          <pc:sldMk cId="2785884593" sldId="303"/>
        </pc:sldMkLst>
        <pc:inkChg chg="add">
          <ac:chgData name="Nimisha Pandey" userId="02e8436948dccbef" providerId="LiveId" clId="{0C891394-CDB4-4FCC-BF24-62F99415F9D8}" dt="2025-08-31T05:19:07.171" v="250"/>
          <ac:inkMkLst>
            <pc:docMk/>
            <pc:sldMk cId="2785884593" sldId="303"/>
            <ac:inkMk id="2" creationId="{443F0B08-74BD-FBF8-F75D-C764AE915A85}"/>
          </ac:inkMkLst>
        </pc:inkChg>
      </pc:sldChg>
      <pc:sldChg chg="addSp new">
        <pc:chgData name="Nimisha Pandey" userId="02e8436948dccbef" providerId="LiveId" clId="{0C891394-CDB4-4FCC-BF24-62F99415F9D8}" dt="2025-08-31T05:56:35.534" v="274"/>
        <pc:sldMkLst>
          <pc:docMk/>
          <pc:sldMk cId="2171626293" sldId="304"/>
        </pc:sldMkLst>
        <pc:inkChg chg="add">
          <ac:chgData name="Nimisha Pandey" userId="02e8436948dccbef" providerId="LiveId" clId="{0C891394-CDB4-4FCC-BF24-62F99415F9D8}" dt="2025-08-31T05:56:35.534" v="274"/>
          <ac:inkMkLst>
            <pc:docMk/>
            <pc:sldMk cId="2171626293" sldId="304"/>
            <ac:inkMk id="2" creationId="{314D388C-2272-B35A-7F11-B1E785AAAA27}"/>
          </ac:inkMkLst>
        </pc:inkChg>
      </pc:sldChg>
      <pc:sldChg chg="addSp new">
        <pc:chgData name="Nimisha Pandey" userId="02e8436948dccbef" providerId="LiveId" clId="{0C891394-CDB4-4FCC-BF24-62F99415F9D8}" dt="2025-08-31T05:56:35.534" v="274"/>
        <pc:sldMkLst>
          <pc:docMk/>
          <pc:sldMk cId="2052919185" sldId="305"/>
        </pc:sldMkLst>
        <pc:inkChg chg="add">
          <ac:chgData name="Nimisha Pandey" userId="02e8436948dccbef" providerId="LiveId" clId="{0C891394-CDB4-4FCC-BF24-62F99415F9D8}" dt="2025-08-31T05:56:35.534" v="274"/>
          <ac:inkMkLst>
            <pc:docMk/>
            <pc:sldMk cId="2052919185" sldId="305"/>
            <ac:inkMk id="2" creationId="{D9DB50A7-F0A1-EA2F-9552-BAF61CDA6D15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4064652293" sldId="306"/>
        </pc:sldMkLst>
        <pc:inkChg chg="add">
          <ac:chgData name="Nimisha Pandey" userId="02e8436948dccbef" providerId="LiveId" clId="{0C891394-CDB4-4FCC-BF24-62F99415F9D8}" dt="2025-08-31T05:56:35.534" v="274"/>
          <ac:inkMkLst>
            <pc:docMk/>
            <pc:sldMk cId="4064652293" sldId="306"/>
            <ac:inkMk id="2" creationId="{A0E0EF39-C218-0A23-B629-A006D643EBA9}"/>
          </ac:inkMkLst>
        </pc:inkChg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4064652293" sldId="306"/>
            <ac:inkMk id="3" creationId="{828D102F-93A1-9FD1-676E-1768B19CA977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2412881165" sldId="307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2412881165" sldId="307"/>
            <ac:inkMk id="2" creationId="{8673433D-52D5-9C23-550B-72B7CCBC0C72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3003966441" sldId="308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3003966441" sldId="308"/>
            <ac:inkMk id="2" creationId="{7003B8D8-C142-C64B-5E05-DA2EEFCC61B3}"/>
          </ac:inkMkLst>
        </pc:inkChg>
      </pc:sldChg>
      <pc:sldChg chg="addSp modSp new mod modClrScheme chgLayout">
        <pc:chgData name="Nimisha Pandey" userId="02e8436948dccbef" providerId="LiveId" clId="{0C891394-CDB4-4FCC-BF24-62F99415F9D8}" dt="2025-08-31T08:51:30.464" v="1146"/>
        <pc:sldMkLst>
          <pc:docMk/>
          <pc:sldMk cId="1049324867" sldId="309"/>
        </pc:sldMkLst>
        <pc:spChg chg="add mod">
          <ac:chgData name="Nimisha Pandey" userId="02e8436948dccbef" providerId="LiveId" clId="{0C891394-CDB4-4FCC-BF24-62F99415F9D8}" dt="2025-08-31T06:46:09.889" v="280" actId="700"/>
          <ac:spMkLst>
            <pc:docMk/>
            <pc:sldMk cId="1049324867" sldId="309"/>
            <ac:spMk id="2" creationId="{7481A6CA-8E48-0E99-8C92-3541D57F5565}"/>
          </ac:spMkLst>
        </pc:spChg>
        <pc:spChg chg="add mod">
          <ac:chgData name="Nimisha Pandey" userId="02e8436948dccbef" providerId="LiveId" clId="{0C891394-CDB4-4FCC-BF24-62F99415F9D8}" dt="2025-08-31T06:47:45.889" v="422" actId="20577"/>
          <ac:spMkLst>
            <pc:docMk/>
            <pc:sldMk cId="1049324867" sldId="309"/>
            <ac:spMk id="3" creationId="{07AE1B83-447D-BB71-6140-28C4DCD07ECD}"/>
          </ac:spMkLst>
        </pc:spChg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1049324867" sldId="309"/>
            <ac:inkMk id="4" creationId="{763A17F5-4C92-52C7-64A9-C4903A475FD5}"/>
          </ac:inkMkLst>
        </pc:inkChg>
        <pc:inkChg chg="add">
          <ac:chgData name="Nimisha Pandey" userId="02e8436948dccbef" providerId="LiveId" clId="{0C891394-CDB4-4FCC-BF24-62F99415F9D8}" dt="2025-08-31T08:51:30.464" v="1146"/>
          <ac:inkMkLst>
            <pc:docMk/>
            <pc:sldMk cId="1049324867" sldId="309"/>
            <ac:inkMk id="5" creationId="{C9FBF97F-74DA-3243-1D19-A7DF43BCB499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3881188491" sldId="310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3881188491" sldId="310"/>
            <ac:inkMk id="2" creationId="{3390AEAF-BEC6-479E-195D-B43B744F7C04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1101728181" sldId="311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1101728181" sldId="311"/>
            <ac:inkMk id="2" creationId="{33E7D3AF-8FB9-D723-5AFC-DDE0776699C0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4043052345" sldId="312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4043052345" sldId="312"/>
            <ac:inkMk id="2" creationId="{45C86160-72D3-7509-57D7-2724A6403422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2380089430" sldId="313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2380089430" sldId="313"/>
            <ac:inkMk id="2" creationId="{5D7170D0-94D3-5C75-BAD4-EAA6C51AE723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4166945759" sldId="314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4166945759" sldId="314"/>
            <ac:inkMk id="2" creationId="{A579AF5E-C2D6-1D8A-4CC3-FA0A0D50E7D8}"/>
          </ac:inkMkLst>
        </pc:inkChg>
      </pc:sldChg>
      <pc:sldChg chg="addSp new">
        <pc:chgData name="Nimisha Pandey" userId="02e8436948dccbef" providerId="LiveId" clId="{0C891394-CDB4-4FCC-BF24-62F99415F9D8}" dt="2025-08-31T07:32:54.326" v="423"/>
        <pc:sldMkLst>
          <pc:docMk/>
          <pc:sldMk cId="1299138865" sldId="315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1299138865" sldId="315"/>
            <ac:inkMk id="2" creationId="{FA3E0E70-4964-D3C5-C427-40B7FDE871D1}"/>
          </ac:inkMkLst>
        </pc:inkChg>
      </pc:sldChg>
      <pc:sldChg chg="addSp modSp new mod">
        <pc:chgData name="Nimisha Pandey" userId="02e8436948dccbef" providerId="LiveId" clId="{0C891394-CDB4-4FCC-BF24-62F99415F9D8}" dt="2025-08-31T08:51:30.464" v="1146"/>
        <pc:sldMkLst>
          <pc:docMk/>
          <pc:sldMk cId="3525231252" sldId="316"/>
        </pc:sldMkLst>
        <pc:spChg chg="add mod">
          <ac:chgData name="Nimisha Pandey" userId="02e8436948dccbef" providerId="LiveId" clId="{0C891394-CDB4-4FCC-BF24-62F99415F9D8}" dt="2025-08-31T08:09:01.893" v="632" actId="20577"/>
          <ac:spMkLst>
            <pc:docMk/>
            <pc:sldMk cId="3525231252" sldId="316"/>
            <ac:spMk id="3" creationId="{0F00EFAB-0176-15E9-2B5E-CA2745928F67}"/>
          </ac:spMkLst>
        </pc:spChg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3525231252" sldId="316"/>
            <ac:inkMk id="2" creationId="{DB9FE513-B6AF-AA04-5C4B-6D27EE1CDE25}"/>
          </ac:inkMkLst>
        </pc:inkChg>
        <pc:inkChg chg="add">
          <ac:chgData name="Nimisha Pandey" userId="02e8436948dccbef" providerId="LiveId" clId="{0C891394-CDB4-4FCC-BF24-62F99415F9D8}" dt="2025-08-31T08:51:30.464" v="1146"/>
          <ac:inkMkLst>
            <pc:docMk/>
            <pc:sldMk cId="3525231252" sldId="316"/>
            <ac:inkMk id="4" creationId="{94C99C69-2C67-04EC-3F5F-0148C06ADA6F}"/>
          </ac:inkMkLst>
        </pc:inkChg>
      </pc:sldChg>
      <pc:sldChg chg="addSp delSp modSp new del mod modClrScheme chgLayout">
        <pc:chgData name="Nimisha Pandey" userId="02e8436948dccbef" providerId="LiveId" clId="{0C891394-CDB4-4FCC-BF24-62F99415F9D8}" dt="2025-08-31T08:51:33.902" v="1147" actId="47"/>
        <pc:sldMkLst>
          <pc:docMk/>
          <pc:sldMk cId="4199460683" sldId="317"/>
        </pc:sldMkLst>
        <pc:spChg chg="add del mod ord">
          <ac:chgData name="Nimisha Pandey" userId="02e8436948dccbef" providerId="LiveId" clId="{0C891394-CDB4-4FCC-BF24-62F99415F9D8}" dt="2025-08-31T08:12:13.883" v="634" actId="700"/>
          <ac:spMkLst>
            <pc:docMk/>
            <pc:sldMk cId="4199460683" sldId="317"/>
            <ac:spMk id="2" creationId="{25C294F4-3969-D01D-8054-DBB8524E6B80}"/>
          </ac:spMkLst>
        </pc:spChg>
        <pc:spChg chg="add del mod ord">
          <ac:chgData name="Nimisha Pandey" userId="02e8436948dccbef" providerId="LiveId" clId="{0C891394-CDB4-4FCC-BF24-62F99415F9D8}" dt="2025-08-31T08:12:13.883" v="634" actId="700"/>
          <ac:spMkLst>
            <pc:docMk/>
            <pc:sldMk cId="4199460683" sldId="317"/>
            <ac:spMk id="3" creationId="{16E8D7BF-BAB5-F0D2-C097-13A82A15C2F5}"/>
          </ac:spMkLst>
        </pc:spChg>
        <pc:spChg chg="add mod ord">
          <ac:chgData name="Nimisha Pandey" userId="02e8436948dccbef" providerId="LiveId" clId="{0C891394-CDB4-4FCC-BF24-62F99415F9D8}" dt="2025-08-31T08:12:37.488" v="692" actId="20577"/>
          <ac:spMkLst>
            <pc:docMk/>
            <pc:sldMk cId="4199460683" sldId="317"/>
            <ac:spMk id="4" creationId="{402DAE5C-08AD-895C-E9F9-2DD846C3AB3F}"/>
          </ac:spMkLst>
        </pc:spChg>
        <pc:spChg chg="add mod ord">
          <ac:chgData name="Nimisha Pandey" userId="02e8436948dccbef" providerId="LiveId" clId="{0C891394-CDB4-4FCC-BF24-62F99415F9D8}" dt="2025-08-31T08:12:16.196" v="635" actId="20577"/>
          <ac:spMkLst>
            <pc:docMk/>
            <pc:sldMk cId="4199460683" sldId="317"/>
            <ac:spMk id="5" creationId="{7712182F-22A8-97AE-3224-E79C66D6B114}"/>
          </ac:spMkLst>
        </pc:spChg>
      </pc:sldChg>
      <pc:sldChg chg="addSp modSp new mod ord modClrScheme chgLayout">
        <pc:chgData name="Nimisha Pandey" userId="02e8436948dccbef" providerId="LiveId" clId="{0C891394-CDB4-4FCC-BF24-62F99415F9D8}" dt="2025-08-31T08:51:30.464" v="1146"/>
        <pc:sldMkLst>
          <pc:docMk/>
          <pc:sldMk cId="596923097" sldId="318"/>
        </pc:sldMkLst>
        <pc:spChg chg="add mod">
          <ac:chgData name="Nimisha Pandey" userId="02e8436948dccbef" providerId="LiveId" clId="{0C891394-CDB4-4FCC-BF24-62F99415F9D8}" dt="2025-08-31T08:18:31.997" v="695" actId="700"/>
          <ac:spMkLst>
            <pc:docMk/>
            <pc:sldMk cId="596923097" sldId="318"/>
            <ac:spMk id="2" creationId="{804EA940-D9E4-570A-1F5C-AD25C4F0898F}"/>
          </ac:spMkLst>
        </pc:spChg>
        <pc:spChg chg="add mod">
          <ac:chgData name="Nimisha Pandey" userId="02e8436948dccbef" providerId="LiveId" clId="{0C891394-CDB4-4FCC-BF24-62F99415F9D8}" dt="2025-08-31T08:24:31.041" v="1145" actId="20577"/>
          <ac:spMkLst>
            <pc:docMk/>
            <pc:sldMk cId="596923097" sldId="318"/>
            <ac:spMk id="3" creationId="{4D658CA6-DF11-1342-CBF6-34F162325292}"/>
          </ac:spMkLst>
        </pc:spChg>
        <pc:inkChg chg="add">
          <ac:chgData name="Nimisha Pandey" userId="02e8436948dccbef" providerId="LiveId" clId="{0C891394-CDB4-4FCC-BF24-62F99415F9D8}" dt="2025-08-31T08:51:30.464" v="1146"/>
          <ac:inkMkLst>
            <pc:docMk/>
            <pc:sldMk cId="596923097" sldId="318"/>
            <ac:inkMk id="4" creationId="{A77C6FFE-4536-ED87-C626-F4E4E06844C8}"/>
          </ac:inkMkLst>
        </pc:inkChg>
      </pc:sldChg>
      <pc:sldChg chg="new">
        <pc:chgData name="Nimisha Pandey" userId="02e8436948dccbef" providerId="LiveId" clId="{0C891394-CDB4-4FCC-BF24-62F99415F9D8}" dt="2025-08-31T05:34:04.340" v="265" actId="680"/>
        <pc:sldMkLst>
          <pc:docMk/>
          <pc:sldMk cId="2319232673" sldId="319"/>
        </pc:sldMkLst>
      </pc:sldChg>
      <pc:sldChg chg="new">
        <pc:chgData name="Nimisha Pandey" userId="02e8436948dccbef" providerId="LiveId" clId="{0C891394-CDB4-4FCC-BF24-62F99415F9D8}" dt="2025-08-31T05:34:04.563" v="266" actId="680"/>
        <pc:sldMkLst>
          <pc:docMk/>
          <pc:sldMk cId="4161646486" sldId="320"/>
        </pc:sldMkLst>
      </pc:sldChg>
      <pc:sldChg chg="new">
        <pc:chgData name="Nimisha Pandey" userId="02e8436948dccbef" providerId="LiveId" clId="{0C891394-CDB4-4FCC-BF24-62F99415F9D8}" dt="2025-08-31T05:34:04.795" v="267" actId="680"/>
        <pc:sldMkLst>
          <pc:docMk/>
          <pc:sldMk cId="1433105598" sldId="321"/>
        </pc:sldMkLst>
      </pc:sldChg>
      <pc:sldChg chg="new">
        <pc:chgData name="Nimisha Pandey" userId="02e8436948dccbef" providerId="LiveId" clId="{0C891394-CDB4-4FCC-BF24-62F99415F9D8}" dt="2025-08-31T05:34:05.011" v="268" actId="680"/>
        <pc:sldMkLst>
          <pc:docMk/>
          <pc:sldMk cId="2043184104" sldId="322"/>
        </pc:sldMkLst>
      </pc:sldChg>
      <pc:sldChg chg="new">
        <pc:chgData name="Nimisha Pandey" userId="02e8436948dccbef" providerId="LiveId" clId="{0C891394-CDB4-4FCC-BF24-62F99415F9D8}" dt="2025-08-31T05:34:05.746" v="269" actId="680"/>
        <pc:sldMkLst>
          <pc:docMk/>
          <pc:sldMk cId="2169881564" sldId="323"/>
        </pc:sldMkLst>
      </pc:sldChg>
      <pc:sldChg chg="new">
        <pc:chgData name="Nimisha Pandey" userId="02e8436948dccbef" providerId="LiveId" clId="{0C891394-CDB4-4FCC-BF24-62F99415F9D8}" dt="2025-08-31T05:34:05.970" v="270" actId="680"/>
        <pc:sldMkLst>
          <pc:docMk/>
          <pc:sldMk cId="2955859473" sldId="324"/>
        </pc:sldMkLst>
      </pc:sldChg>
      <pc:sldChg chg="new">
        <pc:chgData name="Nimisha Pandey" userId="02e8436948dccbef" providerId="LiveId" clId="{0C891394-CDB4-4FCC-BF24-62F99415F9D8}" dt="2025-08-31T05:34:06.194" v="271" actId="680"/>
        <pc:sldMkLst>
          <pc:docMk/>
          <pc:sldMk cId="4202357595" sldId="325"/>
        </pc:sldMkLst>
      </pc:sldChg>
      <pc:sldChg chg="addSp add">
        <pc:chgData name="Nimisha Pandey" userId="02e8436948dccbef" providerId="LiveId" clId="{0C891394-CDB4-4FCC-BF24-62F99415F9D8}" dt="2025-08-31T07:32:54.326" v="423"/>
        <pc:sldMkLst>
          <pc:docMk/>
          <pc:sldMk cId="1606863061" sldId="326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1606863061" sldId="326"/>
            <ac:inkMk id="2" creationId="{2CB27B05-B696-F433-DA16-E655CCED0AD0}"/>
          </ac:inkMkLst>
        </pc:inkChg>
      </pc:sldChg>
      <pc:sldChg chg="addSp add">
        <pc:chgData name="Nimisha Pandey" userId="02e8436948dccbef" providerId="LiveId" clId="{0C891394-CDB4-4FCC-BF24-62F99415F9D8}" dt="2025-08-31T07:32:54.326" v="423"/>
        <pc:sldMkLst>
          <pc:docMk/>
          <pc:sldMk cId="2782172168" sldId="327"/>
        </pc:sldMkLst>
        <pc:inkChg chg="add">
          <ac:chgData name="Nimisha Pandey" userId="02e8436948dccbef" providerId="LiveId" clId="{0C891394-CDB4-4FCC-BF24-62F99415F9D8}" dt="2025-08-31T07:32:54.326" v="423"/>
          <ac:inkMkLst>
            <pc:docMk/>
            <pc:sldMk cId="2782172168" sldId="327"/>
            <ac:inkMk id="2" creationId="{734E42D1-A0B3-E30E-1591-D1F60E7BBA51}"/>
          </ac:inkMkLst>
        </pc:inkChg>
      </pc:sldChg>
      <pc:sldChg chg="add">
        <pc:chgData name="Nimisha Pandey" userId="02e8436948dccbef" providerId="LiveId" clId="{0C891394-CDB4-4FCC-BF24-62F99415F9D8}" dt="2025-08-31T05:56:38.539" v="275"/>
        <pc:sldMkLst>
          <pc:docMk/>
          <pc:sldMk cId="2674791227" sldId="328"/>
        </pc:sldMkLst>
      </pc:sldChg>
      <pc:sldChg chg="add del">
        <pc:chgData name="Nimisha Pandey" userId="02e8436948dccbef" providerId="LiveId" clId="{0C891394-CDB4-4FCC-BF24-62F99415F9D8}" dt="2025-08-31T06:00:39.655" v="279" actId="47"/>
        <pc:sldMkLst>
          <pc:docMk/>
          <pc:sldMk cId="2189644962" sldId="329"/>
        </pc:sldMkLst>
      </pc:sldChg>
      <pc:sldChg chg="add del">
        <pc:chgData name="Nimisha Pandey" userId="02e8436948dccbef" providerId="LiveId" clId="{0C891394-CDB4-4FCC-BF24-62F99415F9D8}" dt="2025-08-31T06:00:37.879" v="278" actId="47"/>
        <pc:sldMkLst>
          <pc:docMk/>
          <pc:sldMk cId="2588494466" sldId="33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39:03.44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1557 1372 14719,'0'-7'3160,"0"1"-3047,0 6 1859,0 44-1311,0-12 0,0 3-2300,0 9 1,0 5 1694,-1-6 0,-1 6 0,0 1 0,0-6-170,0-8 1,1-3 0,-1 2 107,0 5 0,0 4 1,-1-1-1,1-5-922,-1 0 0,2-2 894,-1 8 1,0-3-592,1 2-154,0-17 0,1-5-2498,0-16 2457,0-34 1,0 22 0,0-23 0</inkml:trace>
  <inkml:trace contextRef="#ctx0" brushRef="#br0" timeOffset="512">1552 1328 8760,'31'-32'819,"-1"0"0,8 14 0,5 4 0,-2 6-379,-3 6 0,0 5-425,0 0 0,2 2 0,-11 7-62,-12 7 1,-12 6 91,-16 8 0,-13 4 0,2-2-28,3 1 0,-4 0 273,2-10 0,-4 2 0,-3-1 0,-1-4-220,-3-4 0,-3-4 0,2-1 0,4-2-42,1 0 0,5 1-6,-5 5 1,13-4 234,47-13 68,7 0 0,1 3-90,-16 2 1,1 6 108,2 9 1,4 9 0,-1 2-1,-3-3-141,2 4 0,-2 1-201,-2-3 1,3 4 0,-3 0 0,-5-4-52,-9-3 1,-3-1-597,4 10 1,2-3-2633,10-6 3182,18-19 1,-23-20 0,5-20 0</inkml:trace>
  <inkml:trace contextRef="#ctx0" brushRef="#br0" timeOffset="1409">2531 1863 18888,'5'-26'220,"0"1"1,-7 1-1,-6 1-1859,-7 4 1,-5 3 889,0 4 0,-3 3 855,-2 4 1,0 5 1537,-14 10-1453,2 10-556,17 2 0,2 6 0,1-1 370,3 0 1,1 1-6,0 1 0,0 4 0,4-3-6,6-5 1,3-1-7,2 5 1,3 0-12,5-6 1,2-2 11,14 15 965,-2-26 1,2-7-2014,-2-12 1,0-7-581,4-5 1,-2-5 534,-5-2 1,-3-1 598,-4-4 1,-3 0 1638,-7 9 0,-1 1-635,0-2 0,-2 2 1842,-3-4-2149,-2 5 99,-3 30-45,-2 9 359,3 30-347,1-9-163,3-13 1,2 0 105,12 18-1285,6-23 1,3-2 1083,17 10-62,-10-17 0,2-5-868,8-11-709,-2-14 1,0-6 858,-9 0 0,0-1 1123,-4 3 1,1-2-1,-4 2 492,-4-1 0,-3 5 1764,-1 7-1836,-10 24 2513,-6 31-2171,1-14 1,0 0-1000,-1-2 0,0 0-61,-1 18-34,3-30 79,2-11 11,0-3 360,5-11-438,3-6-46,8-15-21,5-5-1595,-1 0 1,2 1 537,4-4 1073,-5 7 0,3 10 588,11 47-213,-12-7-218,-7 6 0,-3 2-39,-5 4-1191,-1-7 1,0 0 1100,3 3-22,5 9 1740,-4-25-1718,15-7 0,3-3 0,-11 3 0,6-4 0,1 0 0</inkml:trace>
  <inkml:trace contextRef="#ctx0" brushRef="#br0" timeOffset="2341">3696 2011 17924,'5'-38'294,"1"0"0,-1 0 0,4-3 1,-10 6-1934,-22 8 1,-7 9 420,-8 16 998,-2 14 1,1 6 359,18-1 1,3 3 487,-7 10 0,3 1-483,8-5 1,3 0-877,1-2 1,2 3 803,3 12 0,5-1-62,6 4 747,-1-12 1,7-6-754,29-26 1,5-13 831,-21 6 0,0-5-1224,2-3 0,4-3 1,-1-4-1,-5-1-706,-3-7 1,-6-4 0,-2-5 545,-4 7 1,0-3 0,-1-3 0,-1-1 0,-1 1 0,0 3 423,1-5 0,0 2 1,-2 0-1,-1-1 219,-1 0 1,-1-2-1,-2-1 1,0 3-1,-2 6 1428,-4-12 0,-3 10-1020,-5 9 774,-6 28-819,11 19 0,3 12 51,1-1 0,1 5 0,1 4 0,0-1-808,0 4 0,1 1 1,1 0-1,-1 1 309,1-1 0,0 0 0,1 1 1,2-1 7,0 3 1,2 0-1,2-2 1,4-5-9,5-7 0,4-5 1,0-2 42,4 9 0,2-5-54,6-4 0,3-12-1639,4-31 1,-3-10 428,-12 11 1,-2-3 1206,1-4 0,1-4 0,-5 0-81,-6 0 0,-4-1 835,-1-9 0,-3 3 1389,0 4-1434,-7 6 28,-5 58 0,4 20 84,13-14 0,4 1-777,-9-6 0,0 0 0,6-3-41,14 1 0,9-11-350,6-17 1,7-9-1,-5-2 333,-7 0 1,-1-2-67,7-1 1,4-4 0,-9-5-103,-13-15 1,-10-6 154,-8 9 0,-5-2 0,-2 0-556,-7-10 0,-5 3 608,-4 1 1,-6 8 323,-4 19 1,-2 7-179,-16 2-89,0 8-40,22-1 0,1 3-34,-7 8 1,0 6-23,3 5 1,1 3 490,1 0 1,3 1-497,5 1 0,4 1-1617,6 1 1,5-1 900,14 6 0,-10 5 0,13-34 0</inkml:trace>
  <inkml:trace contextRef="#ctx0" brushRef="#br0" timeOffset="2960">4865 1795 16748,'1'-4'3276,"0"1"-6553,18 42 3332,-8 0-487,0-5 0,-1 1 465,-4 6 1078,-5-14-1043,-1-17-1216,14-29 935,9-19-112,-2 6 0,3-3 162,5 0 1,2 3 117,-6 9 1,0 4 1516,18 3-1472,-20 31-518,-14 14 1,-4 5 729,3 9-145,-4-8 1,-1 0 1573,-3-4-1574,0-4 291,0-12 2090,4-14-2527,10-23 1,4-12-755,2-4 1,1-1 742,-3 8 1,0 0-1,1 1 1387,3-10 1,3 6-1304,-1 16 1,0 6-737,7 11 1124,9 20-214,-29 0 0,-1 6-615,4 6 1,2 6-1,0-2 447,-2-7 0,1 0 0,0 0-15,2 6 0,0 2 0,0-4-192,1-3 0,-2-4 207,-3-4 0,-6-10 0,-4-6 0</inkml:trace>
  <inkml:trace contextRef="#ctx0" brushRef="#br0" timeOffset="3604">7233 1617 10539,'-6'-25'1638,"1"1"0,11 13-546,8 29 0,5 20 0,0 0-56,-5-10 0,0-1 0,2 4-1005,1 0 1,3 4 0,1 3 0,0-1-1,-1-2 1,-2-5-76,0-1 1,-2-5 0,1 2 65,7 15 0,1 2 1,-2-12-1891,-1-14 2596,0-49-1847,-1-4 1231,-5 0 0,0-4-96,-2 1 1,-1-1-13,-4 10 0,0-2 0,0 0-4,-1-3 0,1-2 0,-1-1-292,0-3 0,0-2 0,0-2 0,-1 4 292,1 0 0,-2 2 0,1-2 309,0-7 1,0-1-1,-1 8-331,-3 11 0,0 7 1645,-1-1-4900,-1 62 2956,-1-4 1,0 7-1,0-3 1,0-1-1,1-2 1,-1-1-1,0 0 1,0 1 0</inkml:trace>
  <inkml:trace contextRef="#ctx0" brushRef="#br0" timeOffset="4475">8338 1997 15795,'5'-5'3276,"11"-35"-6553,-13 7 3142,1 1 1,-3 0 324,-11-5 1286,-12 9-1408,-8 20 55,3 16 0,-8 10 0,-1 3 0,6-3-44,3 0 1,2 1-86,-5 1 1,-5 3-1,3 2 1,12 1-997,19 16 1,12-2 1012,4 0 957,11-6 0,9-8-1226,6-28 1,3-13-1299,-3 0 0,-1-5 1432,1-2 1,-6-3 323,-16-1 1,-6 0-201,-5-10 460,-10 3-404,-10 29 291,0 13-178,-3 30-43,15-10 1,4 6 0,1-4-93,1-5 0,2-2-23,7 21 0,5-7 23,17-21-18,2-13 1,4-7 724,-15-10 0,-1-5 1,0 1-795,2 3 1,0 1 0,-3-4-742,-3-6 1,-2-5 0,-5 0 809,-4-9 1,-4 3 95,2-3-134,-3-3 22,-10 49 123,-3 13-596,2 11 0,1 2 552,-2 9-29,6-9 0,3-2 1602,10-6-1585,14-10 0,8-7 575,9-7 1,2-6-643,-2 2 0,-1-4-6,2-6 0,-7-13 148,-19-16 0,-8-12 0,-3 12 116,0 16 111,-3-5 1,-2 10-342,-8 46 0,-2 19-28,2-4 0,4-1-23,2-14 1,3-3-2241,17 5-838,-5-14-176,7-8 2852,-10-21 1,-6 5 0,-2-4-1</inkml:trace>
  <inkml:trace contextRef="#ctx0" brushRef="#br0" timeOffset="4811">9224 1566 18821,'-32'17'556,"-1"0"1,4-2-1,7 1-533,20 6-12,9-4 168,38-8-112,-6-22 6,-9-17 0,-7-7-140,-20-7 61,-6 5 0,-6 12-1633,-15 37 1,-1 14-1639,4 14 1638,5 1 1,3 2 1507,10-8 1,2-3-1,1 6 1,0-7-1</inkml:trace>
  <inkml:trace contextRef="#ctx0" brushRef="#br0" timeOffset="6197">9820 1999 8534,'-19'-31'655,"-1"0"0,1 0 1,-3 2-1,-1 3 0,1 16 437,-2 35 0,1 24 0,2-7-1039,0-19 0,1 0 458,-2 18 0,2 6 1,16-15-523,39-25 158,-14-14 1,1-4-367,7 1 1,0-2 1193,-3-7 1,-2-5-1223,-4-7 1,-3 0 672,1-5 705,-6 10 0,-5 6-1120,-7 18-1124,-8 23 0,3 15 1229,11-7 0,7 4 0,-3-2-227,-6 9 0,3-3 133,16 9 0,9-17-168,-4-33 0,4-13 1,-5-4-544,1-10 0,-4-6 506,3 8 0,1-2 0,-7-7-241,-12 3 0,-4-7 0,-4-4 0,-1 0 1,-2 2-1,1 5 592,0-7 0,-2 5 0,0-3 87,2 3 1,0-5-1,-1 1 1,0 4-1,-3 11-154,-11-2 1330,10 54 1,2 15-1253,0-3 0,0 2 30,2-1 0,0 2 1,1-1-959,1 6 0,2 1 827,2-4 1,3 4 0,1 0-1,-2-5-371,0 3 0,0-2 293,3 6 0,1 2 0,-1-12 313,-3-14-313,-3-54 952,1 9-960,-1-5 1,2-6 0,2 6 564,14-6-585,-7 8 0,3 6 28,16 22-599,-9 16 0,3 9 1,-1-1 598,1 4 0,1 2 3,-2-2 1,2 3 0,-7-1-809,-7 11 1,-14-6 804,-34-10 28,12-5 0,-3-6-32,-3-14 0,-5-8 1,0-2 134,3-2 0,0-2 1,1 1-155,-3 0 1,3-1 924,-5-6 1,15 6-993,49 26 113,-6-1-23,0 0 0,2-1 16,4-1 1,0-1-17,-7-4 0,2-1-469,18 0 1,1-4 468,-16-5 0,-1-2 0,9-2 0,-1-3-67,-9-3 0,-2-3-180,-1-2 1,-2-4-307,-3-4 0,-2-6 0,-2-1 186,-4 2 0,-2-2 0,-1 0 0,0-1 283,0-1 0,0 0 0,-1 0 0,-1 0 50,-2-3 1,0 0-1,-2 0 1,0 3 2,0 2 1,-2 2 0,-1 1 613,-5-15 0,-2 6 1741,-4-4-1281,-25 51-584,18 35-134,12-9 0,1 9 0,1 3 0,2-6-742,1-5 1,2-3-1,1 3 436,1 4 1,0 4 0,1 0 0,3-6 1313,0 6 0,11-4-1264,8-11 1,9 2-1,6 0 1,0-4 0,-4-3-70,1-4 0,-1-4 0,4-1-12,0 0 1,5 2 0,2-1 0,-4-6 0,-6-7-34,6-16 0,-10-13-904,-13 0 1,-6-6 0,-5 1 931,-9-6 0,-5 1 17,0 1 0,-3 4 17,-7 10 0,-2 7-6,-15 11 1789,0 18-1385,12 6 0,3 5-401,6-2 0,2 2 148,-2 9 1,4 0 1475,8-8 0,5 0-1471,17 11 1,7-3-1772,-11-13 0,2-1 1581,16 8 1,2-5-101,7-13-235,-5-9 1,-2-2-1,-5 2 1,-7-4 0,1 1-1</inkml:trace>
  <inkml:trace contextRef="#ctx0" brushRef="#br0" timeOffset="6918">12451 1733 17431,'-3'-2'3276,"1"1"-3110,27-1 1,16 1-437,-2 0 1,1 0-811,-9 0 1,1 0 0,0 0 1079,10 1 0,-7 0 0,-19 0 0,-4 0 0</inkml:trace>
  <inkml:trace contextRef="#ctx0" brushRef="#br0" timeOffset="7084">12709 1909 18675,'47'1'364,"-1"-1"0,-9-3 0,1-1 0,-2 3 0,3 0 0,-5-1 0,-8-3 0,1 0 0</inkml:trace>
  <inkml:trace contextRef="#ctx0" brushRef="#br0" timeOffset="127500">3766 3597 10567,'-1'-27'1092,"26"17"0,16 4 0,-2 2-1501,-4-1 1,3 1 486,0 1 1,5 1 0,4-2 0,-2-1-164,-8-2 1,1-1 0,-1-1 0,2-1 0,1 1 80,0-1 0,3 0 1,0 0-1,0 0 0,0 0 1,-2 1-65,1-1 1,-1 1 0,0 0-1,-2-1 1,1 1 60,1 0 0,2-1 1,-2 1-1,-4 1 0,-7 2 223,14-2-1606,-23 4 560,-13 3 830,-37 11 0,22-7 0,-23 7 0</inkml:trace>
  <inkml:trace contextRef="#ctx0" brushRef="#br0" timeOffset="127739">4630 3389 9587,'21'39'364,"-1"0"0,1 0 0,-1 0 0,-4-5 0,0 3 0,-1 1 0,0 0 0,-1 0 0,-2-1-45,-1 1 1,-2-1 0,-1 1 0,0-2-1,0 1-319,3 5 0,-1-1 0,0 0 0,0-1 352,-2-2 1,-1 1-1,1-4 1,1-7-3630,14 10 2813,-2-29 0,-2 5 0,-7-23 0</inkml:trace>
  <inkml:trace contextRef="#ctx0" brushRef="#br0" timeOffset="128216">5143 3882 15650,'0'-4'3276,"0"46"-2417,2-13-647,-1 3 1,3 3-90,11 2 1,6-4-96,-4-15 0,2-2-6,6 11 0,1-5-3299,14-19 2872,-18-11 1,0-5-1235,1-4 1,-1-4-1,4-15 1,-3-2 549,-7 12 0,-2 0 1262,-4-3 1,-4 3 701,-4 12 1959,-2 5-2609,0 10 2513,2 8-1808,3 11 0,5 12-236,-2-3 1,2 7 0,1 2-496,-2-2 0,1 3 0,0 1 0,0-1-23,-1-2 0,1 0 1,-1 0-1,0 4-174,0 3 0,0 5 1,-1 0-1,-1-2 0,-1-6-744,-1-8 1,-1-3 0,-1 1 715,2 14 0,-1 2 0,-1-5-1123,0-10 1,0-5-2129,-1 6 3005,5-12 1,-5-18 0,1-10 0</inkml:trace>
  <inkml:trace contextRef="#ctx0" brushRef="#br0" timeOffset="128782">5955 4153 8736,'7'42'409,"-1"1"1,1 0-1,0-1 1,-1 1-1,1 0 1,0-1 0,-1-2-1,1-2 101,1 1 0,1-2 0,-1-4-527,2 1 1,-1-4 275,-1-4 0,-1-3-102,2 3 898,-9-38-1571,0-12-67,-7-18-137,0 12 0,-4-6 1,-1-2-1,1 3 831,0 1 0,0 3 1,-1-3-129,-2-5 0,-1-4 0,-1 0 1,2 1-72,2 6 0,-1 0 0,2 2 0,4 1 446,4-2 1,4 3 0,2-1-344,0-1 0,2 0 0,7 8-614,21 7 1,7 14 612,-8 16 1,1 8 0,-2 1 600,1 0 1,-4 3-571,3 9 0,-11 4-159,-23-3 0,-10-2 339,-8 6-147,0-8 1,-4-5 1583,-15-9-1550,-1-5-73,13-6 0,0-3-173,4-5 0,2-3-2052,-19-7-1091,20-13 3702,22 2 1,0 11 0,3 3 0</inkml:trace>
  <inkml:trace contextRef="#ctx0" brushRef="#br0" timeOffset="129399">6372 4202 15549,'0'4'3104,"0"-1"-6381,33-13 2309,-14-5 0,1-5 601,2-5 1,2-4 0,-3-2 339,-5-1 1,-4-2 0,0 0 475,3-10 0,-5 1-444,-9 9 1,-8 12 268,-18 34 1,-4 13-107,3 7-101,7-9 1,-2 4-1,8 3 33,11 11 1,9 4 0,4-4 997,6-3 1,4 0-1081,-7-1 1,2 2 0,6-9 29,5-14 1,5-8-1,0-5-30,-1-4 1,1-6 0,-1 0-181,1 2 1,-1-2-1,0-1 166,0-3 0,-1-3 0,-2-3-687,-2-8 1,-2-5 0,-4 0 682,-2-6 0,-2-1 11,-1 8 0,-1-2 0,-4 2-11,-8 1 0,-6 3 68,-19 1-304,-2 21 2149,-1 6-1980,15 27-1398,42 1 1476,0-11 1,3-1 707,2-3 1,1-2-715,7-1 1,-1-2-6,-12-4 0,-2 1-12,4 6 1,-2 0-173,0 4 1304,-3 12 2156,-44-11-2583,-15-1 1,-14 1-1,5-1-993,7-3 0,-1-2-118,2 0 1,-5 2 0,1-2-1,5-3-107,0-5 0,7-3 0,-3 2 1,1-5-1</inkml:trace>
  <inkml:trace contextRef="#ctx0" brushRef="#br0" timeOffset="130486">9293 3823 15695,'8'35'819,"-1"-2"0,2 9 0,1 3 0,-1-5-1849,0-5 1,-1-2 0,1 4 1168,1 1 0,0 4 0,0 3 0,0-2 0,-1-4-31,0 4 1,0-4-1,-1 0-382,2 5 1,0 0 0,0 0 362,-3-9 1,1-1 0,-1 2 0,1 2-100,1 4 1,1 2-1,0 2 1,0 1-1,0 0 84,-2-7 1,0 1 0,1 0 0,-1 0-1,1 0 1,-1 0-44,0 0 1,1 0 0,-1 0 0,1 1 0,-1-2-1,0 1 16,1 5 0,0 0 0,-1-1 0,0-1 1,-1-2 36,0-4 0,0-3 0,-1 1 0,0 1-4,0 2 1,0 2-1,0 1 1,0 1 0,0-1-19,0 1 1,0 1 0,0 0 0,0-1-1,0 1-47,0 1 1,1 0 0,0 1 0,0-1 0,0 0 91,0-2 1,0 1 0,0 0-1,0-2 1,0-1 16,1 1 0,0-3 0,1 1 0,1 5-131,-1-8 0,1 4 0,1 3 0,0 1 0,1 1 0,0-2 0,-1-1 0,-1-3-218,1 5 0,0-2 1,-1-2-1,1 1 1,0 3 139,-1-6 1,1 3 0,1 2 0,0 0 0,-1 0 0,0-2 0,-1-2 0,-1-5 378,0 4 1,-1-5-1,-1-2 1,0 3-407,1 7 0,-2 2 0,1-1 0,-2-6-574,-1 1 0,0-3-754,2 19 0,-3-21-1837,-3-56 2457,-2-3 1,1-3 0,0 15 0</inkml:trace>
  <inkml:trace contextRef="#ctx0" brushRef="#br0" timeOffset="131186">9279 3878 16243,'36'-6'465,"1"0"0,0 1 0,0 1 0,3 2 0,1 0 1,-2 0-1548,4-1 0,-2 0 0,2 1 1182,-3 1 1,1 1 0,0 0 0,-3 0-27,-1 0 1,-3 0 0,2 0-501,2 1 0,3 0 1,1-1-1,0 1 468,2-1 0,-1 1 0,1-1 0,1 1-38,-3-1 1,1 1-1,0 0 1,0 0 0,-3-1 174,-1 1 0,-1-1 1,-1 0-1,-1 1-190,10-1 0,-2 0 0,-6 0-845,-12 0 0,-3 0 688,22 0 743,-31 0-1718,-8 0 1679,-11-17 1,4 13 0,-6-13 0</inkml:trace>
  <inkml:trace contextRef="#ctx0" brushRef="#br0" timeOffset="131452">10778 3629 19459,'28'15'451,"0"-1"0,0 0 0,5 4 1,-2-1-831,0 2 1,-2 0 411,4 10 342,-11 1-353,-16-7 0,-8 3-1661,-15 6 1,-6 0-1,3 1 1,-3 0 545,1-9 1,-4-1 0,2-2 436,-4 5 1,2-3-1,-4 4 1,8-7 0</inkml:trace>
  <inkml:trace contextRef="#ctx0" brushRef="#br0" timeOffset="132450">10168 8344 14911,'-8'0'2856,"2"0"-2228,6 0 862,-2-1 997,43 1-1993,-10-1-192,1 1 1,9-1-1,-2 0-1941,1-1 1,3 0 1582,-10 0 0,4 0 0,2-1 1,1 0-1,-1 0-197,0-1 0,0 1 1,0-1-1,0 0 0,0-1 257,0 1 1,-1 0 0,1 0-1,1 0 1,3-1-213,-3 0 1,4 0 0,1 0 0,1 0 0,-2-1 0,-2 1 0,-6 1 207,11-2 0,-6 1 0,3 0-257,1 0 1,5-1 0,-4 1-1,-10 2 257,2-1 1015,-30 4-1037,-5 0-393,-3 0-1352,-5-3-1510,-11-19 0,3-9 2457,-5-10 1,13 14 0,4 13 0</inkml:trace>
  <inkml:trace contextRef="#ctx0" brushRef="#br0" timeOffset="132600">11584 7978 20345,'6'-18'3276,"14"16"-2496,6 30-629,-9-11 0,-2 1 17,1 9-168,-29 0 0,-17 11 0,-7 3 0,1-1 0,10-9 0,9-3 0,0-2 0,-13 7 0,0-1 0,0 0 0,0 1 0,0-1 0</inkml:trace>
  <inkml:trace contextRef="#ctx0" brushRef="#br0" timeOffset="156304">12132 3389 22048,'0'45'655,"0"-1"0,-3-7 1,-2 6-1,0-1 0,0-4-1062,1-6 1,-1-3 0,0 3 473,-1 2 0,-1 4 0,-1 2 1,0-1-1,1-4-1114,-3 6 1,1-2-1,0-2 1028,2-4 1,0-1-1,1-3 42,-4 8 1,5-17-3301,15-43 1638,-1-5 1,-1-6 1228,1-2 0,-1-4 1,1 3-1,0 2 1,-1 1-1,-2 0 0,-1 0 1</inkml:trace>
  <inkml:trace contextRef="#ctx0" brushRef="#br0" timeOffset="156666">12225 3401 17129,'3'0'3276,"11"32"-4029,4-7 0,6 3 0,-2 0 983,2 8 0,0 2-118,3-4 0,4 1 0,-2 2 335,-3 2 0,-3 2 0,-2-1-395,-6-4 0,-3 0 0,-1 1-324,-1 7 1,-2 1-1,-5-4 412,-9-1 1,-10-6-23,-9-14 1,-5-6 71,2-6 1,-2-3 48,-2-1 0,-2-1 1,-3-3-92,-4-5 0,-5-4 1,1 0-1,4 2-213,5 4 1,2 1 0,0-3-71,-14-5 1,-1-3 0,20 3 1010,25 8-2515,24 0 1,13 2 1169,-2 0 1,0-1 0,2 1 0,-1 0 0,-8 0 0,0 0 0</inkml:trace>
  <inkml:trace contextRef="#ctx0" brushRef="#br0" timeOffset="156871">12827 3950 23224,'1'34'487,"0"1"1,0 0-1,0 13 1,0-6-432,0-7-123,1-6-337,2-6-2873,4-21 2457,-2-10 1,-1-4 0,-3-2 0</inkml:trace>
  <inkml:trace contextRef="#ctx0" brushRef="#br0" timeOffset="157067">12876 3656 11606,'5'35'-656,"0"0"1,-3-8-1,1-5 1,4-8 0</inkml:trace>
  <inkml:trace contextRef="#ctx0" brushRef="#br0" timeOffset="157536">13343 3900 23594,'38'4'322,"0"-1"0,-3 8 0,1 4 1,-6 1-301,-8 0 0,-2 3 4,4 4 0,1 3 1,-9 0-1666,-15 4 1,-6-2-622,-2 13 3020,-18-19 1,-8-9-745,4-14 1,0-7 76,0-3 1,-1-3-1,3 1-99,2 3 1,3-1-135,-5-11 0,12 8-3137,22 20 3132,28 10 1,-19-5 0,17 3 0</inkml:trace>
  <inkml:trace contextRef="#ctx0" brushRef="#br0" timeOffset="158659">14088 3955 15381,'-43'16'3276,"7"4"-3184,25 3 0,4 2 88,-3 15 625,3-13 0,4 1-676,11 7 0,8-3-57,12-11 1,7-4-51,-7-1 1,2 0 0,1-5 263,0-8 1,1-4-1,-1-3-281,9-3 1,-3-5-1140,-6-5 0,-3-5 1134,-8-1 0,-5-2 793,0-7 0,-6-1-760,-11-9-33,-14 8-224,-4 29 146,10 3-1,0 7-66,35 15 22,-4-1-1418,13 7 1541,-15-8-23,-11-5 90,-1 17 1,1 2-68,8-5 2,11-14 0,12 0 0,7-2 1,0-4-1,-9-4-154,7-11 1,0-8-168,-6 6 0,7-1 0,2-2 0,-7-2 0,-14-4 386,-13-14 1,-12-3-24,-2 4 1,-6 4 733,-26 0-666,9 41 0,1 9 1764,2 1-1865,2 2 0,4 3-1797,15 15 1809,21-6 33,3-2 864,-4-22 1,4-4-909,20-1-34,-12-11 0,9-2 0,0-3 0,-5 1 5,0-2 0,-1-4-446,2 1 1,6-4 0,-2-4-1,-9-7 369,-14-8 0,-7-9 0,-5-3 0,-2 1 0,3 5 692,4 0 0,-1 4 0,-2-4-623,-3-1 0,0-6 1,-1 0-1,-4 8 0,-4 17 48,-8 17 66,-11 34 124,12 8 0,3 12 0,1-1-325,1-6 1,1-1 0,1 2 147,-1-5 1,0 1-1,1 0 1,1-3-19,1 1 1,0-1 0,4-3 53,5 9 1,7-3-28,12-4 0,6-3-45,-6-5 0,4-4 0,9-3 0,2-12-62,3-23 1,-4-9-739,-16 10 0,-1-2 766,12-15 0,-7-4 6,-19 14 0,-5-1-55,2-7 1,-6 5 172,-16 13 1799,2 5-1609,-3 37 0,2 17-454,9-14 1,3 1 201,1 7 0,4 0 915,3-13 0,7-4-960,19-4 1,6-6 436,-14-4 0,1-3-885,15 2 0,0-7-1249,3-15 1329,-18-19 0,-3-3 1,1 8-1,-11-2 0,1 0 1</inkml:trace>
  <inkml:trace contextRef="#ctx0" brushRef="#br0" timeOffset="158809">15612 3917 20736,'38'-4'0,"1"0"0,0 0 0,0-1 0,0 1 0,0 0 0,-2 0 0,1 0 0,-1 0 0,0 0 0,1 0 0</inkml:trace>
  <inkml:trace contextRef="#ctx0" brushRef="#br0" timeOffset="160727">12829 7394 12509,'-31'-16'1092,"0"1"0,3 2 0,-2 8-565,-6 23 1,-2 13 0,3-1-439,2-3 1,0 1-62,5-2 0,-4 3 0,1 1 0,5-3 801,-4 3 0,11 4-832,17 3 0,9 10 0,6-1 1,3-9-379,14-3 0,6-3 361,-10 2 1,2 6-1,1-2 1,3-13 187,5-17 0,2-9 1,-2-3-914,3 2 0,-1-3 87,-5 0 1,2-1 0,-1-2-436,9-4 0,-1-2 987,-2 2 0,-3-1 106,-12 3 0,-11 1 3070,-19-2-1670,-22 12-806,-6 8-247,6 13 1,2 8-270,13-4 1,3 2-35,-6 6 1,5 0 13,11-7 1,7-2 3,6-2 0,10-4 345,9-11 0,10-5 1,3-3-1,-4 0-422,-2 0 0,-4 0 1,3-3-494,4 0 0,4 0 1,-3-5-1,-11-5 553,-7-23 0,-15-2 540,-20-3-434,-6 8 0,-7 2 28,-1 16 1,-2 5 16,-2-1 0,0 3-670,-1 3 0,-1 1 575,2 0 0,-1 4-56,-16 10 0,0 6-62,18-6 0,2 4-203,-15 15 0,8 6 69,20-6 0,7 1-90,1-1 0,5 0 11,1-2 0,8-2-863,13-8 1,10-4 0,-3-1-401,-3-1 0,2-2 839,4 1 0,6-1 1,0-7-167,0-9 1,2-8 0,-1-2 0,-5 2 2457,0 0 0,-2-2-819,-1 2 0,4-3 0,-3 1 0,-12 1 2457,-13-3-2006,-10 10-1135,0 8-46,-1 28 1,2 13-90,2-13 764,-2 12 0,2-2-775,8-20-1,26-11-100,-13-13 0,1-4 866,4 1 0,0-3-978,0-8 0,-4-2 162,-6 6 0,-2-1 280,5-12 1,-1 2-152,1 10 247,3 28 0,1 11-270,-11 6 1,-1 4-42,-2-2 1,2 2 0,4-4 14,10-5 1,6-4 0,-4-5 676,-7-6 1,0-4-724,21 2 0,-4-8 403,-11-24-520,-7-12-1256,-14 15 0,-1-3 1378,-3-2 1,-2-4 0,0-3-452,-1-1 0,-2-4 0,0 0 0,-1 2 481,1-7 1,-2 2-1,1 0 348,-1-1 1,0 0-1,0 9-355,-3-1-1348,5 71 1510,1 3 1,2 6 368,1 2 0,0 2-528,0-8 1,0 1 0,1-3 768,1 2 1,1 0-781,-1 1 1,1 2-1,-1-4-352,-2-5 1,1-1 106,1 14 1,-1-7-1821,-4-22 531,0-9 1542,0-32 0,0 18 0,0-19 0</inkml:trace>
  <inkml:trace contextRef="#ctx0" brushRef="#br0" timeOffset="160863">14349 7864 22048,'37'0'-410,"-1"-1"0,1 1 1,6-2-1,-3 2 1,-6 1-1,-5 0 0,-2 0 1</inkml:trace>
  <inkml:trace contextRef="#ctx0" brushRef="#br0" timeOffset="161054">15420 8115 11694,'28'-9'0,"-1"-1"0,17-5 0</inkml:trace>
  <inkml:trace contextRef="#ctx0" brushRef="#br0" timeOffset="191575">17700 4137 13824,'3'0'3036,"0"0"-1288,-3 0-247,11 0-1041,-4 0-46,9 0 1054,-4-5-258,-7-2-840,-10-5-224,-27 5-1685,4 3 0,-3 3 1617,0 7 0,-3 3 1,3 2-51,-7 3 0,2 3-28,2 3 0,6 4 0,16 1 0,10 0-993,15-3 0,6-1 970,-2 1 1,2-1 16,13 0 1,2-2-1,-6-5 1,1-1-51,11 5 0,0 1-196,-6 1 0,-1 0 162,-4-4 0,-4 1 90,-2 12-86,-42-18 254,-10-4 0,-9-1 1,2-1 678,-2 0 0,-3-1-716,-1-1 1,-5 1 0,-2 0-1,4-2-696,3 0 0,2-2 0,1 1 277,-1 0 0,-1-1 1,8 1-1043,-3 4-1947,51-2 2954,13-1 0,11-1 0,-5 0 0,7 1 0,-9-2 0,0 0 0</inkml:trace>
  <inkml:trace contextRef="#ctx0" brushRef="#br0" timeOffset="192095">18025 4501 22620,'-6'46'427,"1"-1"0,-1 0 0,1 0 1,0-4-1,0-1 0,0-1 1,2-1-1521,2 2 1,2-2 0,-1-3-128,-1 7 0,-1-1 1902,2 3 0,-2-7-2721,-8-16 1397,3-43-624,-4-22 173,8 14 1,0-5 0,0-2 447,1 3 1,0-1 0,0-1 0,1 0 644,-1 0 0,1 0 0,-1-1 0,1 1 19,0-1 1,1 0 0,-1 1 0,1 3 108,-2-10 1,3 2 958,4 9 0,3 0 0,2 3-673,5 4 1,3 4-202,14-5 0,5 13-75,-5 25 0,1 15 0,-2-2-116,-2-4 1,-3 2-8,-2 4 0,-2 4 0,-9-3 2388,-16 9-2246,-14-4-1009,-18-11 1,-7-3 912,15-8 1,-2-2-18,-2 0 1,-3-1 0,4-2 56,-16-5-73,20-9 0,2-4 1946,1-1-5251,9-25 2457,48 15 1,-16 5 0,12 8 0</inkml:trace>
  <inkml:trace contextRef="#ctx0" brushRef="#br0" timeOffset="192479">18445 4569 20221,'-4'1'2891,"1"0"-6168,3-1 1510,74-33 2101,-42 11-312,-4 6 1,5-1-1,-6-1 1016,-4-16-1015,-8-2-974,-12 11 1,-3 1 984,-11-11 1006,-4 12 0,-5 6-822,-10 14 1,-3 8-124,7-1 0,1 3 482,-5 8 0,5 8-448,12 7 0,8 4-908,3 9 0,5 0 785,-1-6 0,4-2 1259,3 3 1,8-6-1333,15-15 0,5-7-683,-13-2 1,2-3-148,17 0 1,0-5-270,-14-3 1,0-4 939,1-6 0,5-5 0,-1-1 1,-4 4-1,-4 3 0,-1 0 1,7-7-1,0 0 0,0 0 0</inkml:trace>
  <inkml:trace contextRef="#ctx0" brushRef="#br0" timeOffset="192848">19044 4435 21812,'-36'20'2163,"9"-4"-1983,33 27-175,13-22 1,4-2-891,-5-3 1,0-2 878,13 1 1,2-4 501,9-8-771,-17-19 1,4-11-1,0-2 1,-5 7 873,-3 9 1,-2 0-302,12-22 0,3-7 1,-16 22-142,-18 27-113,1 32-55,2-8-40,-2-6 1,1 1-3227,1 6 2457,-2-13 1,-1-2 0,0-13 0</inkml:trace>
  <inkml:trace contextRef="#ctx0" brushRef="#br0" timeOffset="192975">19328 4161 17039,'4'34'0,"1"-1"0,-1-6 0,0-1 0</inkml:trace>
  <inkml:trace contextRef="#ctx0" brushRef="#br0" timeOffset="193445">19749 4202 6080,'-2'-27'1092,"-1"0"0,-4-3 0,-2 6 2184,-2 8 0,-8 4-1354,11 27-1441,3 13 1,1 13 0,2-1-503,1-5 1,2 0 0,0 3 62,-1-1 0,0 1 0,1 3 1,3 0 39,2 0 1,4 1 0,0 1 0,1-1 0,-1-1 58,-1-1 0,0-2 0,0 0 1,0 2-142,0-4 0,1 2 0,0 1 0,-1-1 0,-3-1-500,1 4 0,-1 0 1,-3-1-1,-7-4 522,-10 4 1,-8-5-1,-3-1-218,-6-3 1,-3-2 0,-2-3 221,2-5 0,-1-3 0,-1-7 298,1-7 0,-1-5 1,6-9-275,5-14 1,8-10-126,12-7 1,7-8 0,2 1 18,-2 11 0,0 0 0,5-1-88,3 4 1,3-3 0,2-1 0,3 2-1,3 6-618,10 1 0,5 6 0,2 2 1,-4 0 418,-2-3 0,-3 1 0,3 3-483,10 1 1,3 4-1,-6 5 554,-10 9 1,-5 2-1,0-1 1,7 0-1</inkml:trace>
  <inkml:trace contextRef="#ctx0" brushRef="#br0" timeOffset="193645">20146 4480 15178,'12'41'-1093,"0"-1"1,-5-14 0,-1-2 436,-1 3 1,-2-4-1,-4-12 1,-2-11 0</inkml:trace>
  <inkml:trace contextRef="#ctx0" brushRef="#br0" timeOffset="193793">20185 4229 10597,'11'42'0,"-3"-9"0</inkml:trace>
  <inkml:trace contextRef="#ctx0" brushRef="#br0" timeOffset="194028">20699 4383 21891,'-31'10'790,"-1"0"0,1 0 0,-13 4 0,11 5-533,22 20-122,5 1-1774,14-6 1,8-1 496,9-7 1,8-4 48,1-2 1,4 0 0,1-4-1,-2-6 1,0-4 0,1-2 705,7-3 0,1-1 0,-6-2 0,-11 2 1,-3-1-1,-3-2 0,1-1 0</inkml:trace>
  <inkml:trace contextRef="#ctx0" brushRef="#br0" timeOffset="194680">22524 4431 11210,'-32'-28'655,"0"0"0,0 1 1,5 3-1,1 1 0,-3 0-80,-1 0 1,-2 0 0,0 0 0,0 0-442,-5-6 1,0 1-1,1 0-63,1 0 0,-1 0 0,3 1 434,4 4 1,2 0-1,8 1-426,8-13 399,23 19-590,29 2 90,-14 15 0,0 3-131,3 0 1,-1 4 17,8 7 1,-3 5 535,-11 5 1,-3 2-430,0 1 0,-6 0 80,-14 2 0,-11 0 11,-13-3 1,-10 0 0,0-2-121,7-5 1,0 0 0,-1-1 86,-7 5 0,-2 0 0,4-3 1128,3-3 0,12-2-990,25 1-727,23-11 0,9-5 469,0 2 1,3-1-337,-1-4 0,4-1 1,-2 0-640,-5-1 0,-2 0 0,4 0 1065,2-2 0,4-2 0,-1 1 0,-6 1 0,3 0 0,-2 0 0,-4 0 0,0 0 0,0 0 0</inkml:trace>
  <inkml:trace contextRef="#ctx0" brushRef="#br0" timeOffset="195433">23842 4228 21521,'-34'8'567,"1"1"1,-4 9 0,7 5-2207,16-3 1,5 3 1015,0 8 1,1 4-1,6-2 95,12-2 1,8-1 538,-2-4 0,4 1 1,2-6 278,12-2 1,3-8-291,4-4 0,-1-6-716,-11-3 1,0-5 631,6-7 0,-2-4 89,-8-6 1,-4-3 22,1 2 0,-5-2 693,-8 2 0,-5 1-171,-9-5-1224,-8 55 697,6-13 752,7 19 0,9 4-747,15-14 0,6-5 828,5 0 0,2-4-856,3-2 0,-1-9-664,-8-16 1,-1-9-1,-8-1 669,-14-5 1,-5-2-12,7-12 1,-9 0 16,-18 18 0,-10 3 1,-3 5 10,0 5 1,-3 4-1,2 2-294,-9-2 1,1 4 271,-1 6 0,6 9-562,20 10 0,7 6-1077,10 9 1,5 3-1,-1-9 1,3-1 1169,10 6 0,2-6 0,-2-16 0,-4-6 1</inkml:trace>
  <inkml:trace contextRef="#ctx0" brushRef="#br0" timeOffset="196295">24560 4305 17238,'-19'33'3276,"11"1"-4868,22-4 1,6 0 1602,7 5 627,-5-11 1,1-3-673,8-12-629,-7-6 0,2-5 327,4-13 0,-1-7 341,-2 1 1,-2-2 16,-2-7 1,-6 0 206,-7-16-117,-8 23 109,-2 7-333,0 12 225,0 21-102,-1 5 0,2 3 620,-1 0 0,2 0-637,-1 2 0,2-2-5,6 1 0,4-16-151,14-6-690,-3-10 0,1-7-787,4-7 1,-1-2 513,-3 2 1,-1-3 331,-3-10 0,-6 1 749,-7 10 21,-1-7 23,-7 23 79,0 2 335,0 2 1569,-4 29-1142,-2 0 970,-1 15-1531,1-9 101,2-7-280,1-7-45,0-2 2144,0-11-1493,2-4-506,0-29-246,6-12-767,6 8 0,5-4 0,-1 3 801,-3 3 0,2 2 11,13-12 0,0 9 2246,-3 21-2302,16 13-555,-16 7 779,11 12-11,-20 5-2048,-2 4 2059,-1 1-135,-4-7 1,0-1-34,2 4-1447,5 11 651,-6-34-1035,1-1-835,1-12 798,0-6 1868,0-13 0,-5 11 0,-1-1 0</inkml:trace>
  <inkml:trace contextRef="#ctx0" brushRef="#br0" timeOffset="196514">25547 3748 17610,'-6'31'1638,"5"8"0,1 5-547,-1-4 0,0 2-1028,2 3 0,1 4 1,0-4-1703,1 1 1,-1-3 767,1 0 0,-1-1 775,-1-7 1,0-4-262,7 4 0,-6-18 0,5-4 1</inkml:trace>
  <inkml:trace contextRef="#ctx0" brushRef="#br0" timeOffset="196712">25397 4115 15682,'40'-5'-298,"0"0"0,1 1 0,-6 0 0,2 1 0,-1 0 0,-4 1 0,7 2 0,-3 0 1,1 0-1,1 0 0</inkml:trace>
  <inkml:trace contextRef="#ctx0" brushRef="#br0" timeOffset="198362">25991 4259 20300,'13'-21'504,"-13"-16"0,-5-3-324,-3 11-158,-9-8 0,-6 8 23,-6 29-15,7 23 0,-2 13 0,8-2-53,10-10 1,3 1 18,-8 11 0,0 4 1,13-13-203,28-24 1,14-14-1,-6-3 262,-16 1 1,-1-3-1076,12-3 0,6-3 1,-13 2 839,-19-2 201,-7 35-11,1 11 0,1 4-134,6 0 1,2 0 122,-3 2 0,5-5-1176,26-8 1,5-12 502,-16-12 1,0-5 408,13 2 1,-3-5 1013,-15-9 0,-6-5-1025,-5 7 1,-3-6 78,-3-1 1,0-10 0,-1-6 0,-1-2 0,1 1-1,-1 4 1,0 8-191,3-13 1,-1 1 523,-2 1 1,0-12 0,-1 0 0,-1 14 0,-2 25-102,-6 49 86,0 3 1,0 2 1009,3-4 0,2 0-937,0 1 0,0 2-724,2-3 1,-1 3-1,1 0 644,0-1 0,0 0 0,0 0-90,0 0 0,0-1 0,0 0 972,0 8 1,0-3-848,0-9 1,0-3 195,0-1 247,-1 0-555,6-46 0,2-12-50,2 0 11,0-4 0,2 0 888,3 1-855,1 6-2211,6 2 2155,5 14 2291,0 2-2290,3 16 22,-4 9-2246,6 11 2272,-9 2 0,2 7 1,-3-3-39,-4-4 1,-1 0-495,4 4 1,1 4-1,-9-2 478,-13-2 0,-8-4 1635,-5 1-1562,-1-7 0,-2-5-1506,-14-13 1506,-9-8 0,-3-3-34,1 0 747,3-2 1,3 1-748,20 1-112,6 3 2302,6 3-2201,7 2 56,17 5 0,6 3-229,8-3 190,-1 2 0,1 0-6,8-5 6,2-7 0,1-4-519,-14 2 0,-1-2 502,2-1 0,2-2 0,-4-2-90,-3-5 1,-4-2-1096,2-2 1,-2-6 841,-8 0 0,-1-6 0,0-4 1,-1 1-1,-2 5 351,2 0 1,-2 3 0,-1-3-14,0-1 1,1-4-1,-1-1 1,-2 2 0,-1 7 4,-3 0 0,-2 4 106,2-3 1,-6 11 671,-20 31 1,-4 11 874,9-6-1556,-1 8 1,-3 6-1,6-1-551,9-6 0,4 2 562,2 13 1,2 6-1,1-4-103,1-7 1,2 0 1,-2 5 1,2 4 0,6-6 87,17-2 0,6-7-742,2-7 1,3-4 657,-10-2 0,1 0 0,0-3 146,12-4 1,-2-5-164,-12 0 1,-5-9-78,-7-26 1,-5-15 0,-2 10 217,3 12-31,-10-11 1,-5-8-1,2 22 384,0 57 0,4 18 276,1-30 0,2 0-761,2 8 1,2 3 0,7-5-1097,15-10 1,9-7 0,-5-2-547,-7 0 1,0-1 1091,9-2 1,3-1 0,-9-4 0,-11-4 0,-6-7 0</inkml:trace>
  <inkml:trace contextRef="#ctx0" brushRef="#br0" timeOffset="213558">17010 7976 10381,'-2'5'2129,"-1"-1"100,3-4-1400,6 1 724,2-5-1160,7-3-2014,6-17 2215,-7-13-258,-2-2 588,-13-6-611,-27 15 1,-8 4-230,17 12 0,-2 3-51,-13-4 1,-6 2 0,3 11-626,7 20 1,2 12 0,1-3 591,-3-4 0,2 2 0,6 7 0,2 4 0,7-3-23,8-9 1,7 0 16,14 11 1,7-2 523,-9-15 0,3-1-518,16 7 0,3-5-17,-11-13 0,3-7-618,6-12 0,4-8 0,-4 1 640,-6 6 1,-3-2-2,5-7 0,1-3 0,-9 1 1934,-11-10-1747,-8-4-236,-6 20 0,-1 8 1278,0 25-1255,2 25-12,14-14 0,3-1 23,6 16-134,17-19 1,6-8-69,-14-11 0,1-5-1262,11-3 1,-2-7 1586,-12-11 0,-5-3-89,4-3-23,-15-8-191,-12 45 337,0 26 2109,0-8-2239,-2 0 1,4-2 185,15-6-14,-1-10-177,17-17 33,-11-13 1,-1-6-23,-6 9 1,-1 0 50,3-6 0,-2 2-73,-6 3-325,-7 22 325,2 19 78,-1 0-56,13 13 1,3-1 11,-1-11-29,3 3 1,0-6 39,-1-21-12,8-31 1,-2-7 78,-4 9-34,2-9 1,-5 4-79,-18 26-2459,-2 36 2448,0 7 11,1 11-11,4 2-427,21-34 1,5-5 482,6 0-40,1-6 1,1-10 44,-11-18 1,-5-3 28,2 0-18,-8 2 1,-4 3 1819,-11 12-1299,-1 6-694,-6 30 280,-1 8-140,3 0 0,0 13 0,0 7 0,1 2 0,-1-1 0,1-8-159,0-5 0,1-5 0,0 1 0,-1 5 131,1-1 0,0 5 0,0 3 0,0 2 0,-1-1 0,1-1 0,0-3 2,0 5 0,2-2 0,-2-1 1,0-1-1,-4 0 4,-3-1 1,-2-1 0,-2-1 0,0 0-1,2 0-164,3-2 0,1 0 0,0 0 0,-1-3 0,-4-2 191,-9 14 1,-5-4 0,-2-24-378,0-35 1,-1-23-1,3 2 372,5 2 0,1-4 234,2 2 0,-2-6 1,1-2-1,6 2-262,6 1 0,4 2 0,3-4-27,0 7 0,1-3 0,2-1 1,0 1-1,0 1-43,1 2 0,1 1 0,1 0 0,2-2-58,2-3 0,2-3 1,1-1-1,3 3 1,1 4-420,10-3 1,3 5-1,1 3-2,-1-1 0,2 1 0,1 6 8,-2 7 0,3 4 0,0 3 541,1 6 0,1 4 0,-4 0 0,-6-1 0,-2 1 0,7 2 0,1 0 0</inkml:trace>
  <inkml:trace contextRef="#ctx0" brushRef="#br0" timeOffset="213960">18821 8025 19224,'21'-32'3276,"2"16"-4915,-5 35 1,1 12 915,0-3 0,0 1 723,0 0 0,-1-1 698,-4-4 1,0-3-385,11-5-112,2-39-158,4-5-503,-15-4 1,0-9 0,-2 2 402,-3 7 0,-1 1 0,0 0-15,1-2 0,0 1 0,-2 2-422,0-6 1,-2 16-2785,-3 36 0,1 6 2457,3 22 1,-4-22 0,1-5 0</inkml:trace>
  <inkml:trace contextRef="#ctx0" brushRef="#br0" timeOffset="-214318.73">19611 8076 17431,'8'-44'1092,"0"0"0,0 4 0,-8 8-4369,-21 14 3215,-6 14 0,-3 5 62,-16 4 704,13 2 1,4 6-761,11 12 0,5 2 133,-1 13-83,7-15 1,4-1-40,12-1-600,30-31 1,8-11 2696,-9 4-2052,-8 2 0,3-3 0,-7 2 504,-7-7-504,-10 18 1302,-3 7-1173,-4 20 0,-1 8-101,9-3 1,1 0-13,-3 1 1,3-2-1112,6-7 0,3-7 1151,5-13 0,1-9-1185,6-7 1,0-7 1116,-5 2 1,1-3 0,-2-1-8,-4 0 1,-1-1-1,-2-2-7,-1-1 0,-2-1 0,-3-2-34,-3-5 0,-3-2 0,-1 0-468,-1 1 0,-1 0 0,-1 1 539,0 0 0,0 1 0,-1 1 17,-1-4 0,-2 8 583,-1 12-622,-18 54 33,6 3 1,0-1 0,2 3 914,7-9 1,2 1-905,0 13 1,4 2-353,6-12 1,4 1 0,0-1 351,0 9 1,2-3 1103,9 2 1,7-9-1099,-2-21 1,2-8-572,2-7 0,0-4 532,1-1 0,-3-5 0,-1-4 0,-3-8-598,-11-5 1,-3-5 0,-1 4 613,-1 6 1,-2 0 376,3-19 0,-4 6-180,-6 24-146,-9 12-78,-1 21 11,-1 1 0,4 13 22,7 4-33,6-15 0,4 7 2216,6-22-2172,3-3-1032,5-6 0,2-3 999,8-7-34,-1-6 1,0-4-68,-4-14 570,-13 7 1,-1-5 0,-3 5-437,3-7-44,-5 0 0,-4 13 27,-11 40 1,-2 10 2966,4-1-2950,0 16 1,10-1-673,18-23 0,4-4 656,-5 4 0,3-4-3,4-10 1,4-6 0,-3-3-9,-6-2 0,-2-3 44,8-3 0,-2-4 1028,1-15-932,-32-11 0,-7 2 11,5 19-146,-12-8 0,0 10 168,8 59-1830,24-1 1651,3-1-303,2-23 1,5-3-791,3-5 1,5-2 0,0-2 682,-3-1 0,-1 0 1,0-1-1,17 3 1,-4-2-1,-20-3 0,1 0 1</inkml:trace>
  <inkml:trace contextRef="#ctx0" brushRef="#br0" timeOffset="-213685.73">22926 7724 19146,'-10'-22'1092,"0"0"0,-9-11 0,-2-3-2185,6 6 1,-1-3 0,1 1 1106,-2 4 1,2-1 0,3-1 321,7-11 0,5-2 0,3 7-661,11-5 229,4 8 1,-1 14 61,-9 42 1,-8 16 223,-12 0 0,-9 2-172,1-3 1,-5 2 0,-2-2-676,-5-4 1,-2-2 0,2-2 611,0 1 1,6-2 122,9 8-138,46-30 0,24-8 0,3-4 60,-16 1 0,2-3 0,2-1 0,-1 1 0,-2 1 0,2 2 0,-1 1 0,-1 0 0,0-1 0,-2-4 0,0 0 0,0 0 0,0 0 0</inkml:trace>
  <inkml:trace contextRef="#ctx0" brushRef="#br0" timeOffset="-212670.73">24522 7613 15090,'-4'-36'1638,"-1"0"0,-2-9 16,7 22-747,-2 57-391,1 7-500,0-14 1,0 1 0,-1-3 0,4-1-6,17 12 50,5-20 1,7-5-62,2 0 0,2-8-1093,0-12 1,1-8 0,-4-1 922,-4 2 1,-4-3 180,2-15 1,-7 0 77,-16 5-77,-3 6-2191,0 6 2112,0 9-168,0 3 67,0 8 2436,0 7-2257,19 26-1187,-6-13 1182,2-3 0,1-2-6,8-7-12,14-4-122,4-11-840,-17-5 1,-2-2 973,11-11 23,-12-9 45,-13 11-620,-5 1 552,-1 9 1281,-3 2-1326,0 14 2314,0 5-2236,-4 26-22,3-15 12,-3 14 3253,4-28-3059,0-1-26,19-10-420,1-6 229,21-8 34,-3-6-1670,1 0 0,-1 1 1580,-1 5 101,-6 2 0,-5 9 0,-19 21 33,-3 9-2255,0 3 2155,-1 12-2297,3-5-958,1-2 0,5-11 2815,2-15 1,-5-4 0,0-2 0</inkml:trace>
  <inkml:trace contextRef="#ctx0" brushRef="#br0" timeOffset="-212037.73">25891 7380 13834,'-32'33'78,"1"1"0,0-1 1,9 5-1,5 2 1,9-5 1209,11-8 0,8-3-1272,9 7 1,9-7-118,3-18 0,5-8 1,-3-1-661,1 0 1,0-2 476,1 1 0,3-1 0,-4-2-103,-7-4 1,-4-3 57,4-12 1,-3-2 1661,0-9 305,-9 12 0,-8 4-1343,-21 17-239,2 28-56,-5 6 45,9 10-586,15-10 591,6-11 1,4-1 951,18 8-1002,-8-12 0,1-2 28,-4-7 0,-1-1-23,2-1 1,1-2-884,15-8 1,-2-5 927,-16 3 1,-2-3-35,13-17 1,-12-7 98,-29 8 1,-11-2 0,1 2-66,4-3 1,-3 2 421,-18-7 0,-4 10-472,-1 22-1539,2 8 1483,13 6 0,1 3 33,-7 10-22,12-5 1,3 3 1404,3 9-1976,7 0-2661,16 7 0,22-7 2621,-14-17 1,1-2-1,14 1 1,-16-11 0</inkml:trace>
  <inkml:trace contextRef="#ctx0" brushRef="#br0" timeOffset="-211186.73">26777 7513 16188,'-20'14'22,"6"3"-737,14 6 1,7 3 748,15 8 5,-10-12 0,4-3-222,12-8 0,3-5-332,-2-3 0,1-3 123,0-1 1,0-4 217,1-7 1,-4-4 621,-3-13-426,-12 8 0,-3-1 1476,-3-6-1240,-4 5 1154,-1 5 761,-1 9-2341,0 9 123,-5 42 34,3-19 11,-1 2 0,1 0-1738,2-7 1749,0-6 23,2-3 67,3-6-90,20-19-257,4-10-220,1 0 1,2-1 403,-9 7 1,-1 1 44,1 1 0,-2 2 1864,0 7-1847,-16 38-1548,-3 16 1559,-1-21 0,-1 0 12,2 23-1357,25-29 1412,15-13-73,-16-5 1,0-3 840,2-2 1,-2-5-1038,6-17 1,-4-7-808,-7-3 1,-2-3 963,-2 8 1,-1 0-1,-3-1 335,-4-1 1,-2 1 0,-2 0-353,0-9 1,-1 1 39,0-2 0,-1-2 26,-1 2 0,0-3 0,-1 5 242,0 5 1,-2 2-113,-3-13 1,-4 18 112,-12 64-94,14 5 1,2 10-1,2-1-149,-1-15 0,2-1 0,1 2-15,2 4 0,2 4 0,1-1 0,1-7 0,4-1 0,3-3-6,4 8 1,1 0-1634,-5-6 1,-1-2 982,1-5 1,-2-3-1,-2 5 1,-9-28 0</inkml:trace>
  <inkml:trace contextRef="#ctx0" brushRef="#br0" timeOffset="-211032.73">27634 7390 17767,'40'-7'-1316,"0"-1"0,2 6 223,-8 1 1,5 0 0,-4 3 436,-7 4 1,-5 1-1,6 1 1,-6-2 0</inkml:trace>
  <inkml:trace contextRef="#ctx0" brushRef="#br0" timeOffset="-210536.73">28244 7592 16871,'-4'-21'3276,"-1"8"-4915,6-14 1,-5-4 690,-13 8 1,-6 3 1087,2 1 0,-3 4-640,-15 6 1,1 11 482,15 13 1,4 6 424,2 1 0,5 2-430,15 20-337,28-18-78,-3-18 57,15-1 273,-17-11 1,0-3 2064,6-4-1543,5-4 331,-28 6-589,-8 9-79,7 13 23,1-2-67,9 10-236,22-3-1322,-14-8-1279,17 1-474,-21-11 2897,0-7 0,-10 5 0,-2-6 1</inkml:trace>
  <inkml:trace contextRef="#ctx0" brushRef="#br0" timeOffset="-209586.73">28580 6952 18800,'-13'38'244,"0"-1"1,0 1 0,4-2 0,1 2-1,2 0 1,2-3-773,3-2 0,2-2 1,1 0 534,0 7 1,1 1-1,1-4-1294,1-2 0,0-5 1287,1 3 1188,1 3-941,-6-31-2010,3-30 1763,3 6 547,4-24-547,3 14 0,1 2-22,17-1-276,-11 16 231,12 1 2204,-15 22-2199,-1 10 1,-3 6-191,-5-1 0,-2 2 246,4 5 1,-2 1 2989,-7 12-2973,-19-15-2526,-10-10 2582,-7-5 11,-2-8 101,0-21-89,20 9-90,-6-13 544,21 13-690,14 2 124,12 5 11,20 7 11,-1-1 0,-10-1 0,0-2-2268,11-1 2268,-14-2 0,-1-1 11,15-6-38,-12-20 1,2-12 0,-5 2-573,-6 4 1,-2-3 559,-1 2 0,2-5 0,-2-1 0,-5 3 783,-6-4 1,-8-1-809,-5 3 1,-4-2 0,-2 7 2598,-7-4-2507,-5 10 0,-1 14-735,7 32 0,3 18 0,2 1 802,-2 6 1,5 2-55,1-3 0,3 3 0,6-3-209,9-5 1,7-2 0,2-4 219,-1-7 0,3-3 0,2-2-9,12 7 1,3-8 12,1-11 0,-2-11-744,-8-16 1,-4-6 698,-3 8 0,-4-2-6,0-13 1,-8-2-28,-16 5 0,-7 4 66,-14 2 1818,-15 23-1638,12 27-757,21 14 0,9 2 544,4-20 0,4-1 11,3 12 1,9-3-1116,13-13 1,10-5 0,-2-3 1055,-9-4 1,-1-1 0,0 1 0,7 2-1,2 2 1,-6-4 0,-8-6 0,0 0-1</inkml:trace>
  <inkml:trace contextRef="#ctx0" brushRef="#br0" timeOffset="-209466.73">30005 7607 18776,'0'0'0</inkml:trace>
  <inkml:trace contextRef="#ctx0" brushRef="#br0" timeOffset="-78837.73">21861 1789 13873,'-18'32'739,"-1"0"1,1 0 0,0 2-1833,4-5 1,-1 2 0,-1 0 858,-2 3 1,-1 0-1,1 1 294,-1-1 0,0-1 0,1 0 437,-1-2 0,1-2 0,0-2-497,2-3 0,0-2-650,-3 2 1,1-1 649,-4 3 11,-1-1 48,14-19 47,11-27 0,6-14-100,6-6 0,4-4-3,-5 7 1,0-2 0,2 0 7,2-1 0,2 0 0,1 1-409,-1 2 1,2 0 0,-1 3 1153,6-4 1,0 5 113,-1 4 1,0 14-591,-6 27 1,-3 13-353,-6 10 0,-5 9 0,0-2 90,1-8 1,-1-1 0,0 3-22,0 6 0,0 5 0,0-1 1,-2-5-82,1 8 0,-2-3-144,2-12 0,-1 0 0,-3-3 228,-8 0 0,-1-7 0,5-12 0,-13-4 0</inkml:trace>
  <inkml:trace contextRef="#ctx0" brushRef="#br0" timeOffset="-78638.73">21472 2321 10898,'43'-5'-365,"-1"-1"1,0 1 0,0 0 0,0-1 0,2 1 0,2 0 0,-1 0 0,-2 1 0,-5 1-105,-1 0 1,-5 1 0,0 0 0,15 0 0,-8 1 0,-18 0 0</inkml:trace>
  <inkml:trace contextRef="#ctx0" brushRef="#br0" timeOffset="-78225.73">22365 2256 9515,'-21'-41'3276,"-5"8"0,-12 33-2408,9 6 0,-1 3-541,-1 8 1,2 3-351,3 0 1,3 2 130,7 3 1,7-1-188,19 0-1001,13-11 688,7-10 106,-5-6 1,0-2 218,13-2-1339,-14 0 0,0 0 1429,7-2 190,-12 5 335,-1 14-32,-12 11-378,-9 16 1,-6 13 0,0-5-134,0-5 1,-1-1-6,1-2 0,-1 5 0,-1-1 0,0-6-27,-3-2 0,-1-2-242,-5 12 1,1-2 271,9-19 0,0-1-1642,-5 9 1,6-10 818,16-25 1,-4 2 0,6-8 0</inkml:trace>
  <inkml:trace contextRef="#ctx0" brushRef="#br0" timeOffset="-77842.73">22545 2375 16838,'0'-4'1052,"0"1"-928,0 3 246,6 12 100,18-9-257,16-3-157,-14-9 0,-1-6 61,-4-2 1,-3-3-2859,1-20 2909,-26 13 112,-35 13-56,0 15-104,16 16 1,-5 10-1,2 4 1,6-3-138,5 3 0,9 2-803,9 1 1,5 5 0,6 0 0,4-10-820,15-3 1,9-9 1169,-6-8 1,6-2 0,-1-1 0,-7-3 0,12-5 0,-8-4 0</inkml:trace>
  <inkml:trace contextRef="#ctx0" brushRef="#br0" timeOffset="-77340.73">23213 2345 18306,'-5'-2'1148,"-4"21"0,1 11-4425,4 11 2944,-3-7 1,1 1 1512,11 10-1169,1-28-1861,16-1 1850,9-24-1757,1-6 1757,-8-5 0,-2-4 528,-5 0 0,-1 0-511,0-1 0,-2 2-176,4-8 170,-12 20 2207,-6 18-2017,-6 7 3075,-9 22-2897,4-13 0,-1 1-963,-5 14 617,3-2 473,12-29 21,18-11-1121,4-8 594,18-11 0,-1-4-1482,-2 6 0,2 5 1611,-13 15 0,-1 4-68,9-7 1,-4 5 453,-6 37-493,-12 1-2152,-4-12 2052,0 3-202,-5-18-2264,1-6 487,-2-4 2057,-2-3 0,1 0 0,-1 0 0</inkml:trace>
  <inkml:trace contextRef="#ctx0" brushRef="#br0" timeOffset="-77151.73">23428 2182 18126,'33'30'0,"-7"-5"0</inkml:trace>
  <inkml:trace contextRef="#ctx0" brushRef="#br0" timeOffset="-76687.73">24229 2282 17058,'0'-8'3276,"0"2"-2539,-4 25 1,1 12-392,9 13-324,3-12 0,5 4 1,0-5-268,1-8 0,2-4 200,13 6 1,2-9-453,1-23 211,-2-12 0,-2-7-255,-11 2 1,-1-2 545,6-5 1,-4-1 834,-9-12-403,-13 40-134,-6 14 358,-6 28-923,2-6 1,-3 10 0,-1 1 0,2-5 276,3-7 0,0-3 0,0 3-10,-4 9 1,-2 6 0,0 0-1,3-8-5,1-4 0,1-3-28,-2 5 0,1-1-862,6-12 0,2-1-768,-4 15-584,22-33 2242,9-18 0,5-14 0,-3 5 0,6 1 0,2-10 0,1 0 0</inkml:trace>
  <inkml:trace contextRef="#ctx0" brushRef="#br0" timeOffset="-75402.73">24726 2440 16726,'-2'-3'2958,"11"-2"-6235,25 4 2119,4-15 0,1-4 1158,-15 12 0,0 0 715,10-13 1,-9-1-682,-23 6 825,-4 4-691,-40 1-222,6 27 138,7-9 0,1 4 128,7 15 1,7 8-89,10 2 0,5 2-102,1-8 0,4-1 40,6 4 0,8-6 83,13-14 1,8-8-840,-8-1 1,1-1 0,1-2 693,0 0 0,1-3 0,-1 0 0,1 1 0,0-1 0,-1-7-480,6-12 1,-1-8-1,-5 0 480,-6 2 0,-2-2 528,0 1 0,2-2 1,-9 3-485,-15-10 180,-37 36 0,-9 12-123,4 16-101,9-12 0,-4 3 0,8 2 0,11 8 0,6 0 2268,3 12-2234,12-13-34,7-18 45,25-6-296,-14-10-1,1-4-6,9-3 1,0-4 167,-2-6 1,-3-2 184,-5 3 1,-4 1-18,2-5-78,-15 15 56,-13 22 50,-1 16 1,2 5-18,2 8-55,-3-5-1,9-6 51,33-22 0,7-13-95,-4-5 118,-11 2 1,6-2 0,-7-1-130,2-19-23,-1-3-11,-4 1-1217,-4 2 1273,-6 6 0,-5 6 22,-5 6-234,-3 8 212,-5 11 11,-3 15-45,0 21 34,0-8 1285,4 4-1263,8-16-2212,10-8 2246,28-4-190,-20-14 1,-1-2 122,2 1 0,-1-3 11,12-18-23,-16-3 1,-2-3 22,1-4 0,-4 3 0,-2 0-1413,-9-4 1401,-3 17 1381,-1 0-1626,-1 18 245,0 29 279,2 2-189,6 8 1,1 2 2095,0 4-2146,1-14 0,-3-2 801,-13 4-488,-19-18 1,-6-2-353,9 3 0,-1-2-1082,-9-5 1,-5-2 0,4-1 436,7-1 1,2-1-1,-22 2 1,28-3 0</inkml:trace>
  <inkml:trace contextRef="#ctx0" brushRef="#br0" timeOffset="-73922.73">26781 2533 20513,'-29'29'-547,"-1"1"1,-1-2 0,3-3 0,1-5 0,4-4 0</inkml:trace>
  <inkml:trace contextRef="#ctx0" brushRef="#br0" timeOffset="-68460.73">27405 2088 14911,'-5'41'1792,"-4"-7"-1647,2-5 1,-2 3-17,-3 1 0,-1 0-1768,2-3 1,1 0 1195,0 3 1,1-2-485,1 3 1644,6-18-582,7-26-23,14-22-116,-3 3 0,2-5 1,0 1-3,2 1 0,2-1-13,2-6 1,4-2-1,-4 10 2086,3 10-2067,8 6 3276,-23 34-3115,-6 11-144,-3-6 0,-1 3-12,-1 8 1,-1 1-18,0-4 1,-1-1-263,-1 0 0,3-5-3003,7-7 2933,7-15 1,-2-5-1,-1-3 1</inkml:trace>
  <inkml:trace contextRef="#ctx0" brushRef="#br0" timeOffset="-68185.73">27894 2222 15023,'-41'20'2419,"19"-1"-2318,-1-2 0,0 4 39,12 11 0,5 1-129,-2 9 34,12-6 1,4-2-2,10-9 18,16-12 0,4-7-438,3-11 381,-6-1 1,-1-6 44,-12-11 1,-5-4-29,-3-4 1,-4-1-156,3 1 1,-5-2 65,-14-5 0,-6 3-124,-2 11-1448,-10 15 1,0 7 818,5 16 1,-5 7 0,20-12 0</inkml:trace>
  <inkml:trace contextRef="#ctx0" brushRef="#br0" timeOffset="-67998.73">28260 2427 15863,'-5'-7'-3277</inkml:trace>
  <inkml:trace contextRef="#ctx0" brushRef="#br0" timeOffset="-67531.73">28749 2378 16535,'-31'15'367,"0"0"0,-1 0 0,-11 7 0,9 1-266,14 12-84,12-6 0,4-1-1039,5 3 1055,11 9 244,17-33-232,12-8 0,4-7-906,-8-6 1,-1-3 864,-5 6 0,1-1 0,-5-3-4,1-9 0,-8-5-1225,-8-12 1,-12 1 1269,-24 12 0,-6 3-29,7-4 1,-3 7-728,-18 19 0,2 14 666,20 9 0,6 4-87,2 19-1045,26-2 112,12-17 1065,3-14 0,0-2 0,0 1 0,10-5 0</inkml:trace>
  <inkml:trace contextRef="#ctx0" brushRef="#br0" timeOffset="-67148.73">29089 2128 17185,'-14'38'160,"-1"1"1,1-1 0,0 1-1,0 1 1,1 2 0,0-1-981,2-1 1,1 0 0,0 0 0,0 2 351,-1-1 0,1 3 1,-1 0-1,0 0 0,1 0 241,-1-2 0,1 0 1,-1 1-1,1-3 1,0-1 223,0 1 0,1-3 0,1-1 1,-2-1 274,0 1 1,-1-1 0,1-5-284,-9 11 11,3-17 246,-7-15 112,0-37 107,11 0 1,1-4-354,3-5 0,2-1 860,0-6 1,5-4-970,11 4 1,5-2 0,-1 4-943,-1 2 0,2 2 807,3 7 0,4-4 1,1 3-1,0 7-828,2 6 0,1 5-312,8-2 1,3 3 1271,1 6 0,-2 3 0,-2 0 0,11 0 0</inkml:trace>
  <inkml:trace contextRef="#ctx0" brushRef="#br0" timeOffset="-66793.73">29318 2589 17252,'34'6'316,"-1"0"1,1 0 0,-8-4-1,-6 6-226,-5 24 0,-14 5-18,-17-19 1,-7-4 308,-17 0-437,23-31 45,24-7-34,6 2 0,5-2-1594,12-6 1,2 1 314,1 2 1,-1 0 249,0 1 1,-1 3 193,-6 7 1,-3 4 378,-2 11 0,-10 1 1,-4 4-1</inkml:trace>
  <inkml:trace contextRef="#ctx0" brushRef="#br0" timeOffset="-66399.73">29785 2572 16434,'-23'31'504,"-1"0"0,4 1 0,12-2-476,26-12 1,8-3-3306,12 11 2091,-6-22 0,1-6 1197,3-10 1420,-6-8-1155,-24-10 1,-6-9-1,-2 4-52,-5-8 81,-1 10 0,-2-4 1,-4 11-306,-18 18-1219,7 15 1,2 5 983,-2 7-807,7 4 1,4 3-2236,13 1 2793,10 2 1,-5-20 0,6-5 0</inkml:trace>
  <inkml:trace contextRef="#ctx0" brushRef="#br0" timeOffset="-66063.73">30151 2577 17678,'-29'20'224,"-1"0"0,8-7 0,5 3-1863,11 11 1,10 0-510,23-3 1626,-4-16 0,2-4 522,20-7 561,-16-3 1,-3-7-450,-10-10 0,-6-5-155,-2 1 1,-5-1 58,-3-1 1,-6 2-51,-9 3 1,-4 11 33,-11 33 0,-1 6 0,-1-19 0,10 22 0,-1 0 0</inkml:trace>
  <inkml:trace contextRef="#ctx0" brushRef="#br0" timeOffset="-65196.73">30424 2561 12954,'-13'23'93,"0"1"0,-2 4 1,2-3-1822,4-3 1896,-2 2 1785,9-20-1729,4-4 787,7-6-1028,11-9 0,2-2-309,10-8 320,-5 2 1,0 1 16,2 1 2639,-4 3-2650,-6 6-224,-6 7-2426,-7 21 2695,-8 9-148,-3 20 103,0-17 1448,1-3-1381,4-20 56,14-2-123,0-5 23,14-6-7,2-14 1,-2-4-17,3 0 22,-4 0 1,-3 1 153,-14 13-233,-12 24 103,-16 28-52,11-18 1,1 2-1130,-6 3 1,8-3 1179,37-3 2257,-8-16-2302,0-6 0,1-6-1118,0-12 1,-3-4 1128,5-7 0,-7 4 1,-3 1 21,-6-3-10,-6 5-90,-2 4 2290,-5 23-2234,-2 13-114,2 7 0,0 2 114,-2 12 3287,3 3-3244,-6-15 124,-19-13-32,-3 2-113,-18-14-11,14-13 0,-3-6 0,5 3 0,-8 4 0,1-12 0,-1 1 0</inkml:trace>
  <inkml:trace contextRef="#ctx0" brushRef="#br0" timeOffset="-64663.73">31240 2563 17046,'0'-7'2375,"-4"30"-2311,3-8-30,-3 30-3311,10-32 2417,3 1 872,10-13 849,5-6-939,14-11 46,-14 0 0,0-2 32,-3 3 0,-1 0-12,14-14-268,-22 19 213,-9 8 67,-2 6 3276,-1 2-3160,0 4-116,2 2 156,8-2-88,3-3-3345,22-3 3281,5-9 0,1-3-108,-17 5 0,-1-1 104,17-4 0,-8 0-22,-24 5-180,-4 6 180,-3 15-68,-1 5 90,-5 4 0,4-10 0,-4-11 0</inkml:trace>
  <inkml:trace contextRef="#ctx0" brushRef="#br0" timeOffset="-64496.73">31342 2224 17359,'30'30'-1031,"-22"-15"0,20 2 0</inkml:trace>
  <inkml:trace contextRef="#ctx0" brushRef="#br0" timeOffset="-64032.73">32082 2533 18016,'24'-22'291,"1"0"0,-2 3 1,-9 1-3569,-31-2 1468,-4 10 2440,-4 7 1,-3 3-666,-7 11 912,-7 8-990,18 11-2074,12-9 2130,3 4 56,18-13 2204,5-4-2338,9-4 0,3-3 139,-2-6 1,-1 0 10,1 2 1,-1 0-2114,6-10 2120,-26 20-23,0 3 0,-3 10 2268,1-2-2301,3-1-3244,8 0 577,0-8-577,7-1 2852,-2-9 0,-7 1 0,-2-1 1</inkml:trace>
  <inkml:trace contextRef="#ctx0" brushRef="#br0" timeOffset="-63264.73">32460 2063 7088,'-15'39'655,"0"0"0,0 0 1,1-4-1,1 1 0,3-3-411,4 6 1,3-3-240,-1 0 1,1 0 654,0-2 1,0-2-661,1 13-204,4-27 294,14-14 1372,11-19-1462,-1-6 0,1-3 776,-5 3 1,-1 0-772,1-1 1,-4 2 205,-1 4-211,-13 14-224,-3 5 246,-1 30 12,0 7-57,0 6 23,0-11 0,7-23-3274,28-3 1515,-7-5 834,-4-3 0,2-5-714,1-11 1,-3-5 2094,-5 0 0,-2-3 379,3 1 0,-3 0 1850,-7-11-2102,-23 37-191,-3 17-236,7 2 1,2 3 130,4 13-108,13 5 2121,12-25-2256,21-5-644,-15-10 1,0-6 627,-3-6 0,-2-3 5,-1-2 1,-4-2 56,-7-30 11,-11 8-436,-8 13 1,-5 2 328,-3 4 1,-3 3-18,-1 0 1,-2 3-56,-23 1 56,18 17-96,9 10 0,3 3-1036,0 8-28,4-4 0,4 1-2095,12-1 2942,7-3 0,-4-11 0,3-2 0</inkml:trace>
  <inkml:trace contextRef="#ctx0" brushRef="#br0" timeOffset="-62313.73">33134 2392 16782,'-15'22'112,"-1"0"0,2-1 0,4-1-79,7 5-3310,15 6 1118,11-13 2215,18 0 1160,-1-21-1205,-1-9 879,-12-9-890,-2-6-1070,-11 5 0,-1 0 1552,6-17-280,-4 7 2005,-10 14-2207,-8 24-2050,-12 36 2050,7-13 0,0-1 0,1-1 23,6 0 66,14 7 1273,-1-16-1295,13 2-67,-4-18 11,13-8 6,-10-25 0,-2-5-17,-5 17 0,-1 0 11,3-22 0,-5 1 34,-8 14-23,0 6 762,-3 10-907,4 9 100,-2 10 1,9 19 875,-5-2-853,2 9-23,-6 2 46,-15-3 66,1-9-55,-13-6 22,-9-23-34,10-3 57,-2 2-91,25-1 12,10 7 2517,11 1-2517,2 0-3277,18 0 3242,-19-1 0,2-3 35,0-1 0,-1-2 0,0 0 0,-1-4 39,3-14 1,-4-6-7,-9 5 1,-3 0-40,3-3 1,-5 1-51,-18-5-2213,-32 33 2303,20 8-12,-11 10 2336,28 6-2100,21 11-1342,6-14 0,3-1 524,2 8-1079,-1-12 1,-9-9 1524,-18-10 1,0 1-1,0-1 1</inkml:trace>
  <inkml:trace contextRef="#ctx0" brushRef="#br0" timeOffset="14782.27">17004 9820 16344,'2'40'667,"-3"3"0,-2 6-1760,-2-14 1,-1 2 0,0-1 856,2 0 1,0-1 0,-1 1-342,-1-2 0,-2 0 0,1-5 555,3 4 1129,2-8-648,20-29-392,2-15 0,2-6-497,-3 8 1,-1 1 429,3-8 0,-2 5 1367,-6 10-1356,-6 17 123,2 5-111,5 10-923,4-3 0,2 1 1068,12 3 259,2-5 0,5-4-399,-7-8 0,2-7-460,0-7 0,1-5 0,-2-1 449,-2 2 0,-3-4-12,5-12 1,-10-7 16,-20-1 1,-10 2-23,-6 13 0,-3 2 727,3-6 0,-2 8-739,-15 40 1,2 16-11,9 1 7,9-10 0,2 5 0,10-6-716,19-7 1,9-5 707,1-2 1,2-3 22,5-2 0,2-7-28,-1-9 0,-2-10 50,-4-14 1,-5-4 746,-5 12 1,-2 0-613,-1-15 1,-6 12-136,-11 28 56,-2 6 2224,0 17-2290,0-4 21,4 9-33,-2-12-45,3 3-89,-2-13-433,4-5 0,-4-2 0,2-3 0</inkml:trace>
  <inkml:trace contextRef="#ctx0" brushRef="#br0" timeOffset="14915.27">17802 9975 12893,'0'0'0</inkml:trace>
  <inkml:trace contextRef="#ctx0" brushRef="#br0" timeOffset="15350.27">18073 10355 15325,'11'-29'1638,"1"0"0,-10-16-4915,-34 46 2834,6 9 0,-1 2 420,-9 4 552,15 2 0,9 0-1840,24 0 1831,0-5-710,33-5 146,-11 15 358,-1 5-51,-20-4 0,-7 9-140,-8-5 0,-6 9 1,-4 5-1,-2 4 0,-2 1 1,1-2-1,1-3 0,4-7 902,-2 13 1,2-8 0,-2 7-1086,-1-4 1,-6 10 0,-1 5 0,1-2 0,3-7 0,6-14 0,9-20 113,20-30 0,-12 9 0,7-19 0,0 0 0</inkml:trace>
  <inkml:trace contextRef="#ctx0" brushRef="#br0" timeOffset="15899.27">18344 9875 9049,'-4'42'1016,"-1"-1"0,1 1 0,0-2 317,0-8 0,0 3-1263,3 1 0,0 7 0,1-1 0,2-7 527,0-5 0,2-3-590,-1 13 1,2 3-1,3-21 934,18-45-936,-12 6 1,2-2-12,8-12 1,0 1-12,-8 9 0,1 0-688,5-7 1,-1 3 648,-5 10 225,-2 5-124,4 44-400,-8-18 355,1 6 0,0-2 2486,3-7-2497,27-3 313,-4-14 1,2-8-1206,-4-3 1,-1-7-191,-5-2 1,-1-5 0,-6-3 756,-8-9 0,-8-4 0,0 2 515,1-2 0,-4 2 920,-8-9 1,-5 21-736,-4 65 0,-1 18-370,3-30 0,2 1-814,2 13 1,1 11 0,2-1 0,2-10 163,1 4 1,2-6-1,-1-7 1,0-22 0</inkml:trace>
  <inkml:trace contextRef="#ctx0" brushRef="#br0" timeOffset="16074.27">18901 10153 17409,'0'-6'-12,"33"-1"1,8 4 0,-23 1 0,19 0 0,0-1 0</inkml:trace>
  <inkml:trace contextRef="#ctx0" brushRef="#br0" timeOffset="16224.27">19508 10466 9743,'-22'41'-152,"0"0"0,0 0 0,5-6 0,1-2 0,3-10 0,1-10 1</inkml:trace>
  <inkml:trace contextRef="#ctx0" brushRef="#br0" timeOffset="17008.27">21331 9971 14773,'-4'-4'874,"0"1"253,4 3-948,-10 32-3456,5-5 3359,-3 10 1,1 1-16,3 6 393,1-16 0,2-1-460,0 1-1880,1-5 1891,2-8 123,16-5 34,16-20-101,8-8-56,-9-8 1,0-5 32,-12 10 1,-2-1-17,5-7 0,-1 2 118,1-1 347,-9 10-414,-5 15 44,-4 11 11,1 14-55,0 5 2279,4 3-2280,12 4-11,9-12 28,-10-12 1,1-4 195,1-11 1,-1-8 27,-3-7 0,-3-5 1176,-4 0 1,-3-3-1480,-4-5 1,-2 0-6,-3 8 1,-1 2-35,-2-23-1616,-4 20 1,-1 2-1639,-2 1 0,-6 7 2881,11 31 1,2-3 0,2-1 0</inkml:trace>
  <inkml:trace contextRef="#ctx0" brushRef="#br0" timeOffset="17530.27">22065 10067 16358,'4'-7'2005,"-2"1"-1731,12-12 1,4-1-230,3-1-1684,9-10 1,0-2 1031,-3 6 1526,2-8-382,-22 9-13,-21 7-64,-33 15-320,22 12 0,0 7-101,-4 6 1,6 6-18,19 12 0,10 0-33,3-12 0,4-3 5,11 4 1,5-6-1,-4-15 1,0-5-29,1 1 0,1-2-939,4-7 0,3-4 1,-3-2 932,5-10 1,-2-3 39,-6 6 0,1 0 0,-6-5-731,-1-19 1,-9-2 1475,-8 12 1,-2 1 286,-1 5 0,-3 2-965,-3-5 90,-11 66-146,7 7-11,1-13 0,2 1-12,3-5 1,3-2-348,8 18-2918,-3-22 961,7 3 2316,-5-33 0,-4 5 0,-1-6 0</inkml:trace>
  <inkml:trace contextRef="#ctx0" brushRef="#br0" timeOffset="17642.27">22562 9557 14911,'-6'42'0,"0"-1"0,1-8 0,0 0 0</inkml:trace>
  <inkml:trace contextRef="#ctx0" brushRef="#br0" timeOffset="18075.27">22979 9796 17979,'-32'-5'-67,"0"1"0,-5 22 0,6 7 869,18 1-1290,2 6 0,9-5-2789,28-20 1779,-2-7 1,2-2 2218,-2 1 1,0-1 264,22-4-1867,-23 8 3268,-11 31-1445,-6 7-520,-4-7 0,-2 7 0,-2 1-375,-1-7 1,-1 1 0,-2 1-1,0 3-49,0-2 0,0 3 0,-1 1 1,0 1-1,0-2 0,0-2-18,-1 5 1,-1-3-1,1 0 1,-1 1-637,-2 0 1,-2 6-1,0-3 1,5-9 0,7-19-1,11-19 1,-17 29-1,17-48 1,0 0 0</inkml:trace>
  <inkml:trace contextRef="#ctx0" brushRef="#br0" timeOffset="18501.27">23407 9512 18023,'-3'-1'885,"0"-1"-575,-9 23 0,-1 10-243,3 10-887,3-10 1,-1 7 0,0 2 0,3-6 710,2 3 0,2-2 127,0 2 1,0 2 0,1-5 867,0 8-819,0-2-2033,20-19 2067,-2-12-90,22-20 1,-7-13 38,-10 4 1,0-1 117,-2-1 0,-1 1 11,-3 3 1,-1 2-24,5-7-156,-18 20-22,5 3 44,4 10 23,3-2-34,9 12-548,13-5-1649,-8-4-727,10-4 2913,-11-19 0,-15 9 0,4-8 0</inkml:trace>
  <inkml:trace contextRef="#ctx0" brushRef="#br0" timeOffset="18696.27">23956 9432 14079,'-5'0'1356,"-6"17"0,1 10-2574,4 11 1,3 5 1411,-3-4 0,-1 3 0,2-1 291,2-7 1,2-1 0,-1 0-486,1 3 0,0-1 0,0-7 0,-1-3 0,-1 9 0</inkml:trace>
  <inkml:trace contextRef="#ctx0" brushRef="#br0" timeOffset="18846.27">24006 9745 17095,'38'-4'0,"0"1"0,0-1 0,-9-3 0,-1 1 0,3 10 0,-1-1 0</inkml:trace>
  <inkml:trace contextRef="#ctx0" brushRef="#br0" timeOffset="19026.27">24629 10125 13218,'-18'39'0,"0"0"0,0 0 0,3-7 0,1-1 0,-1 0 0</inkml:trace>
  <inkml:trace contextRef="#ctx0" brushRef="#br0" timeOffset="20131.27">19495 11447 15510,'-2'43'336,"0"0"0,0-1 0,-2 0 0,0 3 1,-1-1-1,1-4-333,0-6 1,2-3 0,-2 2 248,-1 15 0,0 1 0,-1-26 50,3-42 1,0-20 0,1 2-1942,-1 12 1,0-2 1531,1-9 1,-1-7-1,1-2 1,0 6 117,-1-3 0,1 4-212,0-3 0,1 4 190,0-1 248,8 34-209,5 38 1,1 18-259,-3-23 0,-1 1 1,2 1 229,-1 4 0,2 1 0,3-5-6,15 5 1,3-10 16,4-16-11,-4-7 0,0-7 972,-13-9 0,-1-8-958,0-7 0,1-9 0,0-1 0,-2 5 14,2-2 0,-1 0-3,-3 2 0,1-5 0,0 1 1,-6 10-26,-2 3 0,1 29 78,-5 20-45,-1-3 1,1 3-662,1 8 1,0 3 582,0-5 0,1 1 1,0-1 33,2 8 1,0-1-1629,0 4 1,3-5 1127,13-7 0,-15-15 1,8-5-1</inkml:trace>
  <inkml:trace contextRef="#ctx0" brushRef="#br0" timeOffset="20484.27">20290 11574 17823,'-3'-2'790,"-10"19"0,1 11-4067,3 12 2326,-3-7 1,1 1 2471,8 8-1404,28-25 1,4-6-84,-4-8 407,9-2 0,-3-7-374,-12-23-1151,-12 4 0,-4 0 1308,1-11 247,-10-10 1910,-6 25-2516,-27 4-356,-4 26-102,1 0-1046,23 11 1,7 4 886,11 16 0,0-9 0,6-8 0</inkml:trace>
  <inkml:trace contextRef="#ctx0" brushRef="#br0" timeOffset="21647.27">20626 11690 10730,'-7'44'274,"1"1"1,0-11-1,1 0 1,0-7 382,-1 3-444,8-8 1293,12-34-1506,9-22 0,4-9-2,-3 8 0,-1-1 7,1-4 1,0 3 22,-7 9 0,-4 13 442,-5 30 1985,2 18-2394,2 3 1,3 3 760,-6-14 1,2-2-812,5 7 0,6-7-1257,16-15 1,5-10 1256,-11-5 0,0-4 1,1 0-5,1 4 1,-1 0-1,-2-5-254,3-13 1,-3-7 0,-10 0 935,-15-3 0,-8-1-627,3 1 0,-5 3-46,-11 8 1,-4 12-1313,-8 33 1285,10 4 758,11 1 0,3 1-747,7 5 249,8-5 0,4-1-249,11-6 0,-3-6 0,5-4-867,4-7 0,2-7 624,-2-10 0,1-5 0,-2 1 243,4 4 0,-2-4 119,-7-7 1,-1-7 0,-11 5 440,-16-1-548,-3-2 44,-8 36-23,5 11-381,1 24 337,11-16 0,3 0 0,7 16 775,0-20 0,3-5-759,7-9 1,2-5 364,3-1 0,0-3-381,1-1 0,-1-2 11,-1-2 0,-5-4-848,-7-8 1,-5-3 1306,2-8 2178,-3-7-2537,-31 62-797,6 9 730,-2 5 1,1 3 614,4-2 1,2 0-649,2-10 0,1 0 0,-1 4 0,-1 0 0,1 4 0,-1 0 0,0 1 0,1-1 0,-1 0 0,0 1 0,-1 1-394,-1 0 0,0 3 1,-1 1-1,0-2 1,1-4 393,-1 7 0,0-4 0,-1-2 220,-3 2 1,0-2 0,-2-12-165,-13-17-265,9-36 1,4-12 208,5 7 0,3-3 657,1-4 0,1-5 1,5 1-670,6 1 1,4-1 0,6 2 178,0 7 1,4 0-1,2 1 1,-1 2-288,2-7 1,1 2-1,3 2-343,6 3 0,3 3 1,-1 6-485,-3 11 0,1 4-692,13 1 1,2 2 1091,-1 3 1,-1 0 0,-10 1 0,-2-1 0,15 3 0</inkml:trace>
  <inkml:trace contextRef="#ctx0" brushRef="#br0" timeOffset="21863.27">22576 12003 22631,'0'-4'2935,"0"1"-6212,0 3 1656,-30 46 1374,10-19 133,-2 5 1,-2 1 113,5-10 0,1-3 0,0 1 0,-3 3 0</inkml:trace>
  <inkml:trace contextRef="#ctx0" brushRef="#br0" timeOffset="31555.27">24517 11413 15146,'-1'5'3182,"13"-8"-3115,2-17 23,5-2-34,-9-11 302,-9-3-2471,-18 4 2225,0 4 0,-15 11-51,2 14 1,-2 6-690,5 5 0,0 4 628,-8-2 0,2 3 22,9 5 1,2 5-1033,-1 12 0,4 4 1004,4 2 1,4 1 16,-1-3 1,7-2-116,13-5 0,9-10 126,22-31 1,7-12-29,-11 9 0,-1-3 2,-3-2 1,2-4-1,-3 0-355,1-4 0,-4 0 404,-6 5 0,-2 1 5,-2 1 1,-2 1 1757,-4 1-1550,-16 14-236,-20 27 2246,7-7-2251,0 17 0,3 3-95,9-5 106,5-5 0,5-1 3248,14-9-3187,10-11 0,11-5 0,-3-1-751,-3-1 1,1-2 661,6 0 0,6-1 0,-2-4-943,-3-6 0,-1-3 0,-2-3 943,-6-1 0,-3-2 0,1 0 18,3 2 1,1 1 0,-6-3-675,2-15 0,-19 6 785,-37 21 0,-12 8-68,10 6 1,-2 5-44,-1-2 1,-3 3 0,4 4-339,2 10 1,4 5 0,4-3 263,-5 12 39,6-8 1,11-5-7,44-21 1,12-9-45,-12 1 460,-4-2 1,6-2 0,-7-1-438,-4-6-1429,-1 42 1630,-15-2-129,-5 6 0,-3 4 537,-4-8 0,-4 2-532,0 1 1,-1 2 0,-2 1-23,-2 4 0,-2-1 0,0 1-11,0 0 0,0 0 0,-1 0 0,0-3 0,-1-1 0,-2 0-447,-5 1 1,-1 0-1,-2-4 486,-5 2 1,-2-2 444,3-3 0,-2-1 0,-2-11-372,-14-23 1,4-13-392,17 4 1,4-5 270,2-6 1,1-4-1,7 0 886,10-5 0,6 1-884,-2 0 1,6-1 23,6 3 1,5-2 0,1 5 42,5 0 1,2 4-2,-6 3 0,3 0 0,4 3-446,3 8 0,4 3 0,2 2 0,-2 0 401,0-2 0,0 0 0,1-1 235,0 2 0,2-1 0,0 0 0,-1-1-239,3-2 0,-1 0 1,-4-6-82,-7-6 0,-3-5 0,-2 2 159,6 1 1,-4-1-6,-4-13 0,-15 7 51,-43 29 2053,7 16-2048,6 1 0,2 4 73,3 25 112,17 0-258,14-2 0,19-10-56,12-18-11,-13-11 0,9-4 0,4-2 0,-2 0 0,-8 2 0,-2 1 0,1 1 0,8-5 0,0 0 0,0 1 0,1-1 0</inkml:trace>
  <inkml:trace contextRef="#ctx0" brushRef="#br0" timeOffset="46449.27">21791 3058 17241,'34'-4'777,"0"0"0,-11 0 0,2 1-1870,7 3 1,3 1 0,3 0 469,2-1 0,3 0 1,1 0 394,-4 0 1,2 0 0,0 0-1,1 0 261,1 0 1,0 0 0,0 0 0,1 0 196,-8 0 1,2 0 0,-1 0 0,0 0 0,-2 0-189,1 0 0,-2 0 0,1 0 0,5 0-213,-2 0 0,3 0 0,4 1 0,2-1 0,1 0 0,0 1 0,0-1 1,-2 1 193,-2-1 1,-1 1 0,0 0 0,0 0 0,1 0-1,0 0 1,0 0 0,2 0-21,-5-1 0,2 1 1,1 0-1,0 0 1,0 0-1,1-1 0,-2 1 1,1 0-1,-2 0 1,-1 1-3,2-1 0,-2 0 1,0 1-1,-1 0 1,0-1-1,0 1 1,0 0-1,1 0-1,2 1 0,2 0 0,-1 0 0,1 0 0,-1 0 0,0 0 0,-2 0 0,0 0 7,4 0 1,-1 0-1,-1 1 1,-1-1 0,1 0-1,0 0-5,-4 0 1,1 0 0,0 0 0,-1 0 0,0 0 0,-2-1 0,-2 0 19,11 1 1,-3-1-1,-3-1 1,-7-2 611,-3-3 1,-5-1-602,1 2 1,-2-1 2079,2-5-3760,-49 7 1926,-8 4-1646,2 1 0,-7 0 1367,-4 0 0,-4 0 0,5 0 0,11 0 0,0 0 0,-17-1 0,0 0 0</inkml:trace>
  <inkml:trace contextRef="#ctx0" brushRef="#br0" timeOffset="47932.27">22626 3285 533,'-44'3'655,"1"1"0,-1-1 1,0 1-1,1-1 0,1 1-63,-3 0 1,-3 0 0,16 0 1233,22 0-1131,13-2 2014,32 0-2249,9-2-428,-8-1 0,8-1 268,-5-1 0,6 0 1,5-1-1,-1 1 1,-3-1 74,-3 2 1,-1-1-1,-1 0 1,6 1-348,-7-1 1,3 0 0,3 0 0,0-1 0,1 1 0,-2 0 0,-3 1-3,3 0 1,-3 0 0,-1 1 0,2 0 0,3 0-6,-7 0 0,2 0 0,2 1 0,1-1 0,0 0 0,1 1 0,0-1 0,-1 1-10,2-1 0,0 1 0,0 0 1,0-1-1,1 1 0,-1 0 0,0-1 1,0 1-188,1 0 1,-1 0 0,1 0 0,-1 0 0,0 0 0,0 0 0,0 0 0,-2 0 170,3 0 0,0 0 0,-1 0 0,0 0 1,-1 0-1,-1 0 0,-1 0 219,0 0 1,-1 1 0,-1-1 0,0 0-1,-1 0 1,-1 0-204,4 0 0,-1 0 0,-1 0 1,-1 0-1,-1 0-275,3-1 1,0 0 0,-2 0 0,-4 0 632,18 0 1,-15-4 302,-28-3 1182,-5 2-1205,-3 0 1553,-3 3-2224,0 1 223,0 1-313,0 0 179,2 0-112,-2 0 3321,2-1-3137,-2 1-162,0-1 46,0 1-34,1-1 11,1 0 0,-1 0 0,0 0 22,1-1-22,-1 0-34,1-1 46,-2 2 10,3-3-22,-3 2 0,3-2-22,-2 2 33,0 0-11,0 2-34,0-1 34,0 0-67,-1 2 89,1-2-22,0 1-3277,0 1 2457,-16-1 1,11 1 0,-11 0 0</inkml:trace>
  <inkml:trace contextRef="#ctx0" brushRef="#br0" timeOffset="49907.27">26885 11922 19897,'-14'31'197,"0"0"1,-10 5 0,0-1-198,8-12 0,0-1-275,-7 3 1,1-4-2348,0-4 1802,3-7 1,10-5 0,2-4 0</inkml:trace>
  <inkml:trace contextRef="#ctx0" brushRef="#br0" timeOffset="50285.27">27688 11183 14046,'-8'32'566,"1"0"0,0 6 0,0 3 0,2-3-758,1-9 0,0-1 192,0 4 0,0 3 0,2-5 0,5 6-625,5-13 1,3-2 41,13 3-1478,10 2-272,-4-23-944,-8-10 2457,-2-7 1,-8 4 0,-5-2 0</inkml:trace>
  <inkml:trace contextRef="#ctx0" brushRef="#br0" timeOffset="50610.27">27440 11440 16031,'39'-7'153,"0"0"1,0 1 0,0-1-1,2 0 1,0 0 0,-2 0-1,-6 2-1792,-4-1 1,-3 2 435,1-2 1,-2 3 3070,1 5-1352,-19 7 926,-6 9-479,-1 16-3141,-3 1 2178,0 0 0,-2-6 453,2-9-453,2-8 0,-1-2 0,2-8 0</inkml:trace>
  <inkml:trace contextRef="#ctx0" brushRef="#br0" timeOffset="50817.27">27915 11227 14973,'-7'39'-1093,"1"-13"1,8-15 0</inkml:trace>
  <inkml:trace contextRef="#ctx0" brushRef="#br0" timeOffset="51602.27">28114 11355 19650,'-2'45'694,"1"0"1,0-9 0,-1-4-628,-5 0-33,3-19 89,1-5-850,3-6 1242,13-14-279,3-5-236,16-14-1598,-12 11 0,2 0 1598,12-11 0,-3 4-68,-16 16-1893,-9 28 2006,-4 20-45,2-1-748,-3-11 1,1-3 803,1-10 1484,5 1-1473,3-16-803,12-13 0,2-4 736,8-8 627,-4 2 0,0-2-627,3-3-73,-10 17 0,0 4 84,-2 6 2150,8 10-2161,-23 24 56,10 3-11,10-8-6,-5-13 0,4-4 17,13-11 0,1-6-56,-9 2 0,0-2 103,7-5 0,-1-5-58,-8-9 0,-4-2-963,1-3 940,-7 7 0,-5 2 180,-10 11-68,-15 5-56,-11 17 1,-1 5 2856,-6 2-2919,2 13 1,9 4-2060,35 3 1685,4 7-668,1-30 1,4-4-1998,21-3 1384,-19-3 1,2-2 982,5-2 1,-2 0-1,5 1 1,-3-1 0</inkml:trace>
  <inkml:trace contextRef="#ctx0" brushRef="#br0" timeOffset="51737.27">29578 11397 24894,'15'-15'-820,"-2"-1"1,-5 15 0,-3-3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47:36.051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2045 1339 2360,'-4'-24'-650,"0"1"0,-1-17 2621,7 32-3326,2 2 1355,-3 2 0,0 2 0,-1 0 0</inkml:trace>
  <inkml:trace contextRef="#ctx0" brushRef="#br0" timeOffset="320">2037 1221 12647,'-2'-36'3276,"1"9"-3293,-1 38 991,-2 32-722,3-20 1,-1 2 686,-1 14 1,0 3-711,0-7 1,0 3-591,-1 1 0,0 4 0,0 0 387,-1 1 0,0 1 0,0-1-227,0 0 1,0 1 0,-1-3 200,2-5 0,-1-2 0,1-1-6,-3 5 1,1-5-40,0 3-1434,-1 0-1087,6-44 2721,1-23 1,0-5 0,0 9 0,0-6 0,0 1 0</inkml:trace>
  <inkml:trace contextRef="#ctx0" brushRef="#br0" timeOffset="755">1983 1139 18261,'44'13'409,"-1"1"1,1 0-1,0-1 1,-1 1-1,-1-3 1,-2-1 0,-2 2-1,-4 4-120,1 12 1,-6 5 0,-5-1-183,-6 1 0,-5 1-23,-2 0 0,-2 4-1177,-4-3 1,-2 2 0,-2-1 957,-3 5 1,-4-1 235,1-6 1,-2 2 0,-2-3 60,-6-1 1,-7-1-372,0-7 1,-5 1-1,-2-1 1,-1-1 417,-6 0 0,-1-2 1,-1-1-419,5-1 0,-2 1 0,0-1 1,2-4 245,-3-2 0,0-3 1,1-6-46,-4-7 1,0-6-1,5 0-104,7 0 0,2-2-168,-18-9 0,13-6-1359,35 1 1,13 0 1091,7 7 1,3 2 0,-9-3 0,1 3 0,26 4 0</inkml:trace>
  <inkml:trace contextRef="#ctx0" brushRef="#br0" timeOffset="1002">2636 1674 21443,'9'39'720,"0"1"0,-4-7 0,0 0 0,-2-1-720,0 5 0,-3-2-415,-1 3 0,-1-4-2117,1-5 2532,-4-39 0,4 6 0,-1-18 0</inkml:trace>
  <inkml:trace contextRef="#ctx0" brushRef="#br0" timeOffset="1201">2706 1421 16434,'0'0'0</inkml:trace>
  <inkml:trace contextRef="#ctx0" brushRef="#br0" timeOffset="1653">2890 1753 20513,'39'0'170,"-1"0"1,1 1 0,-3 2 0,-5 8-473,-7 18 0,-4 11 0,-11-3 324,-16 1 1,-9-3 170,1 0 1,-5-6-177,-13-13 0,-2-6-3064,-6-3 3047,14-6 0,1-4 0,-14-18-28,25 0 0,1-1-6,-8-8 219,12-4-252,41 63 101,3 0-34,-10-8 0,4 0-275,15-2 0,-1-7-1080,2-12-119,-6-1 1,-1-6-1804,-4-24 2676,-18 10 0,0 1 0,1-4 0,-4 2 0</inkml:trace>
  <inkml:trace contextRef="#ctx0" brushRef="#br0" timeOffset="2268">3344 1278 13219,'-12'34'655,"0"0"0,4 2 1,2 7-1,1 2 0,1-4-193,1-1 0,1-2 1,1 2-461,0 1 1,0 3 0,1 0 0,3-4-539,2 1 1,1-3 0,5-4 540,8 3 1,4-5 28,-4-5 0,1-3 544,3-5 1,0-9-568,4-17-738,-1-15 0,0-8 693,-8-2 1,-1-2 170,6-6 1,-3-1-138,-11 8 0,-3 2 78,-3-5-33,-12 33 1947,2 5-1981,-7 27-1801,10 4 1823,4 1 1937,10-7-1948,0-8-1230,30-26 1185,-15-8 1,-3 2 0,1-1-23,5-14 5,-10 11 1,-1 1 1514,4-4-1564,-2 2 89,-15 18 324,-2 20 1,-4 8-179,2 5-146,0-4 0,0 0-527,0-3-2750,2-18 0,0-10 2457,2-13 1,-3 4 0,0-1 0</inkml:trace>
  <inkml:trace contextRef="#ctx0" brushRef="#br0" timeOffset="2374">3736 1410 6051,'-11'-1'0,"2"0"0</inkml:trace>
  <inkml:trace contextRef="#ctx0" brushRef="#br0" timeOffset="2541">3057 1493 19213,'44'-9'-410,"-1"1"0,1 0 1,0-1-1,-2 0 1,-2 1-1,-6 1 0,8 1 1</inkml:trace>
  <inkml:trace contextRef="#ctx0" brushRef="#br0" timeOffset="3453">4277 1259 13476,'-8'-4'3276,"-3"24"-3854,5 5 1,1 8 0,-1 2 827,0 3 1,-2 1-1,1 2-208,1-7 0,0 2 0,0 0 0,0-2 461,-1 5 0,0-2 1,-1 1-478,1 5 0,-1 1 0,1-7 454,2-9 1,0-3-274,-3 14 0,2-15-1319,10-49 1,4-17 1111,0 8 0,2-1-23,0-8 1,4 3-29,2 13 1,4 9-73,16 20 0,2 10 128,-14-6 1,0 3-3,5 9 1,2 6 0,-7 2 69,-7 10 0,-8 2 22,-1-3 0,-10-1-496,-16-11 0,-9-1 0,0-5 434,1-5 1,-3-5 29,-1-3 1,-4-4 0,3-4-25,2-12 0,6-2-252,-5-5 1539,-2-7-1348,35 31-955,16 15 0,9 7-116,-3-9 1,4 0 0,-1 1-1,-1 0 1,-1 1 0,3-3 929,7-2 0,3-2 1,-8-4-1,0-4 1,8-3-1</inkml:trace>
  <inkml:trace contextRef="#ctx0" brushRef="#br0" timeOffset="5168">4729 1779 11951,'-14'39'317,"1"0"1,1-10 0,3-1-307,8-3 0,4-2-22,9 10 1465,2-14-1431,9-2 1065,-2-13-1055,6-16 1,0-4 350,7-8-384,-5-1 0,-4-2 0,-3-13 2486,-8 1-2307,-6 0-69,-4 18-76,-3 14 156,-3 22 1,-2 17 2629,1 7-2781,0-11 1,2 0-3226,2 12 3197,4-14 1,5-2 381,18-5-303,7-2-2359,7-22 2269,-16-7 0,-2-6-17,-5 2 1,-1-4-7,7-7 1,-3-6-50,-9 4 1,-3-4 0,-1-3-13,-1-4 0,-3-4 0,0-2 0,0 2 651,0 5 0,-1 0 0,1 1 1,-2-1-512,0-7 0,-1-4 0,-1 9 0,-2 23 157,-4 35 0,-1 13 72,3 10 1,1 6-261,-1-10 0,0 3 1,0 2-1,1-2-590,1-2 1,0 0 0,2-1 0,0-2 564,3 14 0,1-3 1015,-1-1 0,1-3-1043,3-11 0,2-7 28,6-8-269,13-32 0,8-18 0,-4 2-6,-12 10 1,0 0 268,3-4 0,5-4 1,-2-1-1,-7 6 6,-3-14 3276,-8 16-3024,-13 24 287,-7 15-366,-4 18 1,1 5-163,5-10 0,2 2-11,-6 10 0,8-3-1639,18-16 1,7-7 1513,4-9 1,2-7-140,6-3 1,0-4-152,1-6 1,-2-6 36,-8-3 1,-1-4 0,-2 1 246,-1 4 0,-1 0 377,6-15 1,-5 13 419,-16 25-125,-6 30 1,-6 24 0,3-6 233,7-20 0,2 1-775,-5 18 0,1 6 0,8-15 67,34-23-61,-19-10-1,4-3-20,7-6 0,5-6 1,-4-1-981,-2 0 1,-2-5 908,5-8 0,1-7 0,-9-1 75,-13 1 0,-6-2 18,3-11 1,-6-1 9,-9 15 0,-6 3-547,1 2 0,-6 3 619,-15 3 1,-6 8-116,-4 7 1,-2 7 114,9 5 1,0 4 0,2 4-53,2 6 1,3 4 0,3 0-27,-2 11 0,7 2-22,6 1 0,5-2-12,4-12 1,6-1-124,15 8 0,6-2-264,9 2-22,2-12 1,3-5 201,-9-12 1,1-5-864,2-3 1,3-2 0,1-7 436,-5-4 1,1-5-1,0-3 1,0 0 0,-3 4 398,7-1 1,-3 2-1,-1-3 792,-1-5 0,2-5 0,-5 1 1,-11 7 398,-13 3 1084,-11 13-629,-11 32-478,6-5 1,1 5-823,-1 12 1,2 1-96,3-9 1,3-1 5,10 14 2038,8-29-2010,15-20 0,4-8-702,-12 5 0,1-2 618,3-2 0,2-3 0,-3-1-146,-1-3 1,-1-3 77,1-3 1,2-2 0,-3 3 123,-5 8 0,0 2 5,8-12 1,-4 14 442,-20 59-378,2-12 0,1 3 0,3-1-25,5-1 0,4-1 5,7 12 0,6-14-33,10-41 0,1-14 1080,-12 10 1,-2-3-1110,5-14 1,-5-4 11,-12 2 0,-4-1 28,-1 3 0,-2 0-78,0 2 1,-1 1 49,-1-6 61,-3 32 47,9 25 1,8 24-1,-2-6-667,3 4 559,-3-5 0,3 8 0,-5-11 3047,-8-14-3585,-13-4-1101,-28-7 1,-11-5 1091,12-1 1,-1-2 0,-11 2 0,3-2 0,3-3 0</inkml:trace>
  <inkml:trace contextRef="#ctx0" brushRef="#br0" timeOffset="5354">5008 1453 7133,'31'-11'-280,"0"-1"0,0 1 0,8-2 0,2 1 0,-1 1 280,-3 3 0,-2 1 0,-1 1 0,5-2 0,-1 1 0,-6 1 0,-1 0 0</inkml:trace>
  <inkml:trace contextRef="#ctx0" brushRef="#br0" timeOffset="5520">5983 1286 19780,'37'-16'-820,"0"-5"1,-21 9 0,-1 0 0</inkml:trace>
  <inkml:trace contextRef="#ctx0" brushRef="#br0" timeOffset="6506">8210 1266 9304,'-12'30'655,"0"1"0,0-1 1,1 1-1,0-1 0,3 1-402,1 8 1,3 2-243,-1-4 0,-1 2 1,2 0 224,0-3 1,0-1 0,1-1-248,-1 0 0,1 0 0,0-3 536,1 4 0,0-5-750,2-3-10,0-39 2104,0-10-1908,0-5 0,0-5 42,0-1 1,0-3 0,0-1-2,1 4 1,-1-2 0,2 0 0,0-3-226,1-3 0,2-4 1,0 0-1,1 0 0,-1 3 254,-1 3 0,1 2 0,0 1 0,1 0-137,2-2 1,1-2 0,0 4 0,2 7 155,2 6 0,1 5-4,15-9 200,11 43 1,-3 13-12,-16 2-67,-8 1 0,-2 8 0,-10-2-153,-16-4 0,-11-1 0,1-1-34,6-4 0,1-2 1,-1 2 622,-2 2 1,-1 0-1,6 0-2243,5 6 1,5-3 818,2 6 1,2 7 0,6-38 0</inkml:trace>
  <inkml:trace contextRef="#ctx0" brushRef="#br0" timeOffset="7104">7874 917 18205,'-29'20'546,"0"0"0,-1 0 0,1 0 0,-3 2 0,2 0 0,4 3-212,6 6 1,3 4-1,3-1-182,-1 10 0,3 2-88,4-11 0,0 3 1,1 1-1,1 1-884,0 3 1,2 0 0,0 2 0,3 0 315,2-3 1,1 2-1,1 0 1,1 0-1,1-3 699,1 1 0,0-1 1,2-2-1,3-3-1288,6 8 1,5-4 0,4-5 1064,6-10 1,5-5 0,-5-2 0,-8-2-1,-1-2 1,12-2 0,0 0 0</inkml:trace>
  <inkml:trace contextRef="#ctx0" brushRef="#br0" timeOffset="7620">8487 1877 15011,'2'-39'1092,"0"1"0,5 1 0,2 4 1717,6 4-2585,9 8-112,7 24-1399,-12 11 0,-1 3 1309,1-2 1,-1 3-23,0 7 0,-4 5-1027,-4 11 0,-6 0 1083,-5-11 0,-4-2 5,-1 10 1,-5-5 61,-17-9-1878,5-40 1732,17-7 1,6-5 425,3-2 1,4-2-501,4-1 0,2-2 0,2 4-127,1 2 0,3 2-1138,10-11 1,2 5-1916,2 9 0,5 5 3565,-16 19 0,-10 1 0,-4 1 1</inkml:trace>
  <inkml:trace contextRef="#ctx0" brushRef="#br0" timeOffset="8472">9037 1782 11122,'-28'11'1092,"0"0"0,-5 14 0,9 5 255,19-2 1,5 0-1348,-4 3 0,7-4-1332,29-8 1,12-13 1323,-5-18 1,2-12 0,-1 1 224,-8 10 0,0 0 0,-2-3-199,6-10 1,0-4 0,-17-1-323,-22 1 1,-15 1 732,-6 12 0,-8 2 0,0 3-309,2-2 0,0 2 0,0 6-399,-8 9 1,0 7 0,8 5 227,12 8 1,8 4 700,8 6 0,11-1-835,17-3 0,11-9-631,4-14 1,6-7 0,-2-2 643,-11 4 1,-3-1-1,4-6-122,3-10 1,5-7-1,1-5 1,-3-1-1,-8 2 294,-8 2 0,-7-1 0,2-3 126,6-6 1,1-5 0,-1-1 0,-7 4-43,-7-7 0,-6 3 62,2-5 0,-6 18 3130,-16 55-2642,11-1-234,-2 6 0,-3 9 0,3-2-367,4-1 1,2 0-12,1 1 1,0 5-1,0-5-22,1-2 0,0-1-4,0-2 1,1 2-1,0-7 1704,5 2-1700,-2-12 246,7-28-280,-1-10 34,-5-1 0,3-4-488,7-4 1,5-4-1,-3 3 488,-2 6 0,0 1 0,3-5 0,2 0 0,3 9 22,17 19 1,-2 12-12,2 4 50,-1 0 1,-10 8-135,-35 6 0,-16 6 1,-3-4 156,-4-3 0,-4-1-212,1 4 0,-3 2 0,0-7 128,-7-9 0,0-8-191,-3-1 1,3-9-1449,17-14 1,4-4 982,-4 3 1,6-2-1,17-25 1,13 18 0</inkml:trace>
  <inkml:trace contextRef="#ctx0" brushRef="#br0" timeOffset="8703">10467 1089 17487,'0'-7'3276,"0"0"-4853,20 16 0,10 9 2243,-6-3 1,2 2-369,7 2 1,4 2 0,3 3-52,-10-4 1,3 1-1,0 2 1,-1 2 0,-1 1-233,1 2 1,0 1 0,-2 2-1,-3 3 1,-6 5-485,-9 0 1,-3 4 0,-5 4 0,-2 1 0,-2 1 0,-1-3 0,-1-2-188,0 4 1,-1-3-1,-3-1 1,-3 1 0,-6-1 436,-2-7 1,-4 1-1,-4 1 1,-2-1-1,-1-1 1,0-2-1,2-4 1,3-5-1,-9 6 1,1-7 0,1-2-1,5-3 1,0-1-1,0 1 1</inkml:trace>
  <inkml:trace contextRef="#ctx0" brushRef="#br0" timeOffset="142328">5111 9161 13005,'3'-3'-224,"7"-1"-2532,-5 4 1936,5 0 1,-6 0 0,-3 1 0</inkml:trace>
  <inkml:trace contextRef="#ctx0" brushRef="#br0" timeOffset="144816">6290 4554 11369,'3'5'2208,"-1"-1"-735,19-14 1,4-8-992,-10-1 196,13-13 0,-7-3 666,-32 1-3687,-5-6 2735,-21 26 238,-2 18-410,23 15 1,-2 13 0,0 8 0,-1 5 0,1 0 0,2-3 0,2-7-1116,-2 2 1,2-4 0,0 6 894,1-3 0,-3 8 0,-1 4 0,1 0 0,1-1 0,5-5 0,6-9 0,6 7 0,10-7-585,8-7 1,7 0 0,0-5 600,0-1 1,2-5 134,4-4 0,3-1 0,-3-8-151,0-9 0,-2-8 0,0-6 0,0-6 0,0-3-26,-8 3 1,0-3 0,-1-1 0,0 1-157,0-1 0,0 0 0,0-1 0,-3-2 81,-2-2 0,-2-3 0,-1-1 1,-1 2-1,-2 2 41,-1-1 0,-2 3 1,-2-3 78,0 0 1,0-4 0,-2 2-1,-1 6 37,-1 2 0,-1 4 803,-1-3 0,0 12-937,0 39-567,0 8 0,0 9 675,0-5 1,0 5 0,0 2 0,0-2-1,-1 3 0,1-1 0,-1 2 96,0-5 1,0 1 0,0 0 0,0-1-120,-2 8 1,-1-2-1,0-5 10,1-7 0,1-2 134,1 13 0,5-15-151,10-40 0,3-11-11,-1 3 0,0-2 3,1-2 1,1-3 0,-1 3-5,-4 4 1,0 3-146,14-7 269,-15 35 144,-2 22-184,-2-6 1,0 2 2251,9 12-2302,-7-14 1,5-2-1051,16-4 1,5-5 1038,-11-6 0,1-1 6,18 1 0,1-3 1112,-14-9 0,0-4-1115,-1-2 1,0-2 0,0-2-544,-3-3 0,-1-1 1,-1-2 556,13-8 1,-4-2-29,-10-1 0,-8 0 56,-7-12-12,-10 3-5,-11 18 1,-4 3-40,-11-3 0,4 10 0,-2 5 143,-14 13-132,0 10 6,14 5 0,1 5-74,8-6 0,1 1 40,-3 8 0,3 0 17,5 12 0,4-6 22,29-9 1,8-4-23,0-10 1229,6 0 1,4-10-1290,-12-20 1,-2-11-1,-3 1-40,-2 2 0,-2-1 139,13-10 0,-5 2 2462,-19 9-2568,-9 44-2654,-1 18 2721,1 7 0,-1-20 0,1 0-2376,10 11 2426,18-24 0,8-8-33,-6-6 0,2-4-758,13-4 1,-1-6 740,-18-4 0,-2-6 0,-3 3 17,-1 1 0,-3 1-12,4-7 1,-2 1 28,-1 2 55,-9 23 1310,-5 39-1063,-4 7-218,-1-11 0,1 3 925,1 11 1,1-2-977,4-5 39,7-12 1,5-10-124,-1-32 0,2-11 1518,3 0 1,0-1-1502,0-7 0,-2-1-1524,1 3 0,0 2 1395,-5 11 1,1 3 128,13-5-1379,-13 59 1429,-12-3 1,-1 4-14,1-2 0,2-1-961,1 2 0,4-6-2353,18-7 0,4-21 2457,8-20 1,-20 4 0,-4 0 0</inkml:trace>
  <inkml:trace contextRef="#ctx0" brushRef="#br0" timeOffset="145243">8832 4805 23191,'-36'29'380,"-1"1"1,1-1 0,3-2 0,2-1 0,9 0-291,12 19 89,10-3-78,25-12 0,11-4-1740,4-10 1,4-4 1358,-9 0 0,2-2 0,2-4 295,7-10 0,1-7 0,-3-4-477,-10 1 0,-2-2 0,-2-5 456,-4-4 0,-1-4 1,-1-2-1,-3 3 12,8-10 0,-7-1-6,-6-9 0,-11 5-1495,-20 17 1484,-12 48 1156,-3 9-1128,13 0 0,3 4-12,2 1 1,13-2-662,21-15 1,15-2-1,9-3 1,3-1 0,-4-2 450,-4-1 0,0-3 0,0-2 0,1 1 1,1 0-1,-3 1 0,2 1 0,0 0 0,0-1 1,-2-2-1,-2-2 0,1-7 0,1 0 0,-1 0 1,0 1-1</inkml:trace>
  <inkml:trace contextRef="#ctx0" brushRef="#br0" timeOffset="146130">11063 4709 17924,'-21'41'468,"0"0"0,1 0 0,-1 0 0,0 0 0,3-5 0,2-3 0,2 3-1288,1 9 1,-1 7 0,7-4 0,13-15 617,33-19 0,9-15 213,-10-2 1,0-6 446,-2-2 1,1-4 0,-3-3-452,-9-4 1,-3-3-1,-3-3-461,-4-2 0,-3-3 1,0 0 464,0 1 0,0-1 1,-6 1-5,-5-1 0,-4 1 1,-4 3 42,-4-1 1,-7 11 212,-14 22 0,-14 16 1,-2 5-1,10-3 350,5-3 0,2 3-589,3-1 1,-7 5 0,0 2-1,5 1 1,12-2-963,13 13 1,16-3 952,9-14 0,9-4 0,-1 0-15,2 8 0,4-6 636,1-9 1,6-6 0,0-8-808,-6-8 1,2-8-1,0-5 1,-2 0 0,-3 2-530,0-1 0,-4-1 0,2-2 691,0-1 0,5-2 0,-1-2 0,-4-1 0,-6-1 135,-9-2 0,-6-1 0,-4 0 1,1 2-105,1-1 1,-1 1-1,-2-1 188,-2-3 0,0-3 0,-2 2 1,-4 10-133,-11-2-1231,-13 47 1261,18 14 0,5 13 1,0 3 179,1-11 1,1 3 0,0 2-1,0 1 1,2 1-286,0-3 1,1 2 0,1 1 0,0 0-1,1 2 1,-2 1-169,1-2 0,-1 2 1,1 1-1,-1 1 1,0 1-1,1-2 1,-1-1-1,1-2 163,0 1 0,1-2 0,-1-2 1,1 0-1,-1 2 0,-1 2-4,-1-1 0,1 3 1,-1 1-1,0 1 1,-1 0-1,-1-3 1,-2-3-1,0-6 74,-5 4 0,-3-5 1,0-3-1,1 1-46,1 5 1,3 2-1,-3-4 1,-6-10-12,-23-6 0,1-23-38,24-20 1,6-18 0,4-9 0,2-6 0,0 3 0,-1 9-319,-1 4 0,0 5 0,1-1 0,2-5 170,1 0 1,1-7-1,0-3 1,2 0-1,1 1 1,2 5 0,3 6-236,8-3 1,5 7-1,3-1-410,2 3 1,4-2 0,1 2 0,0 2 454,3-2 1,0 2 0,0 2 0,-1 1 0,-1 0 0,-3 5 0,-5 7 0,-1 0 0</inkml:trace>
  <inkml:trace contextRef="#ctx0" brushRef="#br0" timeOffset="147062">12698 4954 4153,'26'-20'819,"-1"0"0,1-1 0,9-6 0,-6-2 819,-17-1 0,-6-3-1077,-1 6 1,-5-1 882,-3-8 0,-6 3-1320,-15 0 179,-5 37 0,-9 15 1,4 0-192,9 1 0,1 4 542,-8 4 1,-2 5 0,7-1-644,11 0 0,7-1-11,1-2 0,4-1-17,8 8 1,8-3 16,13-1-531,9-35 1,14-12 0,2-6 0,-9 2 524,-6 0 0,-3-5 54,-2 4 0,6-4 1,0-2-1,-5 1 0,-11 4 109,-9-15-11,-7 10 426,-43 42 508,27 3 1,2 5-1036,-14 12 0,5 4 1080,17 2 0,7-2-1125,-1-13 0,6-6-967,30-11 1,8-14 966,-15-12 0,0-6-12,-3 7 1,2-1 0,-3-2-887,3-14 0,-6 10 875,-6 31 34,-4-3 57,-14 40-692,-3-19 0,0-3 624,1 0 1686,1 9-1585,6-31-206,13-17 1,4-9 104,0 1 0,1-2 6,6-8 0,-1 1 27,-6 3 1,-1 3-23,10-1 480,-18 50 0,-2 20 0,1-7-1723,15 0 139,-15 5 1,-3 10 0,1-13 807,8-15 1,-9-11 0,0-6-1</inkml:trace>
  <inkml:trace contextRef="#ctx0" brushRef="#br0" timeOffset="147981">15075 4991 18026,'24'10'1815,"-2"-9"-1799,0-5 1,3-6 22,7-16 1,-4-7-1679,-10 0 1,-3-1 1495,8-5 1,-6-2-555,-17-2 0,-15 10 1078,-14 29 0,-9 12 0,4-1-297,7-5 0,2 4-617,-11 12 0,-3 8 1,12 4 543,16 10 0,12 2-284,6-5 1,3-1 272,0-1 0,4-3 525,7-8 0,6-8-701,12-13 1,8-9 0,-5-2-307,-5 1 0,-1-2 134,7-1 1,5-3 0,-6-9-473,-15-5 1,-2-8 0,-4-2 0,-3 4 614,4-5 1,-2-1 537,-4 7 1,3-4-1,-2 2 1,-7 5 742,-7-12 67,-1 22 79,-2 6-931,2 6 414,9 11 2039,2 10-2262,14 12 196,-1 9 0,3 5-454,-7-12 0,0 0 0,0 1-209,-1-1 0,1 0 0,-1 0-796,10 11 1,-2-8 1149,-3-13-77,-2-9-68,-3-21-185,-10-13 0,-1-12 0,-1-4 0,-2 7-39,2 1 0,-1-1-28,-1-6 0,2-7 0,-1 2 0,-4 11-2264,-3 7-985,-3 8 3230,-4 49 1,2-13 0,-1 9 0</inkml:trace>
  <inkml:trace contextRef="#ctx0" brushRef="#br0" timeOffset="148833">16320 4771 17502,'-8'-4'2914,"38"-32"-4553,-12 21 1,0-1 1593,5-13 1,0-1 66,4-6 1494,-24 8-1505,-18 13-1133,-26 29 1206,19 5 0,0 5-603,-4 3 0,4 4 541,7 6 1,5 2 715,6-10 0,2-1-744,1-1 1,2-1-738,1-2 1,6-1 753,15 2 0,6-3 553,-8-9 0,2-3-592,16 3 0,0-7 982,-12-9 0,-2-6-1296,11-9 1,-2-7-775,-5-10 1,-3-3 1115,1 2 0,-5-1 5,-7 0 1,-6 1 2380,-4-4-1748,-18 69-526,6-9 178,-1 14 1,0 5-269,4-10 1,3-2-981,7 18 1003,5-12 2789,13-24-2816,3-27 1,5-14 0,-3 3-1453,-6 8 1,1-1 1421,6-6 1,3-4 0,-7 7 11,-4 7-180,-8 10 174,3 43 1,0 13 1154,3-20-1082,5 1 1,8 5-1,-1-14-33,13-27-12,-3-2 0,1-7-44,-8-14 0,-4-4 22,-8 5 0,-1-3 62,-6 3 0,0-5 0,-1 0 0,-2 1-85,0-12 1,-4 0 18,-2 4 1,0-2-1,-2 4 4,-3-2 0,-1 5 0,0 4 0,-3 4-2362,-8-10 2373,-1 31 51,-4 23 0,-1 12-51,3 8 1,3 5-102,1-5 1,1 2 0,1 0-63,1 9 1,2-1-964,3-5 1,1-1 1114,0-4 0,0-4 0,0 2 0,0 3 0</inkml:trace>
  <inkml:trace contextRef="#ctx0" brushRef="#br0" timeOffset="148994">17448 4595 19448,'40'-6'-274,"1"1"1,0-1 0,0 1 0,0 0 0,0-1 0,4 0 0,-2-1 0,-3 1 0,-5 1 0,-5 4 0,0-1 0</inkml:trace>
  <inkml:trace contextRef="#ctx0" brushRef="#br0" timeOffset="150633">18934 4757 15515,'0'-4'2522,"0"1"-4046,38-24 1536,-10 9 251,1-1 1,3-6-231,-9-3 1,2-5 0,-2-2 0,-4 3-1450,1-4 1,-1-1 1417,-2 1 1,3-4 0,-2 0 0,-6 5 8,-8 2 1,-5 2 284,0 4 1,-2 1 1328,-12-10-1079,1 36-417,-3 24 0,1 11-68,6-2 1,2 5 22,1-5 0,0 5 0,0 2 1,2-2-819,0 6 0,3-1 1,-1 1 733,0-1 0,0 0 0,1-2 0,2-4 0,1-2 0,1-4 1139,0-3 1,4-5-1106,17 11-279,2-17 312,12-20-67,-4-21 0,-14 5 0,-1-4 22,-1-2 1,1-3-1,-1 0-22,7-11 0,0 0-801,-5 6 1,-2 2 822,6-8 198,-22 50 396,-1 28-511,3-2 0,5 4-77,2-2 0,10-2 2,10-9 0,9-4 0,-1-5-14,-2-7 1,2-7-14,1-5 1,3-3 0,-6-6 810,-9-5 1,-5-7-819,-3-7 0,-2-5 1,-2 1-390,-1 0 0,-4-1 393,0-10 0,-8 3 282,-22 14-286,-12 39 0,-10 19 1,7-2 1041,13-12 1,2 1-1054,-16 12 0,-3 6 0,20-6-1419,32-7 0,10-5 1221,6 1 190,2-9 1,3-6 339,-11-8 0,2-7-370,10-11 1,4-6 0,-5 2-516,-8 6 1,-1 0 615,5-5 1,2-4 0,-10 7 693,-13 9-360,-7 8 612,3 36 0,2 13-961,11-14-55,-4 13 0,8-2-1,20-31 1,4-10-710,-19 1 0,1-4 625,16 0 1,-4-7-40,-10-18 113,-10-9 89,-11 3 0,-4 0 1056,2 0-1022,-6-6-559,-11 62 1,-8 27-1,3-2 660,5-8 0,-1 3-131,2-10 1,-3 5-1,0 2 0,1 0 1,3-5 695,1 4 0,2-3 0,0 0-752,1 2 0,-1 0 0,1 0-761,0-2 1,0 0 0,1 2 756,0 2 0,1 2 0,0 1 0,0-5-506,0-3 1,0-4-1,1 1 543,-1 13 1,0 0-1,1-25 1458,2-28-1506,5-32-156,-3 12 0,2-9 0,0-9 0,1-5 0,0-3 1,1 0-1,-1 3 0,0 3 0,-1 8 84,1-5 0,0 6 1,0 0-1,1-7 90,-1 6 1,0-5-1,0-5 1,1-3-1,0 1 1,0 2-1,-1 4 1,0 7 0,0 8 53,2-8 1,1 9 83,8-13-100,10 20-45,14 21-34,-5 24 1,-1 9 44,-9 0 0,-4 4 11,-3-3 1,-2 2 0,-13-1-55,-23 0 1,-13-3 0,2-3 14,10-2 1,-2-4 606,-10-4 0,-6-3 1,7-5-2205,1-6-649,15-2-1014,1 0 778,16-1 2499,7-3 0,-4 2 0,4-2 0</inkml:trace>
  <inkml:trace contextRef="#ctx0" brushRef="#br0" timeOffset="152029">20953 4795 20882,'-5'41'521,"0"-1"0,0 1 0,0 0 0,1-3 0,1-2 0,-2 2-443,-2 8 1,-1 1 0,1-1-1172,2-11 1,1-2 0,0 0 480,1 0 1,0-1 0,0-2 633,-1-2 0,1-4 1387,2-7-1417,3-35 1,2-21 0,-1-2-351,0 6 0,0-2 0,0-1 1,1 0 343,-1-2 0,1 0 0,0-1 0,0 1 14,0-4 0,-1-1 0,1 1 0,-1 3 0,1 0 0,-1 2 0,1 0 14,4-7 1,1-1 0,0 6-21,-2 4 1,6 4-21,7 6 0,6 3 0,0 9-1525,19 24 1551,-6 3 0,0 5 758,-12 3 1,-4 4-759,1 1 0,-2 3-34,-4 5 1,0 5-1,-3-3-367,-2-4 0,-3 1 423,4 16 1,-10-5-23,-21-13 67,-18-17 0,-7-4-39,7-3 0,-1-3-6,3-2 1,-3-2-1,4-3 43,-1-4 1,8-5-166,13-28 32,19 17 68,31-2-356,-1 23 0,3 5 350,-14-2 1,1 1 614,17 0 0,0-1-609,-16 1 0,-1-1 980,2 1 0,0-1-975,11-2 1,-1-3-448,-4-7 1,-1-3 441,-1 1 0,-4-3-11,-7-5 0,-6-4-34,-7 0 0,-8 1-6,-18 1 1,-7 6 455,-13 5-467,2 26 1,3 13-588,16 3 0,8 5 632,3 0 0,7-1 17,8-11 0,3-3 755,21-2-766,7-6-79,-6-7 0,4-3-89,3-7 0,2-3-827,0 2 0,0-2 916,-11-3 1,-1-4-1,-3 2 564,-7 1 0,-2 1-424,2-4 1,-4 1 408,-8 3-437,-6 8-44,-5 16-12,-1 8 101,15 15-67,1-18 23,18-1-12,11-21 22,-3-9 1,0-2-134,-14 9 0,-2 0 100,12-10 0,-6 3-22,-19 12 11,12 12 2202,-7 2-2191,19 19 3276,-13-9-3225,0-6 0,1-2-2303,12-1 2308,-11-7 0,1-1-56,17-2 0,0-2 79,-1-2-1317,-14-5 1,-2-2 1304,10-5-22,3-12 11,-20 4 17,-10-3 0,-3 1 1765,2 1-1849,-7-14-2291,-18 40 2319,-2 28 0,2 9-12,5-19 1,2 1 795,-1 8 0,1 4 0,4-3-757,6-7 1,2-1-1129,-1 1 1,0 3 1161,1 7 1,-1 3-1,-1-2-78,1-2 0,-2 0-513,-1 4 0,-1 3 0,-3-7-1126,-6-10 1,-4-6 1707,-20 4 1,8-13-1,11-20 1</inkml:trace>
  <inkml:trace contextRef="#ctx0" brushRef="#br0" timeOffset="157623">5267 9113 11930,'0'6'2285,"1"-1"-772,-1-5-975,6 16-45,-3-12 392,3 12-571,-4-16 11,0-1 22,2-4-111,1-3 806,-1-18-572,-6 3-369,-6-4 56,-6 15 78,-19 9-1634,11 12 0,-1 3 1567,-1-2 0,0 3-23,-2 9 1,2 3 28,5-2 0,3 1-56,-1 3 0,2 3-766,4 0 0,1 4 0,1 0 663,2 1 0,2 1 0,0 0-517,0 0 0,0 1 0,2-2 502,4 13 0,5-4 758,0-16 1,5-3-748,11 5 0,8-6-506,0-12 1,4-4 0,0-2 527,9 2 1,0-6-27,-5-6 1,1-4 0,-4-3 694,0-8 0,-3-4-706,-1-1 0,0-4 0,-2-3 224,-2-4 1,-2-4 0,-1 1-210,0-1 0,0-1 0,-3 0-123,-5-2 1,-3-2 0,-2 0 111,-4 0 0,-2 0 0,-1 1 3,-1 6 1,0 1 0,-1 1 22,1 1 0,-1 0 0,-1 4-26,0 3 0,0 6-1719,-1 13 1726,-1 27 1,0 21 0,0-3 8,-1-8 1,0 1-15,1 1 1,-1 3 0,0 4 0,0 0-90,0 1 0,-1 2 1,1 1-1,-1-2 0,1-6 87,-1 6 0,0-2 77,-1 4 1,-1 8 0,2-7 0,7-23 191,14-34 213,9-18 0,3-6-466,-7 10 1,0 0 623,0 0 1,1-3 0,-3 5-697,9-7 2231,-9 25-2052,-3 15-45,-7 25-5,2 3 0,2 2-459,3-9 1,2 0 402,2 6 0,3-4-12,-1-12 1,4-7-787,3-6 1,4-5-1,-1-2 796,-2-3 0,-2-2 0,2 0 4,6 0 0,1 0 0,-3-3 195,5-7 1,-7-6-137,-9-3 0,-8-5-426,-9-6 1,-7-1 358,2 7 1,-9 3-90,-18 6 1,-12 4 0,2 10 121,0 17 1,-1 7-45,2-6 0,-3 0 0,7 4 6,4 15 0,9 3-18,8-7 1,3-2 11,0 23-338,31-25 1,16-5-1,-4-3 282,4-1 48,-2-5 1,6-2 0,-8-12-38,-13-22 0,-8-6 106,-6 14 1,-2 0 736,4-7 0,-3 3-798,-9 10 0,-1 13-168,-7 34 134,2 1 28,0-9 1,2 0 2240,5 18-2314,20-26-407,13-14 0,4-6 458,-9-2 0,1-3 26,-1 0 1,2-2 0,-2-4 1,-4-4 0,-2-4 0,-3 2 123,-1 3 0,-1-1-107,7-10 1,-5 4 118,-14 13-247,-3 19 691,-3 17 1,-1 4-558,0 12-20,-3-5 1,6-4 187,30-9-190,-9-23 0,3-4 0,1-7-51,-6-9 0,0-6 1,-3 2 50,3 0 0,-2 2 140,5-14 0,-2 14 84,-7 41-11,-12 23-107,-1-13 0,-1 1-95,-1 2 1,2-1-3289,11 12 0,-3-14 110,10-6 3167,0-28 0,-10 4 0,3-4 0</inkml:trace>
  <inkml:trace contextRef="#ctx0" brushRef="#br0" timeOffset="158052">7874 9264 22736,'-24'28'302,"-1"-1"1,1 1-1,-1 0 1,1 1 0,1 0-1,4 1-265,1 2 1,4 1-1,7-2-1676,12 1 1,11-5 1357,11-11 1,9-4 0,0-2-162,8 1 1,3-3 441,-3-6 0,4-3 0,-2-2 266,-7-3 1,-2-3 0,-3-4-406,-3-6 1,-2-4 0,-2-1-295,-1 0 0,-1 0 0,-6-2 449,-1-11 1,-10 0-12,-11 10 1,-6 6 1534,-14 4-1443,-3 26 0,-7 13 0,4-1 786,11-6 0,1 2-883,-10 9 0,-3 3 0,10-1-34,15 13 6,10-17 0,3 0-50,11 8-1,-1-13 1,3-4-371,1-8 1,1-2-510,6-2 0,1-1-308,3 0 0,5-2 173,4-4 1,5-2 0,-1-1 727,-8 1 1,-1-1 0,0 0 0,0 0 0,0 0 0,-4 0 0,-8-1 0,1 1 0</inkml:trace>
  <inkml:trace contextRef="#ctx0" brushRef="#br0" timeOffset="158521">9447 9294 23392,'-38'25'271,"0"1"1,1 0 0,1-7 0,3 3-1365,6 15 1,4 9 0,6-7-1280,5-4 3076,8-4 1,9-6-1058,32-21 0,11-13-803,-9-1 0,0-4 771,-2 4 1,2-2-1,-4-3-1254,0-9 1,-8-4 1324,-11-4 1,-6-1 431,-1 10 0,-6-1 823,-11-11 0,-7 2-1014,-14 5 493,2 13 1,-3 3-29,6 6 0,-1 4-84,-14 3 1,0 7 466,12 6 1,3 1-782,-7 1 1,5 3 1297,15 2 0,5 2-1348,3 9-1407,23 6 757,1-12 168,-1-11 1,3-4-618,19-3-484,-7-6 1,4-4 1344,-1-9 0,4-5 1,-4 4-1,-3 5 1,0 1-1,6-13 1,1 0-1</inkml:trace>
  <inkml:trace contextRef="#ctx0" brushRef="#br0" timeOffset="158870">9919 8999 21622,'-21'23'429,"0"1"1,1 0-1,1 12 1,1 8 0,2 1-1,4-3-1436,3-4 0,4-2 1,-1 5 1060,2-3 0,-1 4 0,1 4 0,1 1 0,-1-1 1,2-3-13,0 1 1,0-1-1,2-2 1,-1 2-1,0 1-40,1 1 0,0 0 0,0 2 0,0 0 0,-2 1 0,0 0-346,-1-5 0,-2 2 0,0 0 0,-1 0 0,0-2 0,0 0 0,1-4 303,0 2 1,0-2 0,0-1 0,-1-2-1,-2 0 21,-3 11 1,-1 0-1,-4-4 1,-4-9-236,-10-11 1,-4-7 0,1-5 254,1-3 0,-1-5-117,-2-2 0,-3-3 0,5-7 117,3-12 0,7-8 0,-1-3 0,6-9 0,10 5 0,4-7 0,2-3 0,2 0 0,1 4-38,0 5 1,2 3 0,1-1-1,4-4-241,0 2 1,3-4-1,2-3 1,1 0 0,1 1-1,1 3 1,0 6-224,5-1 1,0 5-1,3 3 1,3-2-46,2 0 1,3-1 0,3 0 0,0 0 0,0 3 0,-2 3 248,3 0 0,-1 4 0,-1 1 0,0 1 0,-1-1 0,0 0 0,-1 2 0,-4 2 1,3 2-1,1-1 0</inkml:trace>
  <inkml:trace contextRef="#ctx0" brushRef="#br0" timeOffset="159973">11535 9667 14680,'-26'39'829,"30"-10"-712,26-38 1,11-14-73,-3 6 0,0-3-1138,-8-3 1,1-2 0,-6-4 1323,-8 1 1,-3-2-1,-6 0 340,-6-3 1,-6 1 374,-1 1 0,-8 6-543,-22 18 1,-3 11 148,-1 13-451,7-1 0,4 7-849,11 17 0,12 5 781,9-8 1,5 0 704,-1 8 0,8-4-716,11-12 0,10-8-732,-1-12 1,6-4 0,4-3-1,-3-1-75,-4-2 1,-2-2 0,1-1 0,3-2 128,2 1 1,4-1-1,0-1 1,-1-3 0,-4-3-70,0-8 1,-2-5-1,-3-1 1,-3 1 981,-3 1 1,-2 1 0,-5-2 729,-3-3 1,-4-3-1,-6 4 235,-7-8 706,-11 8-897,-18 22 0,-12 7 0,4 3-695,-11 8 498,8-3 0,-5 3 0,9 4-773,16 4 1,5 2-23,-2 7 1,4 2-12,4-2 0,5 0 171,9 2 1,9-3-206,21-5 1,8-10-514,-16-10 0,2-5 0,1-1 384,1 0 1,1-1-1,-4-3-50,5-8 1,-4-6 184,-8-3 0,-4-1 1964,2-3-1717,-1-13 122,-25 31 46,-39 9-348,13 17-67,4-8 0,1 2-33,5 27-40,48-19 0,10-3 1332,-7 4-1304,12-8 1,3-8-1595,-21-8 1,-2-2 667,0 0 0,-1 0 1105,1-1 0,-1 1-1272,1-1 1,-1 1-2140,9-2 2762,5 0 1,-18 4-1,-5 2 1</inkml:trace>
  <inkml:trace contextRef="#ctx0" brushRef="#br0" timeOffset="160638">13332 9406 16997,'-35'-9'392,"0"0"0,1 3 0,3 6-1443,8 11 0,1 6 1230,1 4 0,1 3 613,-1 5 1,5 4-760,7 3 1,10-1 341,14-10 1,6-3-388,-1-1 1,4-5 378,8-7 1,4-8-817,-1-9 1,2-6 0,-2 0 287,0 1 1,0-3-24,1-4 1,2-2 0,-4-2 43,-5-1 0,-5-6-523,-4-1 0,0-7 0,-2-2 1,0-1 667,-3 0 1,-1-2-1,0 0 1,-1 1 38,1-1 1,1 1 0,-2 0 0,-2 2 380,1-13 1,-2 3 0,-8 27 261,-13 49 0,-8 29 0,4-2-631,9-10 0,1 2-360,-2-6 1,-3 6 0,1 2-1,2-2 1,6-6 340,7-2 1,5-5-1,1-4-26,2 0 0,2-6 757,3-4 1,3-8-763,11-21 0,0-9 215,-11 10 0,-1-2-255,16-11 0,-2-2 34,-3-3 0,-8 7-56,-9 9 1518,-7 13-1350,-3 15 201,0 14 125,2 9-270,11 1 0,4 1-552,-10-20 1,2 0 293,11 14 1,3-6-2298,6-19-890,4-4 2947,-6-15 1,-2-1 0,-2 6 0,11-16-1</inkml:trace>
  <inkml:trace contextRef="#ctx0" brushRef="#br0" timeOffset="161258">16383 9549 13663,'-14'-32'627,"-1"-1"1,1 1 0,-5-11 0,3 4 973,4-4-705,13 45-235,8 13-246,3 21 0,2 7-1847,-3-14 0,0 0 1521,3 10 1,1 1 5,-1-8 1,0-1-1145,1-5 0,4-3 1267,11-2 1,3-7-152,-9-9 0,0-8 87,3-20 0,3-16 0,-1-7 0,-6 4-675,-5 1 1,-7-1-1,3-1 386,3 1 1,3-2 0,-2 1 0,-5 4-438,-6-11 0,-5 22 1619,-1 31-2686,4 26 1,3 10-1,-1-13 1,2 0 545,0 4 1,2 3 0,1-3 436,4-4 1,1-5-1,3 4 1,-3-7 0</inkml:trace>
  <inkml:trace contextRef="#ctx0" brushRef="#br0" timeOffset="162487">17225 9471 14652,'10'-43'819,"1"0"0,-7 4 0,-1-3 0,-2 7 1619,-8-10-2275,-1 9 0,-7 10-1256,-10 34 1,-8 15 0,4 1 470,7-7 1,0 2 1110,-7 7 1,-3 4-1,8-1-489,10-5 0,10 0-51,22 17 1,10-3 17,2-12 458,7-1 1,6-12-441,-17-26 0,0-13 0,-3 2-811,-1 3 1,-1-1 825,11-14 0,-4 1 89,-13 4 2504,-7 11-2626,-4 19 100,-3 15-67,-2 8 0,1 6 61,2 5 1,4 0 16,14 2 1,6-3-23,0-7 0,3-8-880,6-19 1,4-9 0,-4-3 834,-1-4 1,-3-6 286,-5-1 0,-1-4 0,-4 0-298,-5-5 0,-4-4-544,-4 1 0,-1-6 0,-2-1 0,0 3 544,0-1 0,-1 3 0,-1-1-88,-1 2 1,0-1-1,-1 1 1,-1 6 64,1-6 1,-5 17-23,-25 46 112,14 5 0,3 8-34,0-2 1,1 4 0,2 2-198,3-1 1,2 3 0,2 0 0,2-2 170,4 3 1,4-2 0,0-2 449,-1 0 0,1-2 0,3-6-440,5-1 0,8-12-324,17-21 0,9-14 0,-6-1 301,-15 3 0,-1-3 6,4 0 0,6-5 0,-3-1 0,-10 0 736,-10-8 1,-10-1-704,-3-5 1,-4 6-12,-4 13 2504,-15 55-2476,15-12 1,2 2-40,-3 14 0,6-1 28,10-14 1,5-5-1950,24 5 1999,-9-14 1,1-6 784,3-15 1,-2-8-864,-8 1 0,-3-5 6,-1-5 0,-3-4-6,-4-3 0,-3-3 1,-4 11 66,-6 18 12,7-3-73,-9 33 0,-2 15 5,5-8 1,5-5 10,32-5 12,6-23 0,4-7-155,-11 2 0,0-1 113,-2-1 1,2-2 0,-4-6-661,-5-9 0,-3-7 0,-4 1 668,0-7 0,-4-2 15,0 8 0,1-1 0,-7 2-26,-8 1 0,-9 6 106,-15 11 1,-5 12 61,-1 23 0,2 10-151,2-7 0,7 4 1,13 5 1,9 4 0,11-6-19,9-15 0,12-5 0,8-3 0,4-2 0,-1-1 0,-3 1 0,-8 1 0,2 5 0,-5 1 0,5-3 0,4-8 0,0 0 0,1 0 0,-1 1 0,0-1 0,1 0 0</inkml:trace>
  <inkml:trace contextRef="#ctx0" brushRef="#br0" timeOffset="162896">19887 8797 18866,'-33'7'1092,"0"-1"0,-8 11 0,2 5-2731,11 5 1,4 4 1437,-2-1 0,2 1 307,7-2 1,4 0-847,7-1 1,4-1 783,7 0 1,5 0-313,10 2 1,4-3 284,2-7 0,3-5-116,7-3 1,1-6 98,-8-5 0,0-5-78,1-8 0,2-6 0,-4-3 100,0-11 0,-3-5-18,-3 9 0,1-3 0,-7 1 592,-6-11 0,-13 1-574,-12 14 1,-8 2-1,1 3 2,-1 3 0,-1 3-13,-5 0 0,-4 1 1,2 6-12,2 9 0,1 8-457,-13 12 0,5 10-904,16 5 0,4 4 703,-5-1 0,10 0 658,25-9 0,11-1 0,-2-6 0,4-2 0,3-10 0,0 1 0</inkml:trace>
  <inkml:trace contextRef="#ctx0" brushRef="#br0" timeOffset="164673">20679 8812 19538,'-37'3'819,"1"-1"0,-1 0 0,-2-1 0,4 6-524,1 11 0,5 10-176,12 10 0,6 8 1,3-6-974,1-12 1,3 0 853,-3 11 0,0 5 0,12-10-1256,20-16 1,9-9 728,-1-1 1,4-5-416,-2-2 1,3-3 0,0-6 121,-3-8 1,1-5 0,-1-3 0,-3 2-214,-4 2 0,-3 0 0,1-3 1033,6-9 0,0-4 0,-9 4 11,-13 8 1,-3 3-764,2-15 2791,-4 8-255,-3 14-1773,-2 6 2638,-4 13-1573,-7 20 0,-2 7-1675,0 3 750,0 3 1,1 1 139,9 0 39,3-6 1,4 1-225,9-9 1,2-1 97,-5 4 1,5-5-211,21-12 1,6-15-532,-15-13 0,0-11 0,-1 3 447,12-1 1,-2-2 185,-10-2 1,-2-5 0,-4 2-265,0-6 0,-3 1 298,-3 6 0,0 1-113,-2 1 0,-1 2-17,-1 1-11,-10 24 380,-23 33 1226,9-7-1472,-4 8 0,2 4-1103,8-4 0,4 0 1008,1-1 1,2 0-29,3-3 0,4-4 2054,12 3-2015,17-18 1,4-7-456,4-3 416,-1 0 0,1-7-1211,-7-15 0,-5-7 1082,-7 1 0,-2-1 123,7-5 1,-4 0 1070,-13 7 0,-4 2-1098,-3-2 44,-3 4-11,-2 10 427,0 2-461,0 8 3310,0 2-3126,0 1-150,0-4 11,0 1 168,1-5-145,-1 7-34,1-1-23,-7 11 57,-9 22-23,4-6 0,-3 15-11,13-21 0,1-2 90,20 0-90,-7-8 46,29 0-46,-20-10 0,17-5-775,-22 1 786,4-3-11,-15 8-67,-4 0-3177,1 7 3244,-2 1 22,3 6-11,1 0 571,2-2-538,7 3-9,15-1-35,-6-6 0,1-1 1638,-1-1 0,1-2-1598,19 0 1,-1-1-41,1-1 0,-10 0 0,-3 0 46,-5 0-3315,-5 0 3269,-9 0 112,0 1 101,-3 6-34,4 3 124,11 18-147,-7-10 130,4 0 0,2 0-39,10-2-79,11-4 0,4-2-1143,-22-5 1,0-2 980,15 2 0,-3-4 5,-7-6 56,-4-5-1664,-2-8 1614,-10-1 0,-2-4 614,-3-10 1,-3-1-655,1 7 1,-3 0 961,-4-6 0,-8 6-973,-15 14 1,-4 6-12,-10 1 17,-1 10 0,4 11 123,16 20 0,9 14-24,5-11 1,2 6 0,1 4 0,1 0 0,0-4-527,-1 0 0,0-2 0,1 0 0,1 2 460,1-4 1,0 3 0,2 1-1,-1 0 1,-1-3 0,-2-4-367,-1 5 1,-3-4 0,-3 5 368,-1-5 0,-3 6 0,-3 4 0,0 0 0,-1 0 0,1-3 0,1-6-17,1 1 1,0-6 0,0 0-1,-3 4-242,1 4 1,-3 8 0,-1 1 0,0-3 0,0-9 0,0-16-3027,-22-17 0,11-30 2621,14-5 1,5-1-1,-1-1 1,3 3 0</inkml:trace>
  <inkml:trace contextRef="#ctx0" brushRef="#br0" timeOffset="164807">22092 8656 19751,'-26'31'-40,"1"0"1,3 4 0,6-4 0,12-9 0,4 4 0</inkml:trace>
  <inkml:trace contextRef="#ctx0" brushRef="#br0" timeOffset="175119">7280 11807 12893,'0'-5'3276,"0"1"0,3-6 0,-3 17-935,0 22-2061,-5 16-37,-1-6 0,-2 8 0,0 0-933,0-5 0,-1 0 1,1 1 685,-1 0 0,0 1 1,0-2-866,2-3 0,-1-1 0,2-7-1798,0-2 124,0-15-157,6-31 2700,3-12 0,2-9 0,-1 4 0,0-4 0,2-5 0,1 1 0</inkml:trace>
  <inkml:trace contextRef="#ctx0" brushRef="#br0" timeOffset="175700">7272 11642 22148,'30'-12'949,"1"0"0,-4 3 0,4 4-1769,2 5 1,7 4 0,1 1 0,-6 2-233,3 1 0,-5 4 1091,12 8 1,-14 8-501,-31 9 1,-17 2 523,-2-10 1,-6-2 0,0 1 295,6 0 0,0 1 1,-3-2-342,-10 1 1,-5-2 0,8-6 93,3-3-56,-2 1-213,43-26 106,19 4 1,6 3 50,-4 5 0,2 5-8,3 4 1,4 5 0,-7 4 23,-7 12 1,-8 5 16,-1 1 1,-13 0 70,-24-8 1,-13 0 0,-2-4-705,-8-3 1,-4-3 603,8-3 0,-1 1 0,1-5 18,-2-2 0,3-10-946,6-16 0,4-6-1519,0-8 804,18-8 1,10-3 1044,19-1 0,-9 20 0,1 2 1,1 4-1</inkml:trace>
  <inkml:trace contextRef="#ctx0" brushRef="#br0" timeOffset="176281">7901 12189 16028,'1'7'3026,"1"-1"-4665,24-12 1,6-9 230,-11-4 1469,13 1 1,-4-2 1616,-22-11-345,-4-4 1219,-24 11-2339,4 5-1117,-9 31 1,-1 15 985,14 2 0,7 7 0,1 0-82,0-2 0,3 0 0,5 1-4,5 7 0,6 1 1,8-9 32,9-15 1,8-7 0,-2-4-30,4-1 0,0-6-4,-10-4 1,2-3-1,-4-7-483,-2-10 0,-5-7 0,-2 0 560,-2-11 0,-2-1-73,-1 10 0,2-1 0,-7 0 211,-8-11 1,-12 14 12,-31 44-224,16-5 0,2 19 0,5 7 1661,13 9-1622,7-16 0,2 1-34,3-4 1,3-1-23,5 3 1,5-4-1340,8-6 0,3-7-283,0-9 1,0-5-1,1-1 1,-2-3 1202,-3-7 1,-4-1 0,-2 2 0,-6 1 0</inkml:trace>
  <inkml:trace contextRef="#ctx0" brushRef="#br0" timeOffset="176624">8760 12203 14652,'-17'30'578,"0"1"1,3-9 0,2 0 1953,6 14-2532,4-18-11,2-4 44,16-8 1421,17-24-1577,-4-1 0,1-2 111,-1-2 1,0-1-507,-4 2 0,2 0 0,-4 3 574,5-5 1682,6 1-1738,-32 33 471,-2 8-348,-2 10-2078,0 3 1989,-1 0 5,2-5 0,0-1-196,0 4 149,2 11-2166,7-30-1103,38-11 2730,-18-11 1,0-2 0,0 8 0,-2 0 0,11-20 0</inkml:trace>
  <inkml:trace contextRef="#ctx0" brushRef="#br0" timeOffset="177020">9353 12182 10752,'-19'34'546,"1"-1"0,0 1 0,0-1 0,-5 8 0,2-2 0,15-4 634,30-1 0,14-8-1141,-2-10 1,4-3 189,-8 0 1,1-1-1,0-4-229,9-7 0,-4-9-54,-7-5 0,-8-8 151,-18-16 0,-10-11 0,-5 5-97,-3 3 0,-6 1 402,-1-4 0,-3-4 1,-7 21-493,-5 28 0,-6 17 1,1 6-1,8 0-1199,5 4 1,10 6 195,6 9 1,7 7 0,11-9-547,15-12 1,11-9 1091,5-6 1,7-3 0,-7-6 0,-1-7 0,-7-1 0</inkml:trace>
  <inkml:trace contextRef="#ctx0" brushRef="#br0" timeOffset="178154">9878 12275 24569,'-29'30'302,"1"0"1,6 1-1,8 1-285,14-8 0,7-1-6,14 12-11,17-33-1632,-7-17 1,1-6 1502,-5 8 1,-1-3-694,0-11 1,2-6-1,-7 2 895,-8 8 0,-2 0-29,5-12 1,-6 13 269,-17 39-626,-1 24 323,2-12 0,0 0 698,1-2 0,5-2-670,12-1 1,8-4 758,4-8 0,2-3-798,5 6 0,2-4-221,1-8 0,-1-11-29,-9-18 1,-2-14 0,-2-5 0,-4 5-354,-3 10 0,-2 2 1,0-4 561,1-5 1,1-4 0,1-4 0,-4 2-1,-4 2-498,-6 1 1,-4 0 0,-3 3 0,2 5 549,0 1 0,-2 4 6,-7-15 0,-1 17-129,2 46 1,1 26 0,2 1 193,3-9 1,2 1-1,0 2-5,-2-4 0,0 1 0,0 1 0,3-3-77,4 4 0,2-3 0,2-2-255,-1-1 1,4-2 231,7 7 1,9-3 3,1-17 1,5-3-1,0-2-200,6 8 1,1-6 338,-4-12 1,3-4 0,-4-4-637,-2-7 1,-3-5-556,-1-3 0,-1-5 839,-6-2 1,0-5-1,-2 0 215,1-7 1,-2-3 27,-4 3 0,0-3 0,-3 2 494,-3 6 1,-3 1 0,0-2-316,1-2 1,-2-3-1,0 1 1,-3 4 554,-4-1 0,-3 4-588,2-10 1,-3 15-480,-10 52 0,0 23 504,12-16 0,3 4 1,1 2-1,0-3 323,-3 6 1,-1-2 0,3 1-506,4-6 0,1 2 0,2-1 0,2-6 28,2 0 0,4-3-28,14 10 0,9-5-306,4-18 1,3-6 198,0 6 1,-1-9 1,-4-24 1,0-13-1,-7-4 153,-12 1 1,-6-2 0,1-1-12,3 3 0,2 0 1,-5 0-352,-5-17 1,-7 20 705,-13 49 1322,3 6-1630,2 4 0,2 4-453,3 10 0,5 0 358,3-13 0,3-1 11,-4 7 0,7-5 22,13-15 1,6-8 16,0-8 0,0-4 719,-1 4 1,-2-2-754,-1-4 1,-3-3 50,-2-17-168,-7 3-1527,-2-9 1,-3-1-707,-1-2 706,-4 6 1,-1 1 2131,-2-2 1,0 14 0,0 3-1</inkml:trace>
  <inkml:trace contextRef="#ctx0" brushRef="#br0" timeOffset="178300">11212 11834 16658,'-4'13'0,"0"-2"0</inkml:trace>
  <inkml:trace contextRef="#ctx0" brushRef="#br0" timeOffset="178902">11591 12092 19336,'8'-28'1638,"0"1"0,-2-16-869,-17 31-298,-25 10-292,-7 18-123,20-4 0,6 4-1695,19 21 1,12 3 1592,-2-14 0,4-1 64,5 1 1,4 1 0,0-4-64,0-6 0,-1-1 22,7 8 1,-3 1-617,1 2 706,-3 10 504,-43-25 135,-17-3-366,3-6 0,-7 0 0,3-1 1200,5 0 1,0-1-1541,-8 0 0,-2 1 0,22-2-3277,21 0 2457,13 0 1,10 0 0,-3 0 0</inkml:trace>
  <inkml:trace contextRef="#ctx0" brushRef="#br0" timeOffset="179100">12115 12497 24566,'-23'38'94,"-1"-1"1,1 1 0,0 0 0,-1 0 0,4-4 0,-1 1 0,2-1-1,0-2 1,3-5 0,-4 8 0,4-6 0,-2 12 0</inkml:trace>
  <inkml:trace contextRef="#ctx0" brushRef="#br0" timeOffset="180110">13838 11695 23415,'-7'44'239,"-1"-1"1,1 0 0,-1 0 0,1 1 0,-1-1 0,1-1-1,0-1 1,0-1 0,0-1 0,2-4-240,-1 3 0,1-2 0,2-4-1639,0 6 1,2-6-857,-2 2 3915,3-7-1376,0-68-92,0 3 1,0-10 0,0 0 47,1 7 0,-1-1 0,2-2 0,2-2 0,2 2 0,4-3 0,0-2 0,2 0 0,-1 4 0,-2 4-23,2-8 1,-2 5 0,5 1 19,2 5 0,3-2 0,2 7 1,-2 17-21,6 28 1,-1 15 518,-7 1 0,-2 4 0,-1 0-474,6 9 1,-3 1-823,-7 1 0,-4 3 0,-9-3 811,-12-12 0,-7-2 1,2-3 49,6 5 1,-1-2-694,-13 0 1,10-10 631,32-21 0,23-1 5,-13 1 1,3 1-273,2 3 1,3 2 0,1 3 213,8 7 1,2 4-1,-3 0 543,-8-4 1,-1-1 0,-2 3-491,6 4 0,-2 3 0,-20-1 136,-30-4 1,-24-1 0,-11-1 0,0-1 0,10-2 161,10-2 1,4-2 0,-5 0-277,-3 1 1,-7 2-1,-4 0 1,-1 0-1,4-4 1,6-3-583,-5-7 0,6-3 0,4 0 476,7 2 0,2 0-387,-15-5 0,15 0 930,39 2-1552,14 3 1,12 3 0,-4-1 623,-2 0 1,0 0 0,3 0 0,1 1 0,-6 0 0,-3 0 0</inkml:trace>
  <inkml:trace contextRef="#ctx0" brushRef="#br0" timeOffset="180319">14523 12128 24905,'-18'20'-56,"0"0"0,-7 16-1583,31-11 1,8-2 818,11 1 1,-2 7 0,-6-28 0</inkml:trace>
  <inkml:trace contextRef="#ctx0" brushRef="#br0" timeOffset="180517">14467 11852 23796,'6'23'-1639,"-1"0"1,2 14-1,15-2 1,5 1 1512,-5-2 0,-3-4 1,0 1-1,3 3 1</inkml:trace>
  <inkml:trace contextRef="#ctx0" brushRef="#br0" timeOffset="180860">14787 12147 14921,'-19'11'224,"3"4"-124,10 24-144,3-14 1554,1 3-1510,9-21-215,12-15 1,5-7 208,0-1 1,0-2-29,7-3 1,0-1 117,-5 0 0,-5 1 420,-4 4 1047,-4 8-1170,-11 18-888,-1 18 1,0 5 394,2 3 106,0-1 1,1-2 390,6-9-2024,12-11 1,5-4 1091,4-6 1,0-2 0,-3 4 0,-2-2 0,19-10 0</inkml:trace>
  <inkml:trace contextRef="#ctx0" brushRef="#br0" timeOffset="181234">15398 12103 22486,'-26'10'511,"0"0"1,1 9 0,7 5-2151,13 3 1,7 3 956,4 5 1,4-1 1306,-1-7 1,3-4-643,4-4 0,2-4 1060,11-5-1049,-4-7 1,1-4-1066,2-7 0,0-7 1065,2-15 0,-4-6 56,-9 7 1,-6-2 1054,-8-12 1,-11 2-1106,-15 11 0,-7 5-1059,7 7 0,-1 3 1059,-7-2 0,0 5-22,-7 6 22,8 10-1639,13 25 1,4 7-1639,2 0 3109,9 10 1,6-4 0,2-21 0,10 0 0</inkml:trace>
  <inkml:trace contextRef="#ctx0" brushRef="#br0" timeOffset="182571">15834 12065 24278,'-5'40'56,"0"-1"0,0-8 0,1-2-56,4 1 0,0-2-3277,0 7 893,0-3 1538,1-13 835,3-5 1082,4-17-1082,18-27-164,-4-3 1,3-8-1,-1 3 180,0 3 1,1 1-40,-1-4 1,1-2 0,-4 21 77,-5 36 2019,-9 16-2047,-5-7 1,-2 2-1004,1 2 0,-2 0 920,1 7 67,0 4-959,0-31 908,25-34 1,8-17 752,-15 17 1,0-1-707,7-5 0,2-3 1,-4 5-31,2-7 34,-13 28 2302,-12 25-2167,-1 10-79,0 15 11,0-4-78,8-3-738,19-32 0,13-8 1,-5-2 725,9-9 12,-7 3 0,6-2 0,-8-5 83,-15-10 1,-6 0-40,2 1 1,3-12 2179,-18 39-2191,-11 32 640,5 6-651,-1-11 1,3 1 55,8 4 0,5-2-67,12 4-1049,10-9 0,4-4 1071,-8-10 0,1-3-218,7-1 0,4 0 1,-3-4 206,-2-2 0,-2-2 799,12-1 0,-1-5-821,-5-17 0,-4-6-933,-13 12 0,-3-3 944,9-13 0,-6 0 11,-14-3 102,-15-3 21,-34 32-134,7 4-321,11 21 0,-1 11 1,6-2 320,-2 11-40,6-2 1,5-2 39,16-15-71,22-6 15,-4-11-1,17-7 1540,-15-9-1545,-5-4 1,1-2 106,6-10-45,-11 13 0,-2 2-79,-5 1 91,-3 62 2256,11-15-2240,11 3 0,10-5-385,-4-22 0,3-7 0,-1-2 357,8 0 0,0-5 848,-13-2 1,1-4-1,-7-7-841,-10-16 1,-8-7 0,-2 1-1417,2-3 1,-1-1 1405,-3 8 0,1-5 1,-1 1-1,-2 2-42,0 1 0,-2 2 0,0 0 45,1-2 0,1-1 0,-5 5 6,-8 0 0,-3 16 375,5 28 446,-5 27 0,3 13-618,7-9 0,5 3 0,1 2-164,1-4 0,2 3 0,0 0 0,0-1-581,-1-3 0,0-1 0,-1-1 0,2 1 527,-1-3 1,2 1 0,-1-1 0,-1-2-650,0 1 1,0-2 0,-7-6 657,-24 8 0,16-17 0,-15-12 0</inkml:trace>
  <inkml:trace contextRef="#ctx0" brushRef="#br0" timeOffset="182769">17073 11443 15399,'-40'-9'-820,"0"0"1,9 5 0,0 1 0,-1 2 409,-5 5 0,0 2 1,3 0-1,2-1 1,1 1-1,-2-2 0,0 1 1</inkml:trace>
  <inkml:trace contextRef="#ctx0" brushRef="#br0" timeOffset="183557">859 12210 14573,'-5'36'502,"0"0"1,-1 0-1,1 0 1,-1 11-1,1-2 1,2-2 446,4 2 1,3 4-945,-1-15 1,2 7 0,-1 3-1,2 0 1,-1-3 0,0-6-511,0 0 1,1-6 0,0 4 59,-1 6 0,1 9 0,0-1 0,0-10 1,0-22-2833,11-48 0,-10-8 2669,-1 1 0,-2 0 1,-2 2-1,-2 3 0</inkml:trace>
  <inkml:trace contextRef="#ctx0" brushRef="#br0" timeOffset="183886">807 12112 16894,'34'14'546,"0"0"0,0 0 0,0 0 0,2 1 0,-1 0 0,0 4 195,-2 3 0,2 4 0,-1 2 1,-5-2-1835,-3-2 1,-4 0 0,0 2 323,7 6 1,1 4 0,-6 1 794,-7 0 0,-5 2 0,-6 3 170,-10-1 0,-7 3 0,-4 1 0,0-3 134,0-6 1,0-2 0,-3 0-1,-2-1-170,-4 5 0,-2 0 0,-3-3 0,-3-7-65,0-9 0,-2-5 0,-2-4 1,3-1-67,-3-1 1,1-3 0,0-2-75,-3 0 0,-1-3 1,5-5-1595,-5-10 1,15-6-1639,38-22 2730,2 18 1,6 3 0,3 9 0,-1 4 0,4-1 0</inkml:trace>
  <inkml:trace contextRef="#ctx0" brushRef="#br0" timeOffset="184087">1662 12501 25576,'-7'38'115,"1"0"1,0-2 0,1-1-1755,5-10 1,0-1-18,0 22 1046,0-20 1,0-1-691,0 5 138,0-1-1650,0-21-465,0-7 3022,0-13 1,0 8 0,0-8-1</inkml:trace>
  <inkml:trace contextRef="#ctx0" brushRef="#br0" timeOffset="184204">1601 12158 18384,'7'37'-656,"0"-1"1,-5-10-1,1-4 1,9-2 0</inkml:trace>
  <inkml:trace contextRef="#ctx0" brushRef="#br0" timeOffset="184626">2066 12511 22484,'11'-42'1244,"23"23"-728,-9 36-399,0 7 1,-2 5-73,-12-9 0,-4 4-9,-6 10 1,-4 9-1,-3 0 1,-2-6 13,-5-7 0,-4 0-28,2 11 1,-3 5 0,-4-14-1662,-11-21 1,-2-12 1653,5-5 0,0-2-15,1 3 0,2-1 0,-15-15-101,28 12-44,8 3-3132,15 8 0,7 3 0,14 3 1926,7-2 1351,-7-5 0,-1 0 0,-1-1 0,11-1 0</inkml:trace>
  <inkml:trace contextRef="#ctx0" brushRef="#br0" timeOffset="185791">2435 12684 0,'24'-25'819,"0"-1"0,1 0 0,7-10 0,-6 2 819,-14 9 0,-4 2 1638,-3-7 0,-12 6 0,-9 21-2614,-7 21 1,1 10-389,7 0 1,1 2-214,-6 10 1,3 2 753,9-3 0,6 0-793,4-5 1,3 1-1,6-2-15,4-5 1,4-3 0,4-1-8,7 3 0,5-2 0,0-6-4,-5-8 0,1-5 0,0-5-75,2-5 1,1-4-1,-4-7-321,-4-10 1,-3-6 0,-3-1 586,-7 4 0,-2-2 0,0 0-184,5-5 1,0-1 0,-6 1-4,-8-5 0,-9 4-868,-7 9 0,-3 5 812,-1-1-23,-14 1 1804,28 28-1736,2 3-23,8 12-1814,27 6 1815,-9-5 55,-2-9 0,-1-1-509,8 13 537,-17-2 1,-1 1 1184,8 17-1145,-13-14 0,0 0-724,3 2 1,3-2 644,5-9 1,3-1-12,2 6 0,3-4 712,3-11 0,1-4-746,-4-4 0,0-3-246,12-4 0,0-7-217,-11-4 0,-1-5 0,-2 0 434,9-5 1,-5-3 50,-8-4 1,-4-4 0,-9 2 347,-16-4 1,-7 4-119,9 6 1,-3 4-96,-12 4 0,-2 12-427,1 29 0,4 14 472,7 8 0,4 3 595,-7-1 1,8 2-757,21-3 1,10 2 0,1-9-23,-4-14 0,3-4-67,11 4 0,6-1 0,1-11-912,-4-18 1,0-11-1,-2 1 585,4 3 0,-2-2 327,-6-5 0,-2-4 0,-7-2 98,-12-16 1,-13 1 532,-9 16 0,-2 0-219,5-9 1,-5 8 291,-13 23 0,-1 14-59,12 22 1,7 9-419,-2 1 1,8 3-113,13-10 1,8 2 0,3-1-1,-1-4-28,4 4 1,5-5-6,2-4 0,6-3 0,0-10-392,-4-12 0,0-9 0,-2-5-370,0-10 0,-2-8 0,0 1 676,2 5 0,0 0 1,-4-6-99,-10 2 0,-2-4 0,-2-3 0,-2-3 1,-2 0 46,-4 2 1,-3-3 0,-1-1 0,-2-1 0,0 0 0,0 3-1,1 4 352,2-6 1,0 4 0,-2 1 0,-1 1 837,-6-20 1,-3 1-1,1 31-568,4 44 1,1 25-1,1 1-404,0-7 1,-1 1-1,2 2 1,2 0-4,2 3 0,2 2 1,2-1-1,1-3-86,2 0 1,1-2 0,2-1-230,0 5 0,1-1 0,0-3-296,2 1 1,-1-5-2745,3 4 2457,-13-60 1,-3 14 0,-1-22 0</inkml:trace>
  <inkml:trace contextRef="#ctx0" brushRef="#br0" timeOffset="185987">4260 12388 14002,'43'-8'-410,"1"1"0,-1-1 1,1 0-1,-1 0 1,-2 0-1,-7 2 0,5 1 1</inkml:trace>
  <inkml:trace contextRef="#ctx0" brushRef="#br0" timeOffset="186294">5735 12049 22877,'-24'29'-1093,"8"-15"1,11 1 0</inkml:trace>
  <inkml:trace contextRef="#ctx0" brushRef="#br0" timeOffset="186461">5713 12456 25476,'17'-3'-587,"-9"3"1,2-3 0</inkml:trace>
  <inkml:trace contextRef="#ctx0" brushRef="#br0" timeOffset="188712">18936 12539 21488,'-1'7'436,"-6"6"-436,-5 16-1093,-4-5 1,-4 3 0,1-2 545,1 0 1,0-2 0,-8 11 0,2-4 0,10-13 0</inkml:trace>
  <inkml:trace contextRef="#ctx0" brushRef="#br0" timeOffset="191978">20303 11688 18059,'-14'36'655,"0"0"0,1 0 1,-1 0-1,-2 2 0,0 2-457,3-4 1,-2 6-1,0 3 1,0-2 0,3-8-1838,-2 4 1,2-4 854,1-1 1,0 2 0,2-6 440,-1 11 287,1-3 1170,7-28-1114,2-17-196,7-21 0,3-6 184,-5 8 1,1-2 3,3-13 1,1-6 0,1-2 21,-4 7 0,0-1 0,-1-1 0,1 2-14,-1 7 0,-1 0 0,1 1 0,0-2 2,0-7 1,2-2 0,-1 2 0,0 6-316,2-3 1,1 6 351,11-4 0,2 4-39,5 1 18,3 39 1,7 13 0,-7 3-345,-8 10 0,-3 4 344,6-1 1,2 3 0,-13 0 526,-24 5 1,-15 1-1,-4-6-508,5-14 1,-3-3-1,-2 1-37,1 0 0,-2 2 0,0-1 0,0-2-79,-6-3 1,1-2 0,9 2 78,10 25 0,-11-15 0,42-2 0</inkml:trace>
  <inkml:trace contextRef="#ctx0" brushRef="#br0" timeOffset="192381">20761 11989 18474,'0'-6'1638,"-23"22"0,-7 11-1030,14-11 1,-1 2-1429,-5 6 1,-6 6 0,2 1 0,6-2 58,3 9 1,8-2 1163,7 3 0,10-4-386,11-13 0,7-8 444,13-12 1,5-12-459,-7-3 1,1-7 0,-4-2-488,-9 1 1,-3-1 0,-1-2 501,7-3 1,0-2 0,-8-1 65,-9-16 0,-16 4-123,-20 15 0,-7 4 22,9 1 0,-2 4 193,-16 10 0,-1 13-673,15 10 1,2 8-1,4 2-1142,1 7 1,4 2 982,-7 7 1,6-1-1,16 2 1,6-28 0</inkml:trace>
  <inkml:trace contextRef="#ctx0" brushRef="#br0" timeOffset="192608">21342 11968 23373,'-12'37'-656,"0"-1"1,1 1-1,-1 6 1,0 1 0,2-4-984,1-8 1,1-2 982,2 6 1,3-14-1,4-24 1,2-3 0</inkml:trace>
  <inkml:trace contextRef="#ctx0" brushRef="#br0" timeOffset="192695">21322 11699 9737,'-9'29'0,"0"-1"0,2-5 0,0-1 0</inkml:trace>
  <inkml:trace contextRef="#ctx0" brushRef="#br0" timeOffset="193444">21659 11977 16229,'2'-45'3276,"10"10"-1698,6 39-1578,3 6-3277,2 28 3238,-17-3 0,-5 8 0,-1-2 39,-2 2 0,-1 1-400,1-3 1,-1 3 0,-3-7 410,-6-9 0,0-6 390,0-3-289,1-5-112,7-11-482,4-13-1232,6-18 537,8-5 701,-2 8 0,3-2-392,12-6 0,7-4 1369,-8 8 0,2-5 1,1 1-1,-2 2-113,-4 3 0,-2 2 1,2 0 81,9-11 1,2-1 0,-18 9 304,-26 13-663,-4 16 1298,-14 7-1343,3 14-55,2 3-12,2 16-607,10 5 607,4-1 1727,15-2-1735,8-15 1,6 4 0,-2-4-131,-7-7 0,0 0 145,9 6 0,2 3 1,-12-4 217,-33 11-57,-20-13 1067,17-7 0,-2-2-1330,-8-5 0,4-4-111,8-1-3071,1-10 0,37-13 3165,9-8 1,2-1 0,-1 2 0,-4 6 0,1-1 0</inkml:trace>
  <inkml:trace contextRef="#ctx0" brushRef="#br0" timeOffset="193796">22415 11915 18877,'-25'26'819,"0"-1"0,0 0 0,-8 11 0,6-2-4096,14 7 2234,7-3-35,12 5 1168,25-16 811,3-3-879,-9-19 1,1-4-23,15-11 78,-8-13 1,-2-5-29,-12 7 1,-2-2-1,8-15 0,-5-2-44,-13 13 0,-6 0 1155,-4-9 0,-8 0-982,-5 9 0,-6 2-292,-9 1 0,-4 6 113,3 11 0,0 9-84,-8 13 0,5 10-544,16 1 1,5 4 763,-4-1 1,6 1-1776,17 2 1,8-5 818,10-4 1,4-4 0,-9-17 0</inkml:trace>
  <inkml:trace contextRef="#ctx0" brushRef="#br0" timeOffset="194467">22879 11846 24166,'-24'35'268,"1"0"1,4-4 0,0 3 0,3-5-264,5-6 1,1-1-6,-5 10 0,2-2 90,4-7-1912,4-12 1889,19-13 151,5-11 0,1-4-196,2 0 0,1-1-26,0-2 1,3-1-1,-2 1-7,-1 1 0,-1 1-141,0-3 1,-2 9 185,0 33-34,-16 16 11,-2-12 0,-1 1 34,1 15-11,12-16 123,13-13-146,7-2-891,2-19 1,4-11 879,-5-6 0,0-7 0,-1 0 11,-2 3 0,0-1 1,-1-2-532,-7 3 1,0-2-1,-2 1 1,-4 4 564,0-1 0,-10 6-45,-20 4 22,-3 27-1483,-16 23 1472,19-9 135,10 14 1371,15-11-1517,11 2 472,2-3 1,0 1-473,2 4 22,-6-8 1,-3-1 89,-13-5 571,-21 4-347,-13-5-330,3-5 0,-4-2 38,-4-1 1,-1-2-45,-4 1 0,-2-1-370,-1-1 0,-2 0-723,6-1 1,-2 1 0,1-2 545,-6 1 1,3-1 0,1 0 0,6 0 0,2-2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53:50.345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24676 1743 17330,'2'-29'2287,"0"51"-1839,-3 17-266,-1-9 0,0 7 0,-1 3 0,0-3-1275,0-1 1,0-1 0,-1 2 926,1 0 1,0 3 0,-1-1 0,1-2-301,0 0 0,1-3 1,0-3 465,1 7 0,0-5-441,0 6 441,1-22 0,0-12 0,0-5-998,0-7-2279,5-38 2689,0 9 0,-3 11 1,1 2-1,1 6 1</inkml:trace>
  <inkml:trace contextRef="#ctx0" brushRef="#br0" timeOffset="415">24669 1772 17274,'27'-24'513,"-1"-1"0,1 0 1,2 2-1,0 1 1,-2 7-402,8 11 100,7 20 1,-1 11-407,-25-7 1,-3 3 238,16 11 0,-7 2-1526,-22-8 1,-6-1 1828,-10 13-938,-6-12 0,-4 0 674,6-7 0,-2-2-51,-7 7 1,0-3 89,-9 3-140,5-12 1,2-1-993,3-1-2268,-16-18 2457,47-3 1,-3-11 0,5 15 0</inkml:trace>
  <inkml:trace contextRef="#ctx0" brushRef="#br0" timeOffset="1279">25685 1414 12270,'-26'-24'2880,"1"6"-3321,-16 30 877,17 3-251,0-2 0,0 3 1710,2 16-1581,0 7-299,11-10 0,0 6 0,0 0 134,2-2 1,1 0-1,-1 2-126,-1 6 0,0 1 0,1-1 22,3-5 0,1-1 0,0-2 858,0 4 1,2 1-815,1-5 1,0 4 0,1 0-1,-1-3-977,0 10 1,1-1 920,0 1 1,0 3 0,2-6-23,0-11 0,5-1 0,6 6 0,5 2 1,0-4-12,-1-6 0,1-2 141,2 4 1,4 1 0,-1-7-142,15-9-1639,-1-8 1,4-4-1,-9-6 1,0-2 982,7 1 1,-4-2-1,0-8 1,-24 6 0</inkml:trace>
  <inkml:trace contextRef="#ctx0" brushRef="#br0" timeOffset="3483">26355 1685 17062,'-22'27'474,"-1"-1"0,1 1 1,-4 6-1,-2 2 1,-1 1-1,2-2-1495,-1 3 1,1-3-1,0 2 1054,3-4 1,-1 1 0,-1 0 0,1 0-407,1 0 1,-2 1 0,2-2 0,3-3 349,-1 5 1,1-3-68,-4 4 1,3-3-1231,10-11-1957,17-29 3146,15-20 1,-10 12-1,9-10 1</inkml:trace>
  <inkml:trace contextRef="#ctx0" brushRef="#br0" timeOffset="3968">25955 1819 15179,'-1'-6'3276,"-2"-4"-1510,6 8-376,11 2-2227,15 23 0,3 10 1049,-10-13 1,1 2-124,1 3 1,3 4 0,-3 1-599,1 9 1,-2 1 627,-2-6 1,0 2 0,-1-1-235,-3-5 0,-1-2 1,-1 1 151,2 1 0,0 1 0,-2-3-697,-1 0 0,-3-4 660,0 0 1399,2 7-1377,-13-29-1176,1-5-2123,8-20 0,1 1 2457,7-16 1,-9 22 0,-1 3 0</inkml:trace>
  <inkml:trace contextRef="#ctx0" brushRef="#br0" timeOffset="4318">26822 1998 14652,'-4'0'3276,"6"0"-355,11 0-2479,12-2 1,5-1-1288,2-1 0,1 0 839,0 0 1,-1 0 206,-3-2 0,-5 5-201,-9 10 0,-6-6 0,-6 7 0</inkml:trace>
  <inkml:trace contextRef="#ctx0" brushRef="#br0" timeOffset="4538">26838 2173 19807,'38'-5'0,"1"1"0,1-3 0,2 0 0,-6 0-1639,-11 1 1,-2-1 1367,22-5 1,-5 1 0,-18 4 0,-5 0 0</inkml:trace>
  <inkml:trace contextRef="#ctx0" brushRef="#br0" timeOffset="5502">27645 1816 8567,'26'-18'1736,"-2"4"-1304,-4 10-252,1 2 1454,8 2-1555,-11 7-484,-4 6 854,-8 19 1205,-5-3-1318,-11 1 0,-6 1-106,-3-4 0,-3 0-18,-9 6 1,-1-2-140,6-8 0,1-2-28,4-5 0,3-3-34,2-1-34,6-6-55,6-3 2167,17-14-3081,8-8 1,4-5-65,2-3 1,4-2-1,-1-1 959,0 2 0,-1 0 0,2-1 85,-4 3 1,1-1 0,0 1 0,-4 4 28,2-2 0,-3 4 100,-1 1 1,-5 5 308,-8 6 907,-8 6-997,-13 7 46,-1 4 99,-13 8-564,6 2 0,0 2 721,-10 14-543,12-13 1,2 0 2284,0 8-2257,12-13-2324,4 9 2257,19-2 12,1-1-34,20-6-18,-11-12 1,2-2-23,2-1 1,1-1-287,6-1 1,-1-3-883,-9 1 1,-4-3-2104,14-7 0,-19-4 2829,-3-1 0,-8 6 1,-3 2-1</inkml:trace>
  <inkml:trace contextRef="#ctx0" brushRef="#br0" timeOffset="5967">28191 1380 13078,'24'20'1092,"1"0"0,-2-1 0,3 3-655,-3 3 0,4 6 0,-2 2 0,-3-1-183,-4 5 0,-4 1 0,2 2-246,3 0 1,4 2-1,-3 0 1,-8-1-167,-10 2 1,-7-1-1,-7-2 149,-4-6 1,-6-1 0,-3-1 0,-3-1-648,2-5 1,-3-1-1,-2 0 1,-1-1 0,1 0-1,1 1 1,-2-1-1,1 0 1,-1 0 0,0-3 245,-9 4 0,-3-1 1,3-3-1,6-3 1,3-2-1,5-4 0,-16 6 1</inkml:trace>
  <inkml:trace contextRef="#ctx0" brushRef="#br0" timeOffset="7586">26447 1650 11145,'1'-5'1524,"0"1"-4801,-1 4 2575,13-31 2581,-8 21-1106,9-22-1139,-12 26 1060,-2 4 579,0-1 206,0 3-1356,-11 14-22,-3 3 78,-8 8 1,-2 3 27,6-7 1,-1 1-52,-8 7 1,-3 5 16,7-7 1,-2 4 0,-2 0 0,2 0-107,0-2 0,1 0 0,-1 0 0,0 2-61,1-3 1,0 1 0,-1 1 0,1 0 0,1-2 1,-1 1 1,2-1-1,0-1 1,0 1-368,-1 3 1,1 0-1,0 0 1,1-1 358,0 0 0,1-1 0,0 1 505,-3 5 1,-1 1 0,3-4-501,5-5 1,2-4-96,0 2-3187,6-20 2457,4-9 1,4-7 0,2-1 0</inkml:trace>
  <inkml:trace contextRef="#ctx0" brushRef="#br0" timeOffset="8392">25958 1710 13005,'-23'-11'3276,"3"2"-6553,7 4 3445,5 2 1834,-7-3-1800,9 4 1030,-1-1-1164,4 1 892,-1 1-792,4 1 908,6 10-2142,2 0 1425,6 11 2636,4-1-2760,4 3-1273,-2-2 0,2 1 1279,3 5 0,2 1-447,0 1 0,0 0 284,1 2 1,0 1-173,-5-4 1,1 2 0,-1 0 123,-4-5 0,-1 0 0,1 1 7,4 4 0,1 1 1,-3-1-27,1 1 0,-2 0 68,5 3 0,2 0 1007,0-4 1,1 0-1076,-1 1 0,-1-2-793,-3-8 0,-2-3 782,-2-3 67,-7-6-56,-2-1 90,-7-6-774,-3-1-2604,-7-1 0,-4 0 2457,-13 0 1,11 0 0,-1 0 0</inkml:trace>
  <inkml:trace contextRef="#ctx0" brushRef="#br0" timeOffset="12561">27459 3090 18922,'31'-6'403,"1"0"0,0 0 1,8-1-1,0 0-414,4-2 0,-2 0-12,-16 4 1,-3 2-2062,0 1-1193,-13 5 0,-4 3 2457,-16 5 1,6-4 0,-5 0 0</inkml:trace>
  <inkml:trace contextRef="#ctx0" brushRef="#br0" timeOffset="12770">27448 3279 13992,'-5'3'1638,"24"-3"0,12-3-3277,-7-2 1,3-1 818,6 1 1,6 0 0,1-1 0,-5 1 577,3-3 0,-3 0 1,13 0-1,-9 2 0,-25 3 1</inkml:trace>
  <inkml:trace contextRef="#ctx0" brushRef="#br0" timeOffset="13463">14500 13668 14574,'-1'-5'-230,"22"-8"0,17-4 1,-6 4-1,-10 3 0,9-3 1,-1 0-1,1 0 0</inkml:trace>
  <inkml:trace contextRef="#ctx0" brushRef="#br0" timeOffset="18711">28686 2942 21812,'0'32'937,"0"-1"1,0 1 0,0 0-832,-1-4 1,0 0 21,-1 1 1,-1 4-1222,-3 8 1,-1 5 0,0-3 253,0-1 1,1 1 924,-1-1 0,-1 4 0,1-2-337,0-5 0,0-1 0,1-1 257,-2 7 0,1-1 254,1-10 0,0 2 1,0-5-239,2-1 1,0-5-1480,0 2 1457,2-13 1345,0-4-1401,2-9 1741,0 0-4962,0-27 0,5-12 2621,-3 12 1,-1 0-1,4-9 1,-3 17 0</inkml:trace>
  <inkml:trace contextRef="#ctx0" brushRef="#br0" timeOffset="19312">28683 3109 9712,'0'-7'3276,"0"1"-602,0-31-590,0 15-1035,0-22 139,2 19-527,4 10-425,3-4-3513,25-4 3275,-1 9-600,-6 5 0,1 1 635,9 2 92,0 6-91,-13 7-1461,6 14 1550,-5 19-118,-13-20 1,-1 2 780,-3 1 1,-4 2-658,-4 11 0,-5 0 1068,-5-6 0,-4 1-1085,2-3 0,-2 1 0,-3-2-682,-6-3 0,-3-3 1,-1-3 670,-5 3 0,-1-3-90,1-2 0,2-4 2225,-8-5-2314,4-11-2763,17-2 880,-6-5-875,19-1-441,2-2 3649,6-2 0,-3 7 0,2 1 0</inkml:trace>
  <inkml:trace contextRef="#ctx0" brushRef="#br0" timeOffset="20480">29085 2544 12736,'-3'-3'2455,"1"1"-2355,2 2 147,-1-4 1635,4-2-1468,1-2-43,5 0-69,4 2-22,2-1-3246,10 1 3156,1 1-190,0 1 23,-4 3-12,-8 6 180,-6 10-169,-1 2 135,-8 9-23,-6-5-50,-6-1 0,-2 0 3192,-5 4-3184,2-3 0,0-1-115,5-5 1,-2 3 11,11-13-1,1 0 12,3-5 12,12-9-491,16-14 0,5-3 473,-13 10 1,0 1-3,17-14 0,-1 0 8,0 5-609,-10 4 631,-2 3-22,-13 6 191,-8 7-57,-2 1 1253,-1 1-1050,-26 9-310,13 5 18,-16 9-23,23 10 729,9-9-494,29 11-672,-6-26 1,2-3 363,-1 3 1,0-1-1589,11-4 1,-4-4 818,-3-3 1,-2 2 0,-17-1 0</inkml:trace>
  <inkml:trace contextRef="#ctx0" brushRef="#br0" timeOffset="23065">30348 2640 12972,'0'-5'3276,"0"2"0,-3-6-2254,-2 7-293,-21-1-180,-6 29-393,12-12 1,-1 2-1663,-7 18 1,2 3 1589,9-11 1,1 0-507,-6 11 0,1 2 517,6-11 1,1 4-18,4 4 0,-1 9 1,0 3-1,0-1 1,3-7-79,0-7 0,1-3 0,1 4-392,-2 7 1,-3 7 0,2 2 0,5-4 0,8-10-1248,20-3 1,5-8-1,-11-2 1,4-5 1280,8-9 0,6-6 1,-6-2-1,-1-5 1,11-11-1</inkml:trace>
  <inkml:trace contextRef="#ctx0" brushRef="#br0" timeOffset="23366">30521 2907 12149,'1'-6'3036,"1"2"-2520,-2 4 2442,-2 41-3756,-3-10 1111,1 3 1,0 1-124,-1-10 1,-1 1-602,-4 12 1,-2 5 0,1-2 404,0-1 1,1-1-10,0-4 0,-1 2 0,3-6-1039,-1 2-2223,13-34 2613,18-23 0,-13 14 0,11-14 0</inkml:trace>
  <inkml:trace contextRef="#ctx0" brushRef="#br0" timeOffset="23589">30754 3111 18203,'43'-8'56,"1"0"0,-7 0 0,-1 1-1695,-8 1 1,-3 1 818,5-2 1,-13 3 0,-13 2 0</inkml:trace>
  <inkml:trace contextRef="#ctx0" brushRef="#br0" timeOffset="23935">31228 2956 16355,'-6'32'819,"0"0"0,0 0 0,-1 13 0,-2 0-1676,2-7 0,-1 2 0,0-1 969,0-5 0,0-1 0,0 2-97,-1 6 0,-1 1 0,0-2 695,-1 1 0,-1-3-699,1-5 0,1-4 804,-2 7-860,-1 2-224,10-29-3008,3-13 2810,6-21 1,-5 15-1,5-14 1</inkml:trace>
  <inkml:trace contextRef="#ctx0" brushRef="#br0" timeOffset="24287">31245 2949 17644,'36'-9'190,"-1"0"1,-6 1 0,-3 5-90,13 16 78,-15 6 336,-1 21 129,-16-8 1,-6 3-175,-7 0 1,-6-1-2110,1 1 1,-7-3 1462,-8-10 1,-7-3 0,4-4 423,6-3 1,0-2-289,-13 6 1,3-3-3238,11-9 2457,11-11 1,5 4 0,6-7 0</inkml:trace>
  <inkml:trace contextRef="#ctx0" brushRef="#br0" timeOffset="24965">31565 2523 15170,'22'6'2744,"1"3"-6021,3 11 4057,1 15 1,-2 6-608,-9-14 1,-1 2 414,1 4 0,1 3 0,-4-3-437,-3 1 0,-4 1-425,-2-3 1,-1 2 0,-1 1 284,-3-1 0,-1 1 0,-1 0-102,-1-1 0,-1 0 1,-1-2 90,-7 13 0,-2-6 1012,1-14 0,-2-4-1063,-4 2 1,1-2-2287,-6 4 286,-1-4 938,20-17-2164,3-4 2860,3-11 1,0 8 0,0-8 0</inkml:trace>
  <inkml:trace contextRef="#ctx0" brushRef="#br0" timeOffset="25746">31915 2371 12535,'0'-4'2700,"0"2"-5977,16-14 2014,0 10 1454,10-11 1453,-1 15-1465,-10 7 550,-3 3-650,-6 7 33,-8 3 0,-6 1 56,-19 13-146,9-14-22,-12 8-45,23-21 68,5-1 230,21-10-275,10-12-179,-3 0 0,0-3 201,-7 5 0,-1 0 1596,0-4 1,-1 1-1451,2-1-34,-11 9-11,1 0-146,-15 12 191,-24 24 101,11-4-91,-11 13-1972,39-3 1962,10-17-113,16 6-605,2-15 1,1-3-2706,1 0 2913,-5-2 0,-5-1 1,-20 0-1,-4-3 0</inkml:trace>
  <inkml:trace contextRef="#ctx0" brushRef="#br0" timeOffset="28732">31694 2199 8487,'-6'45'596,"1"0"1,1-13-1,0 0 1,1-3-547,1 0 1,0-2-51,-2 19 2525,1-25-2616,1-11-3186,1-4 2979,0-1 1,1-4 0,0-1-1</inkml:trace>
  <inkml:trace contextRef="#ctx0" brushRef="#br0" timeOffset="28966">31772 2293 15056,'3'-2'807,"-1"0"-2446,33-5 1,10 1-1639,-12-1 2886,-2 1 0,5-1 0,-9 1 1,-11 2-1,-6-1 0</inkml:trace>
  <inkml:trace contextRef="#ctx0" brushRef="#br0" timeOffset="32542">28340 5254 14944,'0'-7'3276,"0"2"-2272,-6-12-623,5 9 191,0-22-505,32 20-90,-7-2 23,3 13 0,-1 9-1623,-8 13 0,-5 6 1628,1-7 1,-3 1 27,-4 13 1,-6 0 56,-14 7-236,-6-12 1,-6 1-1,6-14-425,9-20 274,19-20 0,11-11-125,-4 7 1,3-2-1,1-1 419,5-2 0,2-3 1,0 1-1,-2 5 25,2 1 1,-4 6 616,3-2-606,-9 9 225,-31 33 0,-12 13-133,4-3 1,1 3-33,0-2 1,-1 2-1,5 1-683,2 14 1,8-3 572,5-19 1,6-2 10,7 2 0,7-8 2168,24-15-2582,-19-5 0,1-2-1219,13-4 1,1-2 1091,-9 1 1,-2 0 0,1 0 0,-3 1 0,-4 1 0</inkml:trace>
  <inkml:trace contextRef="#ctx0" brushRef="#br0" timeOffset="33547">29442 4710 16927,'-2'-10'2398,"-14"1"-1586,-6 6 0,-5 4-526,3-1 0,0 1-1925,-5 0 1,1 2 1145,-12 11 822,15 5-317,0 5-461,11 6 1,0 10-1,2-1 678,0 0 1,2 1-379,-1 1 0,0 4 0,1-4 227,3 0 1,2-5 800,1-8 0,0 0-834,2 7 0,-1 4 0,1-2-614,0-2 0,0 1 576,1 0 1,-1 3 0,2-5-3,-1-7 1,2 0 9,2 6 0,3 3 0,1-2-21,2-1 0,3 0 179,0 0 0,2 1 0,1-6-162,2-9 0,2-4-741,4-3 1,3-3 712,0-6 1,1-1-208,15 2 403,2-6-1972,-28 0-1484,3-6 0,-6 1 2620,1-3 1,-10 6-1,-1 0 1</inkml:trace>
  <inkml:trace contextRef="#ctx0" brushRef="#br0" timeOffset="34424">30162 4514 9081,'-3'-5'3276,"1"0"-4695,-24-5 1811,13 7 1573,-21-5-1517,18 14-667,-8 16 594,7 3 1,1 3-326,3-7 1,1 2-583,-7 16 1,14-3 676,34-19 1,17-7 0,-3-3 640,-15-3 1,1-6-681,5-8 1,7-6-1,-3-3 1,-10-2-172,-12-8 0,-9-4 227,-1-12 1,-12 4-68,-17 20 0,-7 9-218,-2 7 0,-1 3-191,0 0 0,0 4-1325,-2 15 1,4 9 1515,10 13 1,5 1-1,3-16 1,2-2-1,1 8 1,0 0-1</inkml:trace>
  <inkml:trace contextRef="#ctx0" brushRef="#br0" timeOffset="35020">30198 5639 14809,'0'-3'3205,"0"0"-2611,0 3 2297,5 0-1950,-2 7-325,5 4-1528,-4 12 1,-3 5 1135,1-1 0,-1 1-135,1 14 1,-2-1-79,0-12 1,0-1-35,0 17-2794,0-15 2817,-1-18 0,0 2 0,0-16 0</inkml:trace>
  <inkml:trace contextRef="#ctx0" brushRef="#br0" timeOffset="43083">28804 3957 16502,'0'4'1041,"0"0"-1588,22-1 1,5-2 0,-15 0 0,12 1 0,1 0 0</inkml:trace>
  <inkml:trace contextRef="#ctx0" brushRef="#br0" timeOffset="43230">28804 3965 17476,'37'10'-107,"0"-1"1,0 0 0,0 7-1,-4-5 1,1-19 0</inkml:trace>
  <inkml:trace contextRef="#ctx0" brushRef="#br0" timeOffset="44060">30972 5678 17745,'-6'7'3276,"33"2"-3540,11-6 0,5-2 270,-4 2 0,3-1-978,0-1 1,4-1 0,0 0 922,1-1 1,1 1 0,-4-1-244,1 1 1,-2-1-802,-4 0 1,0 0 0,-19-4 272,-23-2 1,0 1 0,-7 2 0</inkml:trace>
  <inkml:trace contextRef="#ctx0" brushRef="#br0" timeOffset="44350">31554 5572 18518,'8'25'2409,"-5"-14"-2336,9 7 0,0 5-12,-8 13 1,-6 0-264,-9 1-554,1 2 0,-6-2 756,-8-14 0,-2-7 0,2 2 0,-7 6 0</inkml:trace>
  <inkml:trace contextRef="#ctx0" brushRef="#br0" timeOffset="44713">32045 5718 15515,'0'-6'3276,"0"0"-2182,0-2-422,-1 10 79,-2-1 459,-3 30-767,2 2 0,0 3-393,0-6 0,1 0 0,-1 12 1,1-1-51,1-16 0,1 0 0,-2-1 0,1 0-11,-2 4 0,0 0-118,-1-3 0,0-2-1966,-4 14-1182,-4-17 2457,3-26 1,3 3 0,2-5 0</inkml:trace>
  <inkml:trace contextRef="#ctx0" brushRef="#br0" timeOffset="45015">32020 5626 15997,'39'-7'1092,"0"-1"0,-3 2 0,-4 5-603,-6 16-310,-4 3-2013,-4 15 1958,-9-5-12,-9 11 525,-14-11-603,-11 0-1603,-11-6 0,-6-1-70,10-9 1,-2-2 982,-10 6 1,3-3-1,4-9 1,20-4 0</inkml:trace>
  <inkml:trace contextRef="#ctx0" brushRef="#br0" timeOffset="46047">30988 4768 7844,'-7'0'2857,"1"0"-627,6 0-2039,0 0 1021,-1-2-1100,1 2 699,-2-2 893,1 2-3516,7 0 2428,14 0 68,24-3-513,-14 0 1,5-3 0,-1 1-628,-1 0 0,0-1 0,0 0 456,3-1 0,0 0 0,-2-1 22,4 0 0,-2-1-16,-7 2 0,-4 0 2680,2-1-2686,1-1 0,-27 8-3277,-31-2 3967,11-1-556,-23-6 236,28 3-112,4-3 246,10 6 471,0-1-953,0 4 158,5-1 122,10 8 448,8 31-615,-8-13-124,-15 4 0,-7-1-11,-12-8-1639,-3-2 1,-1-3 818,3-4 1,-2 3 0,19-13 0</inkml:trace>
  <inkml:trace contextRef="#ctx0" brushRef="#br0" timeOffset="46298">31868 4381 12375,'-2'32'1092,"1"-1"0,-1 6 0,0 0-1903,2-5 1,-1 0 686,0-1 1,0 0-460,0-4 1,1-2-1068,0 1 1650,6-16 0,-4-5 0,4-4 0</inkml:trace>
  <inkml:trace contextRef="#ctx0" brushRef="#br0" timeOffset="46518">32159 4530 17801,'38'-5'-820,"-1"0"1,1 1 0,12-3 0,-8 2-1,-18 3 1,-13 1 0,0-1 0</inkml:trace>
  <inkml:trace contextRef="#ctx0" brushRef="#br0" timeOffset="47013">32625 4413 8299,'-2'31'1092,"1"1"0,-1-1 0,1-1 546,1 1 0,0-1-1130,0 2 1,0 1-1265,0 6 0,0 0 756,1-11 0,-1-2-56,1 17 1041,0-24-1590,-1-4-1098,0-8 381,0-3-1955,0-25 0,-2-22 2789,2 19 0,-1-5 958,1-6 1,-1-7-1,1-1 1,0 6-23,1 4 1,1 1 344,-2-11 0,1-4 1,3 9 292,10 7-200,20 15-696,-9 8 303,18 24-107,-43 17 1,-14 4-2001,-2-14 1,-6-1 1991,-9 14 0,-2-5 0,6-21 0,1-6 1,-2 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55:08.498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1358 823 12826,'0'-4'3276,"-14"43"-1638,7-10 0,1 5-1055,-3 2 1,-1 6-1,-1 2 1,2-1-1265,1-5 1,1 0-1,0 0 1,0 0 691,0 1 0,-1 1 1,0-1-1,2-1 7,-1 3 1,1-1 0,1-5 25,2-5 1,1-5-45,-2 13-3277,4-54 2184,0-12 1,1-9 0,0 0 682,0 5 0,0 1 1,0-1-1,0-3 1,0 0-1,0 5 0,2-10 1</inkml:trace>
  <inkml:trace contextRef="#ctx0" brushRef="#br0" timeOffset="419">1295 730 16187,'16'-24'1042,"1"1"0,-1 2 1,1 6-561,14 14-45,1 8-90,-3 9 0,-1 5-1005,-8 3 0,-2 1 703,7 4 0,-6 4-1255,-12 11 0,-11 1 1490,-12-13 0,-5-2-96,1 9 1,-4-3-39,-6-10 0,-4-4 74,4-7 1,-2-2-1,3-1-198,-13 6-22,5-8 0,12 3-2229,46 17 2285,-4-12 0,3 1-17,4 8 0,2 1-353,-4-4 0,3 0 0,0 2-118,1 2 1,2 3 0,-1 1-1,-1-3-661,1-2 1,-2-1 0,1 0 545,6 9 1,1 0 0,-6-8 0,-4-10 0,-15-15 0</inkml:trace>
  <inkml:trace contextRef="#ctx0" brushRef="#br0" timeOffset="1318">1767 1370 16388,'25'-7'89,"-1"1"1,20-10-3367,-14-12 1334,-12-6 3375,-3-6-1096,-46 10 1195,-12 26-1240,15 6 0,-1 7-754,-4 20 1,6 9 591,14-6 0,5 1-129,-4 7 0,5-1 1137,9-8 0,9-4-1119,13-9 1,10-3 0,-2-3-795,-3-1 0,3-2 768,6 1 1,4-1-1,-4-4-138,-4-6 1,-1-6-948,5-2 1,3-5 0,-3-1-547,2-6 1,-2-3 545,-6 6 1,0 0 0,-5-2 729,-9-1 1,-7 0 1516,-6-3 1031,-7 5 1091,-12 3 0,0 14-1753,-5 9-1036,10 29 1,6 15-371,1-14 1,1 4 0,0 1 0,1 0-107,-1-3 0,1-1 0,0 2 1,0 1-314,0 2 1,1 4 0,-1 0 0,2-1 0,-1-2 289,2 0 1,0-2 0,1-2 0,-1-1 516,-1 3 1,0-3 0,1-2-361,3 18 1,-1-24-607,-4-58 1,0-30-1,-1 2 420,0 21 0,0 2 0,0-5 9,0-1 1,-1-4 0,1-2-1,-1-1 1,0 2 2,1 4 0,-1-2 0,0 2 0,1 1 0,0 4 29,-1-5 0,1 4 0,0-1 267,1-2 1,0-3 0,1 2-1,2 9-323,11-10-45,9 14 45,5 18 0,2 8 743,-6 10 0,0 4-687,6-1 0,-3 5 45,-8 16 0,-13 6 33,-20-7 1,-11 1-1,2-2-78,7 1 0,-3-2 248,-6-3 1,-6 0 0,-1-10-389,-7-16 0,3-8-1283,-1-3 302,5-1 1,6-4-1643,18-7-514,8 0 2883,13 2 0,-7 9 1,6 2-1</inkml:trace>
  <inkml:trace contextRef="#ctx0" brushRef="#br0" timeOffset="2720">2822 1604 17017,'0'5'3276,"0"-1"-6553,0-4 990,32-57 1210,-20 28 1077,5-8 0,-1 0 1043,-12 9-975,-20 0-1563,1 14 1820,-11 17 0,-2 7-89,0 14 617,5-1 1,3 3-641,6 18-68,10-3 1,3 0-135,4-16 0,2-1 0,2 12 1,6-3 100,20-11-107,-12-14 1,4-2 20,17-5 0,7-3 0,-2-2-30,-15 1 1,-1-2-1,2 0-8,5-1 1,5 0 0,-1-2 0,-4-1 0,7-5 0,-3-4-74,-9 2 1,1-2 0,-3-1 67,1-7 1,-4-1 1121,4 2 0,-11-1-949,-35-11-936,-7 29 1,-6 8 1008,-10 5 1,-1 4-180,5 0 1,1 4 1059,4 4 1,4 3-1139,9 0 0,3 2-2030,-2 18 1991,4-2 33,15-9-44,5-20-180,19-7-437,-2-13 124,9-9 49,-17 1 1,-1-2 387,7-10 145,-9 10 0,-2 1-111,-5 7 2301,-1 7-2112,-1 25 1,-1 7-272,5-2 182,-1 3 0,3-1 3246,7-12-3190,7-7 0,4-4-129,-1-7 0,0-3-351,8 2 1,-2-4-289,-5-7 1,-5-5 374,-8 3 1,-4-5-174,3-17 1,-4-3-98,-4 8 0,-2 0 539,-1 3 1,-2-3 0,-1 3 261,-2-1 1,0 2-150,-1 2 0,0 2 213,-5-14 765,-1 60 0,-1 22 1,0-3-1476,2-14 0,1 2 471,-1 9 1,0 8 0,1 0 0,2-6 354,2-3 0,6-2-318,4-2 0,3 1 0,2-3-45,-1-3 1,4-3 29,5-1 0,6-1 0,-3-6-13,-2-9 0,-1-7 39,6-8 0,1-7 1,-4 0-1144,-7 2 0,-3-2 1098,9-14 0,-4-1 214,-10 5 2636,-5 9-2962,-4 45 250,-1-3-160,3 22-488,21-23 522,-1-16 2376,18-10-2377,-8-9-1604,-2-7 0,1-2 1588,-10 8 0,-1 0-17,5-5 0,-1 3-2217,-4 7 2385,7 19 0,5 4 41,-3-6 1,4-1-188,2 3 1,4 1 0,-1-2-518,-5-5 1,0-1-1,-2-2 512,7 0 0,-2-2 5,-5-3 1,-3-2 1527,2-12-1522,-17-1 0,-3-4 769,-4-1 1,-2-1-776,1 0 1,-2 1 10,-10-12-2104,-3 25 2261,-16 35 1,-2 16-73,13-18 0,1 3 695,-5 7 1,0 6-1,3 2-665,8-2 1,5 3-1,1 1 1,1 2-383,0-1 0,1 3 0,1 0 0,0 1 0,-1-2 169,0-4 0,-1-1 0,-1 0 0,1-1 0,0-1-755,4 13 1,1 3 0,-3-9 0,-10-21 577,-17-29 0,-1-9 1,5 4-1,-4-18 1,1 1-1</inkml:trace>
  <inkml:trace contextRef="#ctx0" brushRef="#br0" timeOffset="2923">3534 1280 20681,'43'-6'-253,"1"0"1,-1-1 0,1 1 0,-1 0 0,-2 0 0,2 0 0,-2 0 0,-4 0 0,-6 1 0,-1-1 0,-4 1 0,18-5 0</inkml:trace>
  <inkml:trace contextRef="#ctx0" brushRef="#br0" timeOffset="3067">4550 1126 16804,'5'1'2510,"6"-1"-5787,1 0 2457,16 0 1,-13 0 0,3 0 0</inkml:trace>
  <inkml:trace contextRef="#ctx0" brushRef="#br0" timeOffset="3842">6496 1024 9948,'0'39'819,"0"0"0,-6 1 0,-3 3 0,0-1 273,2-7 0,0-1 0,-1-1-983,-1 3 0,-2-1 0,1-6 1638,-6 9-1753,14-58 1,4-19-201,-2 6 1,0-7-1,-1-3 1,2 0-1,-1 4 191,2-5 0,1 3 1,-1-3 14,0-3 0,-1-5 0,1 4 0,3 10 550,1 10 0,7 10-591,19 12 0,12 9 0,-5 3 576,-13-1 0,-1 3-535,14 5 0,5 5 0,-12 3-6,-19 1 1,-8 2 10,-1 11 1,-5-1 22,-5-8 0,-2-1-17,-4 7 1,-4-3 4,-1-11 1,-2-3 28,-16 10 190,1-9 205,21-20-597,15-5 146,27-15-42,0 14 1,7 4 0,-1 2 602,10 6 0,1 2-565,-8-2 0,1 1 1,-4 4 8,2 9 0,-7 5 6,-1 15-1301,-20-8 0,-7 0 1491,-16 16-717,-5-20 0,-7 2 1,0-4 671,-9-2 1,-2-4 226,3-1 1,-2 1-1,-2-5-330,3-5 0,-2-2 0,0-3 0,5-3-1095,-2-6 0,1-3-40,-2 4 1,-2 0 0,17-4 1012,31-16 0,11 0 1,-9 6-1,26-3 1</inkml:trace>
  <inkml:trace contextRef="#ctx0" brushRef="#br0" timeOffset="4321">7065 1449 19336,'27'-17'106,"0"-1"1,0 1 0,6-6-1,-4 0-106,-7-5 0,-4-2-1639,-4-3 1,-7 1 407,-7 5 0,-6 3 3010,-22-9-1174,-2 56 0,0 16-451,9-16 1,3 4-144,2 5 1,2 5-1,12-3-1000,21 5 0,15-6 989,-7-17 0,5-4 0,-1 0 0,0 6 0,1 0 0,1-6-150,8-9 1,2-7 0,-5-6-14,-2-15 0,-5-3 1048,-5 10 1,-3 0-712,-7-8 0,-9 9-163,-13 32 473,-2 4-484,5 12-28,10-9 0,5 0-2908,12 11 1297,-7-13 1,2-2-1639,16-3 2569,-7-13 0,-12-2 1,-3-1-1</inkml:trace>
  <inkml:trace contextRef="#ctx0" brushRef="#br0" timeOffset="4720">7959 1276 21364,'-10'36'280,"0"1"0,3-8 0,2-3-280,9 6 34,24-40 0,6-12-169,0 1-958,-7-1 1,4-4 0,-5 2 151,3-6 1812,-5 5-288,-12 53-488,-5-5 1,-1 2-108,-1 1 1,3 0-28,2 3 0,8-8-1600,24-22 1,8-13 1228,-10-1 0,0-1 1,-8 4-1,1-1 1,-4-1-1,-7-4 0,0-1 1</inkml:trace>
  <inkml:trace contextRef="#ctx0" brushRef="#br0" timeOffset="5006">8620 1284 16513,'1'-5'3276,"-22"42"-1397,15-14-1851,-6 5 0,6 1-3305,33 8 3271,5-26 1,10-6-1,-3-2 6,3-1 0,-1-4-396,0-1 0,3-1 0,-10-8 429,-10-14 1,-14-5-219,-19 6 1,-8 2 184,3 0 0,-4 2 96,-11 2 0,-7 7-126,5 9 0,-2 3 0,2 4 328,-1 5 0,2 2-483,-11-1 1,11 5 184,31 15 0,10 0 0,-5-8 0,10-4 0,1 0 0</inkml:trace>
  <inkml:trace contextRef="#ctx0" brushRef="#br0" timeOffset="6002">9113 1253 17467,'-14'43'157,"0"0"0,13 3 939,15-21 1,7-8-1063,25-25-1322,-17-11 1,-3-4 1276,5-5 16,-7 5 1,-3 1 1029,-10 5-1058,-5 6 135,-10 41 1063,1-9-1142,4 19 1,3 3-23,7-13 0,0-5 0,3-4 34,11-16-262,3-20 1,6-13 0,-4 2-93,-8 6 1,-2-4-129,-1-6 0,1-8 0,1-4 0,-4-2 0,-4 3 227,-8-6 0,-6 1 0,-3-1 0,2 1 232,3 2 0,0-1 1,-1 2-1,-4 3-563,-7-13 0,-4 3 0,-2 26 905,-1 38 0,0 14-263,-3 0 0,3 5-38,8 2 1,3 3-1,1-1 66,2 6 0,3 1-581,3-5 1,2 3 0,1-3 507,2 4 0,1 0 285,1-8 1,2 2-1,1-4-341,3-3 0,6-3-3,5-5 1,6-1 0,2-9 2,-1-11 0,1-7 0,0 0-150,1 5 0,0 0 1,-3-9-335,0-17 1,-3-12-1,-10-7 441,-14 7 1,-8-6-1,-4-2 1,-1 3 0,2 6 327,1-6 1,-5 7 190,-17 1 0,1 18-431,13 49 0,7 21-30,2-5 0,3 3 0,3-6 190,2-16 0,5-3-166,12 10 0,4-4-28,8 1 34,-5-11 0,1-6-45,10-15-651,-3-16 1,1-8 448,-12 2 0,-1-4 700,-3 2 0,1-2 0,-7 1 208,-9-16-53,-13 28-350,-11 35 2032,8 13-2268,5-1 1,4 1-1690,10-5 1,2-2-1656,0 17 2620,18-35 0,-22-24 0,-1-1 0</inkml:trace>
  <inkml:trace contextRef="#ctx0" brushRef="#br0" timeOffset="6120">10169 840 13364,'-6'25'-820,"0"0"1,-5 8 0,12-19 0</inkml:trace>
  <inkml:trace contextRef="#ctx0" brushRef="#br0" timeOffset="6559">10461 1173 6360,'9'-31'1092,"-1"1"0,0 2 0,-3 5 2184,-9 5-2791,-7 9 1025,-6 6-1286,-5 11-45,-4 13-129,15 5 1,3 1 1026,-1 13-1077,9-13 0,7 2 850,18 10 0,3-3-850,-7 3 1636,0 4 0,-10-4-1591,-31-17-2352,-17 2 2307,14-19 0,-1-2 0,-2 0 0,0-2-6,-1-1 1,1-1-270,-2-2 1,10-5-1365,22-12 1,14-4 818,12 8 1,11 3 0,6 1 0,-1-1 163,-7 0 1,2-1-1,1 0 1,1 1 0,3 0 245,-8 5 0,2 0 1,2 0-1,1 0 1,0 1-1,0 0 0,-1 1 1,-1-1 397,3 0 0,0 0 0,-1 0 0,0 1 1,-2-1-1,-1 2 0,-2-1 0,8-1 1,-4 1-1,-1 0 0,-1 0 0,6-1 0,0 0 1,0 0-1</inkml:trace>
  <inkml:trace contextRef="#ctx0" brushRef="#br0" timeOffset="7024">11606 724 15381,'-45'-5'1092,"1"1"0,8-1 0,14-3-2185,39-6 1,22-4 0,-4 1 604,-6 2 0,0-1 473,4 0 0,2-2 0,-5 1 1424,3-6-1565,-17-12 1004,-25 16-826,-4-3 1,-13 18 100,12 13-45,2 7 544,5 24 0,2 8-1388,1-15 1,2 2 865,-1 3 1,0 5 0,1-3 11,0 2 0,0-2-112,0 1 0,-1 2 0,-2 1 0,-2 4 0,1-4-114,1-5 0,-2 0-979,0 1 1,-2 3 0,-2-9 821,-11-6 1,7-4 0,1-19 0</inkml:trace>
  <inkml:trace contextRef="#ctx0" brushRef="#br0" timeOffset="7193">11358 1007 9879,'33'-13'-243,"-1"0"0,1-1 0,0 1 0,8-4 1,0 2-1,-3 4-1396,0 7 1,-2 3 982,0-1 1,-3 2-1,5-1 1,-11 1 0</inkml:trace>
  <inkml:trace contextRef="#ctx0" brushRef="#br0" timeOffset="7603">11863 985 17364,'34'-21'650,"0"0"0,-3 2 0,-5 11-555,-11 37 1,-9 12-35,-8-12 1,-5 0-1155,0 5 1,-2 3 0,-4-5 163,-5-7 1,-4-8 2471,-14-5-1599,41-36 0,12-11-579,5-1 0,3-1 583,-6 8 0,2 0 0,3 2-548,7 4 1,4 3 0,-4 7 498,7 8 937,-6 7 1,-5 9-1767,-19 14 0,-7 6-709,2 6 1,-1 0 1091,0-7 1,-1-2 0,-1-1 0,0-5 0,0-13 0</inkml:trace>
  <inkml:trace contextRef="#ctx0" brushRef="#br0" timeOffset="7806">12399 895 17287,'-15'35'855,"0"0"0,1 2 1,5-3-4133,9-1 2457,0-5 1,0-14 0,0-12 0</inkml:trace>
  <inkml:trace contextRef="#ctx0" brushRef="#br0" timeOffset="7960">12347 576 14484,'6'35'0,"-1"1"0,1 0 0,0 7 0,1 0 0</inkml:trace>
  <inkml:trace contextRef="#ctx0" brushRef="#br0" timeOffset="8591">12708 1171 8310,'7'-37'428,"1"-1"1,-1 1 0,4-14-1,-10 11 2848,-26 22-2900,-20 11-1229,8 15 897,7 5 1,0 5 490,10 8 1,4 2-525,-1-4 0,4-1 56,8 18-33,44-42-51,-17-9 0,1-4 11,11-6 1,0-2 10,-7 0 1,-3 1-28,6-4 51,-11 20 83,-18 23 151,8 20 1,5 3-96,11-2-2,0-3 0,4-9-87,14-32-57,-16-11 1,1-7-1,-2-5 0,-6-9 1,-3-5-1,-1-1-11,5 3 0,0 0 1,-4-5-289,-8 5 0,-2-6 0,-2 0 0,-3 2 0,-1 6 674,-5-7 1,-3 4 101,4 3 0,0 0 0,-2 20-196,-10 49 0,1 25-460,9-17 1,5 3-1,-1 2 162,0-5 1,-1 2 0,1 0 0,4 1-12,2 1 0,2 1 1,4-1-1,3-2 6,7-2 0,4-2 0,1-1 0,-3-2 0,-6 1 0,-3-2 0,4-2 0,7-3 0,0 1 0,1-1 0</inkml:trace>
  <inkml:trace contextRef="#ctx0" brushRef="#br0" timeOffset="9041">14519 830 20311,'44'-2'206,"1"0"0,-1 1 0,1-1 0,0 0 0,-1 0 1,0 1-1,-2-1 0,-1 1 0,-1-1 0,1 1-862,-2 1 1,0-1-1,-1 0 1,0 2 0,-2 0-165,1 2 1,-1 1 0,-2 0 0,-1 0-274,2-2 1,-2-1 0,-2 1-547,15 7 1,-19-3 830,-34-11 0,5 4 0,-5-3 0</inkml:trace>
  <inkml:trace contextRef="#ctx0" brushRef="#br0" timeOffset="9225">15046 734 11403,'-23'8'0,"0"-1"0,-13 6 0</inkml:trace>
  <inkml:trace contextRef="#ctx0" brushRef="#br0" timeOffset="9538">14569 998 17827,'31'5'799,"-1"1"1,-3-2 0,4 0-1620,7-2 1,8-2 0,2-1 0,-4 0 539,-3 1 0,-2 0 1,2 0 279,-1 0 0,2 0 0,0 0 0,-3 0 342,-1 0 0,-2 0 0,0 0-350,-3 0 1,1 1 0,-1-1-357,4 1 0,0 0 0,-3 0 364,0 0 0,-2 0 38,3 1 0,-6 0-3315,-15-3 0,-6-6 2499,-8-6 1,0 3 0,0 0-1</inkml:trace>
  <inkml:trace contextRef="#ctx0" brushRef="#br0" timeOffset="9857">15508 529 8988,'-27'11'1092,"-1"0"0,15 15 0,13 4 301,25 0 0,13 0-1298,-13-7 0,2 2 0,3 0 0,-1-1-146,3-1 0,0-1 0,1 0 0,-2 2 70,-2 3 1,1 1-1,-4 2 1,-8-1 459,-6 3 1,-7-1 0,-7 1-466,-10 2 1,-9 0 0,-8-4-671,0-10 1,-6-4-1,-4-1 1,0-2 0,5 0-438,-5 2 1,3-2 0,0-1 545,-7 1 1,-1 0 0,14-5 0,19-4 0,7-4 0</inkml:trace>
  <inkml:trace contextRef="#ctx0" brushRef="#br0" timeOffset="10647">17877 614 17409,'-9'36'655,"0"1"0,-1-1 1,2-2-1,-1 0 0,1-4-405,-1-3 0,1-2-245,1 0 1,-1-1-1645,1 4 1,0-2 686,-2 8 941,2-2 893,5-23-602,2-35-269,-1-1 0,2-5-11,-1-4 0,2-5 4,0-2 0,2-4 0,3 0-10,4 7 0,4 0 1,0 1-1,-1 1 6,0-1 0,-1 2 0,3 0-768,5-6 1,4 2 0,3 16 718,3 26 1,2 13 0,-4 2 31,-6-4 0,-1 4 17,5 4 0,1 5 0,-11 1 0,-17 12 0,-15 2 30,-9-6 0,-8 0 0,2-1-245,4 4 1,-1-3 214,-4-8 0,-3-1 0,10-8-34,16-10 6,28-13 0,10-6-6,9 2 15,-9 2 1,6-2-1,-2 4-43,9 10 1,-3 4 50,-5-2 0,-4 5 7,-4 10 0,-2 5 1,-12 1 51,-25 8 0,-10-1 13,11 3 1,-6-3 12,-18-11 1,-12-6 0,4-5 3,8-5 1,1-3-79,-9 1 0,10-7-2410,30-20 2410,28 13 0,17 4 0,-4-2 0,-15-4 0,1 0 0,9 8 0,0 0 0,0-1 0</inkml:trace>
  <inkml:trace contextRef="#ctx0" brushRef="#br0" timeOffset="11183">18628 857 15915,'29'26'-138,"0"1"1,0-13 0,4-2 0,-3-6-166,0-8 1,-2-5 235,12-2 0,-7-3 2135,-18-6-1945,-6 3 449,-6 2 328,-7 9-889,-6 8-1044,-10 23 1,0 5 1032,1 1 537,1-1 1,2-4-538,14-16-1898,43-31 1898,-15 2 0,4 0 0,2-3-11,-13 5 0,0-1-7,14-9 1,0 0 2174,-3 1-2219,-5 9 0,-4 10-2150,-20 48 2167,1 0 39,-2-17 1,3 0-3272,25 4 2939,18-22 0,-11 0 1,2-9-1</inkml:trace>
  <inkml:trace contextRef="#ctx0" brushRef="#br0" timeOffset="11556">19589 797 8430,'-33'18'1092,"0"1"0,-1 12 0,11 5-159,23-5 1,6 1-900,-2 1 0,4-3 1257,9-5 0,7-6-1269,8-10 0,5-6-460,-4-1 0,1-2 1,-2-5 481,-3-6 1,-1-5 0,-1 0 304,12-2 1,-10-4-345,-20-11 1,-16-2-11,-23 3 1,-12 6 71,8 9 1,-3 5-109,3 2 0,-3 2 0,4 5 18,3 8 1,5 6-118,5 3 0,5 5-1499,7 5 1,5 2-1639,5 12 3133,3-14 0,2-3 1,2-5-1,2-6 1</inkml:trace>
  <inkml:trace contextRef="#ctx0" brushRef="#br0" timeOffset="12847">20061 869 16871,'0'-4'3276,"0"1"-2965,-16 15 1,-5 11-222,6 18-1729,-5-7 1,2 1 1156,13-11 1,5-1 1148,0 11-667,2-22 45,2-5 157,22-12-1829,-3-13 0,2-5 1358,-2 6 0,-1-2 123,7-13 0,-3 0 1168,-12 11 1,-2 2-1023,9-16 203,-7 10-248,-6 17 213,-8 31-112,-5 4 56,-4 18-67,2-14 56,2 8 3175,2-18-2880,14 1-3665,19-24 3302,-6-7 1,1-2-34,0 0 0,-1-1 0,0-6 0,-3-1 0,8-13-1033,-16 10 0,-1 1 1055,1-1 56,-1-4-10,-12 26 55,-10 18 1061,2 8 1,1 3-1151,7 13-1107,13-11 0,9-5 1062,5-17 0,4-7 5,4-2 1,0-3 1016,-7-2 0,-2-5-1191,-4-8 1,-2-4-597,-4-3 0,-2-1 770,-1 1 1,-1 0 5,-2-17-291,-8 29 381,-12 29 66,-1 22-144,-1 6 21,7-19 1,2-1 111,8 5 23,22 5-403,5-23 0,10-5 0,-3-1 240,-3 2 1,0-1 9,5-3 0,4-2 0,-7-9-695,-5-20 0,-8-4 680,0 1 764,-5 0 0,-8 3-797,-20 16-1,-6 7 68,-29 16 690,21 0 0,0 2-724,-1 0 0,2 2 2936,-8 16-2958,20-13-2959,5-1 2970,10-7-464,7-2 139,11-7 571,3-4-616,1-4-2659,11-11 2737,-4-1 270,-3 1 2121,-11 8-1942,-15 27 346,-2 7 232,0 9-646,4-6 342,21-21 1,6-8-377,-4-4-44,7-2 0,-3-6 11,-20-9 1,-5-5-12,-1-9 0,-3-2-6,1-2 1,-2-2 16,-2 12 0,-2-2 0,-3-1-752,-3-13 0,-3-1 0,-2 7 713,1 16 0,-2 2 151,-7-19 0,0 16 39,3 54 1,2 22-509,7-13 0,2 6 1,1 1-1,-1-4 122,-3-3 0,0-3 0,0 2-596,3 1 1,1 4 0,-1-3 0,-2-10 548,-16-1 1,10-13 0,0-7-1</inkml:trace>
  <inkml:trace contextRef="#ctx0" brushRef="#br0" timeOffset="12999">20709 597 17095,'-29'-6'0,"0"-1"0,6 2 0,0 0 0</inkml:trace>
  <inkml:trace contextRef="#ctx0" brushRef="#br0" timeOffset="13182">18500 666 16207,'32'-4'82,"0"0"0,0-3 0,-4 0 1,-8 5-1,-3-6 0</inkml:trace>
  <inkml:trace contextRef="#ctx0" brushRef="#br0" timeOffset="102294">28661 3368 13957,'0'-4'1647,"0"0"-2208,0 22 1,-1 23 0,-1 1 759,-1-8 0,-2 2 0,1 1 0,0-1-199,1 2 0,1 0 0,0 1 0,-1-2 370,-2 0 0,0 1 0,0-2 1,1-6-400,-1-3 1,0-4-1472,-3 11-539,2-7 2039,3-41 0,3 8 0,0-18 0</inkml:trace>
  <inkml:trace contextRef="#ctx0" brushRef="#br0" timeOffset="102612">28600 3322 12600,'0'-7'1378,"0"2"-3958,0 5 3151,86 19-509,-64-7 0,0 2-218,12-1 1,4-1 0,-11 6 765,-16 8 1,-9 1-74,-14 7-274,-4-13 1,-4-4 258,-21 2-511,19-10 0,-1 1-78,-13 5 0,1 1-33,-4 3-1539,13-5 1,5-2-1639,14-4 2457,16-4 1,-7-3 0,7-1 0</inkml:trace>
  <inkml:trace contextRef="#ctx0" brushRef="#br0" timeOffset="102875">29246 3240 13219,'-24'36'409,"0"0"1,1-1-1,-1 1 1,4-3-1,1 0 1,0 2 0,3-1-1,3 0-236,4 3 0,3-1 1,3 1-1,0 0-179,0-2 0,1 1 1,1 0-1,1-2 2,1 11 1,1-1-1,4-6 698,4-2 1,7-8-695,21-13 0,1-6 0,-11 5 0,4-12 0,-1-1 0</inkml:trace>
  <inkml:trace contextRef="#ctx0" brushRef="#br0" timeOffset="103173">29950 3195 21062,'-28'29'324,"-1"1"1,1-1 0,-1 0 0,1 1 0,-1 0 0,0 2 0,0-1 0,1-1 0,1-1-1145,0-2 1,1 0 0,1-2 0,0 1 24,-6 9 1,0-1 0,3-2 794,1-2 0,3 0-1639,0 6 1,2-2-1639,0-3 3344,19-7 0,7-27 0,11-11 0</inkml:trace>
  <inkml:trace contextRef="#ctx0" brushRef="#br0" timeOffset="103497">29511 3104 11130,'15'33'1092,"1"-1"0,-1 1 0,0-3 546,-2-5 0,0-2 0,1 4 0,0-1-2055,1 2 0,0 2 585,0 0 0,1 2 0,-1-1-361,3 5 0,0 0 200,-3-4 1,2 1 0,-2-3 692,0 2 0,0-3-700,-2-2 0,0-1 0,7 15 23,-4-6-23,-7-16 0,-3-4-774,-4-12-2503,3-29 2457,-1 6 1,1-11 0,-2 19 0</inkml:trace>
  <inkml:trace contextRef="#ctx0" brushRef="#br0" timeOffset="103775">30304 3361 14046,'31'-3'52,"-1"0"1,-2 0-1,-3 1-175,4 2-3154,5 0 2718,-10 0 0,-3 0 0,-14 0 1</inkml:trace>
  <inkml:trace contextRef="#ctx0" brushRef="#br0" timeOffset="103960">30326 3483 20076,'38'-3'-547,"-1"1"1,-6-1 0,-2-1 0,10-1 0,-20-1 0</inkml:trace>
  <inkml:trace contextRef="#ctx0" brushRef="#br0" timeOffset="104563">30921 3332 18765,'21'-18'504,"0"0"0,16-9-336,-19 26 191,12 28-214,-17 7-128,-3-11 0,-5 1 106,-18 18-1762,-5-24 1,-2-1 1442,-4-1 1,0-1 1021,-15 9-871,10-10 0,26-13-236,40-15-2144,-9-1 2195,2 0 1,1-1-18,-10 2 0,-2-1 449,6-7 0,-3 0 616,0 0-684,-3-5 247,-43 44 50,4 10 1,3 6-348,6-8 0,5 1-34,3 13 1,12-4-292,25-17 0,7-9 109,-10-1 1,0-4-1508,8-4 1,-1-5 1598,-9-9 1,-4-2 0,0 1-1,5-10 1</inkml:trace>
  <inkml:trace contextRef="#ctx0" brushRef="#br0" timeOffset="104842">31485 3047 16176,'25'37'1638,"-7"-12"0,3 2 0,8 5 0,-2 4-1147,-11-5 0,0 3 0,-4 2 0,-6-1-1584,-10 7 1,-8 0 0,-5 2 639,3-7 1,-4 2-1,-3 1 1,-1-2-1,-1-2-367,-5 1 1,-3-3 0,-2-2 0,-1-1 163,4-6 1,-2-1-1,0 0 1,0-3 0,2-1 245,-9 3 0,2-3 1,4-3-1,1 0 1,4-3-1,6-3 0,0 0 1</inkml:trace>
  <inkml:trace contextRef="#ctx0" brushRef="#br0" timeOffset="105628">31038 3825 13577,'-8'0'2532,"2"0"-1277,4 0 840,1 0-4683,-1 3 2588,2-2 0,0 2 0,0-2 0</inkml:trace>
  <inkml:trace contextRef="#ctx0" brushRef="#br0" timeOffset="110462">31038 3106 18597,'-13'-10'1411,"-5"27"1,-1 13-790,-3 7 0,0 9-1278,9-12 1,-2 7-1,1 2 1,1-1 0,1-5 301,0 3 0,2-4 1,0 3 361,2-1 0,0 3 1,1-1-1,3-8 753,2-5 0,1-4-705,1 16-1364,0-3 1308,0-16 0,0-2 22,0-14 202,0-2-779,12-22-1619,-1 0 535,5-7 1,2-3 982,-6 7 1,-1 2-1,12-17 1,-13 18 0</inkml:trace>
  <inkml:trace contextRef="#ctx0" brushRef="#br0" timeOffset="111268">31225 3274 14204,'0'-6'3276,"0"2"-1027,0-3-1208,0 5-817,0-6 124,12 4-3625,22-2 3098,-5 1-330,-4 1 1,-1 2 609,-4 0-45,4 0-33,-11 2-1574,1 6 1562,-8 2 1551,1 9-1439,-17 2 84,-12 1 1,-10 0-134,1-4 1,-4-1 0,-1 0-547,-1 2 0,1-1 0,-1 0 472,4-4 0,0 0 0,4-2 1517,-13 3-1484,33-10 247,5-1 158,1-2 1964,3 0-1987,5 0-393,2-1-44,6 1 3298,2-1-3160,3 1-3393,15 8 3341,7 14-1120,-13-4 0,0 4 1118,2 6 0,-1 1-112,-5-3 1,-1-1 117,-3-1 0,0 1 122,2-1 0,-2-1-100,-1-1 11,6 5 515,-22-25-3893,-2-2 2457,-2-4 1,1 3 0,-1-3 0</inkml:trace>
  <inkml:trace contextRef="#ctx0" brushRef="#br0" timeOffset="117316">29625 5087 19717,'33'-2'157,"0"0"0,-1 1 0,14-2 0,-4 1-157,-18 2 0,-1 0-1639,7 0 1,-2 0-1639,1 1 2512,3 2 0,-29-1 0,-3 1 0</inkml:trace>
  <inkml:trace contextRef="#ctx0" brushRef="#br0" timeOffset="117451">29721 5218 10074,'43'-2'-1073,"-1"0"1,1-1 0,1 0 1059,0-3 0,-4-1 1,-14 4-1,-3-1 0,12-2 1</inkml:trace>
  <inkml:trace contextRef="#ctx0" brushRef="#br0" timeOffset="118038">30408 4968 19650,'0'16'1490,"0"2"-1131,0 12-46,0 2-3590,0 2 2729,0 9 775,0-13-227,0 3 11,0-20 23,0-6-1185,0-7 1218,6-26 0,3-15-33,3-1-49,-4 11 0,1-3 0,1 3 226,0 6 1,2 1-246,10-12 0,4 2-256,-4 11 1,0 3 278,4-6 0,1 4-34,8 10 45,-10 23 0,-3 9 151,-8 8 0,-3 4-56,8 6 1,-2 4-85,-15-9 0,-3 1 0,-1-4-17,1-3 1,0-2-40,-6 20-145,7-32 534,0-5-2002,9-4-1619,36-11 2621,-9-3 1,-11 4-1,-2 1 1,-6-3 0</inkml:trace>
  <inkml:trace contextRef="#ctx0" brushRef="#br0" timeOffset="118686">30522 5963 19157,'1'27'3126,"-2"-11"-2941,2 13 0,0 4 185,-1 5-23,0 3-1986,-2-13 1,0 2 1318,-1-3 1,0 1-385,-1 3 0,0-1 580,-3 12-279,4-22-2874,14-16 2730,7-23 1,2-6 0,0 9 0,-2-6 0,0 1 0</inkml:trace>
  <inkml:trace contextRef="#ctx0" brushRef="#br0" timeOffset="119152">30822 6018 15202,'0'-3'3276,"0"1"-6454,-42 21 3811,17-5 1,-1 1-405,-8 3 1,-2 1-433,-1 3 1,3 0 381,0 3 739,5-3-862,25-12 112,18-11-145,12-5 261,5 2 0,9 1 0,-5 1-150,-10 3 1,0 0 622,9 0 1,4 1 0,-8 5-456,-5 19-1148,-2 1 0,3 2 857,-4-7 0,-1-1 0,5 6 1,-1-2-46,5-1-3243,-9-16 0,-11-21 2457,1-6 1,-8-1 0,-3 4 0</inkml:trace>
  <inkml:trace contextRef="#ctx0" brushRef="#br0" timeOffset="124294">30841 6571 9890,'6'5'931,"-1"-1"-898,-5-4-44,0 0-45,2 0-2779,2 0 2835,1 0 0,-1 0 0,-2 0 0</inkml:trace>
  <inkml:trace contextRef="#ctx0" brushRef="#br0" timeOffset="125131">30014 4693 14271,'19'-35'3276,"-6"7"-2596,-18 28-557,-3 0 90,-10 15 0,-2 5-157,3 1 50,-1 2 1,2 6-1746,11 3 1,6 3 1576,-2-1 1,1 3 236,1-1 1,2 5 0,-1 1-349,1-5 0,0 2 0,-1 2 0,1 0 304,0 4 1,-1 2 0,1 0 0,0-1-68,-1-5 0,1-1 1,-1 0-1,-1 1 12,-1-2 0,-1 0 0,-1 1 1,0-1-1,-1-3-405,-1 0 0,0-2 0,-1 0 1,-1 2 395,0 4 0,-1 3 1,0 0-1,0 0 0,0-3-62,0-3 1,1-3 0,-1-1 0,1 4-4,0 2 0,0 4 0,1 0 1,1-3-1,2-6-25,5 5 1,3-4 505,-6-1 0,1 1 1,9-8-2123,30-13 1,8-14 1091,-22-3 1,0-3 0,15 0 0,-3-1 0,-13-8 0</inkml:trace>
  <inkml:trace contextRef="#ctx0" brushRef="#br0" timeOffset="126139">31192 4733 12568,'4'-27'1638,"0"0"0,3-14-4915,6 16 3165,-6 15 1689,6-3-1566,-4 8 560,24-10-425,-15 7-582,6-1 1,2 0 1040,11 2-527,-5 0 57,-1 4 167,-7 15 102,-9 1-79,11 16-101,-11 2 123,-5-4 1,1 5-1,-1-1-185,1 1 1,-1 1-92,1 3 0,0 3 0,-1-3 113,-1 0 1,0-1-579,-2-2 1,1 2-1,-1 4 504,-1 0 0,-1 5 0,0 3 0,0-2 0,-1-3-15,2 6 0,0-4 1,-1 3-90,-1-8 1,-1 4 0,0-1-1,0 0 1,-1-4-300,-1 7 1,-2-5-1,1 0 375,0-5 0,0 0 1,0 1-11,0-1 1,0 2 0,0 1 0,0-2-6,0 6 0,1-1 0,-1-2-11,1 7 1,0-1 471,0-6 1,0-2-529,2 8-106,-1-7 106,-1-17 11,1 6 1506,-2-20-1517,1 0 123,-16 18-123,2-13-1093,-16 3 1,-11 1 0,0-3 850,0-2 0,0-3 1,5 0-1,-1 1 0,4-1 1,8-3-1,-1 0 0</inkml:trace>
  <inkml:trace contextRef="#ctx0" brushRef="#br0" timeOffset="127790">30910 5031 13700,'8'0'236,"4"0"-69,-6 0-133,1 0 33,-5 0 157,-1 0-168,0 0 23,1 0-79,3-1 44,6-2-44,-5 1 34,2 0-34,-7 1 190,0 0-2587,1 1 2397,6 0 0,-4 0 0,3 1 0</inkml:trace>
  <inkml:trace contextRef="#ctx0" brushRef="#br0" timeOffset="130832">32307 5249 12818,'-1'-42'3276,"0"9"-1891,-8 54-394,-2 2 1,-1 3-796,0 1 0,-1 5-37,1 4 0,-2 6 0,0 0 0,3-6-159,1-4 0,1 0-1011,-2 10 0,0 4 1,4-11 1066,6-17-101,3-22 55,3-16-234,0-9 0,0-9 0,1-1-482,1-3 1,1-2 0,0 0 701,-1 1 0,1 0 1,0 0-380,-2 7 1,0-3-1,2 4 1,1 6 382,8 6 0,1 4 0,-3-5 0,2 5 796,13 15 0,2 14-699,-10 18 0,-3 11 0,-3-3 20,-4-13 1,-4 2 13,0 10 0,-5 6 0,-11-10-90,-18-17 0,-11-10 0,1-1-596,2 3 1,0-1-1085,-7 0 1,7-5 818,21-11 1,19 3 0,5-4 0</inkml:trace>
  <inkml:trace contextRef="#ctx0" brushRef="#br0" timeOffset="131148">32797 4689 13835,'5'0'1638,"-17"19"0,-10 8-3277,4-8 1,-2 2 1294,-8 11 1,-1 0 359,7-11 1,1-1-1045,4-2 1,3-1-2077,-1-1-173,-1 5 3185,19-21 1,-3 0 0,2 0 0</inkml:trace>
  <inkml:trace contextRef="#ctx0" brushRef="#br0" timeOffset="131409">32628 4744 12210,'5'6'45,"-1"1"-45,-4 0-3277,0-1 2653,2-4 1,-2-2-1,2 0 1</inkml:trace>
  <inkml:trace contextRef="#ctx0" brushRef="#br0" timeOffset="131892">32647 4878 11399,'-37'17'967,"-1"0"0,1 2 1,0 5-1453,7 5 1,0 5 0,1 1 570,6-6 1,-1 1 0,2 0 0,-1 1-76,-1 5 0,-1 1 1,1 0-1,3-1 484,-3 0 0,3 0 0,11-3-294,18 8 1,12-9 733,25-19-887,-7-16 1,8-6-1,-5-3-37,-2-5 1,-2-6 41,-9 1 0,1-3 0,-1-2 0,-5-1-434,-6-3 0,-5-1 1,-1 0 611,2 1 0,0 0 1,-6 1 969,-6-8 1,-11 8-1169,-12 17 1,-6 10-1176,-12 16 0,-2 11 49,8 0 1,-1 5 0,3 1 623,2 2 1,3 1 0,3-1 0,-1 9 0,5-4 0,6-2 0</inkml:trace>
  <inkml:trace contextRef="#ctx0" brushRef="#br0" timeOffset="132526">29818 7293 19684,'-35'17'489,"-1"0"0,2 0 1,5 2-3767,1 16 2079,10-8 1,2-1 1141,0 1-631,1 1-445,23-46 1,6-11 1901,0-3-770,1 2 0,-1 0-1563,-5 7 2449,-5 12 1573,-2 9-2023,-1 14-2458,6 25 2022,17-10 0,9 2 0,-5-2 0,-15-4 0,2 0 0,12-2 0,0 1 0,0-1 0</inkml:trace>
  <inkml:trace contextRef="#ctx0" brushRef="#br0" timeOffset="132761">30173 7425 19269,'0'47'410,"1"-1"0,-1 1 0,1 0 0,0-7 1,1 0-398,-1 0 0,0 7 1,0 3-1,0-4 1,0-9-1653,1-2 1,1-5 446,-2 7 1,-1 0 1673,1-10 1,-1-1-1010,0 19-937,0-26-1813,5-41 2457,1-6 1,0-2 0,-1 8 0</inkml:trace>
  <inkml:trace contextRef="#ctx0" brushRef="#br0" timeOffset="133028">30220 7470 16602,'-15'-29'1638,"0"-1"0,-5-9-1250,22 22-388,13 17-33,13 2-1606,-1 12 1,0 4 607,4 5 1181,-9-1 1,-5 2-106,-11 6 380,-21 10-245,-5-9-1080,-15-3 1,-3-2 865,17-13 1,1-2-206,-15 8 0,4-2-2528,17-7-510,3-2 3036,20-7 0,-6-1 1,6-1-1</inkml:trace>
  <inkml:trace contextRef="#ctx0" brushRef="#br0" timeOffset="133295">30634 7078 18888,'-7'35'311,"0"-1"0,0 0 0,0 2 0,2-2-860,-2 0 0,7-5-271,26-12 1,-20-1 0,19-14 0</inkml:trace>
  <inkml:trace contextRef="#ctx0" brushRef="#br0" timeOffset="133570">30850 7132 9184,'-30'22'498,"-1"0"1,1 0-1,-8 5 1,7-5 2066,13-5-2565,17-12 1409,11-9-1376,9-2 12,6 9 849,-3 5-894,2 16 3276,-5 3-3217,5 4-1698,-3-9 1,2-2 818,12 6 1,-1-1 0,-19-19 0</inkml:trace>
  <inkml:trace contextRef="#ctx0" brushRef="#br0" timeOffset="133965">31504 7087 22003,'-14'39'285,"0"0"1,0 0 0,1 0 0,-1 0-1,0 0 1,-1 4 0,0 0 0,0 0-1,4-4 1,3-4-286,3 5 0,8-2-1093,7 0 1,6 1 0,1-3-547,6 1 1,4-3 545,-4-6 1,3 0 0,0-7-547,8-6 1,0-8 1565,-8-9 0,-1-3 0,5 3 0,-7-7 0</inkml:trace>
  <inkml:trace contextRef="#ctx0" brushRef="#br0" timeOffset="134165">31930 7387 22350,'-9'33'452,"-1"0"0,1 4 0,3 0-2091,5-7 1,2-2-891,-1 18 1431,0-7-2179,13-29 2457,-1-5 1,4-2 0,-7-3 0</inkml:trace>
  <inkml:trace contextRef="#ctx0" brushRef="#br0" timeOffset="134301">32084 7562 17521,'32'-13'0,"0"-1"0,0 1 0,6-3 0,0 0 0</inkml:trace>
  <inkml:trace contextRef="#ctx0" brushRef="#br0" timeOffset="134580">32474 7365 19112,'-16'42'655,"-1"-1"0,1 1 1,1-4-1,0-1 0,6 0-1748,6 3 1,5 0 0,-1-4 795,0-6 0,-1-1 293,1 3 0,0 4 0,0-9 1357,0-8-1645,1-7-2985,4-10 2612,11-45 1,-8 29-1,6-31 1</inkml:trace>
  <inkml:trace contextRef="#ctx0" brushRef="#br0" timeOffset="134846">32492 7339 20143,'-9'-30'-157,"7"10"-3120,13 29 1006,16 15 1283,-2 11 1072,-12-13 0,-2 2 643,1 13-200,-13-4-280,-10-12-141,-8-6 1,-4-1-387,-13 6-1037,14-9 0,1-1 1317,1-6 0,16-4 0,2-2 0</inkml:trace>
  <inkml:trace contextRef="#ctx0" brushRef="#br0" timeOffset="135146">32717 6930 13139,'25'33'810,"-1"0"1,-1 1-1,1 3-358,-3-1 0,0 3 0,-3 3-338,-6-8 0,-1 3 1,-2 1-1,-1 1 1,-1-1-122,-1 0 0,-1 0 1,-1-1-1,-1 1 0,-1 0 7,-1 8 0,-1 2 0,-3-3 0,-4-4 327,-5-2 0,-5-4 0,-5-3-1420,-11 1 1,-6-4 0,3-4 659,5-5 1,1-3-1,0 3 1,-1 0-1,7-8 1,7-12-1</inkml:trace>
  <inkml:trace contextRef="#ctx0" brushRef="#br0" timeOffset="135498">32987 6480 11167,'-2'32'210,"-1"1"0,1 0 0,-2 15 0,2-4-3487,7-4 2841,7-14 1,-5-4-1,4-22 1</inkml:trace>
  <inkml:trace contextRef="#ctx0" brushRef="#br0" timeOffset="136237">33156 6553 17734,'-30'16'98,"-1"-1"0,1 0 0,-11 4 0,11-3-53,25-5 179,12-8-179,7-3 106,9-6 0,2 2 174,-2 10 135,22-1-1915,-32 13 0,-2 5 1483,7 0 0,1 0-28,0 2 0,2-1-96,0-3 1,2-3 95,3-7 0,0-2 0,-3 1 0,10-5 0</inkml:trace>
  <inkml:trace contextRef="#ctx0" brushRef="#br0" timeOffset="138717">32459 6804 10563,'-6'-2'1737,"1"0"-605,5 2 627,-18-17-1412,12 8 168,-14-13 617,18 8-291,1 5-550,1-1-168,0 6-280,0 4 280,-5 13-44,-2 21-102,-1 3 23,1 3 56,4-17 404,2-17 313,0-1-758,2-25 0,2-23 0,0 6-3292,2 5 3238,-2-3 1,0-7 0,1 13 27,0 19-875,1 4 729,0 6 157,2 7 0,2 5-28,1 15 0,0 2 17,-1-1-701,0 1 1,-1-3-2566,-2-14 0,4-3 2549,2-5 1,-4-3-1,-2-1 1</inkml:trace>
  <inkml:trace contextRef="#ctx0" brushRef="#br0" timeOffset="138918">32642 6734 18698,'32'-7'0,"0"1"0,0-1 0,6-1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57:36.677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FFC000"/>
    </inkml:brush>
  </inkml:definitions>
  <inkml:trace contextRef="#ctx0" brushRef="#br0">4287 2361 11526,'4'-6'1726,"-1"2"-763,-3 4-447,0 0-23,10-33-2537,-6 16 2156,8-16 982,-6 38-410,1 20-1034,1 7 1,0 12 557,-4-12 0,0 7 0,-1 5 0,1 2 0,0 0 0,-1-2 0,0-4-299,1 7 1,0-4 0,0 0 0,-1 5 90,0-5 0,0 4 0,0 3 0,0 0 0,0-1 0,-1-2 0,-1-6-20,0 5 0,-1-5 1,0-2-1,-1-2 1,1 1 1,0-2-1,0 1-343,0 0 1,0 4 0,0-2 0,0-7 344,0-6 0,0-2 672,0 8 1,0-12-3933,12-63 2621,-5 4 1,0 11-1,-1 1 1,-2-1 0</inkml:trace>
  <inkml:trace contextRef="#ctx0" brushRef="#br0" timeOffset="642">4365 2512 11210,'30'-20'655,"-1"0"0,1 0 1,5 2-1,2 2 0,-3 9-1963,2 17 1,-4 11 1549,-6 4 1,-2 6 0,-4 0-159,3 7 0,-8 1 470,-9-4 0,-5 2 0,-4-2-425,-11 7 0,-8-4 249,1-12 0,-3-1 1,0-1-351,-6 9 0,0-4-760,1-4 1,3-12 821,10-23-180,17-4 2292,8-15-2292,15 8 0,6 2-439,-3 2 1,2-1 534,8-3 0,2-2-581,-12 7 1,1-1-1,-1-1 586,0-4 1,-1-1-1,-1 0-11,8-4 0,-3-2 33,-6-4 1,-1-4 0,-7 5 111,-4-3-128,-2 3 0,-7 11 5,-28 42 479,10 14-490,0-12 0,3 4 28,12 16 1,7 1-63,5-3 23,-1-6 0,2 2-560,0-8 0,2-4-2717,5-1 2695,9 12 1,-19-35 0,-2-4 0</inkml:trace>
  <inkml:trace contextRef="#ctx0" brushRef="#br0" timeOffset="2030">5334 2495 13403,'-23'37'406,"1"1"0,7-10 0,1 2 0,4-2-272,5 5 1,5-3-57,-2-2 1,7-5-1325,26-8 0,8-10 1246,4-18 476,2-2 0,-3-4-460,-22 3 1,-4-4-410,3-7 1,-7-4 470,-15-8 0,-11 0 68,-6 4 0,-9 4-343,1 9 0,-4 3 1,-1 9 296,-3 14 1,-2 11 0,4 0 607,-2 1 0,6 4-697,1 15 0,10 6-28,19 2 1,9-2-327,-2-16 0,3-1 320,6 13 1,4-6 22,19-14-353,-7-9 0,4-8-210,-6-12 0,3-10 0,1-1 0,-4 2 1069,11 1 1,-3-4-513,-9 1 0,0-4 1,-2-4-1,-7 0-501,-10-10 0,-7-1 1,-2-1 524,2 2 1,-1 1 0,0-1 100,0 0 1,-1-1 0,0 6 542,-1 1 0,1 17 111,-1 62-644,0-16 0,0 3 27,0 7 1,0 3 0,1-1 0,0 4 0,0-2-146,0-6 0,-1 0 0,0 1-4,2 5 1,-1 2 0,0-2-251,-4-7 1,0-2-1,-1-6 1599,-4 5 88,-4-9-1399,7-56-92,13-1 0,8-5 0,0 2 19,-1 4 0,5 3 24,11 1 0,8 2 0,-3 11 26,-10 19 1,-1 7-23,13 9 0,-6 5 2145,-16 13-2112,-11-6 1,-8 1-1051,-12 1 1,-8-2 1042,4-5 0,-2-1 1,-2-2-24,-12 3 1,-2-5 1,1-5 1,2-5 67,7-5 0,3-5-152,-11-23 57,7 9-79,18-18-78,45 24 179,4 15 1046,-10-4 0,3 1-1074,7 4 0,2-1-1177,-1-4 1,2-5 655,0-6 0,2-6 0,-2-2 474,-7-2 0,-1-2 1,-3-3 542,1 0 0,-2-2 1,-5-8-541,-11-4 1,-4-10 0,-3-4 0,-2-1 0,-1 4 0,0 7 71,1 4 0,-2 5 0,-1-4 33,1-9 1,0-9 0,-1-2-1,-2 8 1,-1 15 258,-5 10-856,-12 49 709,6 9-16,2-1 0,1 4 50,5-7 0,1 1 1,1 4-105,1 4 1,2 5 0,1 0 0,-1-3-65,1-1 0,0-3 0,3 1 173,0 2 0,1 4 1,3-4-1,5-11-156,14-10 0,5-10-1007,1-6 1,2-10 963,-8-5 0,1-7 0,-3-3-357,-4-5 0,-2-5 1,-3 1 348,4-8 1,-5 2 803,-5 3 0,-3 4-658,-4 9 572,-17 60-404,6-11-786,1 4 1,-1 7 0,2-5 438,1 8 624,2-10 0,2-7-3845,2-20 2457,5-41 1,-4 20 0,4-20 0</inkml:trace>
  <inkml:trace contextRef="#ctx0" brushRef="#br0" timeOffset="2211">6563 2321 13476,'-7'13'0,"2"-3"0</inkml:trace>
  <inkml:trace contextRef="#ctx0" brushRef="#br0" timeOffset="4763">6341 2354 13207,'26'7'444,"1"0"1,-2 1-1,-4 3-186,-4 14 90,0 15-57,-5-1-830,-3-2 673,-6-9 94,-2-17-116,-1-3 438,0-3 111,0-3-661,0-14 0,-2-1-3182,-5-12 3182,-13-15 34,0 7 150,6 10 1,-1 0-163,-5-6-1460,-13 3 1662,-5 30-45,4 6-90,17 7 1,3 4 123,2 16-1,8-5 1,2 7 0,0-3-190,1-5 0,1-1-16,0 6 1,2 4-1,1-7 15,10 6 84,24-15 1,6-9-62,3-16 1100,-3 5 1,-5-10-1124,-21-32 1,-11-9-275,-2 22 1,-2-1 234,-2-18 0,-2 1 3171,-4 1-3176,-6 3-305,6 19 271,-1 14 56,6 23 134,1 14-1216,5 3 0,2 2 1104,-2-13 0,2 0 90,11 16 0,4-4-78,10-12 22,7-10 0,2-7-177,3-11 121,-8-1 0,-3-3-162,-1-19-79,-15 4 0,-1-5-437,-2-8 0,-4-1 235,2-2 1,-3-1 128,-4-3 0,-1-2-543,-3 12 0,0 0 0,-1 0 976,-1 2 1,0 1-1,-1 0 352,0-9 1,0 4-348,-5-2 25,2 62 0,1 14 19,1-14 0,2 0-23,-2 6 1,1 4-1,0-4 567,1-1 0,1 1-563,0 6 1,0 4 0,0-3-100,0-1 1,0 0-51,0 0 0,0 3 0,0-6 0,-1-7 0,2-4-1368,0 23 1492,1-18 1556,3-19-1680,1-23-622,7-23 0,1-5 616,-4 17 1,0 0-29,7-18 0,2 2 1518,6 10-1529,1 18 0,2 5 684,10 2-639,-9 8 0,0 4 0,4 16-101,-3 8 168,-22 9 0,-6 12 1,-3-7 881,0-15 1,-2 0-950,-3 14 0,-2 6 0,-5-13 101,-15-16 67,-5-8 1988,16-10-2234,1-29-1015,26-1 1,13-5 0,-2 2 581,-7-1 1,3 0 485,2 5 0,5-2 0,1 2 0,0 6-790,12 3 0,-1 6 826,-7 0 0,-1 3-11,3 4 0,-4 7 157,-7 9-523,-9 11 0,-4 4 478,-2-2 0,-1 1 685,0 10 1,-1 0-826,-4-9 0,-1-2-1585,-3 1-1664,-8-27 2957,2-19 0,2 0 0,5 5 1</inkml:trace>
  <inkml:trace contextRef="#ctx0" brushRef="#br0" timeOffset="4929">7440 2293 15818,'-6'-5'1748,"-8"14"-5025,26 6 2457,-10 1 1,14-5 0,-8-10 0</inkml:trace>
  <inkml:trace contextRef="#ctx0" brushRef="#br0" timeOffset="6022">7650 2124 8288,'-5'38'546,"-1"1"0,1 0 0,0-1 0,-1 4 0,-1-2 0,3 1-47,3 4 0,1 0 0,2-4-494,0-2 1,1-2 438,0 9 1,3-1-445,-1-19 0,4-3-103,8 1 1,4-5 158,19-7-51,-15-9 1,0-6 645,-3-8 1,-2-8-772,-4-7 1,-3-4-1,-1-1 86,-1-8 1,-1 0 1035,5-6 1,-9 16-711,-17 33-186,5 22 0,5 10-758,-4 4 1,6-2 707,12-5 0,5-5 2313,14-6-2369,-8-17 0,1-7-1162,5-15 0,0-7 1139,-6-2 1,-1-4-62,6-6 0,-3-3 16,-10 3 1,-4-5-121,-5 8 0,-1-4 1,-1-3-1,-1 0 493,0 4 0,-1-2 0,0 0 0,0 0 1,0 0-304,1-7 1,0 0 0,1 1 0,-2 0-544,0-1 0,0-2 0,-1 5 1,-1 13 573,-1 10 169,-7 22 726,-1 22 1,2 10-739,-3 2 1,-1 2 33,1 1 0,0 5-448,5-10 1,1 5-1,0 2 1,0-1-1,0-5 242,0 0 1,1-3 0,0 2-19,0 8 0,0 3 0,2 1 0,5-7-397,5-6 0,5-5 1,1-4 418,4-5 1,3-2 669,7 11 0,2-9-754,10-34 1,-1-12-69,-16 6 0,-2-2 118,8-6 1,-3 1 2108,-7-8-2198,-16 23 101,-5 11 3120,-5 10-3120,-2 10-1476,0 11 0,2 2 1465,6 1 11,-1-4 0,4-5 618,13-15-595,2-10-2292,3-8 2325,13-21-337,-9-1 281,-9 9 0,-2-1 2124,2-9-2057,-3 0 314,-19 51 0,-3 11 235,1 11-336,3-8 0,-1 10 0,-1 6 1,1 2-1,1-3-245,2-9 1,0 0-1,1 0 1,0 1-1,0-1 1,0 0-36,-1 0 0,1 0 0,0 0 0,-1 0 0,0 0 0,0 1-308,-1 5 1,0 2 0,-1 1 0,0-2 0,0-5 0,0-7 307,-2 3 0,-1-4-1022,-4 21 1,-1-20-1288,5-43-458,-3-11 2767,0-12 0,1-2 0,0 6 0,2 2 0,0 1 0</inkml:trace>
  <inkml:trace contextRef="#ctx0" brushRef="#br0" timeOffset="6216">8217 2508 16154,'38'-16'-328,"0"1"0,0 0 0,0 0 1,0 0-1,0 0 0,3-2 1,1 1-1,-2-1 0,-4 3 1,-6 2-329,-3 1 1,-6 3-1,5-2 1,-12 1 0</inkml:trace>
  <inkml:trace contextRef="#ctx0" brushRef="#br0" timeOffset="6373">7918 2268 19594,'35'-5'-547,"-1"0"1,-1 0 0,-4 0 0,-3 1 0,-8-1 0</inkml:trace>
  <inkml:trace contextRef="#ctx0" brushRef="#br0" timeOffset="8131">9682 2558 9274,'-4'-2'3276,"2"0"0,2 2-1368,-5-3-1583,3 2 78,-2-2-3680,4 3 5743,62 0-2181,-37 0 1,2 0 56,8 0 1,4-1 0,-2 1-248,6-2 0,0 0-825,-5 0 0,4-1 0,-1 1 786,0-1 0,1 0 0,1 0-430,-7 1 1,1 0-1,0-1 1,-2 1 373,4 0 0,-2 1 0,-3 0 758,2-1 0,-5 1-736,-1 1 381,-26 0-436,-3 0-3244,-8-1 0,-1-2 2457,-7-6 1,8 5 0,0-3 0</inkml:trace>
  <inkml:trace contextRef="#ctx0" brushRef="#br0" timeOffset="8406">10521 2331 20524,'34'21'1092,"0"-1"0,-13-6 0,2 1-2185,10 8 1,5 5 0,-7 3 1002,-13 0 0,-5 2 0,-7 1 558,-8 2 1,-6 1 0,-4-1-439,-2 1 0,-3 0 0,-8-4-295,-3-9 1,-5-2 0,-4-2 0,0-1 0,4-2 249,-5 3 0,2-2 0,-1 0-354,2-1 0,-1 1 1,0 0-1,4-2-399,-8 6 1,4-1-150,5-1 1,0 0 916,-6 4 0,2-2 0,3 0 0,12-9 0,0-1 0</inkml:trace>
  <inkml:trace contextRef="#ctx0" brushRef="#br0" timeOffset="10871">11874 2558 5553,'6'-37'409,"0"-1"1,0 0-1,0 1 1,0-1-1,1-10 1,0-1 0,-2 3-1,-1 7 1229,-1 7 0,-2 4-885,0-7 0,-1 14-1187,-5 54 0,-1 21 529,4-16 0,1 2-95,-3 1 0,0 4 0,2-3 567,5 2 1,3-4-568,-1-13 0,4-3 17,2-2 0,3-2-6,5 3 0,4-3-686,8-7 1,1-3 691,-7-1 0,1-4 654,3-7 1,-2-5-649,-4-16-716,-11-9 1,-3-3 731,-4 9 0,0 1-11,0-8 0,-2 2 1424,-3 6-1362,-15 68 997,12-12 1,4 2-1071,-3 11 0,9-1-923,20-4 0,8-8 934,-12-17 0,3-5-23,11-4 1,-1-10 50,-8-18 0,-5-7-50,-6 5 0,-1-1-119,4-5 1,-3 0 112,-5-7 78,-10 40-44,-11 26 123,2 7-745,-1-4 0,1 1 571,4-8 1,1-1 1452,-1 14-944,11-19-458,14-44 2130,1-5-2164,3-5 0,-1-1-1405,2 1 1405,-11 12 0,-1 4-79,-5 10 953,-4 38-661,-1 3-112,4 12-85,-3-17 1,1-5 62,3-5 10,7 3-38,3-31 0,2-10 417,5-5 0,0-2-468,0 1 0,-1-1 22,0-5 0,-3 9-224,-10 23 2320,1 13-2095,1 20 22,1-14 0,3-2-45,13 2 5,-10-9 1,3-5-1400,13-8 1,2-6 1398,-6-1 1,0-2-6,10-2 0,-2-6-384,-16 0 1,-2-4 0,-5 1 383,5-15-11,-10 11 0,-8 8-1,-34 37 158,8 18-107,3-11 0,8 1 17,24 5 0,15-4 535,8-11 0,4-5-681,1 6 1,2-4-1004,-9-7 1,2-4 0,-7-3 678,6-18 1,-3 12-1,-28-11 1</inkml:trace>
  <inkml:trace contextRef="#ctx0" brushRef="#br0" timeOffset="11036">11529 2366 17476,'41'-9'-139,"0"-1"1,1 0-1,-1 0 1,1 0-1,-9 2 1,-4 1-1,2-1 1,13-2-1,-1 1 1,1-1-1</inkml:trace>
  <inkml:trace contextRef="#ctx0" brushRef="#br0" timeOffset="11353">12383 2016 16602,'-4'7'728,"4"-1"-4005,19-8 1208,6-12 3094,-8 1-263,-1-10 812,-12 5-902,-26-15-1035,-10 19-276,9 4 0,-1 4 476,-1 10 0,-1 4 163,-13 4 0,2 1 0,3 1 0,7-6 0,-1 0 0</inkml:trace>
  <inkml:trace contextRef="#ctx0" brushRef="#br0" timeOffset="11751">11156 1784 13053,'-15'41'468,"0"1"0,6-9 0,0 7 0,1 3 0,0 0 0,0 0 0,2-5 28,0-1 0,1-3 0,1 0 0,-1 5-483,0 3 0,-1 4 0,0 4 0,0-1 0,0-2 0,2-4 9,0-2 1,2-4-1,0-1 1,0 4-157,1 1 0,0 2 1,1 3-1,1 0 0,-1-2 1,2-2 138,1 3 1,0-2-1,1-1 1,1 2 210,-2-3 0,-1 3 0,1 0 0,1-4 0,1-5-216,6 6 0,2-9-1288,5-7 1232,-4-14-3221,8-28 3250,-9-9 1,-2-3-1,5-7 1,-8 12-1,0 0 1</inkml:trace>
  <inkml:trace contextRef="#ctx0" brushRef="#br0" timeOffset="12684">11243 1626 7944,'21'-36'819,"-1"0"0,5 15 0,5 2 0,5 4-658,-1 7 0,2 5 0,5 1 1,2 1-1,3-1-78,-6 0 0,4 0 1,3 0-1,2 0 1,0 1-1,1-1 1,-1 1-1,-1-1 0,-3 1 74,3-1 0,-2 0 1,-1 1-1,-1-1 1,1 1-1,2-1 0,1 1-154,-5-1 0,1 1 1,3-1-1,0 1 1,0-1-1,0 1 1,-1-1-1,-1 1 0,-2-1 1,-3 1-4,7 0 0,-4-1 0,-1 1 0,-1 0 0,1 0 0,3-1-30,-3 1 0,3 0 0,1-1 0,1 1 0,0 0 0,-1-1 0,-1 1 0,-2-1 28,2 1 0,-2 0 0,0-1 1,-2 1-1,2-1 0,1 1 1,0-1 0,2 1 1,1-1-1,0 1 0,-1-1 1,-3 1-1,-4-1 1,6 0 0,-4 1 0,-2-1 0,1-1 19,5 0 1,2-1 0,-2 0-1,-5 1 1107,9-3 0,-5 1-870,-10 1 0,0 0 0,-9 0-9,-11 0-281,-11 12 1596,1 4-1540,4 16 174,0 1 0,2 8 75,-2-3 1,2 4 0,-1 3 0,0-3-227,0 6 0,1-1 0,-1 2 26,-2-10 1,1 2 0,-1 2-1,0-1 1,-1 0 20,-1 5 1,-1-1-1,0 2 1,-2 3-36,-1-7 1,0 4-1,-1 2 1,-1 0 0,1 1-1,-1-2 1,1-3-45,1 3 1,-1-2-1,1-1 1,-1 0-1,-1 3-10,0 0 1,0 4 0,0 0 0,-1-1 0,-1-3 0,0-5-491,-3 7 0,-1-6 0,1-5 487,1-6 0,0-3 73,-3 14 0,-1-10 1455,4-27-1371,-1-3-68,-17-1-67,-5 0 1,-8 0 0,0 0-23,4 0 0,1 0 0,-4 1-9,-4 0 1,-2 0-1,-5 0 1,-7 2-110,20 0 0,-4 0 1,-4 1-1,-2 0 1,-2 0-1,-2 1 1,-1 0-1,0 1 1,1-1-1,0 0 1,2 0-1,2-1 1,3 1 122,-8 0 1,3 0-1,3 0 1,0 0 0,0 0-1,-2 0 1,-2 0 0,-4 1 14,12-1 1,-2-1 0,-2 1 0,-2 0 0,-1 1 0,-1-1 0,-1 0 0,-1 1 0,1 0 0,0-1 0,1 1 0,1-1 0,1 0 0,2 1 0,1-1 0,4-1 5,-14 3 1,4-1 0,2 0-1,1 0 1,2 0 0,-1 0-1,-1 0 1,-2 1-120,3-1 1,0 0-1,-1 1 1,-1 0 0,0 0-1,0 0 1,0 0 0,1-1-1,1 1 1,2-1 103,-4 1 0,2 0 0,1-1 1,0 1-1,0-1 0,2 1 0,0-1 1,0 1 177,-7 0 0,0 1 1,0-1-1,3 1 1,2-1-1,4-1-189,-12 3 0,5-1 0,20-5 1492,23-4-1492,6-3 1680,2-4-1657,5-5 10,9-15 45,-10 12 3105,4-6-3183,-13 18-2734,-1 4-543,5 0 2457,-2 0 1,2 0 0,-2 0 0</inkml:trace>
  <inkml:trace contextRef="#ctx0" brushRef="#br0" timeOffset="22744">3918 6627 2222,'6'-35'552,"-1"0"1,0 3 0,-1 5-649,-1 11 1407,-1 2-347,1 0 1392,-1 4-866,-1 3-313,0 3-145,-1 4-662,1 11 1667,-1 11-1566,0 14-72,-4-5 1,-2 6 0,0 0-266,0-1 1,0 0-1,-1 2-98,-1 2 1,-1 3-1,-1 1 1,2-2-577,0-5 1,0 0 0,0-2 0,1-2 539,-2 13 0,0-5-315,1-6 1,5-14 515,21-45-325,-2-4 124,-1 2 0,2-2-11,6-12 0,0 3-34,-9 17 0,1 1 45,5-12 0,-1 8 0,-3 23 23,-3 11-12,10 20-11,-2-3 28,-7-9 0,3 0 16,15 3 1,5-4 78,-2-10 1,2-5 154,-5 1 0,1-2 0,-2-7-267,0-9 0,-1-7 0,-5-3-414,1-11 1,-5-3 402,0 0 0,-5-1 0,-7 9 0,-6-1-18,-6-5 1,-4 3-39,-5 0-45,2 6 1,-3 5 1388,-5 17-2689,1 3-851,3 2 2252,1 15 0,8-11 0,0 12 0</inkml:trace>
  <inkml:trace contextRef="#ctx0" brushRef="#br0" timeOffset="23848">4918 6398 15647,'0'44'819,"0"-1"0,-1 1 0,-1 4 0,-1-3-1912,0-12 1,-2-1 0,1 0 886,0 6 1,0 2 0,-1-2-77,-1-1 1,0 0 0,1-9 405,2-2 989,6 1-1113,12-55-1437,7-8 1420,-5 8 0,0-1 542,-1 3 0,0 1-536,-1 0 0,-1 3 2025,6-2-2047,-2 36-714,1 17 780,4 5 131,3-14 0,6 1 1,-3-5-87,-7-7 1,1-2 10,8 2 0,5-2 1,-5-4-79,-6-9 0,-1-6-615,6-7 0,3-6 0,-5 0 626,-9 0 1,-2-1-1,14-12 1,-14 4-396,-41 13 0,-13 11 412,2 21 0,-1 6 713,-1-9 0,2 4-747,4 20 1,10 3 226,12-4-254,7 11 2290,18-25-2223,13-7-34,0-21 0,2-7-11,-9 8 0,-1-3 0,8-8 0,-2-2 23,-2 1-57,-4 4-2279,-2 8 2313,-1 18-18,-2 7 163,1 16 2120,-2-1-2119,1 1-1256,1-10 0,3-2 1200,15 0 1065,-7-9 0,2-9-1279,6-23 1,-2-12-633,-9-4 1,-3-4 654,-5 10 1,0-2-1,-5-1 55,-6 3 1,-4-1 0,-4-1-34,-3-5 1,-3-2 0,-2 2 345,1 4 0,-1 1 1,0 1-252,-4-14 1,0 8-17,-6 12 370,19 58-915,1-5 1,0 3 706,4 15 0,3 4-717,-1-15 0,1 1 0,0-1 555,0 0 0,1 0 0,1-2 542,5 13 0,1-4-867,-6-14 0,1-1-1314,1 4 1,0-2-1639,1-1 2457,0-4 1,-11-23 0,0-4 0</inkml:trace>
  <inkml:trace contextRef="#ctx0" brushRef="#br0" timeOffset="23960">5952 6612 10751,'-2'-6'17,"24"-5"0,9 2-1041,7 2 1024,-3 0 0,7-2 0,-6 2 0,1 3 0,-11 0 0,0 1 0</inkml:trace>
  <inkml:trace contextRef="#ctx0" brushRef="#br0" timeOffset="24359">6521 6586 18733,'-16'37'209,"0"0"0,2 10 0,5-5-1601,13-9 1392,2 11 789,3-36-767,2-5-2540,13-20 2478,-8 0 1,1-2-101,-1-1 1,1-3 66,0-3 0,0-2-725,3-9 0,0 3 798,2-3 0,-5 9 0,0 5 179,-6 16 56,5 20 336,-1 20-324,-7-2 0,-2 3-205,-1-9 0,-1 0-37,-1 3 1,-4-2-3283,-15-4 2732,-8-28 0,4 12 0,0-23 0</inkml:trace>
  <inkml:trace contextRef="#ctx0" brushRef="#br0" timeOffset="24498">6510 6237 17778,'-2'4'0,"1"-1"0</inkml:trace>
  <inkml:trace contextRef="#ctx0" brushRef="#br0" timeOffset="26051">7512 6487 18095,'0'45'468,"0"-1"0,0 1 0,0 0 0,0-2 0,0-1 0,0 0 0,0 1-307,0 1 1,0 1-1,0-2 1,0 0-162,0 5 0,0-1 0,0-3-1639,0 1 1,0-2 900,0 5 1,0-5 2402,0-4-1676,5-56-644,-2-8 0,-1-10 637,1-1 0,0-8 0,1-4 0,0 1 0,-1 5-365,1-4 1,-1 4 0,0-3 366,0 4 0,1-2 1,-1-2-1,1 0 1,-1 4 17,2 1 1,0 0 0,0 4 0,0 4-87,2 0 0,0 3 117,2-7 1,0 15-31,-3 45 0,1 19 45,8-3 1,5 4-1,0-4-33,-6-10 0,1-2 0,5-4 18,20 0 1,9-5 0,-6-13-40,-11-14 1,-2-9-14,1-5 0,1-4 1,-8-1 448,-9 1 0,-7-3-393,-2-2 1,-3-4-1,0 4-104,1-9 61,-5 10 1,-1 11 112,-4 43-96,7 6 0,3 7 0,0-3-28,0-10 1,1 0 693,0 7 0,2 4 1,6-10-1844,20-16 1,3-10-343,6-4 903,-3-3 0,-2-5-79,-18-3 1,-2-3 369,0 1 0,-1-3 274,4-12 1,-2 0 161,1-3 208,-6 10 1,-7 9 476,-16 28 134,-8 21-1302,9-8 1,0 1 432,0-2 1,2-1 1523,4 15-1596,10-19 179,27-4-134,-5-8-23,-5-7 0,1-3-22,6-11-62,-7-20 1,-4-5 2217,-1-3-2201,-10-2 1,-13 5 44,-16 26 0,-8 8 15,-2 7 0,-4 6 0,2 1-15,-5 0 0,3 6-45,3 8 0,1 5 0,17-3-1042,27-8 0,9 0 1763,-8 4 1,4-3-1497,12-16 1,9-9 0,2-4 0,-5 0-803,2 0 0,-1-6 1167,-9-1 1,5-5 0,0-3-1,-3-1 1,-7-2 1273,-7-2 0,-6-2 0,-2-1 0,2 2-66,9-10 0,1 1 0,-6 1-942,-9-1 1,-5 1 0,-7 14 1667,-9 20-782,4 38 1,3 18-496,2-16 0,1 0 0,0 5-479,2-3 1,1 5 0,0 2 0,0-1-1,1-4 277,1 8 0,0-3 0,0-1-23,1 1 1,-1-2 0,2-5 210,5 7-263,13-54 0,8-19 1,-3 3 732,-4 9 1,-1-2-671,8-13 1,3-5 0,1 7-662,3 11 1,1 9 677,-7 9 1,0 3 16,6-1 1,-4 6 1627,5 25-799,-46-2 1,-16 6 0,-1-3-929,3-7 0,-2 0 73,-6 6 0,-3 2 0,1-7-97,5-11 1,2-7-280,-13-3 1,20-1 0,1-6 0</inkml:trace>
  <inkml:trace contextRef="#ctx0" brushRef="#br0" timeOffset="26245">9726 6583 23941,'4'-10'-820,"-2"-2"1,3 10 0,-4-2 0</inkml:trace>
  <inkml:trace contextRef="#ctx0" brushRef="#br0" timeOffset="27496">11380 6286 14989,'3'-28'948,"0"0"1,1-4-1,2 9-700,0 21 37,-2 36 1,-6 15-1065,0-19 0,-2 2 786,0 8 0,0 5 1,-1-7-1266,-1-12 0,0-5 1392,-5 17-2076,4-11 2088,3-13 112,6-11-56,15-22 0,8-13-11,-3 1 1,1-2-144,1-1 1,3-2-1,-1 2 71,-5 5 1,1 1 0,-3 2-64,1-1 0,-1 6 123,10 3 2093,-21 33-2059,-3 7 0,-1 4-623,2 10 0,0 2 410,-1-8 0,1 0-1136,4 13 0,4-7-2141,16-13 0,7 1 3119,6-28 1,-23 2 0,-3-6 0</inkml:trace>
  <inkml:trace contextRef="#ctx0" brushRef="#br0" timeOffset="28984">12959 6247 14473,'0'-9'2353,"0"2"-2028,0 7 213,0 0-2992,-5 0 2454,-8 7 0,6-6 0,-6 6 0</inkml:trace>
  <inkml:trace contextRef="#ctx0" brushRef="#br0" timeOffset="30514">11370 5960 10088,'9'-35'1524,"-2"20"1154,-7 46-1782,0 4 1,0 9 0,0-2-1635,0 1 1,0 0 801,0-7 0,0 3 1,0 0-1,0-3 48,0 10 0,0 0-206,-1-4 0,0 4 0,-1 1 0,1-6 105,1 3 1,-1-1-20,-1 5 1,0 3-1,1-13 899,1-16-981,0-8-3187,4-11 0,14-32 2457,-1-6 1,2-2 0,-9 13 0</inkml:trace>
  <inkml:trace contextRef="#ctx0" brushRef="#br0" timeOffset="30874">11678 6085 14652,'-20'32'3276,"8"-3"-4264,0 0 0,-1 8 0,2 2 1419,2-1 1,3 4-1,0 0 1,0-3-271,-1-4 1,1-2 0,0 1-148,-2 15 1,1 1 0,14-15-320,28-24 0,8-14 316,-16-1 0,2-3-4,8-1 1,5-3 0,-6-3 20,-1-5 0,-5-7-2,-4-4 0,-1-5 0,-6-2 158,-9 6 0,-6 0 1,-1-2-178,2-5 1,-1-2-1,-8 4 176,-8 6 0,-7 3 0,-4 4-228,-12 3 0,-7 5 1,3 4 239,5 3 0,-1 5-233,0 1 1,-2 2 0,8 8-81,12 10 1,6 7-976,4 11 1,5 8 0,3-3 623,3-2 1,1 0 0,-2-4 0,-1 1 0,3-6 0,10-3 0</inkml:trace>
  <inkml:trace contextRef="#ctx0" brushRef="#br0" timeOffset="32156">12752 6097 17532,'-34'9'1068,"0"1"0,1 6 1,3 6-1876,11 2 1,3 4 951,1 3 1,3 1 228,3-7 0,7 1-262,14 8 0,10 3 0,3-7-1429,7-12 0,4-3 1324,-2 6 1,3 1-1,-1-10 0,-5-15 1,0-8-1,0-4-545,1-3 0,0-4 0,1-1 1,-3 0 529,1-3 1,-2-1-1,1-1 160,-1 2 0,1-2 0,-1-1 0,-7 3-91,2-8 1,-13 5-424,-23 6 328,-14 29 1126,-3 16 0,-1 5-1092,12-7 0,0 2-12,-3 7 1,-1 5 0,3-3-73,6-5 0,2-1-1025,-7 9 1,9-5 1108,29-10 94,5-22-189,-2-1 0,3-6-998,7-11 1,4-8 0,-4 3 967,-4 5 0,-1 0 125,4-4 0,3-3 0,-8 5 1488,-1 5-1287,-12 16 1870,-7 28-1970,-8 3 125,0 2 1,0 0-216,-3 4-11,2 5 22,16-19-1884,14-12 1884,-1-13 1,2-6-235,9-7 1,1-5 211,-5 0 0,-1-3-39,1-3 1,-2-2 49,-12 5 0,0-1 0,-3 2 169,-2 2 0,-1 1-158,4-10 1,-4 3 2095,-12 15-2073,-20 21 1205,7 3-1250,-14 18 11,16-5-2330,2 14 2307,6-13 1,1 0 11,2 18 954,0-19 0,2 0-988,14 17-1416,-6-18 1404,7 8 46,-7-26-22,24-17 10,-10-4 1349,-3 0 0,0-2-1343,-2-7 0,0-5-615,-5 0 1,2-5 0,0 0-1,-3 4 621,5-2 0,-2 1-4,1-9 1,0-2-1,-9 23 1158,-15 61-1165,10-6 11,-3-7 0,4 0 79,21 8-739,1-20 0,8-2 0,-4-1 665,-3 1 1,0 1 24,7-2 0,2 1 0,-18 3 367,-30 8 1,-17 1-312,-3-8 0,-7-3 0,-4 0-364,8-2 1,-4 1 0,-1-1 0,0 0 0,1-1 249,-4-1 0,-1-2 0,1 0 0,2-2-503,-8 3 1,1-2 0,6-4 530,9-5 0,4-2 0,-1 1 0,12-8 0</inkml:trace>
  <inkml:trace contextRef="#ctx0" brushRef="#br0" timeOffset="33187">16211 6157 14831,'4'13'1638,"-2"20"0,-2 9-3119,0-1 1,-1 2 1495,1-8 0,0 1 0,0-3 2,-2 0 0,0-5-1492,2-2 1486,4-10-405,16-10 405,2-14 11,17-10-22,-21 3 0,-2-3-117,8-10 1,-1-4 289,1-6 1,-2 0-174,-4 10 0,-2 3 1517,9-14-1416,-20 54-45,10 28-33,1-12-54,-3-9 0,1-1 31,10-1 39,8-9 1,4-6-1,2-11 1,1-5-29,0 6 0,-5-8-367,-15-17 0,-6-10 1,-7 5 506,-10 10 0,-5 1 488,0-6 1,-2-4 0,-3 9-495,-20 4-867,10 22 0,1 8 688,-2 10 34,8 3 0,5 2 1461,8 20-1679,23-9 0,10-3-978,9-11 0,3-4 692,0 7 0,2-6-348,-9-16 0,1-7 1,-5-7 923,-3-15 1,-6-6 106,-2 7 1,-1-1 1114,-3-10 0,-4 1 1429,-2 6-2723,-3 26 269,2 50-304,-4-11 1,-1 2-6,1-1 1,-1 0-1600,1-2 1,0-6 1286,0-15 1,-2-1-1,0-12 1</inkml:trace>
  <inkml:trace contextRef="#ctx0" brushRef="#br0" timeOffset="33337">17018 5918 18754,'5'35'-229,"0"0"0,1 1 0,-11-6 0,3-3 0,19-3 0,1 1 0</inkml:trace>
  <inkml:trace contextRef="#ctx0" brushRef="#br0" timeOffset="33794">17391 5825 17935,'-15'41'280,"-1"1"0,2-2 1,3 1-158,9-6 0,3 1 1,2 2-1217,5 5 1,3 2 0,-1-1 327,-3-9 0,-1 0 1,3-2 1229,4 3 1,1-1 0,4-9-460,4-10 0,1-7 853,16 2-904,-14-10 1,2-9-815,-4-10 1,-1-8-1,-2 0 663,0-2 0,-3-4 967,2-3 1,-1-4 0,-4 1-940,-5-3 0,-5-2-539,-2 9 0,0-3 0,-1-1 0,0 2 707,0-2 0,0 2 0,-1-2 106,-2-3 0,-1-4 1,-1 2-1,-2 8-125,-6 5 0,-1 6 344,-11-5 527,8 62 1,5 20-624,6-10 1,3 2-163,-1-5 0,0 3 0,3 2-372,5-6 0,3 3 0,1-2 0,-1-3 293,-1-3 1,-1-4 0,3 2 378,0 2 0,2 3 0,2-2 1,4-5-1461,7-4 1,4-6 0,0-2 566,2-2 0,-1-2 0,7 4 1,-3-5-1,-4-13 0</inkml:trace>
  <inkml:trace contextRef="#ctx0" brushRef="#br0" timeOffset="34974">18631 6096 12399,'-1'45'273,"0"-1"0,0 1 0,0 0 0,0 0 0,0 0 0,0-1 0,0 4 0,0 1 0,-1-1 0,1-2 0,0-3 0,1-6 570,2 0 0,0-6 0,0 3-866,-1 0 1,-1 4-1,1-1 1,0-4 759,0 6 0,0-2-855,0 20 1,2-22-1197,4-55 0,0-16 1130,-3 5 1,0-4 0,0-1 548,-1 2 1,1-2 0,-1-2-1,-1-1-426,-1-4 1,0-3 0,-1-1-1,-1 1 1,0 3 60,-2-5 0,-1 4 0,0-3-301,0 6 1,-1-2 0,0-1-1,0 1 1,-1 6 531,0 1 1,-1 4-1,0 2-16,-2-15 1,0 7-216,2 9-269,29 30 263,0 10 1,2 4 10,1-2 1,1 2 96,4 6 0,-2 5-110,-13 3 1,-4 5-1,-3-3 8,-2-6 0,-5 1 48,-3 8 1,-5 3 0,-6-6 24,-19-8 0,-5-6-79,8 0 0,0-2-62,-1-4 1,7-3-549,17-7-258,47-23 392,-19 12 0,0-2-62,15-10 1,1-3 257,-8 5 1,1-4 220,0-4 1,3-5 0,0-1-1,-4 3 472,-4 3 1,-3 3-1,1-3-220,3-1 1,2-2 0,-1 0 0,-7 5 400,-4 3 1,-9 6 60,-14 10 1498,-7 11-2159,-5 14 1,-4 11 0,3-3-33,-5 11 32,-2 3 1,7-3-34,18-21-134,28-6-27,-7-10-85,24-9-315,-13-10-26,4-11 1,0 0 631,-8 10 0,2-3 0,-5 10 78,-22 44-11,8 13-89,-1-8 100,6-5 57,20-25 1721,8-22-1856,-17 9 0,1-5-855,-1-9 0,1-7 0,-3-1 877,-1-4 1,-3-1 72,5-6 1,-3 1-46,-11 11 0,-5 4 421,-4 3 582,-9 10-672,-9 23-269,3 2 406,-2 19-328,22-4 1,8 2-180,4-6 0,2 0-11,5 5 0,-4 2-837,-9-1 0,-11-3 792,-32-10 1,-13-3-523,15-1 1,-1 1-1,-3-3-526,-12-2 1,-3-3 0,2-1 586,-4-1 1,5-1 0,17-1 0,3-1 0,-12-2 0</inkml:trace>
  <inkml:trace contextRef="#ctx0" brushRef="#br0" timeOffset="35490">21245 5561 8708,'-8'-29'655,"-2"44"0,-4 26 1,-3 12-1,2 1 0,3-11 178,5-9 0,2-3 1,-2 4-831,-2 5 1,-4 7 0,-1 4 0,1-1-1,4-6 1,5-12 1490,13 12-1606,5-24 0,3-3-1038,8-1-1898,14-3 55,-22-22 2993,-6-7 0,-5 4 0,-6-1 0</inkml:trace>
  <inkml:trace contextRef="#ctx0" brushRef="#br0" timeOffset="36125">20894 5987 17118,'33'-12'32,"0"0"0,0 0 0,0 0 0,4-4 0,1-1 0,1-2 0,0-1-39,-2-1 0,1-2 0,1-1 1,-2 0-1,-3-1 37,1-2 1,-2 0 0,-4-2 0,-4 1 410,-3-5 0,-5 0 0,-10 4-2080,-14 1 1,-7 11 1795,-13 34 345,12 0 1,2 4-425,4 14 1,6 7-571,4-5 1,2 4-1,3 0 1,3-3 479,3-3 1,4-4 0,-1 3 11,-2 12 0,0 2 0,4-9 50,9-13 1,1-12 16,18-25-56,-15-15 1,-2-7 4,0 2 1,-2-3 33,-1-4 1,-4 0 95,-10 13 0,-3 4-292,-4 8 824,0 14-633,6 24-45,3-1 33,10 13 1,4-13-6,8-12 0,2-2-28,-14-4 0,1-1 0,14 0 0,-2-4 23,-6-8 21,-15-11 1,-4-4 789,-7-8 1,-4 0-835,2 3 0,-2 0 61,-5-2 1,-4 9-140,-4 22-1151,6 24 1229,9 3 1374,10-1 1,9-2-1375,13-12 0,9-4 0,-4 0 0,-11 4 0,-1-1 0,6-8 0,1 0 0,-1 0 0</inkml:trace>
  <inkml:trace contextRef="#ctx0" brushRef="#br0" timeOffset="36887">23186 5722 8467,'31'-13'1012,"0"1"0,-3 0 0,-2-2-891,1-11 1,-4-3 74,-8 2 1,-1-1-80,4-4 1,-3-1 1919,-8-13-1163,-39 21-482,8 20 0,-1 4-347,-6 0 0,0 4 821,-1 5 1,3 5-884,7 4 0,5 5 1081,8 8 0,6 1-1064,1-5 0,5-1-1474,17 11 1,11-2 1136,-3-15 1,4-3 0,-2-2 11,8 6 1,-1-2 234,6 2 1,-3-2-572,-5-3-271,-17-8 1515,-12 0 667,-25-8-298,-19 0-157,0 0 1,-4 3-622,-5 4 0,1 1-281,8-3 1,2 3 22,4 9 0,15-1-1555,42-5 1,14-3-1,-15 0 1,2-3 934,5-3 1,5-3-1,-1-7-242,3-10 1,-1-8 0,-3 0 1371,-8 5 0,-4-1 0,1-1 294,6-4 1,1-2 0,-7 2 35,-7 1 1,-6 4 2519,-7 2-1099,-2 10-2087,-2 11 622,-1 12-679,-1 26 520,2-7 0,0 1-2192,0-8 1,1 1 1441,1 3 1,1-5 0,-1-12 0,1-7 0</inkml:trace>
  <inkml:trace contextRef="#ctx0" brushRef="#br0" timeOffset="37053">23631 5366 8691,'19'36'-547,"-1"0"1,0 0 0,0-2 0,-3-4 0,4 12 0</inkml:trace>
  <inkml:trace contextRef="#ctx0" brushRef="#br0" timeOffset="37640">24058 5783 16199,'-6'-31'1092,"0"0"0,-13 5 0,-4 8-995,-20 19-1736,15 1 1,2 5-847,6 14 3034,11-1-863,7-1 362,12-7-1687,12-11 1,3-6 1068,0-5 0,1-3 878,0 5 0,-1 0 2169,9-18-1099,-25 63 0,-8 16-997,1-20 0,-1 1-415,0 1 1,1 4-1,0 3 1,-1 2 102,-1 1 1,-1 3 0,1 0-1,-1 0 1,0-4-517,0-5 1,0-3 0,-1 0 0,1 3 446,0-2 0,-1 4 0,1 1 0,-1-1 0,0-2 0,-1-4-15,0 2 0,-1-3 1,-4 0-341,-4 1 0,-5 2 0,-2-2 1,0-6 359,-9-1 1,-3-6 434,3 2 0,-1-1 1,1-12-402,-3-21 0,2-18 84,14-2 0,0-11 1,2-8-1,0-3 0,2-1 1,1 5-1,1 8-420,-3-4 0,4 6 0,-2-6 295,2 4 0,-2-8 1,-1-4-1,1-1 1,2 4-1,4 7 1,4 10-55,7 4 0,7 7-202,14-4 1,7 4-1138,-4 7 0,2 2 1045,6-2 0,1 2-698,-7 5 0,-1 1 826,5-6 0,-3 0 0,-2 2 0,-9 0 0,-1 1 0</inkml:trace>
  <inkml:trace contextRef="#ctx0" brushRef="#br0" timeOffset="38513">24229 5664 17409,'-2'10'3276,"1"30"-2825,5-15 1,1 1-469,-2 0 1,1-1 5,11 7-1082,6-44 1,6-17 0,-4 5-757,1 2 1864,-1-3 0,3-5 0,-8 10-250,-14 16 279,4 22 1,0 10 489,2-1-512,0 4 1,6 0-1005,14-12 1,6-6 986,-5-6 1,1-3-6,11 3 0,0-7-679,-5-12 0,-7-9 1083,-11-10 0,-8-3 1032,2-7-1498,-28 20 1,-5 8 271,-8 21-210,-12 14-224,41-2 179,18-12 2168,3 4-2174,3-16 1,2-5-565,7-2 604,3-3 11,-19 13 34,-5 21 0,-2 5 2322,3 2-2339,1 0 0,0-1-6,2-10 45,14-6-1181,-6-15 0,0-6 1175,-1-6 1,-1-3-34,1-4 0,-4-4-12,-9-4 1,-5-1-6,-5 4 0,-1-2-565,-1-4 1,-1-4-1,-1 1 565,0-5 0,-1 0-250,0 5 0,-1-2 1,0 4 568,-1 3 0,-2 5 2240,-12-12-2078,-1 56 1,-1 15-224,6 4 0,2 6-233,4-9 0,0 4 1,1 1-1,4-1-673,6 7 1,4 0 0,2-3 585,1 5 1,5-4-371,5-6 1,3-6-2846,7-1 3042,0-12 1,-13-9-1,-4-7 1</inkml:trace>
  <inkml:trace contextRef="#ctx0" brushRef="#br0" timeOffset="40461">22535 4671 15314,'-3'39'649,"-1"0"1,0 0 0,1-3-432,0-8 1,1 1-1312,0 3 1,0 2 0,0-3 242,0-3 1,1-2 865,-1 12 1,1-6 2115,0-18-1549,-9-38-711,4 1 0,0-4 139,-3-5 0,1-3 0,0-7 1,1-4-419,3 11 1,0-3 0,1-1 0,1 2 465,1-2 1,0 2 0,3-2 49,2 0 0,0-3 0,3 1 1,6 7-17,9 3 1,7 6-1,1 6-99,10 4 1,2 9 32,3 4 1,-5 11 5,-12 16 1,-14 9-154,-20-5 1,-11 4-1,-3 2 1,3-4 119,3 10 0,-3-1-9,-3-10 1,-5 3 0,0-2-1,3-4 451,-2 0 1,6-4-3720,9 5 2457,6-1 1,17-23 0,0-7 0</inkml:trace>
  <inkml:trace contextRef="#ctx0" brushRef="#br0" timeOffset="40855">23072 4556 13465,'-22'31'316,"1"0"0,0 0 0,1-3 0,1 0 0,7-4-3593,12 11 3175,14-13 1,4-3 179,5 0 670,3-5 1,2-6-744,-1-11 1,-1-8-535,-1-9 1,-3-4 545,-1-3 0,-7-2 197,-13-7 0,-12 1-229,-12 16 0,-8 4 0,1 3 903,0 1 0,-1 4-888,-16 3 0,6 11-1639,24 16 1,10 5-1639,18 1 2651,5 14 0,12-35 1,-10-8-1</inkml:trace>
  <inkml:trace contextRef="#ctx0" brushRef="#br0" timeOffset="41246">23426 4205 15123,'-6'44'533,"0"0"0,0-1 1,0-8-1,-1-2 1,6 1-1627,10 10 1,6 2 0,8-8 409,6-16 1,6-5 0,-2 0 682,-4 9 0,-1 1 0,3-11-236,12-19 1,4-14-1,-13-4 264,-20-4 0,-6-3 507,8-9 1,-11 1-413,-25 11 0,-9 9-1003,-14 29 992,16-7 0,4 4-56,7 10 0,9 7-11,13 17 0,9-1-45,-5-19 0,1-2-56,9 19 0,7-5-1583,6-22 1,3-8 982,9 2 1,-17-3-1,-3-3 1,-8-4 0</inkml:trace>
  <inkml:trace contextRef="#ctx0" brushRef="#br0" timeOffset="42395">24259 4493 14922,'-4'40'655,"1"1"0,-1-1 1,1 0-1,-5 9 0,4-7-165,9-5 1,3-16-390,15-60-1740,0 5 1,1-2 1156,-5 5 1,0 2 481,-1 2 0,-2 5 859,-3 10-567,-5 26-835,4 14 621,0 5-44,3 7-1933,8-5 1932,8-20 1,3-3-34,-11 0 0,2-3 0,21-7 0,-1-12-23,-18-11 1,-4-6 16,-2 7 1,-2-2-6,-3-7 0,-8-1-918,-23-7 929,1 19 0,-17-1 1494,7 25-1561,-7 21 815,23 6 1,6 5-749,-1-12 0,4-1 11,16 16 0,10-6-11,-5-24 0,3-4 0,7 0 0,4-2 0,1-2 4,-2-4 0,1-3 0,2-1-501,0-2 0,3-2 1,0-2-1,-4-1 500,2-2 1,-4-2 0,-1-3-328,-2-2 1,-1-3-1,-10 0 324,-12-3 0,-8 2-15,-13-10-8,-14 18-22,-8 29 1,-1 9 44,0 4-12,0 1 1,7 5 5,21 2 1,10 0-29,14-2 789,-7-5 0,3-5-772,10-18 0,4-12 6,2-17 0,1-12 0,-3 5-263,-4 14 0,-1-1 266,4-13 1,1-6-1,-10 14-104,-14 20 67,-1 35 2031,-2 0-1969,9-1 0,5-1 1532,7-1-1544,0-14 1,6-6-818,11-15 0,6-11 1,-5 1 867,-9 2 0,-2 0 131,9-2 1,4-2-1,-13 1 37,-15-7 67,-12 36-156,-2 20-34,1 7-90,8-5 0,10-3-1004,20-14 1,8-5-647,-4 6 1,1-3 1387,0-10 1,2-4-1,-7-1 1,-12 2-1,-4-1 1,17-4-1</inkml:trace>
  <inkml:trace contextRef="#ctx0" brushRef="#br0" timeOffset="43375">27307 5330 17890,'-13'29'386,"1"0"1,-1 1 0,-5 4 0,8-3-3664,30 9 2270,12-37 1,5-6 1710,-7 4 1,1-6-378,0-11 1,3-11 0,0-1 0,-8 6-132,-7 6 0,-2-1 90,4-12 1,0-5-1,-7 19-443,-15 40-399,1-6 545,-1 21 11,1-14 45,16 6 11,-3-17-45,16 4 56,-6-24-50,-1-9 0,2-5-224,-4-1 0,0 0 207,3-5 0,0 1-51,-7 1 1,-2 7 50,-2 19 526,0 3-526,-5 21 34,12 8-135,-4-13-583,4 2-761,-10-18-1832,-6-6 2457,-5-8 1,2 5 0,-3-6 0</inkml:trace>
  <inkml:trace contextRef="#ctx0" brushRef="#br0" timeOffset="43574">27350 5084 14731,'31'4'-820,"0"-1"1,13 3 0,-34-6 0</inkml:trace>
  <inkml:trace contextRef="#ctx0" brushRef="#br0" timeOffset="45215">29116 4901 13244,'-8'-21'896,"5"4"-2119,26 17 1352,5 3 0,4 3-129,1 0 0,0 1-218,2 1 1,-2 1 206,8 9 1148,-31-7-868,-28 5-677,-25 1 464,10-1 0,0 0-56,8-5 0,3 2-6,1 16 1,9 3 16,15-5 654,0-2 1,4-1-666,14-4-733,0-2 0,-1-1 733,1 0 33,10 10 1479,-28-20-1433,-2 5 201,-10-1-168,-23 14-111,7-12 0,-2 1-231,-7 6 0,0 2 230,-4 3 0,3-2 0,-2 5 0,8-3 0</inkml:trace>
  <inkml:trace contextRef="#ctx0" brushRef="#br0" timeOffset="46178">29208 4909 14350,'-11'37'1092,"-1"-1"0,5-10 0,-2-4-400,-7-2 1,-2-4-3970,-16-5 1947,-10-5 2837,8-2-1339,2-10-1089,25-30 932,15 15 1,5-2-12,4-11 0,8 4 45,4 15 0,6 4 0,-2 4-1,-1 0 1,-1 6 1118,9 9 1,-5 11-1007,-20 14 0,-9 10-578,-5-10 1,-3 4 0,-1 0 0,-1-1 438,1 4 1,-1-3 0,-4 3 548,-5 2 0,-2 3 0,-4-1 0,0-6-526,0-9 0,-3-4 0,0-1-782,-5 3 0,-1 0 0,1-4 825,2-1 0,1-6-1489,-11-9 1427,30-25 1507,10-16-1529,8-5-793,10 2 1,4 2 792,-9 14 0,1 1 6,9-10 0,1 5 1567,-2 16-1438,15 20 820,-15 3 1,1 3-956,-1-3 0,1 0-1133,14 10 0,1-3-369,-14-13 1,0-3 251,6 5 1,0-3 858,-7-9 0,-2-5 391,4-9 0,-3-2 0,0 0 0,7-14 0</inkml:trace>
  <inkml:trace contextRef="#ctx0" brushRef="#br0" timeOffset="46527">29815 4930 15829,'-26'28'819,"0"0"0,0-1 0,-2 10 0,6 2-250,11 7 1,8 0-554,6-14 1,10-6 50,18-11 0,14-6 1,3-4-1,-9-3-451,-7-2 1,-1-5 399,9-2 1,8-4 0,-3-4 0,-14-7-1016,-17-10 0,-12-7 1,-4 0 998,-1 5 0,-4 1 0,-1 0 0,0-1 0,-2 0 0,-5 7 0,-13 5 0,-7 9-40,-6 10 1,-1 9-1030,2 9 0,1 4 1002,-1-2 0,4 3-381,7 7 0,7 3-827,12-7 1,4 2 1274,4 8 0,2 0 0,0-1 0,5 7 0</inkml:trace>
  <inkml:trace contextRef="#ctx0" brushRef="#br0" timeOffset="47409">30607 4891 16196,'-19'36'612,"0"-1"1,0 6 0,3-1-2252,9-9 1,3-2 738,-1-4 1,1-2 2297,0 14-1488,7-32-695,13-22-1217,8-21 1867,-10 15 1,0-1 94,1-4 1,-1-2-669,3-5 1,-2 4 719,-1 2 1504,6-2-1224,-33 71-113,9 5-140,-5-20 0,4-1 219,23 10 2033,9-27-2280,11-8 4,-3-20 0,5-12 0,-6 4 24,-16 13 0,-1-1-13,13-12 0,3-4 0,-14 11 42,-18 17-79,-8 19-145,-6 16 178,1 5-1115,4-10 0,3 1 1093,10 14 22,5-8 2165,10-7-3084,24-25 64,-6-20 732,-13 9 0,-1-2-28,-6-4 0,-3-5 51,6-16 0,-2 1-1130,0 0 1208,-4 4 0,-3 7 67,-11 23 67,-17 39-89,7-3-40,-1-8 1,2-1 39,3 6-135,31-11-385,-8-9-791,24-2-373,-13-16 1,1-7-1,-3 0 1,0-1 1513,7-5 0,-2 0 1,2-7-1,-21 15 1</inkml:trace>
  <inkml:trace contextRef="#ctx0" brushRef="#br0" timeOffset="47748">31523 4825 10563,'-31'34'1092,"1"1"0,3-4 0,3-3-4369,3 3 2447,10-14 2362,0 2-1230,18-17-285,20-22 0,5-9 398,3 3-415,-12 6 0,3-3 0,-4 3-4,9-7-7,-16 21 3186,0 7-3175,-18 21-3164,-2 23 3209,1-11 398,-1 6-487,6-22-3233,11-12 3127,10-2 0,-6-3 0,2-1 0</inkml:trace>
  <inkml:trace contextRef="#ctx0" brushRef="#br0" timeOffset="48662">31841 4820 5520,'-4'29'84,"0"0"1,-1 17-262,34-41 110,6-14 1465,0-3-1398,-4-13-23,-15-1 1242,-5 0 1,-1 1-1017,1 9 257,-7 7-303,-9 28 0,-4 12-124,-4 13 1,4-12 0,7-3 10,25-8-970,-7 2 892,20-21 34,-13-11 0,-1-7 11,-7-10 0,3-12 0,1-7 1,-1 0-1,-2 9 579,-2 6 0,-2 3 0,2-5-579,0-5 0,3-9 1,0-3-1,0 0 0,-3 6 1,-4 10 1293,-4 8 0,-3 3-1266,1-12 1,-7 13-270,-11 38 1,-7 23 0,2 0 266,8-10 1,1 1-1,-1 1-32,-1 0 1,-3 2 0,2 0-1,3 0-1,3 5 0,3-1 0,4-2-1115,3 2 0,6-4 1144,10 5 1,6-7-12,2-13 1,5-10-486,-1-14 0,3-9 0,-4-1 474,1-2 0,-3-4-11,4-13 0,-6-3 758,-14 13 1,-3 0-726,-1-7 1,-3-1-1528,2-14 1550,-14 6 1461,-1 26-1495,-6 21 68,4 5-46,4 24 57,6-5 16,7-1 1,5 2 17,0-7 0,1 0 78,3 5 0,0-1 134,4 12 2224,-11-12-2145,-35-4-1008,7-14 481,-25 3-2118,12-12 2219,5-5 0,2 0 0,1 2 0,-9-5 0</inkml:trace>
  <inkml:trace contextRef="#ctx0" brushRef="#br0" timeOffset="48848">32344 4507 6125,'43'-10'-297,"-1"0"0,1 0 0,-5 0 0,-1 0 0,-11 3 0,-15 2 0,-6-1 0</inkml:trace>
  <inkml:trace contextRef="#ctx0" brushRef="#br0" timeOffset="48979">32611 4278 19246,'11'-17'-318,"-1"-2"1,-12 29 0</inkml:trace>
  <inkml:trace contextRef="#ctx0" brushRef="#br0" timeOffset="50647">32209 5589 12333,'29'-24'1092,"0"0"0,1-2 0,-4 3 596,-9 7-870,-2 0 448,-13 12-302,-46 3-539,6 6-139,1-2 0,-10 3-26,12 2 0,-5 2 0,-3 2 0,1 0 0,2-1-1016,0-1 1,4-1-1,-3 0 1,-5 2 840,8-3 1,-5 2 0,-3 0 0,-2 1 0,-2-1 0,1 1 0,1-1-1,1 0 1,4-1-27,-3 0 1,2 0 0,2-1 0,0-1 0,-2 1 0,-2 1-302,3-2 1,-2 1-1,0 0 1,-2 0-1,-1 1 1,0-1 0,-2 1-1,-1 0 273,8-2 1,-1 1 0,-2 0 0,-1 1-1,-1-1 1,0 1 0,0-1 0,0 1 0,0-1-1,1 1 1,1-1 0,1 0-83,-3 0 0,1 0 0,1 0 0,1-1 0,-1 1 0,1 0 0,-1-1 0,0 1 0,-2 0 0,-2 1 57,7-2 0,-1 0 1,-2 1-1,0 0 1,-1 0-1,-1 0 1,1 1-1,-1-1 1,1 0-1,0-1 1,1 1-1,2-1 0,0 0 1,2 0-122,-8 1 0,1 0 0,1-1 0,1 0 0,0 0 0,3-1 0,0 0 0,3 0 0,1 0 115,-9 1 0,2-1 0,3 0 0,2 0 0,2-1 11,-14 1 0,4 0 0,15-3 151,21-2-106,7-1 1412,5 0-997,0-6-449,0 2 865,-1-10-887,-5-6-23,-1-11 23,-2-5 0,2-7 0,2 11 0,1-6 0,-1 2 17,-1-2 0,1-2-32,-1-4 0,-1-5 0,1 3 11,2 14 0,-1 1 1,1-5-73,0 0 0,0-3 0,0-5 0,-1-1 0,1-1 0,1 0 69,0 3 1,1-2-1,0 0 1,0-1 0,1 0-1,-1 0 1,0 1-36,-1 1 0,0-1 1,0 1-1,0 0 0,0 0 1,1-1-1,1-1 36,1 2 0,2-2 1,-1-1-1,2-1 1,0 2-1,-1 2 1,1 3-1,0 5-270,1-15 0,0 8 0,1-1 276,0 5 0,2-1 0,0 1 0,-2 5 859,0-2 1,-2 7-893,-2-1 185,-1 5-152,0 10-45,0 3 331,0 9-398,0 0 1451,0 1-1294,2-1-2386,37-4 2342,-18 4 0,6 0 1,7-1-1,4 0 1,5-1-1,3 0 1,3 0-1,2-1 1,1 1-1,0-1 1,1 0-1,-2 1 1,-3 0-1,-1 0 1,-5 0 12,6-1 0,-3 1 0,-2 0 0,-1 1 0,0-1 0,0 0 0,1 0 1,2 0-1,2-1 0,3 0 0,4-1-16,-18 3 0,2-1 1,2 0-1,1 0 1,2-1-1,1 1 0,2-1 1,1 0-1,0 0 1,2-1-1,0 1 0,0-1 1,1 1-1,0-1 1,0 0-1,0 1 1,0-1-1,-1 1 0,-1-1 1,0 1-1,-1-1 1,-1 1-1,-1 0 0,-1 0 1,-3 0-1,0 1 1,-3 0-1,-1 0-133,16-3 0,-4 1 0,-2 1 1,-2 0-1,-2 0 0,0 0 1,-2 0-1,1 0 0,0-1 1,0 1-1,2-1 0,2 0 135,-4 0 0,3 0 0,0-1 0,2 1 0,1-1 0,0 0 0,-1 0 0,1-1 0,-2 1 0,-1 0 0,-2 1 0,-3-1 0,-1 1 0,-4 0 0,-3 0-18,11-2 0,-5 0 1,-5 1-1,0-1 0,3-1 6,7-4 1,2-1 0,-1 0 0,0-1 0,-3 1 11,-4 2 0,-1-1 0,-2 1 0,2-1-6,2-1 1,1-2-1,-1 2 1,-3 1-141,13-4 1,-8 4 22,-6 6 1568,4 1-1478,-27 9-23,-6 5 69,-1 0-35,1 3 44,-1-3-33,3 4 2279,0 1-2268,1 7 22,1 12 1,1 14-1,0 6 1,0-3 615,0-4 0,-1-2 0,0 2 0,2 7-623,-3-13 1,2 3 0,0 3 0,0 3-1,1 1 1,0 0 0,-1 1 0,1 0-1,-1-3 1,-1-1-358,0-2 0,0-1 0,-1-1 0,0-1 1,0 1-1,0-1 0,-1 1 0,1 1 1,0 0 344,1 1 0,-1 1 1,1 1-1,-1 0 0,1 1 1,-1-1-1,0 0 0,0-1 1,0-2-1,-2 0 11,2 7 1,-1-1-1,0-1 1,-1-1-1,0-2 1,-1-1-1,0-2-166,0 0 0,-2-1 0,1-2 0,-1-3 0,-1-1 182,2 9 0,-1-4 0,-1-8 306,-2-6 258,0-21-280,0-1 270,0-2-428,0 0 2757,0 1-2902,-11 3 22,-15 1 1,-5 1-17,-2 2 0,-7 1-16,7-3 1,-7 1-1,-5 1 1,-4 0 0,-2 0-1,0 1 1,1-2-198,7 0 0,-2-1 0,0 0 0,0 0 0,-2 0 0,0 1 0,0-1 0,-1 0 0,-1 1 138,8-1 0,0 0 0,-1 0 0,-1 0 0,0 0 0,0 1 1,-1-1-1,0 0 0,0 1 0,0-1 0,1 0 0,-1 0-216,-2 0 1,0 0 0,0 0 0,-1 0 0,0 0 0,1 0 0,-1 0 0,1 0 0,0 0 0,0-1 0,2 1 0,0 0 125,-2 0 1,-1 0 0,1 0 0,0 0 0,1 0 0,1 0 0,0-1 0,3 1-1,0-1 1,3 0 0,-8 1 0,2 0 0,3 0 0,1-1 0,1 1 0,0-1-1,-2 0 1,1 0 0,0 0 0,-1 0 0,1 1 0</inkml:trace>
  <inkml:trace contextRef="#ctx0" brushRef="#br1" timeOffset="91627">5617 10189 24575,'0'0'0</inkml:trace>
  <inkml:trace contextRef="#ctx0" brushRef="#br2" timeOffset="175876.15">13304 1664 11425,'-14'0'662,"24"-6"-2904,18-1 2348,-1 0 1,2-1 345,3 1 1,1-1-341,5-1 0,3 0-859,0 1 1,5-1-1,3 1 854,-8 2 1,2 0 0,3 0 0,-1 0 0,-2 0-448,-5 2 1,-1-1 0,-1 1-1,1-1 1,1 1 339,8 0 0,2-1 0,0 1 0,-2 0 0,-3 1 72,6 1 0,-4 2 0,1-1 68,-13 0 0,-3 0 0,6 1 0,13 0-143,-27 1 1,2 0 0,3-1 0,3 2 0,2-1 0,3 0 0,3 1 0,1 0 0,3 0 0,1 0 0,3 0 0,1 0 0,1 1 0,2-1 0,2 1 0,0 0 0,2-1 0,0 1 0,2 0 0,-1 0 0,2 0 0,0 0 0,0 1 0,0-1 0,0 0 0,0 0 0,0 0 0,-1 0 0,0 0 0,0 0 0,-2 0 0,-1 0 0,0 0 0,-2 0 0,-1 0 0,-1 0 0,-2-1 0,-2 1 0,-2-1 0,-1 1 0,-3-1 0,-2 0-1,-2 0 1,-2-1-35,25 3 0,-7-2 1,-4 1-1,-5-1 1,-2 0-1,-1 1 1,1-1-1,2 0 0,4 1 1,5 0-1,7 0-17,-24-1 0,2 0 0,4 0 0,3 0 0,2 0 1,4 1-1,1 0 0,3-1 0,1 1 0,3 0 1,1 0-1,1 1 0,1-1 0,2 0 0,0 0 1,0 1-1,1-1 0,0 0 0,0 1 0,-1-1 1,0 0-1,-1 0 0,-1 1 0,-1-1 0,-1 0 0,-2 0 1,-2 0-1,-2-1 0,-2 1 0,-2 0 0,-3-1 1,-3 0-1,-3 0 0,-3 0 0,-3 0 0,-4 0 1,-4-1-1,-5 0 0,-3 0 0,-5 0 0,-4-1 1,-6 1-1197,-24 0 1,-6-4-768,21-10 2017,2-1 0,4 2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5:59:13.844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3595 1904 13432,'1'3'3276,"0"-1"-2642,-1-2-332,6 13-3164,3-11 3479,2 2 477,1-16-914,-5-11-357,-2-2 1,-3-1 1274,-5-12-796,-3 12 1,-6 4 11,-27 4-157,1 35 0,-3 13-75,13-7 0,2 3 0,0 2-64,-2 5 1,0 3 0,3 1-60,3-1 0,2 2 0,2 0 97,1 3 0,1 1 0,3 0-56,2 0 0,2 0 0,1 1-12,-2-2 1,1 1 0,4-2 11,3-5 0,3-2 0,8-2-504,17-2 1,9-3 0,2-6 481,6-3 0,3-6 439,-4 3 0,2-2 1,0-11-1238,-11-14 1,0-10 0,-2-3 0,-5 4 160,-4 2 1,-2-1 684,5-7 0,1-3 1,-9 5 17,-13 5 80,-5 11 2234,-4 2-1305,-12 28-280,0 1-79,1 7 1,0 5-909,4 0 1,2 1 319,0-1 1,2 2-966,1 6 0,9-2 876,14-11 0,5-4 5,-7-3 1,2-2-18,12-3 1,6-8 20,-5-13 0,2-7 0,-1-3 513,7-8 0,-1-3-539,-5 6 0,0-2 0,-5-4-255,-4-10 0,-6-4 1,-9 2 304,-15 4 0,-6 2-28,8-8 1,-7 7-23,-14 23 0,-8 7 0,3 7-23,2 9 1,2 5-291,-9 0 0,3 3 302,14 2 0,6 3-1628,7 17 1,7-1-1639,7 0 2674,8-4 1,5-6 0,-1-22 0,10-6 0</inkml:trace>
  <inkml:trace contextRef="#ctx0" brushRef="#br0" timeOffset="566">4285 2557 21342,'0'40'165,"1"-1"0,-1 1 1,0-9-1,1-2-1804,-1 17 1,0-9-824,0-28 2552,16-19 1330,2-9-1420,-1 1 0,0-3-722,-2-1 1,0-1 699,-1-2 0,-1-1-776,4-7 0,-1-1 798,-4 11 0,0 1 1461,9-18-1461,-9 30 247,-1 54-197,-2-16 0,1 1-50,-2 4 0,4-3 17,21 4 0,7-11 1128,-10-24 1,1-7-1169,11 5 1,-1-7-57,-16-8 1,-3-8 0,-5-2 51,-5-1 1,-4-2 0,-1-4-457,0-5 0,-1-6 0,0-1 0,-3 5 487,-1 1 0,-1 4 0,-1-2-165,-1-15 1,-1 0 0,-2 29 642,-4 53-157,1-4-177,5 4 0,3 10 1,0 5-1,0-3-113,-1-4 0,1 0 1,-1 0-1,1 0-177,1 10 0,1 0 0,-2 0-951,-2 3 1,-1 0 0,-1-8 509,-4 5 1,-2-7-1,4-30 1</inkml:trace>
  <inkml:trace contextRef="#ctx0" brushRef="#br0" timeOffset="834">4809 2541 19986,'44'-6'266,"0"-1"1,0 1 0,-3-1 0,-2 0 0,-4 5-1906,-4 5 1,-6 7 429,-7 8 1,-3 4 1264,2-4 0,-5 2 648,-9 7 1,-7 2-1322,-5 1 1,-3-2-2592,0-1 3208,-8 12 0,18-36 0,2-3 0</inkml:trace>
  <inkml:trace contextRef="#ctx0" brushRef="#br0" timeOffset="937">5265 2493 18726,'8'-11'0,"-2"3"0</inkml:trace>
  <inkml:trace contextRef="#ctx0" brushRef="#br0" timeOffset="1785">6247 2227 20087,'-11'38'840,"0"0"1,1-1-1,1 1-676,2-9 1,1 2-1,0 1-1257,2 7 1,1 2 0,0-2-122,-3 9 0,1-2 1203,3 2 0,3-6 1397,4-20-1464,1-8 89,1-7 0,-4-12 837,-1-1-948,-2-5-57,0 5-740,0 4 90,0 1 89,1-1 2251,5-5-4810,9-9 0,1-8 2457,0-2 1,-9 9 0,-6 8 0</inkml:trace>
  <inkml:trace contextRef="#ctx0" brushRef="#br0" timeOffset="2123">6121 2228 20636,'36'-15'277,"1"0"1,-3 10 0,5 4 0,1 3 0,-4 1-1371,-4 3 1,-2 2 0,1 1 664,5 2 1,4 1-1,-1 2 1,-5 0 1138,3 10 0,-6 2-678,-2 1 1,-3 4-31,-9-1 1,-3 4 0,-7 1-433,-12 8 1,-8 3 0,-1-2 446,4-7 1,0-1 0,-4-1 20,-5-5 0,-4-1 1,-2-2-1,0-4 129,-9-1 0,-1-6-118,1 1 1,-2-3-14,0-3 1,-2-2 0,3 0-38,5-1 0,1-2-180,-12 0 1,8-11-3098,30-39 3039,20 14 1,11-3 0,-5 2 0,-11 0 0,1 2 0,10 4 0,0 1 0,0 0 0</inkml:trace>
  <inkml:trace contextRef="#ctx0" brushRef="#br0" timeOffset="3149">7037 2680 18014,'21'-29'767,"1"1"1,-5-12-443,-14 1 0,-11 2-1964,-10 15 1,-5 11 1096,-12 30 1,-1 11 1008,16-18 0,1 3-490,-16 21 1,14 4-12,34-15 1,9-4-34,17-3 44,-11-5 1,2-9-464,-1-17 1,0-11 0,-5 2 485,-6 5 0,-3-1 22,14-16 1,-6 2 67,-15 12 526,-18 58-549,7-13 999,-5 7 0,3 3-1016,11-8 1,6-4-1,10-8 0,3-3 161,-3 4 1,2-5-194,8-17 1,4-10 0,-4-6 368,-4-9 0,-5-7 1,1 0-433,2 3 0,0-1 0,-3-3-70,-7 6 0,0-3 1,-4 0-1,-2 0-69,-3-11 1,-5 0 0,-1 10 520,-1 3 313,-19 24-1213,11 32 1,3 22-1,1 7 1,0-5 562,-2-6 0,1-2 0,0 1 0,1-3 0,1 3 0,2-2 0,1-7 1480,9 9-1413,11-23 0,6-6-399,2-11 0,1-6 332,6 3 0,0-8-654,-6-10 0,0-9 0,-5 2 693,-5 2 0,-3 0 45,7-8 0,-5 3 2103,-11 8-2019,-30 27-90,3 11-67,-11 3-22,14 5-1581,12-4 1581,13-8 2279,1 0-2257,26-11-22,-13-2-67,9 0 66,-17 1 1,12 36 22,-11-18-11,0 4 0,1 0 0,2-8 0,3-5-3277,24-18 2457,-19-6 1,9-2 0,-27 6 0</inkml:trace>
  <inkml:trace contextRef="#ctx0" brushRef="#br0" timeOffset="3302">7632 2261 17993,'45'-4'-32,"0"1"1,-1-1 0,1 1 0,-1 2 0,-2 0 0,-8-4 0,0 0 0,0 0 0</inkml:trace>
  <inkml:trace contextRef="#ctx0" brushRef="#br0" timeOffset="3821">9586 1977 10819,'-2'34'986,"-1"0"0,0-2 1,0 2-853,0 2 0,0 4 1,-1-2-173,0-5 1,0 0 0,-1 0-35,1 6 1,0 2 0,-1-5-1229,0 3 1,1-8 1223,0-4 1,3-13 0,1-10-1</inkml:trace>
  <inkml:trace contextRef="#ctx0" brushRef="#br0" timeOffset="4301">9517 1984 11783,'37'27'144,"0"1"1,0-1-1,0 0 1,0 0-1,-4 1 1,0 0-1,-1 1 1,-2-1-1,-3-2-144,5 4 0,-3-2 0,-6 4 74,-6 9 1,-6 4 0,-8-6 446,-7-11 0,-7-2-61,-6 13 0,-9-6-103,-12-15 0,-5-15-507,5-20 1,-2-12 0,7 1-479,6 11 0,6-4 699,1-13 1,5-8 0,14 8-330,28 8 1,12 6 162,-5 0 0,5 4 506,-3 12 1,7 4 0,0 2 0,-7 0 75,-3-1 1,-1 3-124,10 3 0,4 3 1,-18 4 4,-25 9 904,-9 4 0,-5 0-4550,-5 0 2457,-10 2 1,13-27 0,7-18 0</inkml:trace>
  <inkml:trace contextRef="#ctx0" brushRef="#br0" timeOffset="4466">10124 2047 18673,'18'25'-820,"0"-1"1,-3 1 0,11 2 0</inkml:trace>
  <inkml:trace contextRef="#ctx0" brushRef="#br0" timeOffset="4838">10417 2310 10945,'30'-29'724,"-1"1"1,-2 2-1,-3 7-1008,0 17 800,3 20-374,-10 2-8,0 20 975,-13-2-1087,-6 2-74,-14-16 0,-8 2 1,1-4 56,6-3 1,-2-1-6,-6 2 0,-5 0 0,1-5 33,-1-9 1,2-6-12,-10-8 1428,-4 0-1741,30-6-2986,42 9 0,-5 2 2621,2 2 1,-1 1-1,-4 0 1,-5 0 0</inkml:trace>
  <inkml:trace contextRef="#ctx0" brushRef="#br0" timeOffset="5423">10834 1884 13249,'3'-29'1638,"0"0"0,1-14 0,-8 76 0,-1 19-1017,3-25 1,-1 1-480,0 7 1,-2 7 0,2 3 0,0-2-963,3-3 1,1 0 0,0-1 0,1-3 527,0 1 0,0-2 0,3 0-175,4 11 1,3 0-1,8-14 456,19-23 0,6-15-84,-2-2 0,-1-10 95,-7-10 0,0-8 0,-6 1-200,-3 5 0,-7-1 373,-3-12 1,-8 9 2070,-9 28-1795,-21 42 979,10 3-1428,0-12 0,1 2-1189,11 1 0,5-4 1189,16-5 23,5 3 627,8-21-882,-8-16 1,2-10-1,-2 2-239,-3 4 1,0-1 459,4-7 0,3-3 0,-4 3 1120,4-9-1109,-7 10 863,-10 13-146,-9 28-134,-13 17-415,4-8 0,0 2-902,-2 0 1,0 0-152,-1 15-2062,5-20 2515,-1-12 1,2-11 0,-1-2 0</inkml:trace>
  <inkml:trace contextRef="#ctx0" brushRef="#br0" timeOffset="5556">11491 2067 20300,'-25'-9'0,"5"1"0</inkml:trace>
  <inkml:trace contextRef="#ctx0" brushRef="#br0" timeOffset="5750">10511 2076 8825,'45'-3'-274,"0"-1"1,0 1 0,0 0 0,-1 0 0,0-1 0,-2 1 0,-6 0 0,-6 1 0,-3 0 0,-4 0 0,1 0 0</inkml:trace>
  <inkml:trace contextRef="#ctx0" brushRef="#br0" timeOffset="6204">11833 1809 18037,'3'4'1333,"-5"16"0,-1 9-2345,2 13 0,-1 4 1157,-2 0 1,0 1-105,2-9 0,0 1 1,0-3-891,-2-3 1,-3-2 842,-5 13 0,-2-1-333,1-6 1,-1-1 332,0-1 1,1-4-29,-5 7 34,13-29 159,3-4-350,14-32 45,12-9 1,4-3 134,-7 7 0,3-1-6,-1 5 0,4-2 0,2 1 1,-1 7-7,7 2 1,0 5 22,2-4 0,-3 10 39,-4 34 0,-11 11-11,-21-8 0,-7 1-28,7 13 0,-6-1 45,-15-10 0,-6-12-901,2-19 0,3-9-2421,7-9 145,3-27 1493,28 24 1,6 2 1566,8-3 1,-12 10-1,-3 4 1</inkml:trace>
  <inkml:trace contextRef="#ctx0" brushRef="#br0" timeOffset="7523">12394 2141 19953,'-12'35'2801,"11"-17"-2801,-14 25 0,15-26 78,24-1-1717,-1-14 1,3-4 1156,-1 0 1,0-2 464,7-7 0,-3-3 821,3-14-916,-4-2-2179,-5 0 2258,-5 6 33,-8 6-124,-4 13 2414,-6 12-2177,-7 32-1268,4-13 1222,-3 16 2736,9-25-2758,15-3-2770,21-7 2736,-8-8 1,2-3-175,-3-2 0,-1-3 163,2-5 0,-3-3-34,-9 2 1,-2-7-186,1-12 0,0-11 1,-1-3-1,-2 5 42,-2 7 1,-2 4 0,0-5 176,1 0 0,1-6 0,0 0 0,-2 1 0,-3 6 22,-1-10 1,-4 5-709,-1 5 1,-3 6 685,-9 14 370,-7 29 517,4 13 0,1 5-803,0 3 0,-1 2-39,1 2 0,1 1-17,1-1 0,0 4-371,5-9 1,-1 4-1,1 0 1,1-4 336,-2 10 1,2-2 5,1 5 0,1 2 0,9-9-231,16-16 1,4-6 112,-7-2 1,2-4 636,13-11 0,0-8-625,-13-6 0,-2-3 38,0-2 1,-1-3 82,0-7 0,-1-5 0,-2 4 63,-3 8 1,-2 0 83,8-17 1,-6 9-118,-13 25 61,-15 25 1,-3 11-96,5-4-6,-5 6 1,1 2-6,12-8-22,5 4 1488,24-9-1488,0-4 2896,21-11-3188,-6-8-1325,-12-7 1,1-6 1473,3-7 0,-1-4-719,-6 3 0,-2 0 1091,-2-2 1,-5 3 699,-11 8-885,-4 11-1348,-14 27 1359,7-6-10,-10 22 1505,13-14-1450,23 14-55,21-23 1111,-17-3 0,1-3-1129,5-10 1,-1-4-2252,9-7 2212,-14-4 1,-2-4 1996,6-16-2008,-11 10 1,-3-2 32,-4 0 1,-7 2-214,-21-3 203,11 6 11,-18 26-56,34 23 44,2-15 23,15 7-22,-2-19 22,3-2-314,16-7-122,-8-1 403,10-5-1,-15 1 34,6 0 0,-15 5-11,2 1-112,-14 11 3298,1 10-3097,3 1 34,2 7-2512,26-3 2378,-16-11-1200,19-1-1511,-25-16 2733,-1-23 0,-9 17 0,-2-12 0</inkml:trace>
  <inkml:trace contextRef="#ctx0" brushRef="#br0" timeOffset="7675">12949 1650 7996,'36'-12'0,"-1"1"0,-7 2 0,0 0 0</inkml:trace>
  <inkml:trace contextRef="#ctx0" brushRef="#br0" timeOffset="7867">14194 1595 20648,'-7'-25'-1093,"5"7"1,-4 14 0</inkml:trace>
  <inkml:trace contextRef="#ctx0" brushRef="#br0" timeOffset="9307">3943 4249 14955,'2'-6'1871,"-1"1"-462,-7 32 0,-5 20-692,1-9 0,-3 7-612,4-14 1,-1 6 0,-2 5 0,0 1 0,1 0-1,-1-1 1,1-4-762,0 2 1,1-3-1,-1-1 1,1 0 0,-1 2 639,0 0 0,-1 2 1,1 1-1,-1-1 0,1-2 1,2-5-420,-1 4 0,1-4 0,2-4 401,2-3 1,0-4-245,1 5-854,1-7 917,13-54 0,3-14 0,-7 27 0,6-22 0,-1 0 0</inkml:trace>
  <inkml:trace contextRef="#ctx0" brushRef="#br0" timeOffset="9655">3904 4319 19762,'25'31'468,"0"-1"0,1 1 0,-1-1 0,0 1 0,3 6 0,-2-1 0,0 4 3,-6-6 1,1 5 0,1 3 0,-1-1 0,-2-3 0,-4-5-1050,0 0 1,-4-4 0,-1 0 577,2 5 0,-2 1 0,-1-11 551,-3-10-943,-1-7-2622,1-7-2,1-12-261,0-14 2730,-4-11 1,0-1 0,1 4 0,-3 5 0,0 0 0</inkml:trace>
  <inkml:trace contextRef="#ctx0" brushRef="#br0" timeOffset="9970">4552 4078 16513,'-1'42'1092,"1"0"0,-2-19 0,-3 3-966,-2 6 0,-3 11 0,-3 4 0,0 3 0,-1-1 0,1-6-91,-1-6 1,0-3 0,0-1 0,-1 0 0,-1 3 223,0 2 0,0 1 1,-1 2-1,0-1 1,-1 1-1,2-2-228,-4 5 1,0 1-1,0-2 1,2-3-1,2-6-31,-1 2 0,2-3 281,-1 5 0,-1 1 0,10-20-1188,9-23-2370,21-22 0,-2-1 2787,4 0 1,1 2-1,-7 6 1,7-5 0</inkml:trace>
  <inkml:trace contextRef="#ctx0" brushRef="#br0" timeOffset="10373">4743 4782 20613,'-22'12'3276,"-2"8"-4915,3 7 1,-1 7 1522,5-6 0,1 3 1,1 0 115,0-1 0,2-1 0,2 2-382,1 3 0,2 1 1,10-6 414,16-7 1,7-6 1044,19-1-1078,-8-20 0,0-10 5,-2-11 1,-3-7-759,-4-4 0,-4-4 775,-5 8 1,-2-2-1,-7 0-48,-13 1 0,-6 0 0,-1 3-92,-1-1 1,-4 6 567,-14 3 0,-3 9-1458,2 13 767,15 24 1,2 3-1,-1-13 1,9 11-1,-1 0 1</inkml:trace>
  <inkml:trace contextRef="#ctx0" brushRef="#br0" timeOffset="10788">5114 4795 13542,'37'19'209,"-1"0"0,-6-5 1,-7 4 1078,-15 14 0,-10 4-1288,-4-3 0,-6-1-24,-5-2 0,-1-2 57,-8 9 981,-4-25-1018,30-37 1,11-18-1,0 3 506,-2 7 1,1-1-503,1-8 0,2-5 0,1 7-68,0 12 1,1 4-342,5-2 0,1 4-2868,6 1 828,3 12-621,-19 27 2869,-7 29 0,-2-26 0,-1 11 1</inkml:trace>
  <inkml:trace contextRef="#ctx0" brushRef="#br0" timeOffset="11986">5477 4854 8063,'0'-46'3276,"0"10"0,0 39-2432,-2 27-654,-5 1 0,-1 3-174,4-5 1,-2-1-12,-3 9 1,-2-3-180,0 2 197,6-19 1423,0 1-1435,10-26-231,11-14 0,9-10 0,-3 3 220,-2 4 0,0-2-12,6-8 1,5-3 0,-4 4 747,-7 11 0,0 3-770,3 0 1,-1 4 1886,4 0-1853,1 16 90,-18 21-90,-4 14 128,-4 6 1,-3 1-67,0-16 0,-2 1-51,-1 14 0,-1-3 23,-7-8 10,-2-2 260,7-14-349,23-42 0,10-16 45,-12 24 0,0-1 104,7-14 1,4-4 0,-3 5-122,-5 13 1,-2 4-2286,16-13 2178,-10 22 124,-4 13 2268,-10 20-2268,-3 9-1095,-2-1 1,1 1 1122,5-7 0,1 0 11,0 5 0,3-2-39,5-11 0,3-4 11,19 1-5,-5-10 0,3-2-6,-7 0 0,2-2-198,4-3 1,3-1-1,-3-2 203,-3-1 1,-2-3 968,10-2 0,-3-6-918,-10-14 0,-6-3-1975,2-5 1919,-10 6 0,-8 4 34,-19 9-40,-11 10 1,-7 8 89,3 6 0,-1 5-62,-7-3 0,1 2 304,10 7 0,4 3-326,5 5 0,4-1-67,-1 9-1,6 5 2316,18-25-2405,12-14 1,3-5-24,11-5 84,-6 2 1,0-2 73,2-7 0,-6 3 10,-5 6-2323,-9 18 2391,-4 7-56,-5 17 112,1 0 39,25-1 1,7-3-119,0-10 1112,7-1 1,0-8-1124,-21-19 1,-2-7-5,3-11 1,1-7 0,-2 1-326,-2-1 0,-2-4 293,-3-1 0,0-6 0,-1-2 0,-4 4-1,-5 9 0,-2 1 1,-2-3 7,0-1 0,-2-6 0,0-1 1,0 3-1,-1 6-10,0-1 0,-2 2 1046,0-4 1,-2-3-1,0 23-858,-2 40 0,-1 27 0,0 10 0,2-11-1115,3-5 1,2 1 943,-2-5 0,-1 8 0,0 2 0,2-2 0,3-5-838,6 0 1,3-5 0,2 1-256,2 5 1,2 0 0,-1-1 623,-3-9 1,0-1 0,0-1 0,6 11 0,-3-10 0,-5-23 0</inkml:trace>
  <inkml:trace contextRef="#ctx0" brushRef="#br0" timeOffset="12455">8799 4374 16288,'-21'37'3276,"5"-2"-2595,-1 0 1,-1 8-1502,4-4 1,0 7 0,0 0 0,2-5 558,2-10 1,2-3 0,-1 3 405,-3 9 1,-1 6 0,2-3-1,2-8-189,2 10 952,4-12-4185,30-66 2808,-15-3 1,1-4 0,3 6 0,-1 0 0,-6-3 0,0 1 0</inkml:trace>
  <inkml:trace contextRef="#ctx0" brushRef="#br0" timeOffset="12713">8815 4387 20300,'25'35'395,"1"0"0,-8-5 1,2 7-1,0 3 1,1 1-1,-2-2 1,-2-5-1292,0 2 0,-2-3 0,0 3 994,3 4 1,3 6 0,-1 2 0,-7-6 0,-14-10-890,-26-7 0,-13-9 828,11-3 1,-2-2-1,-1-1-317,-8 2 1,-3 0-1,4-2 274,-1-1 1,4-2-320,3-1 1,14-4-2953,59-21 2808,-2 1 1,2-1 0,-9 6 0,-1-1 0,3-2 0,0 0 0</inkml:trace>
  <inkml:trace contextRef="#ctx0" brushRef="#br0" timeOffset="12907">9392 4781 23605,'0'42'149,"0"0"1,-2-2-1,-2-3-1570,-7 8-428,-1-10-1428,3-18 2457,4-17 1,0 3 0,4-12 0</inkml:trace>
  <inkml:trace contextRef="#ctx0" brushRef="#br0" timeOffset="13088">9458 4497 9676,'5'41'-656,"1"-1"1,-3-11-1,0-4 1,3-5 0</inkml:trace>
  <inkml:trace contextRef="#ctx0" brushRef="#br0" timeOffset="13409">9741 4784 18630,'8'-26'1187,"0"1"1,16-10-1075,0 30-79,5 19 22,-14 4 0,-4 6 5,-10 20 1,-7 2-51,6-14 0,-7-1 26,-16 3 1,-11 0-1,2-10-1520,10-13 1,-1-5 1493,-19 6 0,3-4 12,14-12-426,-1-4 257,15 2-67,-1-2-3064,58 8 2730,-23-7 1,-1-1 0,6 6 0,-1 0 0,6-13 0</inkml:trace>
  <inkml:trace contextRef="#ctx0" brushRef="#br0" timeOffset="14010">10158 4214 19852,'-8'42'366,"0"0"1,-1 0-1,1 1 1,0-3-1,0 0 1,0-1-1,1-3-321,-2 9 0,0 0-865,3-7 1,-1 5 0,1 0 0,2-4-356,2 6 0,2-1 1186,-4 0 1,1 2-1,12-18 43,21-27 1,12-17 0,-6-1-61,-9 3 1,-2-3 19,5-5 0,5-6 0,-2 0 0,-9 5 188,-3-12 353,-7 7 0,-5 11-566,-13 26 212,-9 24-162,6-8 1,2 1-35,-4 7 1,5-2 16,15 9 1107,3-11-1437,20-34 0,5-13-414,-12-1 0,0-2 705,11-5 0,-1-2-734,-10-3 1,-6 3 1199,-5 7-91,-7 11 2017,-19 29-2089,-1 3 0,-2 3-202,-1 5 0,0 0-107,2-4 1,1-2-3255,-7 16 2457,21-47 1,-2 3 0,5-11 0</inkml:trace>
  <inkml:trace contextRef="#ctx0" brushRef="#br0" timeOffset="14159">10753 4476 16344,'-26'10'-1093,"6"-2"1,20-8 0</inkml:trace>
  <inkml:trace contextRef="#ctx0" brushRef="#br0" timeOffset="14388">9832 4429 19650,'40'-2'-410,"0"0"0,0 0 1,0 0-1,-1 0 1,3 0-1,-1-1 0,-2 0 1,-2 1-138,3 0 1,-3 0 0,-5 1 0,12-3 0,-8 0 0</inkml:trace>
  <inkml:trace contextRef="#ctx0" brushRef="#br0" timeOffset="14945">11051 4167 8545,'-17'36'297,"0"-1"1,1 1 0,-1 0 0,1-1 0,-1 1 0,-1 4 0,-1 2 0,0 0-1,1-1 1,1-1 0,2-2 521,1 2 0,2-1 0,1-2 0,0 0-280,-1-1 0,0 1 0,1-2 0,1-5-227,-4 6 0,8-15-536,32-44 1067,-6 1-877,-3-2 1,3-8 0,0 1 62,-4 3 1,0-1 0,-1 3-115,2-4 1,1 2 84,0-1 0,-1 12 1212,0 30-1194,0 20 1,2 14 0,-3-6 303,-6-16 1,-1 0-301,7 16 1,1 6 0,-16-12-1035,-24-21 0,-5-7 1101,-3 2 935,-1-3 1,1-2-1137,16-5-1244,3 1 773,18-1-1056,27 5 1,11 0-1,-5-5 1,2-1 1169,-3 1 1,3-1 0,-4 0 0,-4-1 0,-6-2 0,0-7 0</inkml:trace>
  <inkml:trace contextRef="#ctx0" brushRef="#br0" timeOffset="16456">11469 4751 21622,'-25'30'321,"-1"-1"0,2-10 1,9-1-294,22 4 0,12-4-152,6-15 1,3-5-68,-1 2 1,1-4-19,4-13 0,3-8 0,-7 1-1430,-11 6 1,-2 0 1654,13-19 1,-9 15 1348,-20 33-1097,-5 11 1,0 5-213,1-1 0,1 2-39,-3 0 0,4-3 5,10-1 112,21-23 1,6-7-79,8-8-62,0 1 1,1-7-33,-20 2 1,-3-5 0,1-4 373,1-4 0,0-5 0,1-2 1,-2 1-564,1-2 0,-1 0 0,0 0 0,-1 0 221,-1-1 0,1-1 1,-2 1-1,-2 2-1042,-1-1 0,-2 1 0,-7 10 1048,-10 9 380,-13 21-212,0 15 0,0 10 26,-3 8 1,0 6-1,1-2-1148,2 1 0,1 1 1025,1 1 0,0 3 0,4-4-60,6-5 0,4-3-531,0-1 0,5-1 531,15 9 0,6-4 376,-9-16 0,3-3-398,15 7 0,3-7-12,-12-14 1,1-8-341,3-8 1,3-6 0,-2-3 909,4-7 1,-2-4-537,-5 7 0,0-1 0,-5-1 297,-2-8 1,-7 4-208,-5 9 876,-10 13-742,-7 27-45,-5 15-82,10 3 1,4 8-1,1-5-270,0-13 0,1-1 165,1 12 1,1 4 0,8-13-634,25-22 1,4-13 629,-18 3 0,1-3-53,6-1 1,3-3 0,-5-1 1095,-4-6 0,-4-2-1083,-1-1 1,-1-1-982,1-7 1,-4 3 1199,-2 5 166,-24 42-222,-2 15-78,-4 5 1,8 1 49,25-15 0,6-3-39,6 11-56,3-18 0,3-9 39,-6-15 0,-2-10-54,-8-6 0,-2-7 1,-1 1-48,7-4 0,-6-4-354,-16 3 1,-6-5-1,-5 0 1,-3 9 370,-11 5 0,-5 6 33,4-1 1,-3-2 0,0 11 11,-4 14 0,2 11 22,10-1 1,3 6 7,3 12 0,4 7 0,2-3 414,4-7 0,2 0-444,1 6 0,2 3 0,5-8 0,25-1 26,0-17 0,8-3 0,-1-4-9,6-4 0,2-7-26,-4-4 1,6-5-1,-1-3 1,-7-1 49,-11 1 0,-4-2 0,-1-1-93,6-3 0,-1-2 0,-9 4 41,-11-4 609,-11 31-554,-25 32 1115,14-13-1126,-1 1 1,1-1 2732,9-5-2710,5-1 235,18-9-235,1 0-56,16-12 0,-10-5 0,1-4-897,3-3 1,1-2 901,8-3 1,0 1-40,-13 2 1,-1 9 106,4 22 0,-5 7 5,-7 5-45,-3 5 1,0 0-11,3-8 44,3-5-1179,5-9 0,3-2 1112,7 0-56,-6-4 0,0-3 1204,-3-8-3377,-7-10 2115,-21-17 0,-5-1 1,7 9-1,-9-2 1,0 0-1</inkml:trace>
  <inkml:trace contextRef="#ctx0" brushRef="#br0" timeOffset="16592">12212 4260 17218,'39'-5'-547,"1"0"1,-1 0 0,-1-1 0,-4 2 0,5-1 0</inkml:trace>
  <inkml:trace contextRef="#ctx0" brushRef="#br0" timeOffset="16791">13443 4167 23740,'-2'-5'-3277,"2"6"0,3 12 2457,0-1 1,-2-7 0,-1-1 0</inkml:trace>
  <inkml:trace contextRef="#ctx0" brushRef="#br0" timeOffset="17544">5767 6409 17106,'-6'0'717,"1"0"-672,5 0 1546,11 2 1,33-14-1176,-10 3 1,10-1 0,5-2 0,1 0 0,-5 1-1237,0 0 1,-2 1 0,1-1 0,4 0 635,-11 3 1,2-2 0,1 1 0,2-1 0,1 0 0,1 0 0,0 1 0,0 0 242,-1 2 1,-1 0 0,1 1 0,0 0 0,0 0 0,3 1-1,0-1 1,3 1 0,2-1-118,-13 1 1,2 1-1,2 0 1,1-1-1,1 1 1,1-1 0,1 1-1,0-1 1,1 1-1,0-1 1,-1 1 0,1-1-1,0 1 1,-1 0-1,-1-1 1,0 1-1,-2 0 57,5-1 0,-1 1 0,-1-1 1,0 0-1,-1 1 0,1-1 0,-1 1 1,0-1-1,1 1 0,0 0 0,0-1 1,1 1-1,1-1 0,1 1 13,-7 0 1,2 0 0,0 0 0,1 1 0,1-1 0,0 0 0,1 0-1,0 0 1,0 0 0,0 0 0,-1 1 0,0-1 0,0 0 0,-1 1 0,-1-1-1,-1 1 1,-1 0 0,-1-1 0,-2 1-33,10 0 1,-3-1 0,-1 1-1,-2-1 1,-1 1 0,0 0-1,0 0 1,0 0 0,1 0 0,1 0-1,2-1-172,-2 1 0,0 0 0,1 0 0,1 0 0,0 0 1,1 0-1,0-1 0,1 1 0,-1 0 0,0 0 0,0 0 1,-1-1-1,0 1 0,-2 0 123,4-1 1,0 1 0,-1-1 0,0 1 0,-1-1 0,0 1-1,0-1 1,0 1 0,1-1 0,-1 0 0,0 0 0,1 0 134,-3 0 0,0 0 0,1 0 1,0 1-1,1-1 0,-1 0 0,0-1 1,0 1-1,-2-1 0,1 0 0,-2 0 1,-1 0-1,-2-1 298,7-2 0,-1 0 0,0-1 0,-1 0 0,-2-1 0,-2 1 0,-1 0 0,-2-1 0,-4 2 72,13-4 1,-4 1 0,-5 0 0,-3-3-292,2-5 1,-4-1 0,-11 4 408,-13 5-1181,-4 5 600,-1 3-3250,0 1 2602,7 3 0,-6-1 0,6 1 0</inkml:trace>
  <inkml:trace contextRef="#ctx0" brushRef="#br0" timeOffset="17713">12543 5556 24692,'7'-5'-1093,"-1"1"1,-6 4 0</inkml:trace>
  <inkml:trace contextRef="#ctx0" brushRef="#br0" timeOffset="49185">15289 11989 16109,'28'-1'627,"0"-1"1,9 1-533,-4 0 0,4 2 11,2-1 1,0 0-1746,-3 0 1,0 0 1429,-5-1 0,3 1 1,-3 0 275,3-1 0,0 0-500,4 0 1,3-1 0,2 1 446,-8-1 0,0 1 0,2-1 0,3 1-265,-3 0 0,5 0 0,1 0 0,0 0 0,-1 0 0,-2 1 254,6-1 0,-2 0 0,0 0 0,1 0-9,-5 1 1,2-1 0,0 1 0,0 0 0,1 0-5,-3 0 1,-1 0 0,1 0 0,1 0 0,0 0-1,1 0 11,-2 0 1,1 0 0,1 0-1,-1 0 1,1 0 0,0 0 0,0 0-1,-1 0 1,0 0-1,0 0 1,0 1 0,1-1-1,0 0 1,1 1 0,0-1 1,-1 1 0,1-1 0,0 1 0,1-1-1,1 1 1,1 0 0,1 0-5,-5 0 0,2 0 0,0 0 0,2 0 0,0 1 0,1-1 0,-1 1 0,0-1 0,0 0 0,-1 1 0,-1-1 4,3 0 1,-2 0-1,0 1 1,0-1-1,-1 0 1,1 0-1,0 0 1,1 0-1,2 0-3,-7 0 0,2 0 0,0 1 0,1-1 0,0 0 0,0 0 0,1 0 0,-1 0 1,1 0-1,-1 0 0,-1 0 0,-1 0-1,6 0 1,0-1 0,1 1 0,-1-1 0,-1 0 0,0 1 0,-1-1 0,-2 0 0,-2 0 0,-2 0-162,5 0 0,-4 1 0,-2-1 0,-1 0 0,2 0 0,4 0 163,-6 0 0,2 0 0,1 0 0,0 0 0,2 0 0,1 0 0,1 0 0,1 0 0,0 0-1,-4 0 0,2 0 0,1 0 0,2 0 0,1 0 0,0 0 1,0 0-1,0 0 0,-1 1 0,-1-1 0,-2 0 0,-2 0 1,-3 0-2,9 0 0,-5 1 1,-2-1-1,-1 0 1,1 1-1,2-1 0,5 0 55,-8 1 1,2-1 0,3 0 0,2 0 0,1 0 0,1 1 0,0-1-1,0 0 1,-1 1 0,-1-1 0,-2 0 0,-3 1 0,-2 0-53,8 0 1,-4 0-1,-2 0 1,-2 0 0,1 1-1,1-1 1,2 1 0,-2 0 1,2-1 0,0 1-1,0 0 1,1 0 0,1 0 0,0 0-1,-1 0 1,1 0-3,-4 0 0,1 0 0,-1 0 0,1 0 0,0 0 0,0 0 0,0 0 0,0 0 0,-1 0 0,0 0 0,2 1 0,0-1 0,0 0 0,0 1 0,-1-1 0,0 0 0,0 1 0,0-1 0,0 1 1,3 0 0,1 0 1,0 0-1,0 1 1,-1-1-1,-1 0 1,-2 0-1,-3 0 1,5 1 0,-4-1 1,-1 1-1,0-1 1,2 0-5,1 1 0,2 0 0,1-1 0,0 1 0,-2 0 0,-2-1-4,7 2 1,-3-1-1,-1 0 1,1 0-165,-1-1 1,-1 1 0,2 0 0,4 1 173,-11-2 0,2 1 0,4 0 1,0 0-1,0 1 0,0-1 1,-2 0-1,-3 0-4,7 0 1,-4 0 0,-1 0 0,1 0 0,6 1-6,-12-2 1,2 1-1,3 0 1,1 0-1,1 0 1,1 0-1,-1 0 1,0 0-1,0 0 1,-3 0 4,5 0 0,-1 0 0,-2 0 0,1-1 0,0 1 0,1 0 0,2-1 0,3 1-1,-10-1 0,2 0 0,1 0 0,2 0 1,1 0-1,1 0 0,0 0 0,0 0 1,1 0-1,-2 0 0,0 0 0,-2 0 1,-1 0-1,-1 0 1,7 0 0,-1 0 0,-3 1 0,-1-1 0,0 0 0,1 0 0,1 0 0,2 0 0,3 0 1,-11-1 0,3 1 1,2-1-1,1 1 1,2-1-1,1 1 0,0 0 1,1-1-1,-1 1 1,-1-1-1,-1 1 1,-2-1-1,-2 0 0,-3 0 1,-3 0-1,-3-1-4,18 2 1,-8-2 0,-3 1 0,0-1 0,6 1-4,-8 0 0,3 0 1,3 0-1,2 0 1,-1 0-1,0 0 0,-3 0 1,-2-1-1,-5 1 0,8-1 1,-5 0-1,-1 0 1,5 0 9,-6 0 1,3 1 0,2-1 0,1 0 0,0 0 0,-1 0-1,-1 1-1,1-1 1,-2 0 0,0 0 0,0 1 0,1-1 0,0 0 120,-1 0 0,1 1 0,0-1 0,0 0 0,1 0 0,-1 0 0,1 1-129,3-1 0,1 0 0,0 1 1,0-1-1,0 0 0,-2 0 1,-3 0 6,4 0 0,-2 0 0,-2 0 1,0 0-1,3 0-1,-3 0 1,2 0 0,1 0 0,-1 0 0,-1-1 0,-2 1-2,4 0 0,-3-1 0,0 1 0,3 0 1,-3-1 1,2 0 0,1 0 0,0 1 0,-1-1 0,-5 0-10,10 0 1,-4 1 0,4-1 7,-10 0 0,5 0 0,1 1 0,-1-1 0,-2 0 0,-6 0 0,0 0 0,-4 0 0,-1 0 705,17 0 1,0 0-712,-3 0 1,3 0 12,-8 0 1,2 0-1,1 0-334,-5 0 0,1 0 1,1 0-1,-1 0 329,1 0 1,-1 0 0,1 1 0,-2-1 0,11 0 1,-2 0 0,-3 0 747,6 0 0,-4 1-751,-14-1 0,-1 0-23,12 1 1,1 0 22,-4 0 0,-2 0 0,0 0 0,-1 0-780,-3 0 0,-4 0 365,-10 0 532,-3 1-1440,-28-1-1954,-9-1 3192,-8 0 0,-1 0 0,4 0 0,-18 0 0</inkml:trace>
  <inkml:trace contextRef="#ctx0" brushRef="#br0" timeOffset="51971">17559 11416 14955,'5'0'2510,"6"0"-1513,25 0-773,-10 0-78,10 0-12,-15 0-3411,24 6 2852,-13-2 481,-9 0 0,4 0-339,4-1 0,3-2 0,-3 0 367,-3 0 0,0 0-256,6 0 1,5-1 0,-5 1 238,-7-1 0,-3 0-660,1 0 0,3 0 750,12-3 0,6-1 0,-4 0-101,-6 1 0,0 0 425,7-1 0,3-2 1,-7 2-460,-12 0 0,-3 1 34,11-3 0,-1-1 11,-8 3 1,0-1-315,8-3 1,0 0 274,-10 2 0,-1 0 868,2-2 1,0 0-830,0 0 1,1 0-808,11-6 0,3-1 807,-4 3 0,2-1 1,-1 1 269,-6 1 1,-1 0-1,0 1-334,5-2 1,0 0 0,0 0-72,-4 1 1,0-2-1,0 1 130,10-5 0,-1-1-178,-8 4 0,1-1 0,-2 1 127,6-4 0,-3 1 23,-9 4 0,0-2 33,9-6 0,2-2 118,1-4 0,1-1-107,-7 3 1,2-1-1,-2 0-56,-7 6 1,0 0-1,1-4 48,5-7 0,3-5 0,-1-1 0,-4 5-36,0-1 0,0-2-180,-6 6 0,5-6 1,0-2-1,0 0 1,-4 3 192,-2 3 1,-1 0-1,-2 2 1,1-1-20,0 0 0,0 1 0,0-1 0,0 0-17,3-5 0,0 0 0,0-1 1,-1 1-7,-1 2 1,0 0-1,-1 1 1,0-1 51,2-3 0,0 0 0,-1 0 0,1 0-54,-3 2 0,0 1 0,2-2 0,3-5-1,-4 10 0,3-4 0,3-3 0,1-2 1,1-1-1,0 0 0,-1 1 0,-1 2 1,-2 3-1,-3 4 9,5-9 0,-3 6 0,-1-1 1,5-4-10,-5 6 1,4-5-1,2-2 1,2-2-1,0 0 1,-1 1-1,-1 1 1,-3 3-1,-2 5 3,1-4 1,-3 5 0,-1 1 0,5-5 2,-3 4 0,3-3 1,1-2-1,2-1 1,0-1-1,0 1 0,0 0 1,-1 3 154,-2 0 0,0 2 0,0 0 0,-1 1 0,1-1 0,2-2 0,1-2-166,-3 4 0,2-2 0,1-2 0,2 0 0,-1-2 0,1 1 0,0-1 0,0 2 0,-2 0 0,0 3 0,-2 1-228,7-8 1,-2 3 0,0 1 0,-2 1-1,1 1 1,0-2 231,-1 1 1,0 0 0,1 0 0,-2 0 0,1 0 0,0-1 2,-2 3 1,-1-1 0,0 0 0,0 0 0,0 0 0,0 1 0,0 0 8,1-2 0,-1 1 0,1 0 0,-1 1 0,0-1 0,1 0-13,-1 0 0,0 1 0,-1-1 0,2 1 0,0-2 0,1 0-7,-1 2 0,1-1 0,1-1 0,0 0 0,1 1 0,-1 0 0,-1 1 0,-1 2 2,4-4 1,-2 2 0,-1 2-1,2-1 1,1-2-105,-1 1 0,1-1 0,1-1 0,1-1 0,0 1 0,0 0 0,-2 2 109,1 0 0,-1 0 0,1 0 0,-2 2 0,1 0 0,-2 1 0,1 0 0,-1 1 0,0 1 0,0 0 0,-1 1 0,4-5 0,-1 2 0,0-1 0,3-2 9,-3 3 0,2-1 1,1-2-1,0 1 0,-1 1 1,-1 1-17,-1 2 0,-2 1 0,0 1 1,1-1-1,1-1 162,1-1 0,0-2 1,2-1-1,0 0 1,1 1-1,1 1-163,-3 4 0,1-1 0,0 1 0,1 0 0,-1 2 0,-1 0 0,-2 2 8,5-3 0,-3 2 0,1 1 0,4-3 1,-3 5 1,4-3-1,4-1 1,1 0-1,0 0 1,-2 1-1,-2 3 1,-5 2 33,2-1 0,-4 3 0,-1 2 0,2-1-33,3 0 0,3-1 1,0 1-1,-1 1 1,-1 3-30,8 2 1,-3 4 0,0 0 11,-5 1 0,-1 0 0,3 2-10,-1-1 0,3 1 0,0 1 0,-1 2 21,8 4 0,-2 3 0,-2 2 0,-7 1 1,-2 1-1,0 1 25,-4-1 0,0 2 0,-1 3-18,2 10 1,-2 4 0,-2 0-41,-7-5 0,-2-1 1,1 1 43,4 6 1,1 2-1,-2-2-7,-6-6 0,0-1 0,-1 4 8,3 6 1,0 6-1,0-1 1,-1-4-6,-4-6 1,0-3 0,0 3 99,3 8 1,2 5 0,0-1 0,-3-6-99,0 1 1,-3-3-51,1 1 1,2 3 58,-3-3 0,2 4 0,0 1 0,-1-3-3,0-2 0,-2-3 1,2 2-12,0 5 0,2 3 0,0 1 0,-2-5 11,-2-7 0,0-2 0,-1 2 312,1 0 0,0 2 1,1 0-1,-1 1-307,0 2 1,1 0 0,-1 0 0,1-1-129,-1 1 0,0 0 0,0-1 0,0 0 117,0-1 1,-1-1 0,0 0-1,-1-2 47,1 0 1,-1-2 0,-1 0-46,2 0 1,-1-1 0,1 5 3,0 0 0,0 3 0,2 3 0,-1-1 1,-1 0 4,2 3 1,-1-2 0,1 2 0,0 2-6,-1-4 0,0 2 0,0 2 0,1 0 1,-1-2-1,-1-3-56,1 2 0,-1-2 0,0-2 0,0 3 58,-2-4 1,2 3-1,-1 0 1,-1-2-1,0-3 569,0 3 1,0-4-1,0 4-562,-1-3 0,0 4 0,1 0 1,-1 1-1,0-2-481,0 3 0,0-1 0,0-1 1,-1 1 462,1 1 1,0-1 0,0 0 0,-1 0 11,1-2 0,-2 0 0,1 0 0,0-3 521,0-1 1,-1-2-1,2 1-520,1 11 0,2 2 0,0 0-407,1 0 0,1 0 1,0 0 394,-1 0 1,1-1 0,1 0-160,-1-3 0,0-1 0,0-2 173,1 4 0,1-1-17,-2-3 0,1 3 0,0 1 11,-1-4 0,1 1 0,0 2 1,0-1-10,0 1 1,1 0 0,0 0 0,-1 0 16,0-4 0,-1 0 1,1 0-1,0-1-19,4 4 0,1 0 0,0-1 0,-2-4-11,3 3 0,0 0 11,1-1 0,1 3 0,-2-4 320,-2-8 1,-1-1-327,8 12 1,0 0 5,-6-9 0,1 0-4,3 3 0,2 2 1,-2-3-646,-2-3 1,1-2 654,6 10 0,2-2 752,-10-13 1,1 0-756,4 3 1,2 2 0,0 0-389,-4-5 0,-1 0 0,0 0 377,5 4 1,0 2 0,-1-3 18,3 3 0,-4-3 837,-7-8 1,-1 0-844,6 4 1,1-1 203,-2-1 0,0 0-226,0-2 0,-1-1 17,10 8 0,-16-14 1058,-5-2-902,-5-4-156,-2-2-235,-6-2-695,-4-1-2347,-11-11 2457,5 0 1,-1-2 0,11 7 0</inkml:trace>
  <inkml:trace contextRef="#ctx0" brushRef="#br0" timeOffset="53384">32579 13702 16176,'0'-3'2869,"0"0"-6146,-42 10 3423,11 10 1,-5 7 0,-1-1-46,-1-4 0,-2 0 0,-2 3-718,4 0 0,-3 3 1,-1 1-1,2 0 1,5-5-477,4-1 1,3-3 0,0-1-1,-6 4 1,-2 0 0,11-10 272,13-11 1,8 0 0,4-4 0</inkml:trace>
  <inkml:trace contextRef="#ctx0" brushRef="#br0" timeOffset="53586">32272 13695 10203,'0'37'1092,"1"0"0,3 0 0,4-3-618,0-8 1,6 0-494,11 4 0,10 2 1,0-3-1075,-4-7 1,1-2 0,2 0-1,5 5 1,2 0 0,-2-5 436,7-5 1,-6-7-1,-9-4 1,-11-4 0</inkml:trace>
  <inkml:trace contextRef="#ctx0" brushRef="#br0" timeOffset="54953">29072 11111 10316,'3'-3'3276,"4"2"-1845,-5 2-547,5 1-492,-6-2 91,-1 2-271,1 0 1122,2 6-1047,1 0 341,2 6-326,1-3 56,5 10-3234,0-3 3380,5 5 1,1 2-1939,5 4 1574,-4-5 0,1-1 407,9 5-284,3-2 1,6 2-425,-9-7 0,1 1 1,0 0 204,0-1 1,0 1 0,0-1 510,-3-2 1,1 1 0,2 1-450,7 3 1,5 2 0,0-1-1,-6-2 838,1 1 0,0-1-933,1 0 0,6 4 1,-1-1-1,-8-5 39,-10-5 1,-1-2-797,6 3 1,3 1-1,-2-1 780,-1-1 0,0 0-5,0-1 1,3 2 0,-4-3 580,-6-4 1,-1-1-510,16 6 0,1 0-394,-14-6 0,0 0 332,12 5 1,0-1 5,4 1-951,3-1 0,0 0 906,-20-5 0,0-1-6,17 5 1,-3-2 1828,-14-3-1879,13 4-1307,-11-6 0,2 0 455,0 0 0,2-1-431,7 0 1,1-2-236,-4-2 0,0 0 1574,5-3 0,-2 1 0,7 0 0,-7-3 0</inkml:trace>
  <inkml:trace contextRef="#ctx0" brushRef="#br0" timeOffset="58679">17236 5290 15269,'2'22'2588,"0"-4"-2207,2 12-45,-2-6-3613,0 16 3473,-1-15 1,-1 2-1,1 10 0,-1 0 244,0-5 0,-1 2-272,0 4 1,-1 5-1,0-4-554,0-3 0,0 0 475,0 2 1,-1 3-1,1-2 269,-2-1 1,1-1-258,0 2 0,-2 5 28,-1-5 0,-2 6 0,0 0 0,0-3-88,1-3 0,0-3 0,0 3 31,-2 3 1,0 2 0,-1 2 0,0 3 43,1-11 1,0 3 0,-1 2 0,0 0 0,0 0-1,1-2 1,0-1-340,0 3 1,0-3-1,0 0 1,0 1 0,-1 4 240,1-3 0,-1 3 0,0 3 0,0 2 1,-1-1-1,1-2 0,1-2 0,0-4-213,1 0 0,1-3 1,0-3-1,0 1 1,1-1 205,-2 9 0,0-1 0,0 0 1,2-3 413,-1-3 1,1-1-1,1 3-410,-1 0 1,1 4 0,0 2 0,0 0 0,0-5-547,0 7 1,0-4-1,0 3 540,1-5 0,-1 3 0,0 1 0,1-2 0,0-4-9,1-1 0,0-3 0,-1 3 0,1-2 0,0 4 0,-1 2 0,0 1 0,0-1 4,-1 2 1,1 0-1,-2 0 1,1 0-1,0 1 170,1-1 0,-1 0 0,0 1 1,0 0-1,0 0-171,-1-4 1,1 0 0,-1 1 0,0-1 0,-1 1-1,1-2 47,-2 4 0,0-1 0,0-1 0,0 1 0,0 0-48,0 0 0,0 0 1,0 1-1,0 1 1,-1 2 6,1-7 1,1 3 0,-2 1 0,1 1 0,0 0-1,0-2 1,0-2 0,2-3-8,-3 9 1,1-4 0,1-1 0,-1 2 1,1 0 1,-1 3-1,0 0 1,1-1 0,0-1 6,0 2 0,0-1 0,1-1 0,0 1-9,1-7 0,0-1 1,1 1-1,-1 1 1,0-1 14,0 0 0,0-1 1,0 1-1,0 0 1,0 1-12,1 1 1,-1 1 0,0 0 0,0-1-1,1-3-422,-1 10 1,1-3 0,-1 0 419,0 2 0,0 0 0,0-1 3,0 0 0,1-1 1,-1-3 714,0 6 0,0-3-711,0-1 0,1 3 11,0-7 1,0 4-1,0 0 1,1-4-23,-1-4 0,1-2 0,0 2 2,0 2 1,0 3 0,0 0 0,0-1-355,1-3 0,1 0 1,-1-1-1,0 2 354,0 2 1,0 1 0,0 0 0,-1 0 376,1 0 1,0-1 0,0 1 0,0 0-361,-1 3 1,0 0 0,0 1-1,-1 1-286,-1-5 1,0 1 0,0 1 0,0-2 0,0-3 277,0 8 0,1-4 0,-1 3 259,0-7 1,0 3 0,0 0 0,0-3 0,1-6-243,0 0 0,1-3-23,-2 14 1,-1 1-6,3-12 0,0-1-220,-2 10 0,1-2 220,2-14 0,0 0 11,0 8 0,0 0-22,-1 9 190,-1 4-167,2-29-1,1-9-56,-11 11 1845,-2-4-4589,-10 5-488,-15-44 1638,24 6 1,1-4 1091,-1-4 1,-1-5 0,3 4 0,-3-17 0,2 2 0</inkml:trace>
  <inkml:trace contextRef="#ctx0" brushRef="#br0" timeOffset="59241">14534 8460 18899,'9'45'541,"0"0"1,-3-9 0,0 0-1526,5 9 0,-1-1 989,-3-12 1,-2 2-1020,1 5 0,0 5 1,0-5 912,0-6 0,1-1-426,-1 17 0,3-10-2750,3-30 2943,-2-42 1,-3 19-1,-2-18 1</inkml:trace>
  <inkml:trace contextRef="#ctx0" brushRef="#br0" timeOffset="59515">14517 8283 8814,'7'-34'840,"0"-1"1,-1 3-1,9 7-441,18 13 1,11 10 0,-5 2-333,-12 2 0,-1 3 507,13 7 1,4 5 0,-13 4-514,-19 3 1,-8 4 16,-3 8 0,-4 5 1,-7-2 203,-7-6 1,-6-2 0,0 0-298,0 5 0,0 0 0,-1-4-56,-1-7 0,-1-3 1,2-3-838,3-3 0,4-7-2369,8-14 2457,17-11 1,-4 3 0,8-2 0</inkml:trace>
  <inkml:trace contextRef="#ctx0" brushRef="#br0" timeOffset="60104">15262 8318 18440,'-7'-28'149,"0"0"0,-18 10 1,-5 8-3427,-16 15 3261,9 8 1,4 4 60,8 16-1057,14 5 0,4 0 1034,4 1-11,4-5 0,6-5 1093,16-17-1082,4-7-1827,18-10 1603,-20-5 0,-2-3-100,2 0 0,-2-1 337,-3-6 0,-3-3-729,1-16 413,-12 17 1,-2-3-39,1-15 0,-4-4-202,-2 10 1,-2-1-1,0 0 510,1-1 0,-1 0 0,-1 1 527,-1 0 1,-1 1 0,-1 0 4,-5-12 0,-2 7 478,-5 8-630,0 4 2137,11 61-2041,6-4 0,3 5 226,6 8 1,2 5 0,-1-2-692,-3-12 0,-2-2 0,3 3 0,-1 0 0,0 3 0,4-1 0,5-6 0,17-4 0,8-5 0,-8-2 0,-1 15 0,1-24 0,-1 0 0,1-1 0</inkml:trace>
  <inkml:trace contextRef="#ctx0" brushRef="#br0" timeOffset="60490">15597 7686 17409,'-31'12'736,"-1"-1"0,3 1 0,6 2-53,11 15-2322,6-6 1,3 4 1538,0 14 1,2 3-85,5-11 1,1 0 0,1 1 250,-1 1 0,1 1 0,1-2 348,2-4 0,3-2 1,0 2-304,4 11 0,2 2 0,-2-2-243,-2-5 1,-2-2 0,1 3 144,0-1 0,0 3 0,0-1 0,-3 0-3,-1 2 0,-2-1 0,-2-2-22,-4 5 0,-3-2-51,-1-7 1,-3-4 1055,-12-2-3337,1-18 1825,-19-29 1,20 14 0,-11-18 0</inkml:trace>
  <inkml:trace contextRef="#ctx0" brushRef="#br0" timeOffset="60641">15475 8169 7156,'33'-30'-292,"0"0"1,0-1-1,-1 1 1,-1 3 0,0 0-1,1-1 1,-2 3 0,-4 2 291,1 1 0,-4 3 0,0 0 0,13-8 0,-4 2 0,-4-2 0</inkml:trace>
  <inkml:trace contextRef="#ctx0" brushRef="#br0" timeOffset="66846">1441 9207 12120,'2'-4'3276,"1"0"-6553,-3 4 2940,0 32-146,0-5 785,0 2 1,-2 5 622,-4 8 0,-2 5-721,1-13 1,0 4 0,-1 0-1,1-1-658,-2 4 1,0-2 0,0 2 486,1-6 1,0 2 0,0-1-1,1-5 73,1 0 1,1-4 1477,-5 18-1472,5-2-156,2-22 44,1 0 0,2-19-34,0-1 34,0-26 0,0-10 0,0 20 0,0-15 0,0 0 0</inkml:trace>
  <inkml:trace contextRef="#ctx0" brushRef="#br0" timeOffset="67411">1399 9292 10496,'0'-29'3276,"0"6"-2563,0 19 1605,2 2-2284,2-3 1056,10-3-955,16 1-345,-3 0 266,7 3 1653,-13 5-1631,2 13 1,-1 4-989,2 3 927,-3 1 0,-3 3 39,-10 3-1340,-7-2 1,-4 1 1507,-6-5 1,-3-1-141,2 6 0,-2-2 599,-23 5-605,-3-12-1717,3-22 1,1-4 982,-3 7 1,7-9-1,10-1 1,20 8 0</inkml:trace>
  <inkml:trace contextRef="#ctx0" brushRef="#br0" timeOffset="67997">2019 9295 14978,'1'-34'2800,"-17"4"-2530,3 25-91,-16 1 415,-14 14-2046,5 9 1502,14-8 0,2 2 40,-8 17-2543,10 10 2481,13-12 0,2 0-17,-1-5 0,2 0-11,1 2 0,4-2 57,22 0-1625,15-12 1467,4-3-34,-17-10 1,-2-4-196,4-9 330,0-20 0,0-2 0,-6 13 0,-2-8 0,0 0 0</inkml:trace>
  <inkml:trace contextRef="#ctx0" brushRef="#br0" timeOffset="68384">2045 8953 11590,'-5'-20'2801,"0"18"-3339,0 28 0,2 12 638,1-15 1,0 2 22,-2 15 1,0 4-158,3-12 1,1 1-1,1-2 68,2 0 0,0 1 504,-1 14 1,1-3-550,12-2-336,5-15-2930,-1-5 2550,0-5 0,-10-11 0,-7-4 0</inkml:trace>
  <inkml:trace contextRef="#ctx0" brushRef="#br0" timeOffset="68968">2520 9066 5963,'3'-24'1638,"1"-1"0,1-15 1338,-8 29-1979,-13 4 2005,-7 4-2207,-17 21-2304,14-1 1723,-1 17-124,17-8 1029,4 5-957,3-5 0,2 3-172,1 5 1,1 2 14,1 0 1,1 2 33,0 1 1,1 0-927,2 5 1,-1 4 968,-2-7 0,0 4 0,-1 0-67,1-1 0,-1 0 0,0 2-57,-1-4 0,-1 2 1,0-2-1,-2-2 61,-1-5 0,-1-3 0,0 0-8,-1 11 0,-2-3 5,-3-15 1,-2-5-345,-3 0 317,-7-6-1065,-5-30-563,12-1 1,0-5-1,0-10 1,2-4 1603,1-8 0,3 1 0,3 17 0,1 2 0,1-19 0</inkml:trace>
  <inkml:trace contextRef="#ctx0" brushRef="#br0" timeOffset="69232">2275 9433 17330,'-10'0'1435,"6"0"-1301,27 0-852,-1 0 573,18-2-402,-4 2 1,-3-1 0,-5 0 0,-2 1 0,-1 0 0</inkml:trace>
  <inkml:trace contextRef="#ctx0" brushRef="#br0" timeOffset="69961">3125 9288 13240,'-12'-3'3276,"4"3"-445,4-3-2393,7 3-91,6 0 5,25 1 1,5 1-3630,-4 0 3225,6-1 1,-2 2 39,-20 0-2200,1 0 1943,-4 2-3008,0 2 2457,-9-3 1,-1 1 0,-6-5 0</inkml:trace>
  <inkml:trace contextRef="#ctx0" brushRef="#br0" timeOffset="70299">3156 9459 17241,'-5'11'2061,"2"-2"-1601,8-4 559,25-1-4296,12-1 2600,-16-3 1,2 0 614,0-1 0,0-2-142,-2 1 0,1 0 204,7-2 0,5-1 0,-6 1 0,-9 2 0,-1 0 0,16-2 0,0-1 0</inkml:trace>
  <inkml:trace contextRef="#ctx0" brushRef="#br0" timeOffset="73147">4252 8976 10181,'6'-5'2095,"-1"0"-898,-5 5-1061,0 0 332,0-2-334,0 1 3142,0-2 0,0-2-2129,0-5-146,0 1-553,0-2 112,0 5-380,0 2-180,-1 1 11,-5 24 0,2 1 146,-1 19-1708,4-7 1,1 3 1684,2-2 1,1 1-119,-2 6 1,1 2-699,1-13 1,0 1 0,-1 2 765,-2 1 0,0 2 0,-2 1 0,1-3-281,-1-2 1,1-2-1,-1 1 212,-1 12 0,-1 2 0,-6-5-597,-12-2 0,-4-7 587,12-14 1,-2 0-23,-11 11 0,0-5 1338,1-14-2688,1-11 1,0-8-273,0-26 1,3-7 1091,-1 17 1,2-1 0,3-16 0,7 4 0,9 20 0</inkml:trace>
  <inkml:trace contextRef="#ctx0" brushRef="#br0" timeOffset="73350">3979 9340 11710,'35'-9'-815,"-1"0"0,7 0 0,5 1 0,-6 0-824,-14 4 1,0 1 1123,7-3 0,5 0 1,-9 1-1,-9 2 0,-5-2 1</inkml:trace>
  <inkml:trace contextRef="#ctx0" brushRef="#br0" timeOffset="73707">4886 8925 14775,'0'-4'3276,"0"1"-6553,0 3 4846,-67 42-1076,50-20 0,1 2-599,-11 4 1,-3 3 0,6 2 228,12 3 1,7 3-1,1-3 421,-3 2 1,3-1-545,4 8 0,5-5-1517,6-5 1460,4-16 1,2-2 599,11 4-1428,10-1 272,-9-16 613,2-9 0,-2-2 0,-4 4 0,19-11 0</inkml:trace>
  <inkml:trace contextRef="#ctx0" brushRef="#br0" timeOffset="74171">5445 9076 10433,'5'-8'3276,"-2"2"-473,-3 6-741,-1-4-1152,-5 3-439,-5 1-915,-15 19 1,-4 7 650,13-10 0,0 1-95,-17 15 0,1 1 358,16-14 0,2 0-369,0-1 1,-1 2-233,-10 13 1,2-1 63,1 0 11,4-6 0,5-5-1076,11-17-2145,2 0 0,1-4 2693,6-8 0,-4 6 0,4-5 0</inkml:trace>
  <inkml:trace contextRef="#ctx0" brushRef="#br0" timeOffset="74618">5118 9093 14955,'-3'-4'3276,"1"1"-1678,2 3 117,-5-6-1021,4 5-515,-4-5 1182,24 22 1,10 9-4232,-5-4 2948,7 7 1,1 0 22,-6-2-969,2 9 0,-1 2 879,-12-18 0,0 0 41,3 6 1,2 3-1,-3-4-973,4 6 921,-6-9 22,-5-6-33,-9-14-2063,-1-1-1203,1-8 1765,-1-2-1765,1-9 2457,-1-2 1,0 10 0,0 0 0</inkml:trace>
  <inkml:trace contextRef="#ctx0" brushRef="#br0" timeOffset="75203">5553 8872 18706,'-11'-14'3276,"1"4"-1825,9 10-1081,0 0-48,8 2-87,3 2-3215,21 8 3271,5 11 1,3 3-214,-16-10 1,0 0-31,2 2 0,2 2 0,-5 1 114,-2 11 1,-5 0-1180,-4-9 1,-2 0 1021,4 14 1,-2 1 89,-7-14 0,-4 1-537,-5 5 0,-5 3 0,-2-1 434,-3-3 1,-3 0-1,0 0 480,2 1 0,0 0 1,-1-3-2098,-12 7 0,2-9 1245,8-13 1,8-1 0,5-11 0</inkml:trace>
  <inkml:trace contextRef="#ctx0" brushRef="#br0" timeOffset="76873">6348 9176 16457,'-5'-3'2162,"1"1"-302,3 2 337,1 0-1705,18 0-436,-1 0 146,18 3-56,-6 0 10,16 5-1795,-22-4 1,2-1 1625,5 1 1,0 0 12,-4-2 0,-1 0 67,12 0-123,-17-2 34,-12 0-785,-8 0-2470,-14 1 2737,-9 4 1,4-3 0,0 3 0</inkml:trace>
  <inkml:trace contextRef="#ctx0" brushRef="#br0" timeOffset="77305">6312 9373 16535,'15'11'1638,"7"-5"0,3-1-3101,13 0 1496,-7-3 1,0 0-34,3 2 1409,0 0-1381,1-1 1,1 0-1382,4 0 1532,-10-1 0,-3 0 236,-14-2-449,-11 1 1843,-2 1-3691,0 1 1882,-1 5 0,1-5 0,-1 4 0</inkml:trace>
  <inkml:trace contextRef="#ctx0" brushRef="#br0" timeOffset="78458">8484 8450 14484,'0'-6'3276,"-2"14"-411,0 6-2450,-2 16-1482,-1 10 0,-1 3 1268,2-13 1,-1 2 67,-2 12 0,-1 5 0,0-4-879,1-6 1,0-1 702,0 1 1,0 4-1,1-5-851,0-5 0,2-2 797,0 7 0,1-3-6,1-10 1,2-2-45,-1 8-11,1-7 1494,-2-16-2828,-1-11-1921,-15-15 2457,2 8 1,-3-7 0,9 15 0</inkml:trace>
  <inkml:trace contextRef="#ctx0" brushRef="#br0" timeOffset="79187">6696 9515 14580,'-12'0'3276,"2"0"0,9 0-818,1 0-2159,9-2-64,7 0-1697,9 0 0,4 0 1585,-4 1 1,3-1-1164,12 1 1,3-1 1050,-3 0 0,0 0-8,-10 0 0,1 0 0,5 0 68,3 0 0,5 0 0,4-1 0,2 1 0,1 0 0,-2 0-260,-7 0 1,1 1 0,0 0 0,0 0-1,1 0 1,0 0 0,1 0 188,-4 0 0,0 0 0,2 0 0,0-1 0,0 1 0,0 0 0,0 0 0,-1 0 0,-1 0-3,2 0 0,0 1 0,-1 0 0,1 0 1,-2 0-1,0 0 0,-1 0 0,-2 0 1,4 0 0,-3-1 0,-1 1 1,0 0-1,2 1 0,1-1 14,3 0 1,2 0 0,2 1 0,0-1 0,-1 1 0,0-1 0,-3 1-13,4-1 0,-2 1 0,-1-1 0,1 0 0,1 1-4,-7-1 1,1 1 0,1-1 0,0 1 0,0-1 0,-3 1-1,-3-1 8,8 1 0,-5 0 1,0-1-1,2 0 2,1-1 1,2-1 0,2 0 0,-3 0 0,-2 0 375,6-2 1,-3 0 0,0 0-313,-7 1 0,1 0 0,-2 0 0,-6-2 1734,12-8-1725,-38 9 2462,-2 1-2552,-2 1-34,0 1-1479,0-1-1753,0-2 0,0 0 2457,-6-6 1,5 5 0,-5-1 0</inkml:trace>
  <inkml:trace contextRef="#ctx0" brushRef="#br0" timeOffset="81637">7615 10056 12434,'4'0'3276,"-1"0"-4649,-22-2 2284,-16-1 1,-13-1-1,3 1-810,6 1 0,0 0-290,3-1 1,-4 1 0,-2-1 0,2 2 352,-8 0 0,1 1 1,6 0 373,10 0 1,0 1-535,-7-1 0,-4 1 0,12 0-38,16 1-156,2 18 167,8-9 2292,5 14-2269,8-9 0,19 7 0,-3-4 0,13 3-28,-16-11 0,1-2 11,1-1 0,1-2 39,4 1 1,-1-2 44,11 0-33,-12-10 22,-16-4 67,-3-34 2148,-8 13-2260,-2 5 0,-2 1-11,-8-1-3017,-13-4 2905,12 15-683,-6 3-987,16 20-1495,0 20 2457,22 7 1,-15-8 0,14-5 0</inkml:trace>
  <inkml:trace contextRef="#ctx0" brushRef="#br0" timeOffset="82222">8365 10036 20266,'-6'43'2578,"2"-14"-2254,0 7 1,1 4-185,1-13 0,1 1 90,0 15 0,0 6-551,0-12 1,1 2 0,0-1 327,0-2 1,-1-2 0,1 0 110,0 11 0,0-6-118,0-10 34,0-21-115,0-5 440,0-14-303,-5-5-56,-4-16-1291,-5 4 0,-4-3 1298,-3 3 1,-4 0-1,1 0 10,-4-6 0,-2 1-29,5 9 1,-1 0 0,0 5-6,1 6 1,0 4-63,-19-3 46,11 3-650,14 6-2594,59 3 2457,-10-6 1,16 4 0,-27-4 0</inkml:trace>
  <inkml:trace contextRef="#ctx0" brushRef="#br0" timeOffset="82577">8319 9977 17734,'39'-25'1638,"-16"13"0,4 1-2731,7 3 1,6 1 0,3 1 1080,-4 1 1,4 0 0,2 1-1,0 0 1,-1 0-180,0 0 0,0 0 0,-1 1 1,1 0-1,0-1 200,0 2 0,2-1 0,-1 0 0,-2 1 0,-3 1 346,5 0 0,-3 1 1,-6 1-356,-9-1 0,-4 0-1528,10 0 1606,-17-2 1439,-7 2-1763,-10-1-1536,-19 1 151,-13 12 1631,1 0 0,-1 1 0,-2 3 0,-2 6 0</inkml:trace>
  <inkml:trace contextRef="#ctx0" brushRef="#br0" timeOffset="83158">8752 10245 18507,'27'-26'971,"0"1"0,3 9 0,-2 10-959,1 22-1,-13 2 0,-5 3 56,-13 22-1160,-16-7 1,-9 4 0,1-3-111,7-6 1,-1-2 1209,-9 6 0,-4 3 1,3-9 1401,-9-4-1342,14-15 0,2 0 916,-1-1-983,-4-5-2515,38-35 2448,13 5 56,3-10 2279,4 21-2257,-7 19 0,0 5-11,1 3 0,0 1 0,-3 1 0,-4 4-2436,9 15-841,-1-6 0,6 2 2580,-5-16 1,-13-11-1,-3-2 1</inkml:trace>
  <inkml:trace contextRef="#ctx0" brushRef="#br0" timeOffset="83558">9282 10448 18003,'-23'23'1638,"1"-1"0,2 3-2731,0-1 1,-5 7 0,5-3 10,5-3 1,4-1 594,-9 15 487,7-12 1039,12-23-1106,19-22-1838,-2-2 1669,5-8 1,3-6 67,-5 1 0,0-1 212,5-7 1,-1 1 84,-9 11 0,-2 6 1033,6 2-736,-17 35-1707,-1 17 1667,2 8 0,1 1 671,4 5-1069,-2-6 1,1-2 1995,4-11-3765,2 2-1496,-4-15 2457,-1-5 1,-4-9 0,-2-4 0</inkml:trace>
  <inkml:trace contextRef="#ctx0" brushRef="#br0" timeOffset="83738">9164 10444 11839,'42'-9'-328,"0"0"0,-1 0 0,1 0 1,-3 0-1,1 0 0,-4 0 1,-6 2-1,11-3 0,-11-1 1</inkml:trace>
  <inkml:trace contextRef="#ctx0" brushRef="#br0" timeOffset="84331">10564 9226 22518,'-2'-17'-3277,"0"4"0,2 14 2184,0 0 1,0 0 0</inkml:trace>
  <inkml:trace contextRef="#ctx0" brushRef="#br0" timeOffset="87431">10615 9059 1555,'-8'-1'1669,"2"-1"1352,6 2-1307,0 0 1536,-3-4-2500,2 3 298,-2-3 1630,3 4-1747,14 8 1173,-3-4-1790,14 6-1478,3-9 0,0-1 1231,5-1-1106,2-2 0,-1-1 1163,-7-3-35,2-6 494,-9-20-624,-13 12 97,-7-17 2159,-13 22-2187,-11 5 0,-6 3 1444,-14 5 0,-4 5-1388,3 2 0,-1 5-986,10 1 1,-1 3-1,6 8 1227,5 13 0,7 9 0,3-2-235,-3-1 0,7 0-647,10 1 0,7 3 0,8-9 652,14-12 0,7-9-90,6 1 1,2-6-12,2-5 1,1-4-424,-8 0 1,1-1 0,-3 0 428,-1-1 0,-1 1 73,10-1 0,-7 0 1950,-17-1-1217,-19 3 1313,-6 0-2130,-3 0-2153,-5 0 2142,5 0-57,0 0 2086,7 0-3721,2 0-1563,3-3 2468,26-23 0,-18 17 0,18-17 1</inkml:trace>
  <inkml:trace contextRef="#ctx0" brushRef="#br0" timeOffset="88958">11093 8118 10308,'-6'-3'2991,"1"0"-1500,5 3-1144,0 0 248,-1-2-404,1 1 176,-1-1 1661,28 6-1513,6 0-309,-10-1 1,2 0-95,19 0-1751,-8-2 1,0 0 1568,0-1 70,-5 0 0,-2 1-862,-15-1 862,-8 0 0,-1 1 0,-5-1 0</inkml:trace>
  <inkml:trace contextRef="#ctx0" brushRef="#br0" timeOffset="91230">11725 7933 10038,'7'-4'2409,"-2"1"-1583,-5 3-42,0 0-124,2-2-156,-2 1 175,1-1-646,-1 8 389,-11 26 0,-9 18 1,3-6-423,6-17 0,0 0 0,-3 6 0,-2 7 0,0-1 0,3-7 0,1-4 0,2-5 0,-1-1 0,1 8 0</inkml:trace>
  <inkml:trace contextRef="#ctx0" brushRef="#br0" timeOffset="91529">11925 8064 13868,'0'-3'1294,"-15"25"1,-7 15-2523,6-11 1,-1 2 1298,-1 2 0,-1 2 0,0-1 465,-2 4 0,1-2-536,5-9 0,-1 2-12,-2 3 1,-2 4 0,3-4 93,4-7 1,1-1-565,-10 16 1,6-8-2796,16-23 2457,8-3 1,-4-3 0,3 0 0</inkml:trace>
  <inkml:trace contextRef="#ctx0" brushRef="#br0" timeOffset="91898">11892 8416 13588,'28'0'1288,"0"-1"1,18 4-1233,-43 13 112,-6 14-3445,-19 5 3255,7-13 0,-1-2 246,-17 10 725,6-11-523,71-12-561,-11-5 1,4-1-959,3-3 1,4 0 0,-2-1 623,-6 0 1,-2 0 0,-2-1 0,4-1 0,-7 0 0,-3-1 0</inkml:trace>
  <inkml:trace contextRef="#ctx0" brushRef="#br0" timeOffset="93168">12680 7853 15919,'-12'-9'2577,"-16"2"-997,-14 24-1384,20-8 0,0 2 22,-4 6 1,-1 8-740,9 3 0,-1 7 0,0 4 0,2 0 0,2-6 540,1-2 0,2-3 0,-1 3 170,-2 3 1,-3 3 0,-1 3 0,6 0 0,7-2-218,12 4 0,9 1 0,3-4 0,-3-5-209,-4-1 1,1-2-584,4 1 1,4 6 0,1-5 0,-1-13-1,11-20 1,-11 0 0,-2-6 0</inkml:trace>
  <inkml:trace contextRef="#ctx0" brushRef="#br0" timeOffset="93487">13079 7902 15191,'-27'19'1092,"0"1"0,0 0 0,3 1-573,8-3 0,-1 3-370,-11 13 0,-5 5 1,4-5-876,11-10 0,1-1 670,-9 8 0,-3 3 0,10-10-3221,15-16 2221,6-11 1,2-4-1</inkml:trace>
  <inkml:trace contextRef="#ctx0" brushRef="#br0" timeOffset="93735">12814 7932 14204,'-4'-2'2566,"1"1"-4205,19 30 1,14 14 1656,-13-19 1,2 0-19,1 5 0,2 4 0,0-4-550,1-1 0,0-5 550,-4-6 0,-1-1 0,5 6 0,-1-6 0</inkml:trace>
  <inkml:trace contextRef="#ctx0" brushRef="#br0" timeOffset="94005">13235 8014 14708,'32'-7'-1468,"1"0"1,-14 1 811,20 0 1,-5 3-1,-28 3 1,-2 0 0</inkml:trace>
  <inkml:trace contextRef="#ctx0" brushRef="#br0" timeOffset="94305">13559 7822 16759,'-14'43'305,"0"0"1,0 1 0,-1-1 0,1 1 0,0-5-1,1-3 1,0 2-1126,1 8 1,0 5 0,1-4 0,4-13-1,2-9 1,0 13 0,5-38 0</inkml:trace>
  <inkml:trace contextRef="#ctx0" brushRef="#br0" timeOffset="94789">13539 7833 12120,'-3'-3'3026,"1"0"-6303,-6 30 2249,6 6 1185,0 8-1044,26-2 965,18-32 958,-5-3-1070,2-16-1476,-23-6 1532,2-14 1163,-3-3-1185,-3 2 2260,-6 9-1566,-5 17-694,-6 12 218,-1 9-50,-5 10 101,2 5 0,2 16-1132,4-11 874,1 9 11,3-17-22,3-5-838,2-4 838,3-4 2052,3-5-2052,12-1 0,-14-4 0,9-2 0</inkml:trace>
  <inkml:trace contextRef="#ctx0" brushRef="#br0" timeOffset="95546">12694 8362 9823,'-31'-1'3276,"6"1"0,30 0-472,10 0-2440,6 0 1,9 0-764,1 0 0,8 0 1,3 0-1,1 0 1,-2 0 392,2 0 0,-2 0 1,2-1-1,4 0-1,-6-1 1,3 1 0,4-2-1,0 1 1,-1-1 0,-2 0-1,-5 1-478,8-2 0,-5 1 0,-1-1 1,0 0 484,-3-2 0,1 1 0,-2-1 0,-5 0-12,7-1 1,-7 1 56,8-5-1942,-21 6 1841,-1-1 643,-18 6-3310,-14 0 3174,-24 4 1,15-4 0,-12 4-1</inkml:trace>
  <inkml:trace contextRef="#ctx0" brushRef="#br0" timeOffset="97116">13286 8697 10249,'0'-3'2723,"0"0"-1916,1 1 2016,-1 2-1523,1-3-516,-1 2 695,0 0-1355,-15-2 100,-16 2 134,-8 1 1,-4 1-902,14 1 0,1 1 554,-12 0 0,3 2 90,9 6 11,-12 12-3140,21-8 3028,-5 6 44,22-13 35,10-3-794,29-1 715,-9-1 0,19-1-1658,-24-4 1826,-12-2 1557,0 0-1815,-12-2-33,-5 2-325,-10 2-2510,-3 0-123,0 2 3482,8 0 0,9 0 1,2 0-1</inkml:trace>
  <inkml:trace contextRef="#ctx0" brushRef="#br0" timeOffset="98019">13884 7738 9703,'0'-6'2913,"0"1"-828,0 5-1548,0-3 125,2 4-158,3 3-1180,5 14 0,1 7 1337,3 7 0,0 2-443,3 6 1,0 5-468,-6-6 0,0 5 1,-1 1-1,-3-1 324,-2-7 1,-2-2 0,-2 1 0,-1 3-72,-1 3 0,-1 3 1,-2 1-1,-1-1 1,-2-3 3,1-4 1,-2-3-1,-1 0 1,-5 1-222,-2-2 0,-5 3 0,-2 1 0,0-1 0,1-4 0,4-5-763,-4 7 1,1-3 155,-2 0 1,-5 5 0,5-5 0,15-18 353,14-18 1,-5 2-1,6-4 1</inkml:trace>
  <inkml:trace contextRef="#ctx0" brushRef="#br0" timeOffset="98655">14022 7552 15034,'4'-18'1198,"2"2"-391,16 12-560,-7 2-147,8 0 147,-11 6 10,-5 14-110,0-3-13,-10 19-67,-2-18-33,0 3 313,1-12 785,32-6-1932,12 0 1,5-1-680,-9-2 1,0-1 1478,0 0 0,2 0 0,-7-1 0,-2-2 0,-7-2 0</inkml:trace>
  <inkml:trace contextRef="#ctx0" brushRef="#br0" timeOffset="187903">8962 11196 15235,'-4'8'1569,"0"-1"-1155,4-7 314,-6 0 169,4 0-550,-5 0 12,7 0 89,-1 0-425,13 0-1,16-8 1,4-2-1662,-8 5 1,2 0 1413,7-3 0,6-1 0,-2 1-1414,5 3 1,-2 0 1091,2-2 1,-3 1 0,-10 3 0,-4 0 0,-2-2 0</inkml:trace>
  <inkml:trace contextRef="#ctx0" brushRef="#br0" timeOffset="189148">10911 9875 14238,'0'4'1199,"0"-1"-1020,0-3 1177,0 1-1199,0 1 302,0-1 35,-1 1-483,7-2-3288,11-11 2414,20-13 829,-10 5 1,5-5-108,-3 1 0,4-3 0,0 0 0,-5 3 0,2 0 1,-2 1-1,2-1 0,-1-1 0,0 1 0</inkml:trace>
  <inkml:trace contextRef="#ctx0" brushRef="#br0" timeOffset="190500">13101 7741 13611,'7'-17'-19,"-5"11"0,3-7 1</inkml:trace>
  <inkml:trace contextRef="#ctx0" brushRef="#br0" timeOffset="194209">14462 6845 11795,'0'-4'2600,"0"0"-2073,0 5 470,-2 36-1520,1-9 1,1 2 763,-1 10 0,1 1-81,1-12 1,1 0-1,0 8-234,-1-5 0,0 5 0,1 6 0,-1 4 0,1 1 0,-1 2 0,1 0 0,-1-2 0,0-2 0,-1-5 79,0 8 1,0-4 0,-1-2-1,0 1 1,-1 2 0,1 7-5,1-15 1,-1 4-1,0 3 1,0 2 0,1 2-1,-1 0 1,0 2 0,0-1-1,0 0 1,-1-2-1,1-1 1,-1-3 0,0-3-1,0-4-319,-1 11 0,-1-4 1,0-4-1,-1-1 1,0 1-1,0 1 321,0 5 1,0 2 0,-1 0 0,0-1 0,0-3 0,1-4-26,-2 7 1,0-5-1,0-1 22,1-1 0,-1-1 0,-1 5-3,1-5 1,-1 6 0,0 0 0,0 0 0,1-5-256,-1 6 1,0-4 0,0 3 257,1-7 0,0 4 0,-1 0 0,1-2 0,2-5-17,-2 11 0,2-2-3,1-10 1,0 3-1,-1 0 1,2-1-49,-1 0 1,1 0-1,0 1 4,0-2 0,-1 2 0,1 0 0,1-2-1029,0 4 1,1 0 0,0-5-73,-1-2 1,1-3-475,1 4 1,0-5 1583,1-16 0,-1-7 0,1-3 0</inkml:trace>
  <inkml:trace contextRef="#ctx0" brushRef="#br0" timeOffset="194403">14340 10417 18607,'1'-4'964,"0"1"-4241,0-5 2765,2 0 1,-1-2-1,1 5 1</inkml:trace>
  <inkml:trace contextRef="#ctx0" brushRef="#br0" timeOffset="196371">13231 8966 13880,'-2'3'-12,"0"-2"-1691,2-1 988,3-3 1,-2 2 0,3-3 0</inkml:trace>
  <inkml:trace contextRef="#ctx0" brushRef="#br0" timeOffset="197476">2579 12732 14619,'-2'-4'2174,"1"0"-2051,1 4 627,0 31-55,2 0 0,0 8-357,-1-6 0,-1 7 0,0 4 0,0 2 0,0-1 0,0-5-1158,1 6 1,-1-4 0,1 0 0,-1 4 545,0-8 1,-1 3 0,1 2 0,-1 0 0,1-1 0,-1-2 0,0-4 295,0 3 0,-1-4 1,0-1-1,0 5-81,0-2 1,0 4 0,-1 1 0,1 1 0,-1-2 0,1-2 131,-1 5 0,0-3 0,0 0 0,0 1 151,1-2 0,-1 2 1,0-1-1,0-2 1,1-5-253,-1 21 0,0-25-3249,2-61 0,1-1 2184,0 2 1,0-7 0,0-1 1062,-1-9 1,0-2 0,1 5 0,0 11 0,-1 1 0,0-14 0,0-1 0</inkml:trace>
  <inkml:trace contextRef="#ctx0" brushRef="#br0" timeOffset="198039">2531 12847 17745,'-18'33'530,"1"1"0,4-11 1,2 1-307,5 14 1,3 3 111,1-2 0,3 0-1975,1 1 1,2 1 1000,0-10 0,2 1 1,1-2 1225,2 2 1,2-3-584,2-7 1,3-4 118,25-6 4,-3-26 1,1-8 334,-11 10 0,-1-5-444,-5-13 1,1-10-1,-2-3 1,-6 6-1121,-4 0 0,-4 1 1104,1-7 1,-1-5 0,-3 7 7,-3 14 0,-2 3 2248,-1-21-2539,-1 57 490,4 5-115,0 12 1,3 8 139,4-3 0,3 3 0,1-4-863,-1-1 1,1 0 634,0-1 1,3 3 0,-1-6 48,13 7-79,-4-17 1,4-2-1617,-3-6 1,1-5 1524,10-7 1,-2-3 0,1-3 0,-6-15 0</inkml:trace>
  <inkml:trace contextRef="#ctx0" brushRef="#br0" timeOffset="198790">3606 13046 15403,'2'-4'1638,"17"-4"0,6 1-936,-2 3-702,6-2 0,0-1 0,-1 5-3277,18 0 2554,-11 1 0,0 1 1,-21 0-1</inkml:trace>
  <inkml:trace contextRef="#ctx0" brushRef="#br0" timeOffset="198972">3791 13164 7111,'35'-15'43,"-1"0"0,1-1 1,-1 1-1,-1 0 1,-6 3-1,3-1 1,-5 1-1</inkml:trace>
  <inkml:trace contextRef="#ctx0" brushRef="#br0" timeOffset="201357">5687 12933 16737,'2'-41'702,"0"0"0,-2 11 0,2 3-596,9 5 1,2 4 83,4 4-156,10 5-1205,2 17 1250,-1 9-68,-5 18 34,-15 3 0,-5 5-34,0-7 1,-2-1-12,0 5 0,-1-3-2751,-3 6 2885,1-36-22,1-12-90,1-15-1059,3-6 0,5-6 1065,5 3 0,6-5 0,1 1 0,-1 3-28,4-6 0,4 3-360,5 1 0,6 0 0,-6 17 449,5 34 625,-17-1 0,-4 3-669,-3 15-675,-9-4 0,0 0 720,-1 9-68,-2-15 1,0-4 1494,-1-9-833,4-32 1091,5-10-1775,-2 3 0,2-2 75,2-2 0,2-2-68,0 3 1,1-1 0,3 0 542,8 0 0,2 1 0,-1 2-494,0-5 0,1 5 39,7 4 0,-3 16 263,-18 23 1,-4 9-1349,1 9 0,-2 2 990,0 1 0,0 1 0,-3 4 0,0 1-988,-2-3 0,1 0-651,2-3 1,3-2 1578,2-7 0,1-3 1,4 7-1,0-32 1</inkml:trace>
  <inkml:trace contextRef="#ctx0" brushRef="#br0" timeOffset="202540">6987 12793 17913,'30'-21'33,"0"0"1,0 1 0,1-1 0,4 1 0,-3-2-23,-8-6 0,-3-5 0,-7 5-11,-12 0 179,-24 1-2494,3 15 2461,-22 10 55,10 19 320,9 7 0,1 3-319,5-5 0,2 3 37,1 13 0,0 7 0,3-5-750,4-6 1,1-1 510,2 2 0,0 2 0,4-5 123,10 12-123,9-8 39,17-15 0,6-3 268,-14-8 1,3-2-271,2 0 1,3 0-1,-2-4-358,3-4 0,0-4 358,0-4 1,2-2-1,1-2 45,0-2 1,1-3-1,0-1-71,-7 1 0,2-2 1,-2 0-1,-2-2-809,6-4 1,-4-2-1,-10-4 835,-15-3 1,-8-4-1,-6 5 75,-4 6 0,-7 3 236,-16-8 0,-6 12-270,3 29 1,1 12-772,7 4 1,3 3 731,-1 1 1,2 1 209,5 2 1,5-1-250,2 9-78,7 2 56,14-16-1471,1-5 1493,14-16 1509,12-27-1537,-10-4 0,-1-5-196,-1 2 1,-2-1 234,0-2 0,-4 2 2109,-4 1-2075,-13 27-101,-7 29 3175,0 3-3119,0 0 0,3 3-23,9-6 1,6-4 100,19 4-1362,-9-19 0,3-7 1284,4-17 0,3-11 0,-3 1-372,-4 3 0,-2-1 372,3-1 0,2-3 0,-5 4-11,6-9 134,-8 10-112,-12 11 23,-4 28 156,-11 22-145,3 3 0,0 1-56,-1-18 0,0-1 405,-1 10 0,5-12-136,21-53-687,-2 0 407,0 2 0,1-2-65,-5 6 1,2 2 35,8-6 1,0 4 2163,3-2-2113,9 4 146,-28 37 212,-2 27 1,-2 8-354,-2-16 1,0 1 191,-2 0 0,0 2 1,5-5-1837,10-4 1,6-11 1169,4-21 1,2-5 0,-5 12 0,-1-2 0,-1-14 0,0 1 0</inkml:trace>
  <inkml:trace contextRef="#ctx0" brushRef="#br0" timeOffset="202749">9290 12212 20524,'-30'-8'777,"0"0"0,2 4 0,2 9-726,2 16 0,3 11 0,1 1 296,3-1 1,2 2 0,0 3-900,2-1 1,-1 4-1,1 2 1,2-1 0,3-2 559,3-2 0,3-2 1,1 0-1,3 0-14,3 1 1,1 2-1,4-3 1,3-4-1088,7-1 1,5-4 0,2-5 1014,5-4 1,3-5 0,-3-1-1,0 1 1,-3-3 0,-2-7-1,-1 0 1</inkml:trace>
  <inkml:trace contextRef="#ctx0" brushRef="#br0" timeOffset="203894">9810 12562 18742,'-4'32'655,"0"-1"0,-1 1 1,0 10-1,0 2 0,-1 0-81,1 0 0,0 1 0,-1 3-561,3-9 0,-1 4 1,0-1-1,1-2 1,0-5-585,1 3 0,0-2 336,0-1 0,0 2 0,0-8-3042,2-6 0,0-69 2621,0 6 1,0 11-1,0 1 1,0 0 0</inkml:trace>
  <inkml:trace contextRef="#ctx0" brushRef="#br0" timeOffset="204150">9691 12810 12808,'6'-35'1092,"0"-1"0,0 5 0,5 8-4369,35 20 3951,-15 15 0,0 5 52,-2 0 0,-3 2-356,0 4 0,-8 4-392,-18 4 1,-9 3-1,-1-4-67,-7 11 97,-1-5 0,1-5-523,6-20-2762,12-26 2457,8-2 1,-4-2 0,3 6 0</inkml:trace>
  <inkml:trace contextRef="#ctx0" brushRef="#br0" timeOffset="204498">10166 12699 10226,'-3'36'437,"0"0"0,1 0 0,4 11 0,7-11 2172,15-20-2575,8-18-539,-11-23 0,-6-7 516,-16-8 6,3 10 0,-6 3-282,-22 13 0,-4 13-155,6 21 0,1 6 221,-1-12 0,3 1-921,3 16 0,12 0 750,28-8 1,-15-10 0,14-4 0</inkml:trace>
  <inkml:trace contextRef="#ctx0" brushRef="#br0" timeOffset="204977">10486 12765 15235,'1'-6'3276,"0"1"-1726,-2 26 0,0 14-833,-1 8-1810,0-4 1,1 8 0,0 0 1084,-1-5 1,0-1 0,1 1 14,-1 0 1,1-1-1,-1 2-360,0-6 1,0 1 0,0-1 0,1-3 302,-1 11 0,1-5-709,-1-5 1,0-4 769,2 0-67,3-47 56,4-13-40,-3 2 1,1-8 0,-1-4 0,-1-1 14,-1 1 1,0-3 0,-1-2 0,-1 0 0,1 0-1,0 2 83,2 1 1,-1 1 0,1 0 0,-1 1 0,0-2-59,-3-6 0,-2-4 0,0 1 0,3 5 0,5 9 295,11-2 0,6 11-346,-1 13 1,2 4 39,8-2 0,1 7 27,2 22 1,-7 11 1008,-19 4 0,-8 3-1014,1 2 0,-6 0-272,-7-5 1,-5-3 2,-4-9 0,-1-5-3019,-3-3 0,4-1 2624,12-9 1,9-2 0,0 0-1</inkml:trace>
  <inkml:trace contextRef="#ctx0" brushRef="#br0" timeOffset="205566">11201 12615 15910,'0'-6'3276,"0"1"-2215,0 5-501,7 80 266,-3-44-830,-1-1 1,2 5-1,-1-7-3273,3-1 3075,2-5 1122,-1-27-853,2-17-93,4-18 0,2-13 0,-1 7-165,3-2-755,8 5 1,-3 16 934,-16 52 11,-2 5 0,2 2 22,-2-7 1,1-3 22,0-1 89,6 11 2269,-3-39-2362,9-23 0,5-19 0,-2 6-555,3-1 517,-3 1 1,3-6 0,-7 12 2866,-11 21-2366,-3 26-78,-1 18-426,1 8-1414,1-7 0,2-2 1414,1-2 505,6 11-3782,13-28 2457,-8-17 1,6 6 0,-16-12 0</inkml:trace>
  <inkml:trace contextRef="#ctx0" brushRef="#br0" timeOffset="206679">11825 12620 12187,'25'-9'106,"1"1"1,4-9 1823,-9-10-1997,-54 8 1647,11 23-1166,-14 15 1,2 11-146,19 8 0,6 5 209,-8-3 0,8 1-404,16-8 1,8 0 0,8-7 440,8-13 1,7-8 0,0-1-516,-3 5 0,-1-1 0,3-5-533,1-6 0,5-3 1,1-3-1,-2-2 0,-6-3-5,2-10 0,-6-4 1,1 1 544,6 6 1,1 2-1,-9-4 54,-8-13 1,-19 6 700,-30 22 0,-11 9-1803,-9 5 1159,6 1 0,1 4 61,2 17-525,16 1 1,4 4 345,10-5 0,2-1-6,-2 2 1,6-2 5,29 2-292,-4-38 1,6-13 0,-3 2 100,1 3 1,0 0 190,-1-5 0,1-2 0,-7 5 1350,-3 4-1260,-15 21-79,-7 16 67,0 10 2030,1 0-2108,5-8-2159,13-8 2249,23-36-90,-18 5 0,0-2 28,8-11 0,-1-3 1010,-12 10 1,-1 2-1084,7-14 77,-15 26 181,-4 37 3031,-2-10-3097,1 25-35,0-13-79,1-11-33,-2 0 168,4-15 142,0-3-277,5-9-3279,11-20 3268,-7 4 1,1 0 216,10-13-396,-3 6 246,-4 65-89,0-1 0,-7-9 0,1 0-2302,10 6 1753,-9-23-1972,3-1 240,0-14 2281,8-22 0,-10 15 0,3-14 0</inkml:trace>
  <inkml:trace contextRef="#ctx0" brushRef="#br0" timeOffset="206877">13104 12178 20277,'40'17'364,"0"1"0,0-1 0,0 0 0,0 1 0,-7 8 0,-1 4 0,-4 2 0,-6 2 0,-10 1-1184,-11 8 1,-14 2 0,-6 1 0,-1 0 566,2-6 1,-3 1 0,-2 0 0,-1-2 0,-1-4 0,-5 1 0,-2-3 0,0-3 0,2-4 0,3-7 0,0 1 0,0-1 0</inkml:trace>
  <inkml:trace contextRef="#ctx0" brushRef="#br0" timeOffset="207734">3145 15195 9583,'-43'-6'546,"0"0"0,0 1 0,0 6 0,-2 2 0,-1 4 0,1 2-150,3 3 1,1 4 0,-1 1-1,1 1-356,5-2 0,-2 1 1,2 0-1,1 0 1,3-1-109,-2 3 0,3 0 0,3 0 68,-2 6 0,8-1 889,13-2-889,18 2 1080,14-8-1080,16-7 0,7-3 308,-12-5 0,0-2 1,0 0-302,0 1 1,0 0-1,-1-3 1279,15-2 1,-15-8-1214,-38-14 0,-12 0 978,-18 4-1253,-1 0 0,-2 6-302,-2 20-1311,21 8 1143,34 0 672,21-6 0,4-1 0,-10 1 0,3-4 0,-1 0 0</inkml:trace>
  <inkml:trace contextRef="#ctx0" brushRef="#br0" timeOffset="208081">3749 15083 8242,'35'-10'-317,"0"-1"0,1 0 1,11-1-1,-4 3 131,1 4 1,-18 5-1,-26 6 1</inkml:trace>
  <inkml:trace contextRef="#ctx0" brushRef="#br0" timeOffset="208231">3902 15248 17185,'35'-14'-5,"0"1"1,-1-1 0,1 0 0,2-2 0,-3 2 0,2 0-1,1 1 1</inkml:trace>
  <inkml:trace contextRef="#ctx0" brushRef="#br0" timeOffset="209284">5643 14810 7302,'2'-2'3276,"11"-14"0,-10 13-1928,7-12-3337,-10 12 2281,3-1 803,2-5-994,4-3 324,9-8 426,-2-1 1,-4-2-549,-6 0-236,-2-11-1084,-24 36 1,-6 9 1263,-12 2 808,13 0 0,0 2-932,-10 10 0,5 2-112,13-7 0,2 0-2197,-1 9 2175,17 17 11,20-19-4,6-8 0,7 1 1,0-1-1,-5-3 0,0-2 1,1 0-338,5 3 1,3 1-1,-1 0 1,-4-2 340,6 3 0,-5-1 22,-1 0 0,-8-1 1,-17-2 1651,-18 4-1322,-13-2 1,-7 0 410,0-2 0,-5 0 0,-2 0-626,1-1 0,-3 1 1,-2 0-1,-1-2-122,2-1 1,-1-1 0,-2-1 0,2 0-1,2-1 338,0 0 1,2-1 0,1-1 0,1-1-381,-8 2 1,2-1 0,8-5-332,2-7-863,34-6-418,26-13 1,8-2-1,-12 7 1,2-1 1091,7-3 1,4-3 0,-6 5 0,4-4 0,-3 1 0</inkml:trace>
  <inkml:trace contextRef="#ctx0" brushRef="#br0" timeOffset="209465">6099 14613 10384,'2'47'655,"0"0"0,1-11 1,0 4-1,2 0 0,-2-4 625,2 10 1,1-1-2290,0 1 1,1 3 0,-1-9 485,-2-3 1,1-7 0,-5-20 0</inkml:trace>
  <inkml:trace contextRef="#ctx0" brushRef="#br0" timeOffset="209615">6057 14856 17364,'34'-9'-299,"0"-1"1,0 1 0,0-1 0,9-8-1,-4 5 1,-14 14 0,0-1 0</inkml:trace>
  <inkml:trace contextRef="#ctx0" brushRef="#br0" timeOffset="210121">6850 14935 9217,'0'-25'265,"0"1"0,-17-5 1,-5 5 2325,-6 10-2491,-3 2 1,-1 5 1808,-11 15-1461,8 17 1,2 7-890,12-10 1,3 2 481,-1 3 0,1 2 0,4-1-24,8-2 0,3-1 39,0 21-45,8-23 0,3-1-1496,8 2 1631,14-4-379,4-22 278,3-12-350,-15-6 1,3-9 0,0-2 0,-3 2 34,2-6 1,-2-2 232,-1 4 1,1-6 0,0 0 0,-7 4 499,-6-6 0,-6 0-650,1 1 0,-2-3 1,-2 2 223,-4 4 1,-2 2-1,1 0 90,2 0 0,-1 1 0,-1 3 607,-6-1 0,-3 12-1164,-8 27 1326,12 25 1,7 12 135,1-2 1,6 5-1011,2-11 1,2 5-1,3 2 1,-1-2-1,0-5-290,2 2 0,0-5 1,1 2 244,0 0 1,1 2 0,0-2-1,1-6-1616,3 1 1,1-8 818,16-3 1,-5 2 0,-11-26 0</inkml:trace>
  <inkml:trace contextRef="#ctx0" brushRef="#br0" timeOffset="210270">7209 14900 19605,'-18'-7'-1093,"1"1"1,21 6 0</inkml:trace>
  <inkml:trace contextRef="#ctx0" brushRef="#br1" timeOffset="-159531.75">4217 14865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6:03:46.119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1204 1428 4343,'-5'-46'3276,"1"9"0,1 37 0,-4 34-1638,4-6 0,1 4 0,-1 4 0,0 4-1385,2 0 1,0 2-1,0-3-846,1-1 1,0-1 622,1-4 0,-1 2 0,1-3-8,1-1 1,0 0 1040,1 6 1,1-1-1081,-2-10 1,1-1-3261,1 21 0,-2-28 0,-2-18 2591,0-13 1,0 7 0,0-5 0</inkml:trace>
  <inkml:trace contextRef="#ctx0" brushRef="#br0" timeOffset="1021">2251 1321 14238,'5'-3'819,"-3"25"0,-4 25 0,-1 6 0,0-10-1730,1-13 1,0 1 928,0 3 0,-1 10 0,0 2 0,1-4 0,0-10 4,-3 9-965,0-12 943,2-26 1033,-2-25-1033,0-18-793,3-1 1,-1-5 781,2 10 0,0-2 0,0 1 276,0-1 1,0 1 0,0 0-266,0 1 0,0 1 0,3 3 11,3-3 1,9 6 32,23 11 1,6 7-144,-19 2 1,0 4 115,22 9 0,-7 13 123,-29 17 0,-13 6-12,-5-6 1,-5 0-34,2 9 1,-3-3 301,-6-11 1,-2-3-73,-12 6-269,18-16 23,-1-2 199,20-20-323,14-9 0,7-1 257,-2 8 1,2 0-213,8-9 0,1 5 0,-5 11 0,-1 8-853,5 14 0,-3 8 903,-9 0 1,-2 3-51,6 7 0,-5 0 875,-10-6 1,-10-1-596,-19 6 0,-9-3-575,2-10 0,-2-2 369,4-3 1,-1-1 0,0-3 624,-6-5 0,1-5-687,-6-6-12,7-10-1155,3-25-484,27 1 1,6-1 1091,-2 6 1,3 2 0,3-3 0,2 5 0,5 13 0</inkml:trace>
  <inkml:trace contextRef="#ctx0" brushRef="#br0" timeOffset="1771">2843 1743 13229,'21'-31'94,"0"0"0,1 0 0,-1 1 0,-4-15 0,-15 15 2183,-30 38-2132,-6 9 1,2 7-34,17-4 0,5 3-297,-2 18 1,6 4 285,8-12 0,3 0-96,0 8 1,5-4 573,7-15 0,4-6-557,8-6 1,3-5 292,3-6 0,2-3-315,0-2 0,0-3-6,-1-4 1,-1-7-557,-11-7 1,-1-8 0,-1-2 0,-4 4 460,-2 4 0,-3 3 0,0-4-62,3-9 1,2-4 0,-2 0 0,-5 4 902,-6-6 1,-6 3-775,1 6 1,-1-1-1,-7 8 96,-11 10 0,-1 6-18,-4-7-47,10 38 0,-1 18 0,5 4 90,7-4 0,4 3 0,2 2 0,-1-3 113,0 5 1,1-2-1,1 0-200,-1-5 0,-1 2 0,3-2 0,7-6-560,12-5 1,7-6-1,-3-3 583,-2-1 0,1-4-20,5-2 1,4-3 0,-5-6-4,-6-8 0,-2-7-174,7-13 0,-3-10-213,-14 5 1,-3-5-1,-1-2 1,1 2 262,2-4 1,1 1 0,-4-3 95,-4 2 0,-2-3 0,-3 0 0,-2 5-67,-3 1 1,-4 4 0,0 3 239,-1-1 1,-4 10 785,-31 25-147,27 41-601,9-15 0,1 4 0,3 2 4,5 1 1,4 2 0,2 1 0,1-2-203,2 4 0,1-1 0,1 1-16,-2-4 0,1 1 0,0-1 1,2-3-490,1-2 1,2-2 0,4-4 519,5-3 0,4-3 0,-4-2 0,7 10 0,-2-12 0,-1-1 0</inkml:trace>
  <inkml:trace contextRef="#ctx0" brushRef="#br0" timeOffset="2502">4443 1473 16546,'22'-25'680,"0"-1"0,-2 3 0,-6 2 115,-7 2-3990,-30 0 3788,-13 16-267,-9 4 451,21 4 0,4 8-714,9 16 1,7 9 0,5-1-70,8-3 0,7 2-369,2 2 1,5 6-1,2 0 1,0-8 366,-2-12 1,0-4 0,1 0 7,10 5 0,1-1 0,-12 1-641,-19 4 0,-12-2 949,-12-10 0,-5-2 820,-3 9 1,-5-3-853,-8-13 0,-6-6 0,3-2-1090,4-3 0,1-2 612,-6 5 0,6-3-526,16-9-911,50 3 1,18-1-1,-3-4 1,3 0 545,-8 2 1,3 0 0,-2-1 545,-4-2 1,-1 0 0,-5 1 0,8-4 0,-8-1 0</inkml:trace>
  <inkml:trace contextRef="#ctx0" brushRef="#br0" timeOffset="4377">4879 1391 21936,'-11'32'676,"10"2"0,3 8 0,2-3-2315,-1-5 1,2-1 1130,1 8 0,1 5 0,0-8 508,4 5-1494,1-11 1471,-2-8 431,14-9-385,-7-17-23,12-11-12,-7-17-338,-1-4 344,-7 10 1,-2 2 1814,2-2-1809,2 1-572,-4 42 1,3 9 734,3-12 0,1 0-74,5 12 1,5-1-540,4-16 1,6-5-1,-1-6 435,-2-6 0,0-5 0,0 0 520,1 4 1,-1 0 0,-3-5-532,0-10 0,-2-5 0,-17-1 20,-27-7 1,-13 4 16,8 12 0,-3 8-11,-22 12 0,1 14-28,19 12 0,7 7 22,0 0 1,7 0 2262,12 5-2436,26-17-766,8-15 536,-12-7 1,1-3 4,-3-3 1,0-6-98,1-12 1,1-6-1,-3 3 815,6-2 1324,3-12 0,-10 14-1185,-40 67-885,14-21 432,-5 7 0,1 0 600,9-6-612,26 2-1617,9-12 1567,-11-7 1,1-4-1537,7-7 0,-2-9 1975,-12-8 0,-2-5 1,-1 4-222,2 0 1,0 11-779,9 29 958,-22 9 0,-4 10-513,2 7 1,0 6 0,1-2 299,3-1 0,1 2-191,-1-9 0,1 6 0,1 3 0,-1-3 0,-1-4 72,0-1 0,-1-4 0,1 4 285,1 6 1,1 6 0,-1-2 0,-2-10-223,-3 8 101,-1-24-123,-18-48-62,9-9 0,0-10-65,0 10 1,0-4 0,0-3 0,1 0-103,2 5 0,1-1 1,0-2-1,1 2 1,-1 0 155,1-3 0,0 0 0,0 2 0,1 0 522,-2-8 1,1 2-1,5 4-545,11-4 1,4 7-205,4 2 210,1 15 0,3 8 23,6 25 16,-9 5 0,-3 5 6,-3 4 0,-4 1 0,2 1 0,-2 0 17,-6-1 0,-5-2 39,-26 13-421,-5-27 1,-10-5 0,4 0 352,9 3 1,0-2 3,-9-4 1,-4-3 0,14-5 1366,20-12-1560,39 10 2469,-8 2-2274,16 11 1,6 2 33,-4-3 0,0-1-25,-6-3 1,2-1 0,-2-1-4,-4 0 0,-2-2 0,1-3-30,6-8 0,0-6 1,-5-1-145,-7-4 0,-3-2 174,8-4 0,-6-2-1095,-18 3 0,-11 3 1151,-20 12 0,-6 6 79,-2-2-7,-8 29 1,5 14-418,26 7 1,7 3 310,-5-2 1,6 0-1,13 4 0,14-9 34,6-25 0,11-9 0,2-3 0,-5 0 220,-6 4 1,-2 0-1,3-3-279,8-2 0,6-2 1,-2-3-1,-6-6-695,-6-8 0,-6-5 0,-5-1 648,0-5 0,-5-2 53,-2 7 1,-1 0 0,-7 2 318,-10-1 1,-8 6-178,-23 4 170,-14 21-159,3 11-72,21-1 0,4 5-356,6 7 1,6 5 310,14 15 0,5-1 596,-6-15 1,2-2-636,11 11 0,8-11-1409,14-34 1,0-13 853,-18 7 0,-2-2 159,7-3 0,2-4 1,-7 0 649,-7-5 1,-5-4-969,-3-2 1,-2-4 0,-3-3 738,-6 0 0,-3-3 0,-2-1 1,0 2 100,2-4 1,-1 2 0,-3-1 203,-1 7 1,-2-2 0,-1 3 0,-2 7 666,-4 0 0,0 16 404,-7 47-528,5 6-925,18-8 1,3 5-1,2-1 298,3 7 1,2 0 727,2 1 1,2 2-885,1-2 0,0 3 0,1 1-527,-4-12 0,0 1 0,0 0 1,-1 0 416,1 0 0,-1 0 1,0-1-1,-1 0-335,1 7 0,-1-1 0,-2-4-760,-1-1 0,-4-3 1115,-9 5 0,-2-4 0,6 1 0,-15-1 0</inkml:trace>
  <inkml:trace contextRef="#ctx0" brushRef="#br0" timeOffset="5405">1003 2928 10240,'3'24'1638,"1"1"0,-8 2-793,-6 11 1,-7-2-152,-5-19 1,-2-3-544,1 2 1,0-1 1536,-20-4-1487,26-17-1373,4-6 1071,7-31 45,10 5 86,2 11 0,3 0-52,17-8 522,3 20 1,4 4-512,8 1 11,-9 9 0,-1 8-938,-8 12 1,-7 12 962,-9 5 0,-7 9 1,-2 2-1,1-3-22,2-5 1,-1-1 0,-3 3 11,-5 0 1,-1 5 0,-4 2 0,-3-3 0,-3-6 289,-8-6 0,-5-4 1,-1-3-1,3-1-160,5 2 1,1-2 0,-2-7-191,-24-6 0,12-17-380,42-33 408,5 1 0,3 1-39,14 1 17,0 20 0,2 6 67,-3 11 0,0 4-17,4-1 0,-1 4 835,-5 8 0,-3 3-1070,2 6 0,0 0-1415,-4-9 1,0 0-1,3 3 1,-1-2 818,6-6 1,-15-11 0,-4-1 0</inkml:trace>
  <inkml:trace contextRef="#ctx0" brushRef="#br0" timeOffset="5511">1350 3535 16014,'0'-6'3276,"0"0"-1619,0 6-1657,-4-3 0,4 3 0,-4-4 0</inkml:trace>
  <inkml:trace contextRef="#ctx0" brushRef="#br0" timeOffset="7178">2587 3155 10742,'0'-4'1927,"0"0"1349,0 4 0,0 8-3832,0 31 1,0 8 532,0-8 23,0 10 0,0-5 860,0-29-860,0-4 201,1-5-144,-1-6-46,2-11-1140,1-15 1,1-6 1111,6-12 1,1-2 10,-1 3 0,0 0 1117,1-3 1,7 10-1202,8 26 1,2 11 167,4 25-33,-12 1 0,1 7 1,-4-1-255,-7 1 1,-4 0 219,2 12 0,-4-4 56,-3-14 337,2-15-371,2-11-33,11-38-735,3 4 0,4-7 0,-2 4 735,-4 4 0,1 0-19,2-3 1,4-1-1,-3 12-1234,1 21 1393,-5 19 0,-2 5 1375,10 9-1437,-11-3 1,-2 4-742,-3 6 0,-3-1 663,1 3-12,-2-7 1,0-3 1259,-1-14-1248,32-33 0,-25 15 0,23-23 0</inkml:trace>
  <inkml:trace contextRef="#ctx0" brushRef="#br0" timeOffset="8242">3460 3282 9383,'32'-9'743,"0"-1"0,-3 2 0,-2-3-1365,-1-10 1,-4-4 705,-9 4 0,-2-1 949,5-8 0,-9 1-490,-23 9 1,-9 7 72,0 10 1,-2 6-354,-8 3 0,2 6 525,5 7 0,4 5-514,8-4 0,2 2 62,1 11 1,3 1-225,3-9 0,2 0-90,1 7 1,3 0 55,13 5-50,13-14 0,8-5-481,5-6 0,3-5 449,-8-1 0,1-2 1,0-3 3,-2-2 0,0-4 0,1-4-610,4-7 0,3-5 1,-2-1-1,-4 1 341,3-2 0,-2-1 235,-6 4 1,4-3-1,-3-1 1,-9 4 1642,-10-15-1485,-17 2-1566,-20 16 1778,-2 7 475,2 20 0,2 7-598,-5 11-96,10 10 1,4 4-96,12-10 1,3 0 1075,-1 1 1,4-2-1083,9-7 1,6-9-28,14-23 0,3-10-51,-11 7 1,0-1-12,13-13 0,-1-5-202,-9-2 0,-5 2 287,5-2-24,1-5-845,-36 57 0,-7 11 890,5 10 12,-6-8 0,5 0-34,19 0 67,27-29-55,-1-6-810,2-12 1,2-6 700,-12 2 0,-1-2 0,-1 1 69,6-3 1,-2 1 16,3-6 0,-6 8-180,-15 19 1157,-5 9-808,-6 13-12,-2 3 101,-1 14-158,1-15 1930,1 2-1918,10-19-82,17-21 0,11-16 0,-4 7-30,5 6 976,-4-7 0,5-5 1,-10 15-843,-12 22-806,12 25 974,-13-10 1,0 1-287,0 2 1,0-1 23,-1-2 0,-1-2-40,2 1-3277,9-4 2834,-5-22 0,-3 7 1,-6-15-1</inkml:trace>
  <inkml:trace contextRef="#ctx0" brushRef="#br0" timeOffset="8896">5853 2723 12926,'-16'40'273,"0"0"0,0-1 0,0 1 0,0 0 0,0-1 0,0 1 0,0 2 0,-1 1 0,1 0 0,2-1 0,2-3 0,3-3 102,2 7 1,4-4 0,3-1-399,4 10 1,6-7 676,0-18 1,7-6-2294,24-1 1,7-10-1,-6-11 1,1-5 1169,-8 4 1,0-1 0,-4-2 0,-1-6 0,-6-1 0,-6-1 0</inkml:trace>
  <inkml:trace contextRef="#ctx0" brushRef="#br0" timeOffset="9158">6261 3085 10271,'-8'39'273,"1"1"0,0 0 0,0 0 0,0-1 0,0 1 0,-1 1 0,1 0 0,-1 2 0,0 0 0,1-1 0,0-2 0,1-1 382,0 2 0,1-2 1,0-1-1,1-1 0,-1 1-638,-2 10 0,0 1 1,0-3-1,1-4 467,-2-1 1,0-4 0,9-17-3762,21-30 0,-5-13 2621,4-15 1,-1-2-1,-5 4 1,-3 2 0</inkml:trace>
  <inkml:trace contextRef="#ctx0" brushRef="#br0" timeOffset="9576">6312 2989 15112,'-3'-7'3276,"0"2"-546,3 5-2036,-17 47 23,10-12-433,0-6 0,0 6 0,1-1-1377,4 2 1,1-1 1131,0 0 1,0-1-35,3-6 1,1-3-6,4-1 22,12-6-2556,11-14 2523,1-13-68,8-13-212,-11-11 72,-14 14 1,-2-2-208,0-11 1,-2-1 430,-2 2 1,-2 1-1,-1 1 0,-1 2 175,-1-7 2099,-3 27-2268,0 7-881,0 50 1116,0-17-207,-1 2 1,2 0 2843,0 0-2883,7-12 0,2-2-2782,2 2 2322,17 3-1758,-8-23-348,10-6 2387,0-8 0,-1 0 1,-1 2-1,-7-2 0,0 1 1</inkml:trace>
  <inkml:trace contextRef="#ctx0" brushRef="#br0" timeOffset="9831">6938 2684 21096,'32'23'546,"-1"0"0,1 0 0,0 0 0,2 6 0,-2 1 0,-2 5-413,-10-2 1,-1 4-1,-2 3 1,-2-2-1,-3-3-1226,-2 1 1,-4-3 0,-5 2 272,-6 1 1,-4 3 0,-4-3 0,-2-7 163,-10-5 1,-1-7-1,-6 5 1,8-9 0</inkml:trace>
  <inkml:trace contextRef="#ctx0" brushRef="#br0" timeOffset="10411">8641 3064 22309,'-26'-23'342,"0"0"1,0 0 0,6-7-1,0-5 1,2-3 0,1 0-1,4 4-368,0-3 0,5 3 0,0-2-794,0-6 1,1-4 0,2 2 0,3 8-447,6 5 1,4 8 1187,9 4-995,-18 30 1092,-14 15 1,-12 15 0,-4 4-1,6-8 520,2 1 0,0 1-539,1-8 0,-5 5 0,0 1 0,5-1 0,9-5-6,11 10 0,14-11-11,14-22 1,7-5-91,4 9 1,7-5 106,-9-14 0,7-7 0,4-4 0,0-2 0,-4 1 0,-7 4 0,6-1 0,-2 1 0,5-2 0,0 0 0,-1-1 0,1 1 0</inkml:trace>
  <inkml:trace contextRef="#ctx0" brushRef="#br0" timeOffset="10895">9647 2709 11783,'21'-34'971,"-1"-1"0,2 3 1,-12 7-732,-30 19 1,-8 6-129,-5 4 738,-3 0 1,-1 3-807,-4 13-349,8 4 328,9 15 737,12-5-749,10 11 1888,14-11-1911,8-10 1,7 2 0,-1-1-23,1 0 1,1 0 33,-1-2 0,2 1 0,-4-2 0,-2-4 0,-8-2 2816,-16 7-2782,-13-3 1675,-26 0-1698,16-12 0,-1-2-1602,-2 1 1,0 0 1595,0-1 1,-1-1-1110,-13 1 1,2 0 935,-3-1-1249,14-1 1,6-3-1285,18-4-576,14-8 3271,8-7 1,0-1-1,1 1 1,12-15-1</inkml:trace>
  <inkml:trace contextRef="#ctx0" brushRef="#br0" timeOffset="11125">9994 2544 21510,'1'42'400,"0"-1"1,0 1-1,1-1 1,-1 0 0,0 2-1,0-1 1,-1-2 0,-1-4-1494,0-1 1,-2-3 0,-1-2-547,-4 1 1,-2-4 982,-2-3 1,-1-3-1,-3 5 1,2-26 0</inkml:trace>
  <inkml:trace contextRef="#ctx0" brushRef="#br0" timeOffset="11251">9934 2887 20289,'36'-14'-547,"-1"0"1,1 0 0,7-6 0,-9 6 0,-19 14 0</inkml:trace>
  <inkml:trace contextRef="#ctx0" brushRef="#br0" timeOffset="11797">10469 2965 19022,'-3'-28'366,"1"0"0,-7-2 1,-5 6-3644,-28 7 2533,18 7 0,0 4 890,-3 6 0,0 6-377,0 7 1,3 5 476,2 14 1,3 4 291,-1-2 1,9 0-550,22 4 0,10-5-34,11-10-209,-3-23 0,7-6 0,-5-4-99,-5-4 0,-1-5-96,0-3 1,2-7 0,0-1 0,-4 2 752,1-7 0,-3-2-334,1-2 0,0-4 0,-4 0-568,-9 1 1,-4 0 0,-4-1 1105,-3 0 0,-3-1 0,0 3-363,2-3 1,-4 6 268,-7 12 1,-2 14 208,6 36 1,4 24 0,1 1-494,0-12 1,2 0 0,0 2-131,2-4 0,-1 1 0,1 0 0,1-2 331,2 0 1,1-3 0,2-1-842,12 14 1,4-5-1130,-4-15 1,2-2 982,5 6 1,0-6-1,0-13 1,-11-9 0</inkml:trace>
  <inkml:trace contextRef="#ctx0" brushRef="#br0" timeOffset="12046">11345 2348 16165,'0'-8'3276,"-30"41"-1638,12-3 0,-1 2-763,2-7 0,-1 0 0,2 7-816,5 2 1,0 8 0,2 4 0,1 1 0,1-4 0,1-7-1699,0 11 1,4-1 982,0-6 1,-1 9-1,2 0 1,4-5 0,5-15-165,32-6 1,-12-5 0,-3-17 0</inkml:trace>
  <inkml:trace contextRef="#ctx0" brushRef="#br0" timeOffset="12611">12291 2675 21801,'-34'-12'731,"0"-1"0,0 1 1,4-3-1,-2 5-631,-8 6 1,-5 6 0,1 3-1194,5 3 1,0 3 0,2 2 209,-5 7 0,2 3 871,10-10 1,-1 1-1,6 2 700,3 4 0,12 2-733,26-1 0,13-2-783,-5-10 1,4-2 629,1 2 0,3 0 0,-2-4-617,2-7 1,-3-4 781,13-8 1549,-30-4-1499,-29-7 0,-10-1-772,-8 2 721,-1-1 1,-2 5 21,-4 14-1724,-2 15-1541,24 13 2736,3 1 0,17-2 1,4-14-1</inkml:trace>
  <inkml:trace contextRef="#ctx0" brushRef="#br0" timeOffset="12930">12515 2282 22586,'23'29'546,"1"1"0,-1 0 0,0-1 0,7 8 0,-2-1 0,-3 4-189,-8 0 1,-2 3-1,-5 2 1,-6-1-1178,-10-2 1,-8 0 0,-4 1 0,-2 3 350,4-10 1,-2 2 0,-2 2 0,-2 0 0,-1-1 0,-1-2 0,-2-3 249,-4 0 1,-3-2-1,-2-2 1,0-2-1,-1-1 1,2-1-1,-1 0 1,-1-1-1,1-2 1,1-1 0,4-4-1,2-3 1,0 1-1,0-1 1</inkml:trace>
  <inkml:trace contextRef="#ctx0" brushRef="#br0" timeOffset="40318">4737 4659 15179,'2'35'819,"1"0"0,-1 0 0,2 1 0,-1-2-417,-4 6 1,-2-3-257,0-2 311,-4-7-323,1 1 2,3-15-2,-1 0 337,4-13 414,0-17-3875,1-21 2990,4-10-627,-1 16 0,1-1 610,1 6 0,1 2 17,1-1 0,1 1-23,3-2 1,2 2-135,3 6 1,2 4 122,21-5 2771,-3 23-2737,-14 19 0,-4 6 945,-1 8-934,-4-6 1,-3 1-12,-5 2 89,-4-1-3004,-1 4 2915,-2-13 22,-1 1 23,1-15 571,-2-7 119,2-10-735,8-29-1174,5-3 1,4-2 1178,-1 2 1,2 2-40,1-3 1,2 4 2301,6 6-2425,-2 24-531,4 21 688,-2 2-44,1 19-1005,-17-12 1,-3 1 1059,-2 1 1,-1 2 1041,1 8 1,-2 0-1099,-2-10 1,-1-1-3233,0 16 2457,0-27 1,0-8 0,0-6 0</inkml:trace>
  <inkml:trace contextRef="#ctx0" brushRef="#br0" timeOffset="41481">5470 4945 16019,'27'-17'202,"1"1"0,0-2 0,-4-1-3479,-6-17 1722,-2 1 1678,-18 2 1477,-8 16-1241,-34 14 58,6 22-317,14-10 1,0 3 39,9 5 0,3 4 33,5 3 1,3 2 819,1 0 1,3 0-977,3 0 0,2 0 95,12 15-853,10-27 1,9-5 0,-1-1 773,-4-1 1,1 0-34,8-1 0,4-1 0,-3-2 358,-6-4 1,0-6-362,-3-3 0,4-4 0,-1-1 0,-4 0-537,2-2 1,-1-3 539,4-2 0,2-3 0,-12 1 788,-16-11-766,-12-3 2202,-17 14-2236,-2 4 35,-11 13-46,2 24 1,1 6 729,-2 1-713,4 3 1,3 1-40,13-1-2780,6 7 2814,9-14 11,5 1 389,9-17-412,14-18-780,7-10 702,-20 9 1,-1-1 83,-1-1 0,-1 0-1352,4-12 1325,-11 16 1957,1-1-1913,-10 24-1025,2 14 1,1 3 1059,3 3-35,-1 1 0,1-3 513,6-11-446,8-1 1747,7-9-1781,1-5-10,3-11-18,-1-16 1,0-5 3155,2-1-3150,-1-2 1,-4 4-102,-15 21 146,-7 22 685,-8 8-685,-4 15-3333,1-14 3285,4-3 26,-1-2-34,3-8 78,0-2-2077,7-12 2021,8-14 1,3-4 21,8-8-709,-1-1 0,1 1 632,0 8 1659,-2 12-1369,-7 23-1648,-7 13 1818,0 1 937,5 10-1219,-6-13 1510,5 3-4748,4-12 3093,7-10 0,-8 1 0,1-8 0</inkml:trace>
  <inkml:trace contextRef="#ctx0" brushRef="#br0" timeOffset="41836">7505 4825 19874,'38'-5'295,"-1"0"0,-11 3 0,-1-1-1934,4 0 1,-5 1 818,-10 2 1,2 0 0,-16 0 0</inkml:trace>
  <inkml:trace contextRef="#ctx0" brushRef="#br0" timeOffset="41985">7574 4963 18580,'31'-9'-410,"0"1"0,0-1 1,5-3-1,-3 1 1,-8 2-1,-3 1 0,-3-2 1</inkml:trace>
  <inkml:trace contextRef="#ctx0" brushRef="#br0" timeOffset="43525">8666 4616 19146,'11'4'2218,"1"-6"-1400,-7-12-527,0-1-133,-7-4-3435,-23 8 2970,-6 16 1,-9 7 0,3-1 381,5-3 1,1 3-73,-8 2 1,-3 3 0,10 7-1053,13 19 1,9 1 1037,-2 0-12,8-1 1,5-5-12,14-17 57,14-12 0,7-8-23,-3-11 0,2-4-23,8 3 0,-1-7-491,-17-4 0,-1-7 1,-3-4-1,-2 2 357,-4-3 0,-4-1 1,0-1 111,0 0 0,2-2 0,-3 0 0,-2 3 84,-3-13 0,-5 5 12,-1 11 0,-3 7 195,-2 9-246,-5 21 247,3 13 156,-1 18 67,5 9 457,3-19 0,0 0-866,0 0 1,2 1 50,3 10 0,3 2-90,1-1 1,2-2-101,0 0 0,3-2 100,-2-6 1,2-4-1,15-3 90,-2-26 0,0-6 970,-4 3 0,0-2-1071,7-12 0,0-5-1126,-4-4 0,-2 0 1148,1-1-33,-7 9 0,-4 5 2029,-10 14-2062,-2 27 316,-5 14-272,3-7 0,0 3-1168,-1 5 1,-1-1 472,3-10 1,0-2-2343,0 15 2001,4-29 1025,6-37 0,-4 20 0,3-20 0</inkml:trace>
  <inkml:trace contextRef="#ctx0" brushRef="#br0" timeOffset="43667">9047 4415 16737,'5'29'-1091,"-5"-11"1,7-10-1</inkml:trace>
  <inkml:trace contextRef="#ctx0" brushRef="#br0" timeOffset="44701">9374 4611 16199,'-4'-7'3276,"1"0"-1387,5-17-1821,8 18-46,6-19-1661,9 39 1,2 9 720,0-2 918,-2 5 0,-4 1-1353,-14 1 1543,-11 12-1584,-21-5 1562,-2-4-156,-13-14 217,4-23 1,1-5 983,-1-2-1140,3-1 0,5-1 610,15 1-425,6 6-505,4 5 2293,10 8-2013,7 4-39,12 1 1,7-1-40,-2-4 0,0-1-17,7 4 1,2-7-1032,0-14 1,2-8 0,-6-4-1,-12 2 1,-4-3 0,0-2-1,11-5 1,0-3 0,-6-5 856,-12 1 1,-5-4 0,-3-1 0,-2 5 453,-3 6 1,-2 3 0,0-1 345,2-8 0,-1-2 1,-3 8 839,-11-3-1034,0 60 236,3 7-242,5 0 0,2 3-45,2-4 0,0 3-127,2-1 1,-1 2 0,3 2-164,4 7 1,1 0 0,1 0 372,-2-7 1,0 0-1,1-2-421,2 2 1,3 0-1,3-7-305,10-6 0,3-9 385,-2-10 1,2-8-51,12-7 1,-2-7 886,-10-4 1,-3-5-899,-6 1 0,-2-3 0,-2 2-734,-4 5 1,-2 0 761,1-4 0,-2 2 630,-4 6-658,-1 10-22,-2 11 33,-3 25 2474,1-2-2485,-1 17 218,1-12-173,4 11 3107,9-4-3141,4-1-1650,16-32 1,3-10 1557,6-8-65,-5-5 1,-1-6-1040,-11-6 0,-6-2 1331,4-1-146,-9 7 0,-2 8 67,-8 18-1315,-4 24 1450,-1 10 1348,0 9-1684,0-2-2432,4-19 2470,0-5 96,3-30 0,-2 10 0,1-13 0</inkml:trace>
  <inkml:trace contextRef="#ctx0" brushRef="#br0" timeOffset="44857">10334 4294 15280,'-4'-6'1815,"0"2"-4045,0-3-1047,0 5 2603,-8-4 0,8 6 1,-3 0-1</inkml:trace>
  <inkml:trace contextRef="#ctx0" brushRef="#br0" timeOffset="45052">9443 4353 20647,'41'-4'-469,"-1"-1"1,1 0 0,-1 0 0,-3 1 0,0 1 0,0-1 0,0 0 58,8-1 0,1 0 1,-1 1-1,-5 0 1,11-1-1,-9 1 0,-4 0 1</inkml:trace>
  <inkml:trace contextRef="#ctx0" brushRef="#br0" timeOffset="45669">10607 4146 19818,'-2'36'540,"1"0"0,-1 0 0,1 2 0,0 0 0,0 0-1633,1 3 1,0 0 0,0-1-55,0 6 1,0-3 1129,0-5 0,0-5 348,3-10-174,2-36 745,1-6-869,2-19-1003,-4 12 0,1-2 953,4 0 0,1 0 948,-1 4 0,5 4-1021,12 4 0,4 10-45,-6 14 0,1 7 135,3-3 0,0 5-595,-7 7 1,-2 6 0,-6-1 650,-11-1 0,-3 0 838,7 7 1,-6-2-890,-16-14 1,-5-6 17,-15-7 10,0-8 1,-1-2 191,-4-5-264,8 1 0,5-2-39,13-2 357,13 5-1982,22 19 807,3 2-370,2 2 0,5 0-373,11-6 1,2-4 1091,-7 1 1,-1-1 0,3-3 0,-5-3 0,-8-2 0</inkml:trace>
  <inkml:trace contextRef="#ctx0" brushRef="#br0" timeOffset="46928">11159 4518 20949,'-42'12'-22,"10"12"-12,36 8-78,3-2 112,7-10-134,17-25 0,4-9-449,-2-3-510,-7 1 1,3-5 0,-6 1-39,-3-22 2382,-3 7-1004,-21 52-191,2 4 72,-3 4 1,1 2-50,4-1-12,7 4-271,17-9 204,1-4 56,2-19 0,4-9-129,5-15 0,-2-8-223,-12 6 1,-1-3 0,-2-4-525,-1-5 1,-1-4 0,-2-2 0,-3 3 814,-3 2 0,-4 1 1,0 1 130,-2-2 1,-2-1 0,-1 9 20,-4-4-1254,-11 52 1538,5 21 0,2 9 88,2-15 0,2 2 1,-1 0-446,0 7 1,1 0 0,1-1 967,2 6 1,3-3-948,3-3 0,2-3-913,-1-9 0,1-2 829,4 6 0,2-3 157,8-1 1793,3-9-1658,10-9-281,-10-24 1,1-8-34,-3 3 0,-2-3-621,2-13 1,-5-1 631,-4-3-78,-12 22 78,-9 31 5,1 10 1,-1 4-6,-1 5 22,2-5 1,2-1-45,5-3 67,21 1-12,18-16 1090,-15-3 0,1-6-1669,5-12 1,2-8 0,-5 1-136,-8 6 1,-2 0 714,13-16 0,-6 3 2740,-20 17-2741,-2 6-33,-2 4 0,-6 20-2494,-1 9 2606,-1 5-11,3-1-79,5-15-772,5-4 907,13-3-394,5-5 237,18-3 2085,0-6-2102,-10-2 0,1-7-560,-1-17 0,-2-5 582,-5 14 1,-4-1-6,-4-15 0,-14 4 56,-40 18-56,8 11 2801,-14 11-2778,28 8-1536,5 5 1580,7-7-33,4 4-23,8-10 191,32-2-176,-9-8 0,1-3-77,-1 3 1,1-2-1226,9-5 0,-3 0 1209,-2 2 22,3 4 1763,-18 10-1684,8 16-802,-9-6 768,8 7 477,-13-14-3754,3-2 3344,-10-11 0,2 4 0,-10-7 0</inkml:trace>
  <inkml:trace contextRef="#ctx0" brushRef="#br0" timeOffset="47122">11522 4346 13992,'-6'0'-728,"38"-6"269,1-1 1,3 0 0,-10 3 0,1-1 0,2-1 0,1 0 0</inkml:trace>
  <inkml:trace contextRef="#ctx0" brushRef="#br0" timeOffset="47244">12164 4212 1799,'25'-16'0,"-5"2"0</inkml:trace>
  <inkml:trace contextRef="#ctx0" brushRef="#br0" timeOffset="47953">13376 4209 15437,'-3'-1'963,"1"-1"-4240,-11 34 3368,9 7 1,1 3-47,-5-10 0,3 1-326,10 2 0,6 4 0,2-10 449,8-8 354,5-6 1,1-5-455,6-19-784,-2-11 0,1-7 716,-8-2 0,-2-1 11,7-6 1,-3 0 759,-12 6 1,-3 2-615,1-7 2364,1 18-2521,0 13-1794,15 33 2197,-10-1 1,0 3-270,-3-6 1,0 1 1033,0 5 0,-4-2-888,-6 7-112,-30-7-213,-7-7-1414,9-16 0,-3-4-180,-7-11 1,-1-7 1645,3-9 0,2-1 1,5 9-1,3 0 1,3-4-1,0 0 1</inkml:trace>
  <inkml:trace contextRef="#ctx0" brushRef="#br0" timeOffset="48275">13514 3855 8937,'-19'27'231,"1"1"1,2-3-1,6-3-208,20-2 72,12-8 1,6-4 1492,14-8-1493,-9-11 1,-3-7 1183,-5-20-1285,-23 12 1,-5 2-29,-7-1-156,-17 18 173,14 34-1899,0 3 1550,16 10 0,4 1 1,-3-8-1,3-8 0,0-1 1</inkml:trace>
  <inkml:trace contextRef="#ctx0" brushRef="#br0" timeOffset="48755">14309 4307 17992,'-16'-33'1090,"0"-1"1,6 11 0,-1 4-1091,-14-1-45,14 19-67,3 17-3165,13 22 2258,5 1 1035,2-13 1,4-1 910,15 7-905,1-5 1,1 2-356,-10-7 1,0-1 332,6 5 0,-4-2 67,-5 2 549,-56-6 2337,4-13-2864,0 0 1,-4-1-1471,-7-7 0,1-3 1303,13 0 0,1 1-96,-6 0 0,5-1-3103,13-1 0,41 7 2457,1-1 1,2 1 0,-13-2 0</inkml:trace>
  <inkml:trace contextRef="#ctx0" brushRef="#br0" timeOffset="49322">14591 4370 21107,'-11'18'-158,"2"-6"136,13 33 0,5-17-3255,8-6 2784,7-10 0,4-5 493,0-3 0,1-7-548,0-6 0,1-6 0,-3-2 531,2-9 0,-5-4 17,-2-4 0,-7-2 359,-9 3 0,-4 4-281,-1 8-89,-4 5 11,-5 31 272,-2 20 1,-3 15 0,1-3 655,2-3 1,1 3-888,3-14 0,-1 6 0,-1 2 0,1 2 0,0 0 0,0-2-41,1-2 0,1 1 0,0-1 0,0-1 0,0 1 0,-1 0 54,-1 7 1,0 0 0,0 0 0,-1-1 0,0 0-55,0-1 0,1 1 0,-1-2 0,-1-1 0,-1-3-673,-5 8 0,-1-3 0,-5-8 712,-11-9 1,-2-7-18,7-3 1,-2-7-23,-5-12 0,3-12-23,11-17 1,6-13-1,3-1-232,3 10 1,3-2 0,0-1 0,1 0 184,0-6 0,-1-2 0,2 1 0,3 0-40,2 3 1,2 1-1,2 1 1,2 1 235,8-6 1,5 1-1,-1 5-287,-5 9 0,0 4 1,3-1 174,8-5 0,5 1 0,-2 6-614,-4 8 1,1 6-135,6-1 0,2 4-905,-2 7 1,0 2 1130,-8 2 0,0 0 1,19 1-1,-24 1 1</inkml:trace>
  <inkml:trace contextRef="#ctx0" brushRef="#br0" timeOffset="49976">15060 4421 20636,'19'32'280,"-3"11"-280,-5 2 33,-4-9 394,16-54-427,-8-4 0,-1 0 0,2-3-1639,-3-2 1,-2 2 954,0-3 684,4-5 737,-14 29-737,0 9-2235,0 19 2425,0 10-178,1 3 100,0-3-112,1-14-12,0-9 35,1-1 201,3-9-34,6-1-123,19-18 1,4-6 523,1-1-584,-12 6 1,2-2-1,-4 2-7,-1-7-1499,-4 5 1499,-9 14 1847,-4 24-1780,-5 6-856,2 7 0,-1 2 789,1 0 1099,3 13-1469,2-24-2907,25-8 2457,-7-10 1,7-2 0,-18-9 0</inkml:trace>
  <inkml:trace contextRef="#ctx0" brushRef="#br0" timeOffset="51773">15801 4413 15851,'0'-5'3276,"0"1"-2679,-11 20 1,-4 10-60,4 12-538,-3-11 0,0 0 45,10 6-34,4-24 337,0-4-102,2-2-201,16-20-68,7-16 1,2-5-774,-8 15 1,0 0 791,-1-4 1,2-1-1,-5 5 4,-2 4 0,-5 8-347,-5 7 358,-2 18 101,-1 3-89,0 14-2743,0 6 2877,0-5-157,0-2 1041,0-12-951,0-11 683,8-4-661,3-6-112,12-8-1140,7-16 0,1-4 1140,2 1 17,-4 0 0,-3 3 2184,-15 16-2616,-5 6 415,-3 10 56,-2 7 90,1 10-146,0 2 163,8 2 0,6-2 3113,15-5-3204,0-10 0,5-1 0,-2-6-1711,-4-7 1,-1-5 1536,1 1 0,2-2 0,-6 0 13,7-15-79,-6-8-2157,-15 5 2191,-21 6 123,-23 22 11,7 15 0,1 8 1021,5-1 1,3 2-1022,0 2 0,7 1-1047,9 2 1,9-4 1107,19-7 1,6-5-62,-9 3 0,3-2-38,5-6 1,5-4 0,-3-8-583,-8-9 0,-2-7 0,-2-3 355,1-2 0,-2-4 0,-3-4 130,-6-2 1,-2-4-1,-2-4 1,-1 0 0,-2 3-74,0 0 0,-2 1 1,-1 0-1,-1 0 219,0-1 0,-1-2 0,-1 3 1,-2 6 60,-3-5 1,-3 18 28,-9 42 0,-1 14 78,4-12 1,0 4-91,3 2 1,0 6 0,1 1-1,2 0 23,1 5 0,4 1 0,-1-2-112,0-7 0,0 0 0,1 0 11,0 1 0,2 1 1,4-5-241,10-4 0,3-5 364,6 0-135,0-7 0,1-5 1517,7-13-1954,0-12 0,2-7 522,-9 1 0,0-3-119,6-5 1,-3-1 33,-11 7 0,-5 0-1796,-3-2 1796,-4 13 1784,-2 3-1840,-1 17-1672,-6 23 1907,4 3-123,-4 10-451,6-1 642,10-11 1359,-1-2-1494,20-3-803,-3-19 0,2-3 624,13 1-51,-10-6 0,-2-4 671,1-11-1517,-10-1 1,1-6 770,1-15 0,-1-2 193,-4 11 0,-1 0-66,1-12 1,-7 10 367,-11 28 2261,-13 25-2138,7 5 1,0 2-348,-1-3 1,1-1 0,3 20 1421,11-27-1310,25-13 2093,8-12-2311,-15 3 0,1-3-1611,10-12 1,-2-3 684,4-6 965,-16 10 0,-2 2 207,-7 3-28,-11 10-190,-2 1 0,-1 1 45,-2-1 0,-4 0 89,-11 1 634,3 0-286,-16 12 2115,6 22-2385,4-5-133,4 12-2477,30-6 2499,0-17-101,16 8 23,-3-22-1578,1-2 0,2-3-1722,11-13 2793,-16 6 1,-3-1 0,-4-8 0,-16 6 0</inkml:trace>
  <inkml:trace contextRef="#ctx0" brushRef="#br0" timeOffset="51958">16584 4118 16042,'46'-4'-205,"1"1"1,-8-2-1,1-1 1,-6 1-1,5-1 1,-12 0-1,0 0 1</inkml:trace>
  <inkml:trace contextRef="#ctx0" brushRef="#br0" timeOffset="52108">17261 4019 19997,'0'0'0</inkml:trace>
  <inkml:trace contextRef="#ctx0" brushRef="#br0" timeOffset="53542">9818 5575 13958,'0'3'2375,"0"0"-1938,29-19-246,-16 7-1224,4-8 0,-1 0 1795,-11 3-40,-9-6-700,-17 17 0,-8 7-531,-10 15 0,-3 5 621,1-7 0,1 2-837,11 1 0,0 4 1,6 3 873,4 7 1,5 3-1,3-4-121,0-5 0,2-1 566,-7 21 0,11-5-516,30-22-33,10-27 0,5-8-68,-8 7 1,1-4 19,-1-8 0,4-7 0,-2-3 1,-5 4 247,-6-1 0,-3 0-223,2 1 1,0-2 0,-7 5 3111,-9 1-3145,-14 41 0,4 9 33,2 1 1,4 0 10,6 1-33,14-1-1229,6-34 0,6-10 740,-6-2 0,0-3 0,1-1 234,-1 3 1,1 1 0,-2-6-566,1-9 1,0-7 0,-3-1 0,-4 3 416,-6 6 0,-5 1 0,1-1 787,4-9 1,0-2 0,-6 10 511,-11 8-33,-14 59-578,6-9 1,0 5-2,0 8 0,0 5 0,1 0 74,1-8 1,0-1 0,1 0-352,0 1 1,1 0-1,-1-2 15,-2 8 1,2-8 403,4-20-281,11-23-179,10-14 1,4-3-91,4-8 57,-4 8 0,3 6-921,9 20 977,-14 12 0,-1 3 11,17 9 128,-22 15 1,-9 2 241,-16-7-249,0-2 1,-5-4 416,-20-9-891,1-8 0,-1-3 353,12-4 0,1 0 0,-8 4 0,6-8-2420,13-27 781,34-10 1,11-4 1207,-12 3 1,1 0 0,-2 10 0,2 1 0,-3 3 0,5-7 0</inkml:trace>
  <inkml:trace contextRef="#ctx0" brushRef="#br0" timeOffset="53715">10738 5436 16053,'11'43'1092,"-1"1"0,-1-2 0,-2-2 546,-8-13 0,-3 0-1289,2 0 0,-2 3-1442,-2 5 1,-2 5 0,0-5 588,1-2 0,0-1 489,1 0 0,-1 2 0,1-6-2259,-1 0-1003,1-13 2457,3-19 1,1 2 0,1-10 0</inkml:trace>
  <inkml:trace contextRef="#ctx0" brushRef="#br0" timeOffset="53897">10839 5684 20501,'37'-13'-547,"0"1"1,1-1 0,-1 0 0,3-1 0,-2 0 0,0 4 26,-4 6-1,-1 3 1,-5 1 0,9-1 0,-12 1 0</inkml:trace>
  <inkml:trace contextRef="#ctx0" brushRef="#br0" timeOffset="54641">11497 5603 16187,'0'-3'3276,"0"-1"-2426,-6 28 0,-3 15-722,6-10 1,1 0-95,-7 17 0,2-2-18,7-15 1,8-8-3162,32-21 3145,-14-14 0,1-7 11,5 1 0,0-7-629,-11 1 1,1-6-1,-1-3 1,-3 2 516,0-5 0,-2 0 1,0-1-122,-1 5 1,0-1 0,-1 0 0,-2 2 213,0-4 1,-2 1-1,-3 5-1219,-1-11 1205,-13 38 702,-7 27 1,-1 15-588,4-7 1,2 3-1,0 1-7,-2 9 0,1 2 0,2-2 429,2-9 1,2-1 0,1-1-527,4 1 0,2 0 0,0-4 1037,8 14-808,12-20 1,4-7-219,10-15 1580,-5-6 0,0-5-1602,-9-4 0,-2-5 10,7-10 1,-1-3-163,-3-3 0,-3-1 202,0-2 0,-3 2-73,-7 7 0,-3 7-33,-4 16 883,-4 35-805,0 7-1623,1-8 1,1 0 1634,3 0-12,3 5 0,0-19 44,-2-2-3321,-19-7 2495,-3-4 1,-3-2-1,5-2 1</inkml:trace>
  <inkml:trace contextRef="#ctx0" brushRef="#br0" timeOffset="54776">11824 5485 20445,'29'-12'-118,"1"0"1,0 0-1,12-4 1,1 1 117,-1 5 0,-4 2 0,2 0 0,-17 2 0,0-1 0</inkml:trace>
  <inkml:trace contextRef="#ctx0" brushRef="#br0" timeOffset="54941">11439 5314 20333,'0'0'0</inkml:trace>
  <inkml:trace contextRef="#ctx0" brushRef="#br0" timeOffset="56716">13142 5594 19583,'-10'35'244,"-1"0"0,1 1 0,1-4 1,1-1-1,1 0-244,0 13 0,2-2 89,1-10 1,3-10 112,3-20-146,16-29-30,-5 0 0,2-5 1,0 2-413,1 0 1,0 0 497,6-14 0,-4 8-123,-10 25-34,1 19-2798,-2 10 2899,0 7 0,-1 3 44,2 14-61,-4-14 1,0 1-24,1-2 1,0-3-161,4 4 290,5 2 414,0-28-544,6-19 1,3-9-6,-2 1 1,0 0-12,5-9 0,1 0-1113,-6 3 1,-2 3 1022,-5 7 77,-1 7 226,-12 43-826,0 11 1,2 5 640,0-15 0,2 0-25,2 3 1,1 2 0,7-7 41,15-13 0,7-6-17,4 0 0,2-3 730,1-5 1,1-5-759,-8-1 0,-1-6 11,-7-7 0,0-6 0,-4 2-130,-5 3 1,-1 0 151,13-15 1,-7-2 33,-24-3 0,-30 19 2039,5 2-2123,-3 23 1,1 12 10,10 13 1,4 6 5,-1-9 0,3 2 0,4 11 0,11-2-873,20-8 0,7-7 878,-8-8 1,2-2 5,2-1 1,4-1-1,-1-3 1173,3-5 1,2-4-1191,-1-4 1,6-2-1,1-2 1,-3-3-402,-4-2 0,-1-3 0,-1 0 0,1 0 407,3 1 0,2 1 0,-2-2 0,-5-3-572,1-9 1,-4-5 0,-16 4 638,-19 8 1,-8 1-68,-11-13 873,-2 24 1,-3 9-857,-2 12 0,1 6-645,2 4 1,3 3 621,0 2 0,3 1-39,6 0 1,7 2-267,11 0 1,7-1 310,4-3 853,8-5 0,6-9-993,6-27 0,1-11-424,1 4 0,-1-2 547,0-5 1,-4 0 685,-11 7 1,-4 5-658,-3 4-35,-15 40 2813,3-7-2790,-7 26-2790,8-14 2801,30-11 1,-7-2 596,1-14 0,4-6-597,1-10 0,2-7 0,-2 2-442,-5 3 1,0-1 430,4-4 0,2-3 0,-6 3 45,-4-2-1972,-8 3 1904,-7 11 2006,-5 6-1983,-7 14-997,-5 10 0,0 3 997,-3 7 316,2-4 0,2-1-316,7-10 101,6-6 2167,8-16-2234,10-11-809,3-5 0,4-4 0,-1 2 775,-4 4 0,0 0 0,4-4 0,2-3 0,-5 6 2246,1 4-2324,-9 7-56,-3 14-1978,1 21 2269,-1-3 0,1 1-295,-3-4 0,1 0 183,2 2 0,1-4 2081,5-6-2126,22-4 0,-25-4 0,14-3 0</inkml:trace>
  <inkml:trace contextRef="#ctx0" brushRef="#br0" timeOffset="59463">22633 6564 13432,'-1'-4'2912,"1"0"-2396,5 3 425,27-6-1740,-7 2 799,-2-1 0,1 0 11,6-2-2948,5-3 2953,-6 2 1,3-2-876,9-2 1,2-1 863,1 0 1,1 1-418,-13 3 1,1 1-1,3 0 423,3 0 0,4 1 1,1 0-1,-4 1-302,-2 0 0,-3 0 0,4 1 291,4-1 0,4-1 0,0 1 0,-5 1 372,-7 1 0,-4 1 0,4 1-372,-1-1 0,4 0 0,2 1 0,0 0 0,-2 0-49,5-1 1,-1 2 0,0-1 0,1 0 48,-3 0 0,2 1 0,0-1 0,-1 0 0,-2 1 0,0 1 0,-4-1 0,2 1 0,3-1-2,-1 1 0,5-1 0,1 0 0,0 0 0,-1 0 0,-5 0 30,0 0 0,-4 1 0,0-1 0,4 0 224,1 0 1,5 0 0,2-1 0,0 1 0,-4 0 0,-4-1-235,1 1 1,-4-1 0,2 1-382,2-1 1,2 0 0,2 0 0,0 0 368,-7 1 1,0-1 0,0 1-1,1-1 1,2 1-19,-3-1 1,2 1 0,0-1 0,2 0 0,1 0 0,2 1 14,-5-1 1,3 0 0,1 0 0,2 1-1,0-1 1,0 0 0,-2 0 0,-2 0 0,-3 1-4,8-2 0,-3 1 0,-3 0 0,2 0 0,2 0 195,-3 0 0,2 0 1,1 0-1,0 0 0,1 0 1,-1 0-1,-2-1-195,4 1 0,-1-2 0,0 1 0,-2 0 0,-1 0 0,-3 0-359,0 0 1,-4 1 0,0 0-1,4-1 359,0 0 0,4 0 0,1 0 0,2 0 0,0 0 0,0 0 3,-4 0 0,1 0 0,1 1 1,1 0-1,-2-1 0,-1 1 1,-2 1 7,4-1 0,-4 0 0,0 1 0,1 0 1,3-1-9,-2 0 0,3 0 0,2 0 0,1 0 1,-2 0-1,-2 1 0,-4-1 363,4 1 1,-5 1 0,-1 0 0,2-1-356,1 1 0,2-1 1,0 1-1,0-1 0,-1 1-191,4-1 1,-2 1 0,0-1 0,4 1 207,-7-1 0,2 1 0,2-1 0,0 1 0,1 0 0,1-1 0,-2 1 1,3 0 0,0-1 0,0 1 0,-1 0 0,-1 0 0,-4 0-29,0-1 0,-3 1 0,-1 0 0,0 0 0,3 0 16,3 0 1,4 0 0,0-1 0,-1 1 0,-2 0 0,-6 0-14,3 0 1,-5-1 0,3 1 18,1 0 1,4-1-1,3 1 1,-2-1-1,-4 1-5,-4-1 0,-3 1 0,-1-1 0,4 1-247,4-1 0,4 1 1,1-1-1,-2 0 1,-4 1 232,1-1 1,-4 0 0,0 1-132,2 0 1,-1-1 0,1 1 134,-1 0 1,0 0-1,3 0-7,-2 1 0,3-1 0,1 0 0,2 0 11,-8 0 0,1 1 0,2-1 1,0 0-1,0 1 0,0-1-11,2 0 0,-1 0 0,2 0 0,-1 0 0,0 1 0,-1-1 9,-1 0 0,1 0 1,-1 1-1,-1-1 1,1 0-1,0 0 117,-1 1 0,0-1 1,-1 0-1,1 0 1,1 0-1,2 1-106,1-1 1,3 1 0,1 0 0,1 0 0,-1 0 0,-2 0 0,-1 0 3,-4-1 0,-2 1 0,-1 0 1,0-1-1,1 1 0,2 0-23,2 0 1,3 0 0,1 0-1,0 0 1,-1 0 0,-2 0 0,-3 0 14,9 0 1,-4 0 0,-1 0 0,1 0-35,-3 0 0,1 0 0,0 0 0,-1 0 0,-1 0 18,3 0 0,-2 0 0,-1 0 0,0 0 343,-1 0 0,0 0 1,-3 0-1,-8 0-309,6-1-415,-19-12-684,-19 5-2120,-31-12-92,-7 12 3271,7 3 0,1 2 1,3 0-1,2 2 0</inkml:trace>
  <inkml:trace contextRef="#ctx0" brushRef="#br0" timeOffset="62422">23609 5778 10567,'18'0'1815,"0"0"772,0 0-1954,5-2 0,3-2-1530,10-4 1065,-4 1 0,1-2-112,-10 1 0,1-1-388,7-3 1,5 0 0,0-1 346,-2 3 0,1-1 0,0 1 18,1-1 1,0-1 0,0 1-320,-2 2 1,0 0-1,-3-1 477,6-3 0,-3-1-108,-5 2 1,0 0-22,4-3 0,-1-2-82,5-6 0,-1 0 154,-12 7 0,1 1-127,1-2 1,2-2 0,-3 2 829,-2 1 0,0 0-729,6-5 1,2-3-1,0 0 284,2-2 1,0-1 0,0 0-386,0 0 1,0 0-1,-1 0-545,2-4 1,0 0 0,-3-1 701,-7 4 0,-2-1 1,-1 1-109,8-7 0,-2 0 632,-8 7 0,1-1 0,-2 2-593,2-6 1,-1 1-924,4-5 1,0 0 911,1-1 0,-1 0-84,0 2 0,1-3-114,-5 10 1,2-3-1,0 0 1,-1 1 120,-1 0 1,-1 1-1,1-2 385,0 1 1,1-1 0,0-1 0,-1 1-378,1-9 0,0 1 0,-3 2-441,1-4 0,0 0 426,-4 8 0,1-1 0,-1 2 896,2-4 1,-2 1-903,1-2 1,-1 0 5,0 1 0,1 0 17,-1 1 0,1 0-6,-4 8 0,1-1-919,2-4 0,1-1 919,0-5 1,0 0 473,1 0 0,0-1-485,-3 10 0,-1-1 0,0 1-17,6-9 0,-1 0 11,1-1 1,0-1 668,-4 10 1,0 0-1,-1 0-663,4-6 0,0-2-11,-3 8 0,1-2 0,0 0 26,-1 4 0,-1 0 0,1-1-23,2-5 1,0-1-1,0 3-1075,-1-1 1,0 2 1078,-1 2 0,0-1 1,0 3 3,7-13 0,0 4 0,0 2-1309,1 7 1287,-2 5 0,1 2 1150,7 0-1128,-9 6 0,1 2 2053,10-5-2059,12 0 1,2 0 5,-20 9 0,1 0 7,8-2 1,5 0-1,-1 2-718,0 3 1,-1 2-1,-2 1 711,5-1 0,0 1-11,-2 0 0,3 0 0,-6 2 1054,-6 0 1,-1 1-1044,11-1 0,2 2-129,-7 1 0,0 0 0,0 1 129,8-1 0,-1 1-632,-7 2 0,1 1 1,-1 1 642,4 5 0,0 2-11,1 1 0,2 2 18,-11-4 1,1 1 0,0 2 11,1 2 0,1 2 0,-2-1-14,2 1 1,1 1-1,-6-2 1,3 3 0,0 1 0,-1 0-115,2 5 0,-2 0 0,0 0 112,1-1 1,0-1 0,1 1 30,1 6 0,0 1 0,0-2-8,-4-6 0,-1-1 1,1 0-12,-1 0 0,1 1 1,1 2 20,-1-3 1,2 2 0,0 0-1,-2-1-29,-1 0 1,-1-1 0,-1-1 29,0 1 1,0 0 0,-2-2-27,2 2 1,-1 1-135,5 6 0,-1 2 173,-4-4 1,-1 1-57,5 5 1,0 0 72,-4 0 1,-2 1-1,0 4 1,-1 1 438,-7-14 0,-1 1 0,1 2-465,4 8 0,2 1 0,-2-2-220,2 4 1,0-2 172,0-4 1,1-1 45,4 2 0,2 0 33,-2-3 0,0 0-51,-2-2 1,1 2-8,-2-5 0,1 2 1,-1-4 29,-4-2 0,1-1-130,3 5 1,1 0 78,-8-10 1,0 0-443,7 8 1,1-1 436,2 2 44,-3-4 1,0 1 28,-5-7 0,0-1-51,6 6 1448,9 9-1403,0-3 211,-7-9-267,-5-5 0,-1 0-11,6 3 0,11 8 2268,-17-12-2212,10 7-56,-13-11 12,2 1-2292,0 2 2280,-2-2 2257,2 0-2190,10 5-55,0-2-12,-6-3 0,1 1 11,0 0 0,0 0 11,15 9 1,-5-2-23,-12-7-23,7 6 2901,-10-6-2878,10 6 45,-14-8-11,22 15-725,-16-11 691,19 10 0,-21-12 101,22 9-801,-10-4 756,10 5-56,-15-8 35,7 2 645,3 3-680,-12-6 0,2 0-1490,10 7 1,0 0 1489,-11-6 0,0-1 0,13 8 0,0-1-718,-13-7 1,0-2 717,2 1 0,0 0 0,-3-2 0,0-1 0,18 5 0,1 0-171,-16-5 0,1-1 171,11 4 0,2 1 0,0 0 0,-3-1 0,-10-2 0,0-1 0,9 2 0,1 1 0,0 0 0,-2-2 0,-10-4 0,0-1 0,5 1 0,1 0 0,-5-2 0,-2-2-1175,23 0 1085,-17-1 0,5-1 0,-3 1-254,-1-1 0,-1 0-1295,17 0 1,-1-5 1518,-17-9 0,-5-1 0,-1 2 1,6-14-1</inkml:trace>
  <inkml:trace contextRef="#ctx0" brushRef="#br0" timeOffset="66892">26966 1185 9442,'-6'0'2252,"1"0"673,5 0-2253,-5 0 348,3 2-191,-3 5-392,5 1-168,-1 6 1210,0 25-1143,-1-16-84,2 5 0,-1 2-2624,2 9 2495,2 3 136,2-1-2,-1-8-22,2 1-1240,-3-10 1,0 0 1172,2 14-68,-2-14 1,-1 0 11,3 10 151,-1-2 1,-1 4 463,2 5 0,0 0-671,0-1 0,-1 1-654,0-9 0,-1 0 1,0-2 675,0 3 1,0-3 875,0 2 1,-1-1-939,1-1 1,0-3 28,1 14 22,0-1-1485,0 1 1490,0-11 1,1 0-73,3 16 1161,-3-18 1,2 2-1095,3 11 0,1 2-251,-5-12 0,1 0 1,-1 1 205,1-1 0,0 0 1,0 1-617,-1 9 0,1 1 0,-2-6 650,-2-11 0,0-2 810,2 16 0,0-1-821,-1 2 56,0 3-101,-2-2-550,0-11 0,0 1 561,-1-8 1,0 0 32,1 8 1,0-2 2147,1 13-2142,1-5 1,0 4-274,-1 3 1,1 0 261,0-1 1,0 2-689,-1 1 0,0 4 0,0-8 677,-1-13 0,0-2-28,1 5 0,-1 4 0,1-6 2003,1 7-1986,1-2 0,0 1-679,-2-13 1,0 0 678,2 13 0,0-1 17,0 4-562,0 0 1,2 2 566,-2-9 0,1-1-33,1 9 0,1 2 38,1-2 1,-1-1 11,-1-10 0,-1-1-45,1 8 1,1-2 32,-4-8 1,1 0-248,-1 11 0,1 0 203,-3-14 0,0 1 61,2 14 1,0 0 1489,0 4-1529,-1-6 1,0 3 780,0 2 0,0 1-775,0-1 0,0 1-1004,0 4 0,-1 1 1004,0-6 0,-1-1-28,1-6 0,-1-1 1032,0 7 0,0-4-1043,0 4-988,-1-12 1,0 0 998,1 15 22,0-15 1,-1-1 490,3 11-530,-1-6 1,-1 2 946,0-3 1,-1 1-920,1 1 0,0 0-1055,-1 6 0,0-3 1032,0 5 12,0-15 0,0-1 2123,1 7-2123,1 12-1051,1-15 1051,0 15 369,-1-19-347,-2 6 1,1 2 1158,-1-7 0,1 0-1181,-1 9 0,1 3-1312,0 7 1,0-3 1311,1-1 11,-1-6 0,0-1 1061,1-8-1061,1-1-2109,2 11 2098,-1-9 12,2 8 241,-2-13-174,9 20 2077,1-5-2100,2 4 23,-2-14 33,-9-18-90,-1-2 23,-3-5-1622,-1-2-1700,0-11 2457,0-1 1,0-1 0,0 4 0</inkml:trace>
  <inkml:trace contextRef="#ctx0" brushRef="#br0" timeOffset="68258">27429 6035 15437,'-34'2'2734,"5"10"-2207,18 18-281,5 14-89,11-11-90,4-5 90,10-18 437,14-14-662,-12-12 303,6-3-3191,-20-21 3561,-22 4-414,-4 5-119,-6 24 1,-2 6-73,-2 10 79,-9 16-2202,30 6 2168,4-1 58,13 3-103,2-12 78,22-10 0,5-15 12,-7-3 0,-2-8 123,-27-27 45,-5 21 33,-7-16 1995,-3 33-2163,-23 9-374,5 11 363,-7 3-33,15 16-12,17-14-11,17 3 33,4-15-1077,13-9 1,2-4 998,2-4 40,-6 1 0,-2-2 471,-6-8-298,-6-10 247,-6 2-270,-11 0-190,-5 9 34,-11 11-45,0 3-45,-18 14-100,17 4-3132,-5 11 0,29-7 0,11-6 3124,7-9 0,-6-3 0,-3-2 0</inkml:trace>
  <inkml:trace contextRef="#ctx0" brushRef="#br0" timeOffset="69553">26512 4891 12669,'4'0'3276,"-1"0"-1767,-2 0 542,-21-3-2551,-2-2 668,-1 0 0,-4 0-90,-1-1 0,-4-1-31,1 1 1,-4-1 0,-3 0 0,-2-1 5,1 0 1,-2 0 0,-1-1 0,-1 0 0,0 0-643,-1 0 0,0 0 0,0 0 0,0-1 0,-1 1 596,6 0 0,-1 0 1,-1 0-1,1 0 1,0 0-1,-1-1 17,1 1 0,1-1 1,-1 0-1,0 0 0,-1 0 1,1-1-209,-4-1 1,-1-1 0,0-1-1,0 1 1,0-1 0,2 0 221,-3-1 0,1 1 0,0-1 0,2 0 0,1 0-37,-4-1 1,-1 0 0,6 0 0,8 0-58,9-2 0,10 2 23,10 6 247,5 2-259,-1 7 2457,1 1-2446,-1 6 1948,0-1-4289,0 8-902,2-4 0,-1-2 2903,0-4 1,0-3 0,-1 0 0</inkml:trace>
  <inkml:trace contextRef="#ctx0" brushRef="#br0" timeOffset="69953">24600 4293 9733,'-27'-32'1882,"3"16"-2729,16 36 0,3 9 1194,-3 9-246,1-5 0,1 1 1571,4 2-1605,2-5-949,1 3 882,6-12 34,-2-3 544,4-13-433,-3-5-122,1-34-23,-3 8 5,-1-1 1,-2-3-6,-1-12 39,-1 10 0,-2 2 1727,1-3-1766,-3-6-44,4 37 38,6 20 0,6 8 2893,10 3-2887,-7-3 0,3 0-1639,7-13 1,2-6-1639,8-3 2457,5-10 1,-21 1 0,-14-6 0</inkml:trace>
  <inkml:trace contextRef="#ctx0" brushRef="#br0" timeOffset="70473">24105 3772 12501,'-3'2'807,"1"0"-370,2-2 1132,5 0-886,15-15-448,11-6 595,-6 0-483,-7 4-235,-52 48-101,9-9 45,0 0 0,0 3-6,6-2 1,4 2-582,6-3 0,3 1 542,-6 3 0,5 1-1488,12 0 0,6-1 1488,6 1 0,3-1-11,2 0 0,2-1-994,2 5 1,-3-2 1039,-4-1-46,-21-1 0,-19-17-560,-7-1 1,-1 0 425,-7 0 510,9-3 0,2-1-3021,9-3 2645,8-14 0,5 9 0,3-9 0</inkml:trace>
  <inkml:trace contextRef="#ctx0" brushRef="#br0" timeOffset="71293">24280 3882 18238,'32'-33'-19,"0"0"0,-1-1 1,1 1-1,0 0 1,-1 0-1,121-127-3258,-152 160 2184,0 0 1,0 0 0</inkml:trace>
  <inkml:trace contextRef="#ctx0" brushRef="#br0" timeOffset="72161">24723 3508 7986,'-6'2'1479,"2"0"-651,-1-2-300,2 0-293,0 0 482,-6 0-493,4 0 661,-12 3-324,1 4-382,-14 14-73,10-3 1,0 2-795,-11 13 0,1 3 755,10-10 0,0 0-50,-5 4 0,5 0 140,8 9-56,22-3-22,6-7-1123,14-16 1,7-6 1144,-8-8 0,1-3 16,13-1 1,-1-5-323,-7-8 0,-6-4 479,-9 0 0,-4-2-140,-5 1 1,-5-1 67,-20-16-802,-4 19 1,-6 2 678,-9 3 0,-2 1-79,7 0 0,-1 3-17,-13 12 0,5 8-95,11 20-570,9-6 1,6 1 681,28 13 0,-10-15 0,16-12 0</inkml:trace>
  <inkml:trace contextRef="#ctx0" brushRef="#br0" timeOffset="73124">24999 3389 11270,'-28'-4'1423,"-2"8"-622,21 8-734,-1 3-3344,44-9 3158,-15-7 1046,27-5-658,-22-19 829,-16 1-986,-3-1-44,-24 10-80,-6 20 57,2 9-67,6 3-79,14 9 3377,10-15-3160,6 1-1755,14-14 1,3-6 1614,-9-1 0,0-2 41,11 0 0,-2-4-1135,-7-5 1,-4-1 1655,-5 2-448,4-4 11,-30 61-306,2-6 0,-3 4 216,4-8 0,-1 3 1,-1 4 6,0-1 1,-2 5 0,0 2-1,-1 1 1,2-3 0,1-4-23,0 2 0,2-3 0,-2 2 245,1 1 0,-2 5 0,-1 0 0,3-3 0,2-8-241,2-4 0,7-7-1493,38-3 1515,-12-22-17,4-7 1,0-7 291,-11 0 1,-2-6-276,2-8 1,0-5-1,-2 4 584,-4 9 1,-1 0-450,8-26 1,-4 19-215,-17 62 1,-3 13 56,4-14 11,-4 19 0,8-4 230,37-25-117,-3-30 1144,-11 7 1,-2-6-1017,-5-24 0,-12-8-101,-21 6 1,-7 1-152,8-2 0,-5 4-882,-15 4 0,-7 9 479,4 14 0,0 7 121,9 6 1,0 3-1,-19-3 1,27 12 0</inkml:trace>
  <inkml:trace contextRef="#ctx0" brushRef="#br0" timeOffset="74205">28539 4394 17096,'36'-18'241,"-1"0"1,1 0 0,0 1-1,5-1 1,1-1 0,-2 1 0,-3 1-1335,2 0 1,-3 2 0,3-2 717,-4 2 1,4-2 0,1 0 0,-2 0 0,-3 2 374,0-2 0,-3 1 0,4-2-186,-4 0 1,4-2 0,2-2 0,0 0 0,-2 0 0,-4 4 177,6-4 1,-5 2-1,3-2 205,1 0 1,4-4 0,1-1 0,-5 3 0,-9 4-276,2-9-2895,-5-5 2973,-51 12 0,20 9 0,-22 1 0</inkml:trace>
  <inkml:trace contextRef="#ctx0" brushRef="#br0" timeOffset="74507">29741 3569 18171,'30'-11'375,"-2"9"1,3 5-315,5 3 1,1 5 10,5 10 1,-8 5 242,-20 17-706,-14 1 492,-33-12 35,6-18-159,-13 5-280,21-7-491,-4 2-2175,24-11 2149,28-3 1,-19 0 0,18-1 0</inkml:trace>
  <inkml:trace contextRef="#ctx0" brushRef="#br0" timeOffset="74943">30458 3333 18384,'-33'6'633,"0"0"0,-9-3-633,16 28 34,23-16 33,5 19-3344,8-11 3227,7 13 765,4-16-715,2 1-1262,-3 0 1,-1 1 1261,4 6-71,-7-6 1,-3 0 81,-8 0 1695,-2-2-1673,-13 3-10,-14-2-23,-4-2 3276,-9-6-4778,11-8 1,3-1-1222,2-1-554,-13-7 2864,40-10 1,-5 3-1,5-1 1</inkml:trace>
  <inkml:trace contextRef="#ctx0" brushRef="#br0" timeOffset="75123">30546 3354 15213,'10'-21'825,"1"-1"0,8 2 1,4 7-4103,15 23 0,7 0 2457,-8 6 1,-23-9 0,-4-2 0</inkml:trace>
  <inkml:trace contextRef="#ctx0" brushRef="#br0" timeOffset="75506">30895 3391 7468,'-32'12'1092,"-1"0"0,1 11 0,7 7 306,13 0 1,5 2-1377,0 2 1,3-2 2437,13 9-2359,24-18-119,4-16 1,4-3 45,-10 0 0,0-5-734,16-8 0,-8-11 762,-25-12 0,-10-6-56,-6 2 0,-7-1-286,-8-5 0,-10 6 230,-14 15 0,-3 10 39,14 7 0,2 5-45,-4 3 1,5 8-1578,13 10 1,10 2 906,20 7 0,-13 6 1,22-25-1</inkml:trace>
  <inkml:trace contextRef="#ctx0" brushRef="#br0" timeOffset="76392">31284 3222 9631,'-35'-5'205,"0"0"1,3 0 0,5 6 2404,9 16-2464,4 13 1262,18-8-1329,23 5-829,3-19 1,3-4 721,-2-4 0,0-2 17,-1 1 0,-3-5-45,4-20 134,-29 6-66,-6-3 88,-14 10-1337,-10 8 1237,15 2 1517,-4 2-1483,17 1 56,29 2-102,4-1 12,-10 0 0,1 1-33,18-2 44,-2-3 11,-4 2-66,-3-1 44,-12 9 100,-16 24-18,-16-4 0,-9 4 1,1-1-78,-1 9 1,-1 1 30,2-12 1,-3 1 0,-1 0-1,0 1-416,-1 2 1,0 1 0,0-1 0,3-2 379,2-1 0,3-1 0,-1 0 505,-8 7 1,0 1 0,13-6-383,26 4-1617,10-28 1494,-1-7 0,2-2 1410,18-9-1410,-22 4 0,1-3 33,17-9 1,0-2 16,-13 8 1,-1-1 1053,7-6 1,-7 8-903,-15 22-1190,-21 20 999,-1 7 2795,3-2-2762,7-16-2447,13 0 2436,2-9 68,15 0-101,2-8 101,9-13 0,1-7 106,-15 0 1,-2-1 688,14-5 1,-7-4-746,-15-1 1,-14 3-1387,-26 12 0,-9 5 663,11 3 1,-1 2-522,-6 6 1,-5 4 0,4 3 774,-4 5 1,5 2 0,-6 3 0,8-4 0</inkml:trace>
  <inkml:trace contextRef="#ctx0" brushRef="#br0" timeOffset="89783">5771 7341 20143,'13'-16'1188,"-3"3"-4465,-10 3 1902,-8 5 2839,-9-1-1419,-10 6 893,-8 6-831,7 3 0,0 2-1174,5-1 0,1 1 1117,-7 5 0,1 0 2135,-7 9-2107,5 0-78,7 1 0,6-2-883,8 6 883,8-7 0,14 5 2919,11-8-2936,15-1 0,5 0-1035,-15-6 0,0-1 1056,2 0 0,3 2 0,-4-2-21,-4-3 0,-4 0 17,19 7-56,-4 3 156,-23-1-22,-17 0-55,-31 0 38,8-10 1,-6-1 254,-1-2 1,-7 0 0,0 0-1,3-1-209,4 0 0,3-1 1,-3 0-80,-5 0 0,-3 1 0,0-1 0,6-2 0,-1 0 0,2-2-32,3-1 0,-2-1 1,4 0 11,4 1 1,2 0-9,-10-3 0,8-1-247,20 2-683,3 0-2347,22-3 0,-1 4 0,21-2 2457,-2 5 1,-17 0 0,-2 0 0</inkml:trace>
  <inkml:trace contextRef="#ctx0" brushRef="#br0" timeOffset="90341">6334 7731 12018,'-4'-31'377,"0"-1"1,-1 3-1,-3 6 2390,-14 12-2459,-6 8 0,-2 3-89,-8 5-175,7 1 1,1 2-22,4 11-828,1 19 715,14-10 1957,5 2-1811,37-27-1457,-7-18 1395,-3 2 1,-1-3-18,1-20 816,-4-7-808,-10 8 0,-2-7 0,-1 3 4,0 1 0,-1-1 11,0-2 0,-1-4 0,-1 6 16,0 10 1,-2 3 164,-3-17-69,-5 71 1715,0 0-1648,2 8 0,1 14 0,0 4 1,0-9-949,1 1 0,-1-1 769,2-6 0,-1 5 0,0 0 0,0-8 1264,1-4 1,1-3-1383,-1 5 1,1-1-1522,1-8 1,0-1-1639,-1 17 0,2-24 3078,1-18 0,0 1 1,0-3-1</inkml:trace>
  <inkml:trace contextRef="#ctx0" brushRef="#br0" timeOffset="90968">6041 7751 13892,'24'-16'-4,"0"0"0,0 1 1,3 3-1090,2 7 1,4 3 0,-1 0-547,9-1 1,0 1 545,-8 2 1,1 0 0,-2 1-547,1 1 1,-1 0 3276,6 2 0,-2 0 43,10 1-1115,-11-3 0,-2-1 1297,-4-4 266,4-13-448,-20-15 927,-6 1-1801,-39-4-547,0 32 1,-5 7-4,8-2 1,1 3-79,-9 7 1,3 5-18,11 6 1,5 3-135,5 0 0,2 1-84,-2-1 1,4 0 55,5 16-17,23-27 1,6-6-455,19-14-5,-9 3 0,0-8-54,-10-14 1,0-11-1,-2-3 1,-3 3 305,0-5 1,-2-3 217,-2 6 1,2-5-1,-1-1 1,-6 5 5,-4-6 0,-5 3 556,-1 6 1,-1 0-1,-1 4-270,0 4 0,-2 3-182,-6-20 299,1 62-479,4 13 0,1 11 0,3-1 98,3-9 1,3-1-1,-1 2-20,-3 1 1,-1 1 0,2 2 0,3-3-205,10 10 1,4-3-1,2-5-1437,3-4 1,3-3 545,-8-5 1,2 0 0,0-5 792,8-6 1,-3-6 0,-4-7 0,-3-1 0</inkml:trace>
  <inkml:trace contextRef="#ctx0" brushRef="#br0" timeOffset="91136">7512 7556 12102,'32'0'-152,"0"0"1,9 0 0,-24 0 0</inkml:trace>
  <inkml:trace contextRef="#ctx0" brushRef="#br0" timeOffset="91254">7441 7743 21219,'36'-7'-410,"-1"-1"0,1 1 1,-1 0-1,0 1 1,-2 1-1,-5 0 0,4-7 1</inkml:trace>
  <inkml:trace contextRef="#ctx0" brushRef="#br0" timeOffset="93540">25055 5554 15415,'38'-2'2678,"6"0"-2594,-15 1 0,2 1-1723,-4-1 1,4-1 1131,4 0 1,7 0 0,1-1 0,-5 0 506,6 0 0,2 0-216,-8 1 1,7-1-1,2 0 1,-2 0-1,-7 1 222,6 0 0,-1-1-125,-9 1 1,2 0 0,2-1-1,-3 0 111,4 0 1,-2-1 0,-1 1 14,0-1 1,1 1-1,0-1-7,3-1 0,1 1 0,2-1-3,-6 1 0,2 0 1,0-1-1,-3 1 3,1 1 0,-2-1 0,5 0 7,-4 0 1,4 0-1,4-1 1,-1 1-1,-2-1 1,-5 1-16,7 0 1,-4 0 0,2-1 386,0 1 0,2 0 0,1-1 1,-2 0-384,3 0 0,-3-1 0,1 0-317,0-1 0,-1 0 0,0-1 321,-6 2 0,-1 0 0,0-1 556,4 0 0,-1-1 0,-1 1-562,6-2 1,0 1 16,-12 2 0,1 0 0,0 1-11,0 0 0,0-1 0,0 1 5,11-2 1,3 1-441,-12 3 0,3 0 1,1 0-1,-3 0 461,2-1 0,-1 1 1,1 0 213,0 0 1,1 0 0,1 0 0,-2 0-204,3-1 1,-1 0-1,-1 0-241,2-1 0,1 0 0,-2-1 207,-6 2 1,0 0 0,0-1 578,2 0 0,2 0 1,0-1-520,9-2 1,0 1-1,-3-1-13,-9 3 1,1-1-24,-2 0 0,7-1 0,2-1 0,-3 1 0,-6 2-10,3-2 0,-4 1-14,1 0 1,1 0 0,-2-1-824,4 0 1,-4-1 887,8-2 419,-15 3 0,-1 0-487,5 1-1345,-9 1 1491,27 1-68,-15 1 691,-6 1 1,3 1-714,1 0 0,0 1 2291,13 0-2230,-15 0 1,-2 0-1198,-7 0 1136,-11 0 2257,-7 0-2503,-1 0-1457,0-7 1187,-4-4 438,-1-4-12,-3-1-2223,-10-7 2302,4 5-45,-4-2 2336,8 10-2101,4 7 560,8 8-234,8 4-91,7 5 0,5 3-1156,4 4 1,3 2 858,-1-1 1,0 0 858,0 2 1,-2-1-888,1 8-1218,-35-7 1,-10-1 1039,-20 0-143,11-11 1,-5 1-1,0-3-1090,-11-4 0,-4-3 1266,9 0 0,-5 1 0,1-1 0,6 0 0,-1 0 0,2 0 0,-1 0 0,0-1 0,0 1 0</inkml:trace>
  <inkml:trace contextRef="#ctx0" brushRef="#br0" timeOffset="94244">25176 5355 18070,'10'-6'2924,"-1"1"-2822,-9 5 1433,-46 41-2253,20-21 1,0 2 773,1-1 0,-1 2 0,-1 0-815,-4 4 0,-1 1 1,6-1 741,6 2 0,4-1 6,-7 3 0,11-2-989,36-4 0,16-6 301,-8-10 1,3-5 0,2 1-395,6 2 1,2 0 0,1-1 995,-9-3 1,1 0-1,-1-1 1,-6 0-1,2 1 1,-3-1-1,-3 0 1,-1 0-1</inkml:trace>
  <inkml:trace contextRef="#ctx0" brushRef="#br0" timeOffset="98225">22758 14238 12624,'4'5'2824,"0"-1"-1681,1-4 404,7 1-875,7 0-68,3 1-312,2 0 391,16 0-1831,-13-1 0,2 1 1187,0-1 1,2 0-18,1 0 1,1 1-1239,2-1 1,2-1 1293,-5 1 1,1 0 0,2-1-540,2 1 0,1-1 0,-1 0 505,-1 0 1,0 1 0,-1-1 50,7 0 1,1 0-52,-9 1 1,2 1 0,0 0 36,1 0 0,0-1 0,0 1-78,0 1 1,0-1 0,1 1 49,-2-1 0,1 0 1,0 0-1,-3 0-36,10 0 0,-1 0-3,-8 0 1,1-1 0,2 1 38,2-1 1,3 0-1,0 0 1,-4 0-54,-2 0 0,-2-1 0,1 0 8,1 1 1,1-1-1,2 1 1,-2-1-2,9 0 0,-1-1 1,0 0-20,-6-1 0,0 1 0,-1-1 27,1 1 0,0 0 0,1-1 24,-3 0 0,1 0 0,0 0 1,-3 0 10,11-1 1,-2 0-51,-10 0 0,1 1 0,2-1 36,0 0 0,3-1 1,-1 0-1,-2 1-36,-5 0 0,-2 0 0,2 0 7,11-1 1,2 0 0,1-1 64,-12 1 1,1 0 0,-1-1 0,1 1-114,1-1 1,0 0-1,0 0 1,0 0 40,-1 0 0,1 0 0,-1 0 0,2 1 28,4-2 0,2 1 0,0 0 0,-2 1 13,5-1 0,-2 2 0,-2-1-15,-5 1 0,-2 0 0,2-1-12,-3 1 0,1-1 0,1 0 0,0 0 62,-1-1 0,-1 0 0,0 0 0,-1 0-20,0 1 0,-2-1 0,4 0-12,6-1 1,5 0 0,1-1 0,-4 2 145,0 0 0,-3 1 0,1 0-168,-1-1 0,0 0 1,1 1 21,-7 0 1,1 1 0,0 0 0,-1 0 3,3-1 1,-2 0 0,-1 0-49,10 0 0,-1-1 874,3-1 0,-2-1-801,-14 1 0,-2 1-809,2-1 1,0 0 757,0 0 1,0 0 55,-3 1 1,2 1-121,8 2 0,5 1 0,-5-1 47,-4 1 1,0 0 235,8 0 1,4 1 0,-6-1-242,-11 1 0,-1 0-592,13 1 0,5-1 603,-8 2 0,2 0 0,-1-1-11,-6 0 0,-1 0 0,1 0 418,3 1 0,0 0 1,-4 0-419,-5-1 0,-1-1 28,9 1 0,1 0-23,-8-1 1,0 0 278,8 1 1,-1-2-269,-12 1 1,1 0-17,14 0 0,4 0 26,-8 0 0,2 0 1,-1 0-27,-3 0 0,-1 0 0,2 0-372,3 1 0,2 0 0,1 1 0,-4-1 388,10 1 1,-1 0 475,-9-1 0,2 2 1,-3-1-493,8 0 0,-3 0-647,-10 0 0,1 0 680,12 1 1,1 0-34,-11-1 0,1 0 0,8 1 0,0 0 792,-14-2 0,1 0-751,4 0 0,4 0 1,-1-1-361,2 1 1,0-1-1,0 0 322,0 1 1,0-1 0,0 1 26,2-1 0,0 0 0,-1 0-13,6 0 0,-3-1 5,-4 0 0,-1-1 848,3 1 0,-4-1-870,2-3-853,-12 2 0,2 0 853,1 0 0,0 0 11,-1 0 0,1 0-197,13-1 1,0 0 231,4-1 729,-15 2 0,0 1-747,-6-1 0,-1 1 17,11-1-23,7-1-22,-9 1 34,2 0-45,3-1 11,1 2-11,-2-1 50,-8 3 0,0 0-61,16 0 22,-14 0 0,0 0 5,-5 0 1,0 0-132,3 0 1,0 1 102,-3 0 1,0-1 1083,4 1 0,-1-1-1061,8 1-17,-12-1 0,1 0 11,0 0 1,0 0 16,-1 0 1,1-1-1113,13-2 1,0 1 1112,4-3 141,-12 2 0,0 1-108,16-1-160,-15 3 137,6-1 1,5 1-35,-6 0 1,1 0-22,4 0-3244,-26-18 0,-7-7 2621,-14 1 1,-5-1-1,-3-1 1,-5 0 0</inkml:trace>
  <inkml:trace contextRef="#ctx0" brushRef="#br0" timeOffset="102984">23258 14088 11134,'0'-6'818,"0"1"-829,0 3 22,0 2 3265,0-3-1039,6 3-1912,0 0 258,12 2-2782,-5 0 2446,5 3-102,-2-2 360,9 0-2624,10-1 2309,2-1-56,3-1 23,-7 0-40,-10-1 1,3-1 787,8-1 1,1-1-895,-3 2 0,1-1-1106,9 0 0,0 0 1112,-13 2 0,-2 0 17,0 1 0,1-1 1100,3-1 0,1-1-1028,5-2 1,1-1-107,-6 3 0,-1-1 0,5-1 0,-3 0 22,-3 2-2279,5 0 2291,2-2 1139,-14 2 1,2-1-1090,16-6 0,0 0-34,-15 3 0,0-1 12,18-5 0,-3-1-2308,-9 2 2279,7-2 1782,-8 2-1781,-9 3 78,7-2-90,-9 1-1965,15-6 2055,5-2 1005,-14 6 1,3-2-978,5-2 0,0 0 58,-5 2 0,-2 1-148,-1 0 1,-2 1-17,6-5 145,-6 2-146,-7 2 124,6-2-123,-5 3-12,0 0 180,16-11 247,-4 2-416,-9 7 1,1-2-1084,2-1 1,-2 0 1138,5-3 2191,7-7-2235,-22 15-2179,16-14 2178,-11 8-21,11-10 89,-14 13-112,-3 1 179,11-16-134,-10 11-45,12-18 134,-5 2 1955,3-5-2111,0 1 56,-2 6-18,-6 11 1,0 0 2067,6-7-2084,-5 6 0,-1 1 0,2-3-2877,6-13 2899,-7 10 1,0 1-6,-2 4 0,-1 0 76,2-4 1,0 1-82,1-4-1013,-5 8 0,2-1 1001,-1-1 0,1-1 6,-1 1 0,0 1 533,9-19-528,-8 16-11,9-10 17,-7 12 0,1-1-36,-3 4 0,0 1 19,2-3 0,-1-1 0,5-16 28,-5 9 0,1-1 1094,-4 9 0,0-2-1105,7-15 0,0 0-1140,-8 18 1,-1 0 1122,3-3 0,0 0-11,4-14 39,-5 14 0,-1 0-28,0 2 0,-1-1 47,1-3 0,1-3-30,6-12 0,0 0-220,-6 13 0,1 1 191,3-10 1,1-1 0,-1 0 0,-1 1 39,-3 10 0,-1 2 791,3-6 0,0 1-808,6-10-1958,1 3 1958,-7 14 0,0-1-17,-1 4 1,-1-2-333,2-5 1,1-3 0,-1 3 342,-3 4 1,0 0 717,2-9 0,1-1-734,-2 3 0,-1 1-590,-2 6 0,0 0 601,2-5 0,0 1 0,5-15 11,1-1-33,-4 14 0,0-2 786,0-2 0,1 0-753,3-5 0,-1 0-657,-2 6 1,0 2 645,-3 7 0,-1 1-45,7-17 820,-2 2 0,0 0-764,4-5-34,-4 11 1,1-5 0,-1 6 56,4-2-34,-6 11 0,1 1-1659,13-7 1592,8-1 1352,0 1-1285,-7 11 0,2 0 25,12-2-42,-11 5 0,3 0 45,2 1 0,-1 0-56,-3 3 0,-2 0 28,0 1 0,0 1 6,5 0 0,0 2-6,-9 3 0,0 1-13,6-1 0,0 0-88,13 3-638,-16 6 0,-2 2 727,4 0 12,-7 2 0,-2 2 1490,-5 1-1518,7 7 0,2 1 1250,2 3-1222,-1-1 0,0-1-1804,-3-2 1793,6 11 451,-1 5-473,-1 0 78,-4 1-45,-7 0 16,-5-10 1,-1 1-28,1 1 0,0 0-388,3 11 0,2 0 421,-4-10 1,0-2-23,0 0 0,1 0 5,-1-1 1,0 1 33,1 4 1,0 1 435,-1-6 0,1-1-447,0 5 0,2 1-13,3-1 0,3 2 0,-2-4-15,-3-4 0,0-1 0,3 6 0,3 2 0,-2-1-6,7 8 1,-2-5 391,-11-13 1,0-1-387,9 14 0,1 2-17,-6-5 0,-1 1 17,0-3 0,-1 2 143,4 4 0,1 2-106,-2-9 1,2 0 0,-1-4-22,-3-3 1,1-1-13,3 3 0,2 3 0,-2-3-735,10 12 775,-3 2 1,0 1-28,-13-18 0,-1-1 1139,7 11 1,1 0-1112,-5-9 0,0 1-60,6 4 1,2 1 53,-1-1 1,1 0-733,0-3 1,2 2 0,-3-4 742,-2-4 1,-2-1-46,7 4 1,-1-1 2216,-3-4-2149,-1 0 0,0 1-750,3 1 705,-2-2 0,-2 0-1912,1-1 1895,11 7 56,-6-6-11,8 5-44,0-2 21,-10-6 1,1 1 9,-1 1 0,1 1-54,0 0 0,-1 0 11,11 9 0,-12-6 0,1 1 28,-4-4 0,1 0-11,4 4 0,0-1 5,11 6 17,-9-10 0,0-1-16,8 4-18,-2-1 1,0 1 498,-2-2-460,9 6 1124,-14-9 0,1 1-1157,-5-2 0,2 0 62,14 7 0,0-1-73,-15-6 0,-1 0 11,3 1 0,0-1 45,5 2-11,-4-1 0,4 2-17,2 2 0,0 0-17,0-1 0,0 1 4,-5-1 0,2 1 0,-2-1-185,3 1 1,-1-1 169,2 2 0,-2-1 16,-3-3 1,-1-1-6,15 5-1489,-8-3 1478,12 3 22,-14-3-22,1-3-1361,9 9 1355,-19-10 1,1 0 5,19 11 1745,-3-3-1701,-16-9 1,-1 0 1569,16 6-1614,-11-5 0,2 0 50,-5-3 1,0 1-40,3 0 0,0 1-17,2-1 1,-1 0 10,0 1 1,2-1 24,3 1 0,3 0 0,-3 0-2,-3-1 0,-1-1-28,16 4 0,-1 0-1135,-16-4 1,-2-1 1168,9 1 0,2 1-6,0-1 0,1-1-25,-5-1 1,0 0 0,-1 0 1,5 0 1,0-1 5,3 0 0,1-1 791,1 2 1,-3-1-815,-11-2 1,-1 0 28,9 1 0,0 0-23,-5 0 1,-2-1 5,0 1 0,0-1 16,14 3 1,-2-2-17,0 1 0,-13-2 0,-2 0 11,-2 0-1671,2-1 1716,16 0 2213,-6-1-2303,12 1-217,-17-1-488,-13 0-1558,-8 0 2297,-27-8 0,14 6 0,-14-7 0</inkml:trace>
  <inkml:trace contextRef="#ctx0" brushRef="#br0" timeOffset="167303.27">9205 7408 14719,'-5'3'2152,"39"-29"-1827,-19 11-45,10-8 0,-2-5 325,-16-6 0,-6-1-44,0-11 10,-8 11 0,-8 5-3848,-23 18 3260,10 25 1,2 12-554,6 8 0,4 6 637,5-8 0,1 3 1,4 0-38,2 2 1,3 1-1,2 5 9,3-3 0,2 5 0,2 4 1,0 0-1,0-2 0,-1-5-420,-2 0 1,0-4 0,0 0 0,1 4 375,0-4 0,2 5 0,0 2 1,0 0-1,1 0 0,-2-4 0,0-5 5,1 7 0,-2-5 0,0 3-3,-1 2 0,0 5 1,-2-1-1,-1-3-1,-1 1 1,-2-4-1,-1 2 451,3 7 1,0 1-1,-11-10-2086,-19-9 1,-6-15 982,-7-27 1,12 6-1,2-3 1,8-15 0</inkml:trace>
  <inkml:trace contextRef="#ctx0" brushRef="#br0" timeOffset="167500.27">8514 8096 17453,'25'-26'470,"0"0"1,0 3 0,4 1-1564,8 6 1,5 3 0,0-1 539,-1 0 0,-1-1 1,1 0 905,-4 2 0,2 0 1,0-1-1,-2 0-641,4 0 1,-1-1-1,3-5 172,-6-1 1,4-4 0,0-3-1,-2 2 1,-6 5 0,6-1 0,-1 1-1,-3-4 1,1-1 0,-1 1 0,1 0-1</inkml:trace>
  <inkml:trace contextRef="#ctx0" brushRef="#br0" timeOffset="169537.27">9607 7219 17487,'-13'40'453,"0"0"0,1 0 0,-1-1 0,2-1 0,-1-1 0,2-1 0,3-3-234,5 3 0,4-1-57,-1 11 0,4 1-1801,6-7 1,2-2 916,-1-1 0,3-3 733,5-10 0,3-6 1290,13-5-1279,-7-11 1,4-6-889,5-10 0,3-6 843,-7 4 1,1-3-1,0-1-37,-2-4 1,0-3-1,-3 0-495,-5 1 1,-2-2 0,-5 2 610,-2-2 0,-6 1 1201,-12-10-1112,-20 26-1505,-11 15 1562,-4 22-180,14-5 1,2 3-23,4-1 0,3 1 758,1 6 1,5-1-972,6 7-195,8-8 397,9-13 2010,6-21-2218,1-11 1,1-4 3247,9-12-3029,-12 9 0,0 3-3241,-1 15 3263,-10 16 554,8 29-582,4-20 1,3-2-458,9 11 474,-6-18 1,2-7-1059,-2-14 1,-2-9 1016,-3-5 0,-1-5 0,-1-1-49,6-7 1,-4-4 723,-5 6 0,-3-4 1,-5-2-708,-8 3 0,-6-2 1,-1 1-1,1 4-168,0 0 0,-1 1 308,0-8 0,-2-4 1,-2 23-68,-1 30-431,5 22 0,4 15 1,1-3 475,-1-5 0,1 0-56,0-2 0,1 5 0,1 1 0,3-3 11,5 5 0,3-3 0,2-3-22,6 5 0,3-2-89,-7-7 0,2 1 0,0-5 94,4-8 1,1-7-1186,11-11 1,1-9-390,-3-7 0,1-3 644,7 0 0,-2-4 1073,-7-2 0,-5-3-87,-7 4 1,-4 1 3225,1-3 0,-4 0-2110,-18 29-45,-6 35-536,1-8-479,4-4 1,1 2-18,1 1 1,1-2-56,0-1-23,-1 14 90,5-38-2099,0-9 2004,7-16 0,4-7-6,3-9-497,2 7 0,4-5 1,-1 6 429,11-1 359,-8 7 0,-1 7-292,-4 27 11,-7 7 22,-4 9 1,-1 5 484,7 7 1,1-1-519,-6-5 0,3-3 22,11 2 1,9-11-12,1-26 0,5-12 0,-1 0 181,3 5 0,1-2-192,-1-3 0,4-5 0,-6-1-590,-12 0 1,-3 0 0,-3 0 600,-1-1 0,-3 0 327,2-9 1,-11 6 479,-41 19-196,6 20-577,7 3 0,2 3 11,5 17-498,9 2 1,3 1 475,3-7 0,2-1-29,1 7 1,3-2 1678,10 3-1594,26-22-68,-18-18 1,2-4-18,14-4 1,2-8-575,-6-9 0,-1-8 0,-3 2 541,0 2 0,-3-1 24,-6 2 0,0-2 1,-8 5-359,-11-3 385,-11 6 1471,4 12-1516,-7 3-12,6 9-89,-4 17 2380,6-5-2257,-4 13 3276,7-8-3171,7 13-857,6-4 763,3 6-1590,9-6 0,2-2 1546,3 0-122,1-3 0,1-2 155,-4-9 0,1-13 0,1-8 0,-6-10 0,-3-3 22,3 2 1,-4-3-16,-10-9 1,-5-5-1,-4 5 206,-9-8-180,1 7 1,-1 7-34,0 21-134,7 12 606,0 6-450,1 6 3211,0 5-3233,4 9-375,5 4 375,3-1 0,5-2-1545,-1-6 0,-1-1 1523,2 3 33,-2 0 0,-4 2 56,-23 10-235,-1-11 157,-19 2-194,-6-26 1,-11-8-1,7 0 1,1 5 0,2-4-1,1 0 1,0 0-1</inkml:trace>
  <inkml:trace contextRef="#ctx0" brushRef="#br0" timeOffset="169778.27">9969 7547 15885,'31'-13'58,"0"0"1,0 0 0,7-3 0,0 0-479,1 0 0,1 0 10,-5 3 0,2 0 1,-6 2-1,-6 2 1,-2 1-1,12-4 0,-1 0 1</inkml:trace>
  <inkml:trace contextRef="#ctx0" brushRef="#br0" timeOffset="170476.27">13202 7575 6606,'-14'29'819,"1"1"0,0-1 0,-3 5 0,3-1-435,8-6 1,5-1-217,16 10 1398,-2-14-1510,15-2-249,5-18 306,3-23 721,-1-3-756,-21 3 1,-4-1 1935,-3-20-1857,-4-3-896,-13 11 1,-4-1 827,4 12 1,-3 0 906,-7-5 0,-4 4-979,-4 12 0,-1 9-571,-1 9 0,2 9 302,-3 16 0,4 8-538,7-8 1,6 3-309,7 10 0,11-1 1098,13-15 0,2-5 0,1 2 0,12 1 0</inkml:trace>
  <inkml:trace contextRef="#ctx0" brushRef="#br0" timeOffset="170790.27">13608 7499 19897,'29'33'141,"1"1"1,-3-3 0,-5-1-153,-4 11 11,-7-3 11,-5 2 258,-12-15-3546,-8-23 994,-3-20 2283,6-4 0,3-2 688,4 0 0,0 0-694,1-1 1,2-1 65,3-8 0,4 3-2850,17 0 1151,-2 22 1,3 7 982,-1 10 1,-1 5-1,13 14 1,-19-13 0</inkml:trace>
  <inkml:trace contextRef="#ctx0" brushRef="#br0" timeOffset="171343.27">14254 7590 13442,'-9'32'163,"-1"0"1,1 0-1,1-2 1,0 1-1,2 1-118,4 4 0,2 2 0,2 1-42,-1 2 1,2 1 0,0 3-7,1-1 0,1 3 1,0 0-1,0-4-5,0-2 1,1-4 0,0 0 345,1 0 0,0 0 0,0-9-327,0-5-56,-7-50 1224,-7-7-1179,1-2 0,-2-9-3,0 5 0,-1-6 1,0-2-1,1 2 3,0 2 0,2 1 0,-1 0 0,0-2 385,1 4 0,-1-3 0,1 1 0,0 0 0,0 3-383,2 1 1,0 1 0,1 3 0,1 3 3,-1-6 0,4 4-12,4 4 0,3 3-236,10-1 242,17 8-22,8 20-1,-14 9 1,2 7 0,-2 1-6,-1 6 0,-1 4 35,-2 0 0,0 3 1,-12 0-855,-24 12 0,-13-3 870,-1-12 0,-3-4-23,-9-1 0,-2-8-12,6-10 1,3-8-3266,-1-17 836,7-1-836,27-11 2457,12 18 1,0 3 0,-2 9 0</inkml:trace>
  <inkml:trace contextRef="#ctx0" brushRef="#br0" timeOffset="172562.27">14643 7633 15877,'1'-5'3276,"1"1"-4915,14-23 1,4-8 687,-7 5 956,8-10 1,-3 0-782,-14 3 1045,-32 12-477,-4 17 224,9 11 1,0 5 95,-10 23-44,20 5-57,8-9 0,5 1-11,11-2 0,4-2 0,-2 1 0,4-3 758,8-4 1,7-6-752,4-8 1,5-5-1,0-3 450,-2-2 1,0-4 0,2-1-464,0 0 0,4 0 1,0-3-1,-4-3-482,-6-4 1,-2-4 0,-2 0 0,-2 1 520,10-4 1,-7-2-12,-11-4 1,-13 6 1993,-30 19-1926,-4 4 0,-5 6-397,0 13 0,-3 7 1,3-2 300,0-6 1,2 2 65,0 9 0,1 5 0,16-5-1067,42 1 3197,-11-10-2364,13-23 0,0-10 120,-15 1 0,-3-2 93,3-1 0,-2 0-953,-3-1 925,-12 29 620,0 7-540,1 9-91,2 2 56,4-1-2175,13 3 2119,-2-11 11,8-2 2268,-3-11-2431,3-16 1,-1-10-595,-1-13 0,-2-5 679,3 2 0,-3-5-453,-13 10 0,-2-4 0,-2-2 1,-2 4 515,-2-2 0,-1 2 1,-1 1 425,0 0 1,0 1 0,0 1-323,-2-6 1,0 7 392,-2 13-493,-1 9 0,1 18-319,1 14 1,0 6 334,2-3 1,0 2 5,-1 14 1,1 4-12,3-4 0,1 2 1,1 0-16,-1-5 0,2-2 1,-1 1 10,0 2 1,-1-1-1,2-2 210,0 6 1,1-19-27,0-32-191,-1-10 0,3-29-9,-2 16 1,1-6-1,1-2 1,-1 7 758,-1 1 1,2 1-837,4-13 0,3-4 0,-2 24 3153,4 44-3056,3 7-6,-13 3 1,-7 3 5,-11-4 0,-3-1 503,8-5 1,-3-1-493,-6 2 0,-2-8 169,1-20-236,9-3-145,2-21 134,14 22 67,2 3 22,11 36-240,-6-12 0,2 1 196,11 13-40,-9-18 1,1-3-3227,22-8 2457,5-14 1,-12 5 0,-8-8 0</inkml:trace>
  <inkml:trace contextRef="#ctx0" brushRef="#br0" timeOffset="173371.27">15826 7387 19885,'-18'-6'-11,"17"-6"-3266,28-9 591,-4-1 4107,-13-3-1119,-45 20 202,-4 22 26,13-7 1,2 3-486,6 4 0,4 4-1090,8 9 0,5 1 1079,8 7-23,2-8 0,4-3 2291,23-5-2285,-3-16 0,9-4 0,3-1 0,-5 0-290,-7-1 1,-3 0-1,5-1 277,6-1 1,6-1 0,3-1-1,-2-1 1,-5-2-645,5-6 1,-5-3-1,-2 0 688,-6 1 1,-1 0 0,-3-1 12,10-6 1,-18 0 1035,-49-6-817,2 21 1,-3 5-259,-12 2 1,-1 4 49,7 0 1,2 4-490,-3 8 0,6 7 394,14 3 1,6 3 680,4-2 1,5-1-687,9 2 0,7-6 356,15-14 0,4-7-457,-10-4 0,0-4 240,7-5 1,-3-6-443,-8-11 1,-5-5 184,-6 6 1,-3-3-1,-1-2 134,0 0 1,-1-2 0,0-1 0,-3-1-480,-1-1 0,-3 0 0,-1 0 0,0 2 543,1-4 0,-2 1 1,-1 3 790,-5-19 1,-3 22-362,-9 70-835,8-4 371,7-3 1,2 7 0,2 1-14,6-4 1,2 2 0,2 0 0,1-1-66,2 8 0,2-1 0,0 0-232,0 2 1,1 0 0,2-5-1348,9 6 1,4-15 1576,-2-30 0,1-6 1,2 7-1,11-19 1</inkml:trace>
  <inkml:trace contextRef="#ctx0" brushRef="#br0" timeOffset="174079.27">16872 7317 12466,'-1'32'691,"-1"-1"0,1 7 0,0 0-680,0-9 1,1-1-12,0-1 0,0-5 2583,0-7-2337,5-22-1164,14-27 918,0-4 509,-5 10 0,0-1-520,2-3 0,1 1-169,7-5 180,2 6 146,-13 49 0,-3 12-90,-5-7 0,-2 0 1117,4 11 0,-1 0-1117,0 5 0,4-27 0,1 1-45,7-13-464,9-8 431,-2-1 3,10-7-3,-6-1-1,-7 2 1,3-3-12,-1-3 1,0-4-1,-1 1 34,3 0 0,-2 0 50,9-15 1,-13 3 50,-30 20 0,-3 7 22,-19 19-56,6 13 50,10-4 1,2 2-296,-4 13 195,8-12 0,4 2-17,5 3 0,7-3 11,11-7 0,3-3-17,-4 4 1,2-3-1136,10-9 0,3-7 239,2-5 1,0-3-738,-7 2 1,-1-1 170,8-3 0,-2-3-171,-9-2 1,-2 0 912,4-10 0,-4 1 1,-15 13-1</inkml:trace>
  <inkml:trace contextRef="#ctx0" brushRef="#br0" timeOffset="174683.27">17713 7319 16972,'-37'-17'2869,"7"3"-2477,21 14 571,-1 5-55,-1 3-662,0 2-112,3 2-3278,5 5 3289,2 10-2223,6 12 2101,2-2-9,6 0 20,1-9-1433,5 13 1416,-7-18 0,-2-1 1516,7 17-1511,-5-10 258,-11-22-280,-1-7 19,-1-7-97,3-38 44,8 16 1,2-1-18,-2-7 1,2 0 22,6 3 0,3 2-742,2 0 0,-1 3 860,2-4 1556,4-5-1534,-24 32-1448,-14 12 1459,-5 11-67,-1 2-22,1 17 56,14-12-90,11 8 0,8-7-10,12-1 10,7 1 93,-10-10 0,3 2 1,-3-2-38,9 10-28,0-4 0,-13-2 1482,-41-6-2149,-23-1 1,-8-1 638,4-4 0,1 0 0,11-2 0,0 2 0,3-3 0,5-1 0,-1-1 0</inkml:trace>
  <inkml:trace contextRef="#ctx0" brushRef="#br0" timeOffset="188206.27">872 9562 18619,'31'-15'50,"0"1"1,0-5 83,2 22 1,-4 8-1,-15 4-3411,-2 12 3031,-11 5 493,-6-7 735,-1 7-914,-7-1-80,7-10 12,0 3-22,6-13 22,20 10 11,6 0-6,-5-5 1,0 2 493,-5 2 0,-5 1 980,-6 5-538,-23 5-1409,-8-21 1,-8-5 635,2-1 0,-4-2 0,2 1-358,-9 1 0,1-1 208,9-3 1,-1-1 0,4-3-1250,4-4-1,5-1-2045,-2 0 939,6-7-939,27 15 3059,10 1 1,-7 0 0,1 0 0</inkml:trace>
  <inkml:trace contextRef="#ctx0" brushRef="#br0" timeOffset="188401.27">1444 9838 20433,'-12'-17'-3277,"2"3"2457,10 14 1,0 0 0,0 0 0</inkml:trace>
  <inkml:trace contextRef="#ctx0" brushRef="#br0" timeOffset="192384.27">2714 9337 6472,'-11'42'521,"-1"0"0,1 0 0,-1 0 0,0 2 0,0-1 0,0 1-331,0-5 1,0 2 0,1-1-1,0-6-129,0 3 1,0-2 456,0-2 1,0 2-1,2-8-361,2-5 1236,5-19-1113,2-6-280,0-12 0,2-12 1588,4-15-1599,3 6 0,4-9 0,1-3 0,-2 6 218,-2 8 0,0 3 0,1-3-207,-1-1 0,2-4 0,0-1 0,1 1 0,0 3-634,4-6 1,1 3 0,0 5 689,0 7 0,1 3-45,5-10 0,0 14-166,-6 37 0,-3 17 532,-6 4 0,-3 7 1,0-1-571,1-8 0,0 0 0,-1 1 232,-2-2 0,-2 3 0,1-1 1,-1-2-122,-1 0 1,0-1 0,0-1 84,1 2 1,0-2 0,0 0-4,0 8 0,0-3-1639,3-3 1,-3-14 1353,-7-37 0,5 13 1,-5-20-1</inkml:trace>
  <inkml:trace contextRef="#ctx0" brushRef="#br0" timeOffset="192604.27">2578 9783 16019,'-5'-1'3093,"2"1"-3060,20-16 1,11-5 33,4 5-1160,-5 1 1,6-4 0,-2 4 554,1 5 1,0 2 514,-1 0 1,0 0-333,-5 3 1,-1 1-2923,5 1 2702,10 3 1,-21 0 0,3 0 0</inkml:trace>
  <inkml:trace contextRef="#ctx0" brushRef="#br0" timeOffset="192959.27">3126 9670 18350,'44'-12'261,"1"-1"1,-11 4-1,-3 6-54,-7 9 1,-5 6-1847,-4 9 1,-5 5 715,-2 10 1,-4 1 500,-5-3 1,-3 0 639,0-2 1,-3-4 1218,-16-6-575,12-17-1987,1-25 1170,8-3 0,1-5 440,3-1 0,1-2-547,2-8 1,3-2 23,3 11 1,2-1 0,0 4-439,2 3 0,-1 1-404,4-11 1,0 13 547,4 50 1,-15-20 0,1 28 0</inkml:trace>
  <inkml:trace contextRef="#ctx0" brushRef="#br0" timeOffset="193721.27">3515 9845 15415,'-4'4'1423,"0"-1"1456,35-3-2330,-10-1-443,2-1 1,3-2-1746,0-4 1,-1-3 782,8-7 1,0-3 1610,-5 3 0,-2-2-632,0-2 0,-8 0-1475,-19-2 1508,-36 13 1,6 13-68,-3 20 1,3 9 886,19-9 0,4 2-976,-4 10 0,6-1-2163,20 4 2235,7-22 1,5-4-73,10-4 0,2-1 45,1 0 0,3-2-27,-12-4 1,1-3 0,3-2 9,7-6 0,5-4 0,0-1 0,-5 1-321,3-1 0,-2-2 293,-4 2 0,4-1 0,-3 0 0,-10 1 2110,-3-8-1886,-26-1 1612,-14 13-1769,-19 2-67,-6 20 22,5 10 1,1 5-23,10-4 0,2 3-101,-8 8 1,8 1-1346,22 8 1423,11-20 23,18-18-179,-2-15-1321,3-10 1432,-8 4 1,-1-1-681,-3 3 1,-1 0 747,17-14-46,-17 14 46,-8 25 22,-3 3 1,4 10 44,16 12-224,2-12-302,9 3 459,-1-20 0,0-6 0,-11 2 0,0-4 0,0 1 0</inkml:trace>
  <inkml:trace contextRef="#ctx0" brushRef="#br0" timeOffset="195405.27">5185 9301 9318,'0'-47'3276,"-3"28"0,0 38-2872,0 2 1,-1 6-548,1 10 1,1 7-1,2 0 165,4 2 1,2 0 0,0 0-23,-3 0 0,0 1 0,4-3-113,7-2 0,5-1 0,1-13 135,21-13 759,-16-10 0,-1-7-764,-4-13 0,-3-7-776,1-15 1,-6-7 761,-5 12 1,-2-2 0,0 0-4,1 1 0,0-1 0,-3 1 758,0-13 1,-7 4-737,-15 1-73,4 56 1,-1 10 2319,-11 6-2296,16 8 1,5 13 0,5-6-833,7-8 1,5-2 892,-3 9 0,6-4-62,12-17 0,3-9 28,11-4-804,-2-13 0,1-6 804,-16 1 0,-1-2 0,7-6 0,-3-4 95,-10-4 0,-3-1-84,2 2 1155,-6-5-1043,-28 69 997,5 0-1126,2-13 1,2 1-39,3-6 0,3-2 112,2-3-113,1-2 45,1-13 0,1-5 56,16-18 0,6-6-67,1 0 596,-2-1 1,2 3-855,0 12 2747,1 28-2389,5 2-1656,-2 1 1,1 0 1566,-9-8 0,2-1-1039,20 5 1,1-3 1038,-15-7 0,0-2 0,10 2 0,2-3 52,-7-7 0,1-3 0,-3-5 32,7-12 0,-2-4 120,5 4 1,-6-5-145,-20-2 0,-6-4 0,-8 6 1210,-25-6-1321,12 10 1,-4 6 2976,-28 25-2865,15 20 1,2 7-919,11-12 1,1 2 856,-7 17 0,4 0 0,13 1-600,11-12 0,6-2 488,20-4 492,-12-9 0,2-6-1254,3-20 0,1-11 0,-4-3-219,-5-2 1,-3-2 0,0-1 857,5-6 0,0 0 0,-4-2 421,-3 0 1,-4 0-1,-2-1-235,0-4 1,-2 0 0,0 1-291,-2 8 0,1 1 1,-1 1 595,1-17 1,-1 7 34,-5 8-232,-5 54 1,-4 25-1,2-1 433,4 2 0,0 3-107,-2-13 0,-1 4 0,0 1 0,5-1-345,6 10 0,5-1 0,3-6-595,2-4 0,4-3 554,1 8 0,4-5 855,-2-21 1,1-7-834,22-12 124,-7-13-163,-12 3 0,-1-3-59,-5-2 0,-2-2 76,0 0 0,-2-2-34,-2-9 1,-1 0-45,-1 2 1926,-8 2-1769,-13 61-1027,8-2 1,0 1 997,-1-5 1,2-1 1069,4 4 1,4-3-1121,11-2-1018,6-20 0,3-4 1018,16-3-164,-13-13 0,3-8 0,-6-2 85,-3-8 1,-5-4 74,-1 3 1,1-1 0,-5 1 42,-5 4 1,-4 3-40,-1-10 79,-8 54-40,3 7 0,2 2 22,-3-4 1,1 0-51,3 9 1,2-2 158,6-6-170,3-5 2279,16-2-2211,-5-10-124,4 0-112,-9-8-740,-12 0 2115,0 0-4484,-5 0 3110,0 1 1,0 1 0</inkml:trace>
  <inkml:trace contextRef="#ctx0" brushRef="#br0" timeOffset="197591.27">8300 9219 15123,'-38'13'825,"-1"-1"1,4 9-1,4 8-594,8 6 1,3 9 0,6 2-1052,6-3 1,4 3 0,2 0 0,2-4 125,-1-5 1,2-3-1,3 0 698,5 10 0,4 0 0,5-12 734,3-17 0,4-6-738,11-1 0,4-5-459,-7-7 1,1-6-1,0 1 459,6-1 0,-2-2-99,5-11 1,-8-5 132,-14-11-6,-13 10 0,-5-1 325,-7 2 0,-1 1-252,-1-17-11,-19 60-23,20 22 0,8 9-90,0-5 1,3 0-453,1-9 0,3-1 0,5-7 519,16-11 1,3-9 1381,12-6-1404,-16-7 1,-3-7-627,-3-18 0,-6-4 626,-5 14 1,-2-1-23,5-14 0,-4 1 1516,-7 6-1583,-3 9 2358,-4 63-2291,1 5-280,4-13 1,2 5 0,1-4 279,0-3 0,3-3 1522,3 1 1,6-5-1507,4-13 1,2-7-1227,5-3 1255,-4-3 0,-2-5-45,1-15-1260,-7-11 0,-3-6 1254,-4-2 0,-3-1 28,3 1 1,-3 0-584,-10 0 1,-3 8 538,0 16-157,-6 1 145,9 15-983,3 9 1005,0-2 1496,0 8-1484,0-3-34,5 14 68,5 12-46,1 0-774,0-8 0,3-1 853,9 0 1450,7 6-1473,0-21 46,15-11-573,-18-10 0,-1-2 483,2 2 0,-1-3 0,0-5 0,-2-5 39,-2-5 1,-5-3-35,-4-8 1,-4-1 78,-1 5 0,-8 1-6,-12 3 1,-7 11 167,-21 36-235,17-3 1,3 4 66,6 8 1,5 3-316,6 1 1,6 1 253,9-3 0,3-1-6,-1 1 0,3-3 747,4-4 1,9-6-759,9-12 0,11-5 0,1-4 0,-10 3 0,-11 4 0,-1 0 0,11-6 0,-1 0 0,0 0 0,1 0 0</inkml:trace>
  <inkml:trace contextRef="#ctx0" brushRef="#br0" timeOffset="198245.27">9812 9515 18518,'-9'34'521,"1"1"0,-1-1 0,-1 9 0,1 0-1614,3-8 1,1 2 0,1-4-184,1-4 1,1-4-1247,2 13-755,6-29 3221,5-11 1,-3 2 0,-1-2 0</inkml:trace>
  <inkml:trace contextRef="#ctx0" brushRef="#br0" timeOffset="198596.27">9953 9768 10819,'32'-10'45,"0"1"0,0 0 0,5 0 0,-5-6 921,-5-23 1,-9-3-866,-10 4 644,-4 1 0,-9 3-397,-23 17-22,-11 21 32,-1 11-173,19-2 0,4 6 246,5 10 1,5 3-276,4-1 1,4 2-772,11 5 1,6-1 614,-1-10 0,4-5-204,10-4 0,3-5 8,-5-7 0,4-4 157,5-5 0,6-2 0,1-1 0,-7 1 0,-5 2 0,-2 0 0,12-5 0,0 1 0,0-1 0</inkml:trace>
  <inkml:trace contextRef="#ctx0" brushRef="#br0" timeOffset="198931.27">11159 9605 18115,'36'-6'-269,"1"-1"0,0 1 0,-1 0 0,14-3 0,0-1 1,-12 2-1459,-7-2-65,3-3 503,-26 0 1480,-10 3 156,-8 1-347,-14 5 0,11 3 0,-5 1 0</inkml:trace>
  <inkml:trace contextRef="#ctx0" brushRef="#br0" timeOffset="199348.27">11496 9309 20244,'8'42'646,"0"-1"0,-3-11 0,2-2-646,13 8 0,2 1 89,-3 1 1,-3-3-1729,-6-12 1,-2 0 1547,-2 12 0,-7-2 91,-28-2-1093,-8-15 1,-11-1 0,2-2 623,2-1 1,0-2 0,3 0 0,-2 1 0,7-4 0,1-5 0</inkml:trace>
  <inkml:trace contextRef="#ctx0" brushRef="#br0" timeOffset="200591.27">13097 9545 12079,'-16'37'725,"0"1"0,2-1 0,2 3-685,7 1 0,2 4 1,2-1-15,1-5 0,0-2 0,1 0-41,-1 2 0,0 0 0,2-3 207,2 4 0,3-17 144,3-31 739,-2-12-1084,-6-9 1,-2-11-1,-1-4 1,0 5-180,-1-6 1,0 0 181,0 4 0,-1-5 1,1 1-1,-1 7 56,-1 1 1,-1 6 325,0-2 1,4 13-411,15 36 1294,2 2-1230,3 7 1,7 10 0,1 2 0,-2-6-455,2-3 0,1-1 424,6 4 0,4 2 0,-3-9 1231,-8-14 0,0-5-1170,10-1 1,1-6-842,-4-8 0,-1-4 780,-1 2 0,-4-4-23,-6-6 1,-7-7-594,-10-6 0,-5-4 1,0 4 631,-1 8 1,-1 0 238,1-26 0,-3 18-345,-3 45 157,4 19 1,5 8-74,6-3 0,1 0 6,-2 8 0,4-2-45,13-10 1,4-7 655,9-2-617,-12-11 0,1-3-1046,11-4 2181,0-11-2446,-13-5 1,-1-4-1779,7-17 2926,-12 7 1,-3-2 168,-8 6 0,-3 0 68,4-20 145,-6 9 1679,0 12-1702,-6 14 349,-3 16 693,-11 32-1058,12-15 0,1 2-90,2 6 0,3 0-40,5-9 1,4-2 11,22 8-33,6-19-1,-3-12 0,7-6 1,-4 0 826,-7-2 1,-1-2-850,7 0 0,2-3 0,-9-5-947,-12-12 0,-15-5 1042,-20-5 1,-12 2 1,8 15 0,-3 2 1,-2 1 607,-6 1 1,-2 2 0,-1 5-583,-4 9 0,-2 6 1,5 4-635,3 6 1,3 5 443,1-2 0,6 5 313,9 3 1,10 2-393,17 5 0,8-2-336,-5-7 1,2-1-987,14 7 1,3-3-172,-5-11 1,-1-4 1500,2-2 0,-2-1 0,4 0 0,-7-6 0</inkml:trace>
  <inkml:trace contextRef="#ctx0" brushRef="#br0" timeOffset="201079.27">14407 9140 16726,'-22'37'1092,"-1"0"0,3 0 0,5 1 31,12-5 1,5 3-1083,1 6 0,3 5 0,0-3-552,-2-2 1,2-1 510,0-6 0,2 3 0,0-1 0,-1-5 168,0-1 0,2-7-11,19-9-75,-8-41-155,-3-9 1,-1-4-376,-3 12 1,0 3 425,14-13 476,-5 30-465,-1 11-1598,5 12 1,1 4 1485,4 5 151,-5-2 0,-5 2-1952,-22 14 2232,-16-23 0,-6-4 88,-12 6 1,-6-3-364,3-8 1,-4-3 0,2-3-1673,-4-2 1,3-3 982,10 3 1,6-3-1,12-7 1,26 8 0</inkml:trace>
  <inkml:trace contextRef="#ctx0" brushRef="#br0" timeOffset="201224.27">15005 9765 16860,'3'0'3276,"0"0"-2967,-3 0-3435,4-8 3126,-3 6 0,3-7 0,-4 9 0</inkml:trace>
  <inkml:trace contextRef="#ctx0" brushRef="#br0" timeOffset="202830.27">16206 9572 16703,'8'-11'1838,"9"-15"-1637,-5 5 57,3-11-3512,-24-4 3489,-11 25 0,-4 2-235,-16-13-626,-4 29 0,-1 13 641,21 1 0,3 4 0,0 2-116,2-1 0,1 2 1,1-1 100,-7 15 0,12-2-720,25-10 1,8-7 719,6-7 0,2-8 0,4-8-6,5-17 1,-1-7 128,-10-1 0,-1 0 691,5-2 1,-5 1-332,-6-10-551,-35 52 147,3 4-124,1 1 0,-1 1 45,0 14-145,6 8 2413,19-13-2246,5-6-1089,20-25 0,7-12 1104,-13-4 1,0-6-1,0 1-37,1 4 0,-1 0 0,-1-5-318,-5-4 1,0-4-1,-3-1 1,-6 3 412,-4 1 0,-4 0 960,5-8 1,-6 4-877,-14 9-179,-12 34 0,-3 9-56,3 2-804,-2 16 1,9 5 825,25-11 1,8-1 33,-8-1 0,2-1-62,14 2 1,1-4 50,-5 1 1606,-4-5-1416,-16-9-1696,-23-9 1697,-3-3-136,-4-1 1508,7-1-1552,22-34 326,21 0 0,6-3-326,-10 3 0,2-2-426,-1 11 0,5-2 0,0 1 1,-3 2 408,5-7 0,-2 4 152,-4 3 0,-2 2 1747,2-11-1423,-33 30-459,-3 9 0,-11 10-101,7 3 0,3 4 512,9 2 1,4 1-412,-4 0 0,5-1-78,20 8 0,9-5 78,-10-13 0,0-3 56,5 4 0,-1-1-180,2-2 124,-19-6 314,-33 8-314,-1-4 41,-1-3 0,-6-1 0,5-1-646,-13 1-1034,8-5 1,10-5 1493,45-25 1,-14 13 0,21-11 0</inkml:trace>
  <inkml:trace contextRef="#ctx0" brushRef="#br0" timeOffset="203180.27">17401 9419 20938,'-12'37'229,"1"1"1,-1-1 0,0-2 0,2-2-225,1 3 1,11-5-1645,19-20 1,6-8 458,-2-8 0,0-4 1213,11 3 1,0-3 720,-9-9 1,-5-4-677,-10-1 1,-3 0-1454,1-13 1397,-19 8 1,-6 3-23,-12 2-759,-8 9 1,-5 7 590,5 13 0,1 4 915,5-4 0,1 3-1167,3 6 0,8 4-1219,17 5 1,8-1 818,7 3 1,3 7 0,-5-26 0</inkml:trace>
  <inkml:trace contextRef="#ctx0" brushRef="#br0" timeOffset="203629.27">17923 9456 18709,'-41'10'1092,"1"1"0,-2 13 0,9 7-2731,24-6 1,4 2 438,-4 6 1,3-2 1076,16 8-646,14-26 1,6-7-106,3-6 0,2-4 213,8 0 1,0-3 313,-4-5 0,-4-8-1078,-3-11 0,-5-2 1828,-11 12 0,-3 0 252,4-12 1,-5 1 2620,-14 5-721,-7 5-2555,-4 48 2235,2 2-2336,6 5 0,4 3-2532,10 0-644,11-12 2457,0-31 1,-3 1 0,-9-5 0</inkml:trace>
  <inkml:trace contextRef="#ctx0" brushRef="#br0" timeOffset="203767.27">18083 9104 19751,'-4'25'-359,"0"-1"0,15 20 1,8-3-1,5-9 1,-3-4-1,1 0 1</inkml:trace>
  <inkml:trace contextRef="#ctx0" brushRef="#br0" timeOffset="204727.27">18496 9452 16120,'-6'-33'1092,"-1"1"0,2 1 0,-5 10-2731,-22 28 1,-4 12 1414,13-4 0,2 2 196,-6 5 0,2 1 1436,5 16-1520,21 0 56,17-20 12,5 5-326,6-28 0,3-9 325,-9-1 0,-1-2 486,2 1 0,-2 0-430,4-14-179,-19 29 168,0 7 0,-1 11 45,14 15 11,0-13 3220,7 3-3157,1-29 1,1-12-120,-10-3 0,-1-4-23,10-5 1,-1-7-59,-16 3 0,-3-5 0,-3-2 0,0 2-1012,-1-1 1,-1 2 0,-1-1 1052,0 3 0,0-1 0,-1 1 0,0 3 51,-1-9 0,-4 9-1062,-6 10 1045,-1 41 1,-1 12 105,-1 10-64,9-4 1,0 11-1,3 2 1,4-6-332,3-11 0,3-3 0,0 1 287,-1 15 1,1 2-1,6-8 30,20-8 1,4-12 27,-13-14 1,0-4-51,6 1 0,-1-6 827,3-22-777,-25-8 0,-4-3-65,-3 13 0,-2-1 93,2-9 1,-6 8-79,-19 25 11,12 22 1,3 5 16,-3-5 0,1 1-685,5 15 0,7-4 746,14-10-55,2 2 2260,7-20-2238,2-20 0,-1-4-79,1 5 45,-2-6 1,-1 1-347,-8 10 324,-2 14-79,1 0-234,10 12-2964,-4-12 2457,1 0 1,-10-6 0,-9-2 0</inkml:trace>
  <inkml:trace contextRef="#ctx0" brushRef="#br0" timeOffset="204883.27">18493 9049 14989,'36'-2'0,"0"0"0,0-1 0,6 1 0,1-1 0</inkml:trace>
  <inkml:trace contextRef="#ctx0" brushRef="#br0" timeOffset="205462.27">19719 9068 18507,'-30'-4'2757,"6"4"-2752,5 14 1,1 4-3283,-4 15 2348,12 1 1,4 1 2337,3 7-1415,12-5 1,6-5 898,17-12-1820,-2-13 1,8-4 0,-4-2-713,-4-4 1,-1-3 545,3 0 1,2-1 0,-5-2 862,-6-6 0,-5 0 1,5-2-1,-9 1 1</inkml:trace>
  <inkml:trace contextRef="#ctx0" brushRef="#br0" timeOffset="205647.27">19483 8897 12081,'41'-6'-328,"1"1"0,0-1 0,0-1 1,0 0-1,-3 2 0,-4 2 1,-3 1-1,-5-1 0,-1-1 1</inkml:trace>
  <inkml:trace contextRef="#ctx0" brushRef="#br0" timeOffset="206086.27">20328 8938 16479,'6'-41'3276,"12"8"-2395,9 40-691,-5 7 1,0 5-1830,-5 0 1,-3 3 1150,2 5 1,-3 4 85,-5 1 0,-4 0 402,2 15 11,-4-19 1,-2 0 279,-11 4-11,3-19-213,-7-28-84,12-15 1,8-9-192,6-3 1,4-2-219,-6 13 0,0 0 1,3 2-374,10-7 1,3 5 798,3 9 0,0 4 0,-3-2 0,12 5 0</inkml:trace>
  <inkml:trace contextRef="#ctx0" brushRef="#br0" timeOffset="207471.27">20789 9047 12882,'6'0'2734,"-1"0"-2147,12-24 0,0-9 85,-9 6-1376,6-19 1,-9 1 1107,-31 19 78,5 9 1,-3 7-511,-6 23 0,1 12-45,10-5 0,3 4 50,-1 11 1,7 0-1888,17 6 1069,20-24 1,6-9 582,2-8 101,5-6 1,-3-8 139,-19-7 0,-4-4 140,10-13-78,-9 1-134,-14 38 89,-1 22 100,0 4-139,0-2 0,2-2 17,3-2 2402,3 6-2313,7-22 90,14-15-79,1-10 6,-5-5 0,-2-2 141,-1-4-169,0-7-90,-20 34 247,-1 31-157,-1-8 90,0 23 44,5-6-44,4-20 44,8 5-123,6-23-17,5-8 1,1-4-34,-5 3 0,-1-1-17,7-6 0,-2 2-224,2 8 369,-17 12-122,-5 14 167,3 2 259,35-8 2827,-9-1-3185,-6-11 0,7-4 0,-4-3-1211,-3-2 1,-2-3 1119,11-2 0,-5-3 0,-14 2 0,-6-2 45,-3-7 44,-10-3-89,-14 12 79,-11 1-124,-9 11-90,3 13 1,0 5 112,-1 7 10,6-5 1,7 3-1324,17 3 1,7 1 1345,1-2 1,3 1-12,1 5 0,2 2 0,1-1 0,2 4 11,0 7 0,2 5 0,-2-2-371,0-1 1,0 2 342,-4-11 0,2 4 1,-2 0-1,-1-5 17,0 3 0,-4-1-338,-9 11 0,-10-3 355,-6-21 0,-6-4 1042,-3 7 1,-5-9-802,-6-22 0,-6-14 0,5-2-771,13 3 1,3-2-1,0 0 513,-6-4 0,-1-2 0,6 0 0,4-7 0,11 0-73,16 0 1,10 1 66,10-1 1,6 2 158,-10 10 1,1 1 0,1 1-166,6 0 1,2 2 0,-2 1-91,7-2 0,1 1 83,-3 0 0,3-1 1,-1-1 31,-2-1 0,0-1 0,-2 0-13,0 1 0,-1-1 0,-3 0 22,6-8 1,-11-2-51,-23 3 0,-12 2-34,-9 12 0,-7 7 342,-11 4 0,1 12-183,12 20 0,5 12 1,3-2-300,0 2 0,8 1 202,9-1 0,5 2 0,9-6-6,13-13 1,7-5 0,-5-3 0,-10-1 0,-1-1 0,16 2 0,0 0 0</inkml:trace>
  <inkml:trace contextRef="#ctx0" brushRef="#br0" timeOffset="208739.27">25530 13418 16120,'-6'-24'3276,"1"4"-1924,5 20 1924,0-1-1992,-1 22-4561,1-1 2897,0 20 537,0-3 1061,0 4-1196,0 5-1000,0-5 1,0 2 988,0-8 1,0 0-84,0-3 1,0 3 0,0-2 82,0 2 0,0 1 86,1 3 0,-1 3 1,0-1-24,0-6 1,0-1 0,0 0-45,0 1 0,0 0 0,-1-4 149,1 5 0,0-11-179,-1-20 1945,0-11-2381,1-23-2742,0-2-99,0-1 0,0 10 2908,0 11 1,0 6 0,0 1 0</inkml:trace>
  <inkml:trace contextRef="#ctx0" brushRef="#br0" timeOffset="210087.27">30257 13002 17409,'6'-28'2544,"-1"1"-1738,-3 15-133,-1-2 402,0 0-548,0 5-169,-1 3 102,0 4 134,1 0-258,0-1-11,-1 2-12,2 0-313,-1 14 112,1 12 1,1 7-1129,1 6 1,-1 2 1160,0-8 1,0 1 0,-1-1-299,2 12 1,1 2 297,-1-1 1,0 3 0,0-4-1351,0 1 1,1 0 1209,-2-10 1,1 2-1,0 0 1,0-4-6,0 5 0,1-2-510,0 0 0,1 3 1,-1-3 593,1 3 0,0-2 369,0 4 1,0-4-241,-1-9 0,-4-27-34,-1 0-179,1-5 166,-1-3-479,1-7-2964,-4-17 2457,-9 14 1,7-6 0,-6 20 0</inkml:trace>
  <inkml:trace contextRef="#ctx0" brushRef="#br0" timeOffset="210699.27">25378 14647 7424,'-20'32'399,"0"-1"0,0 1 0,1-2 0,0-1 0,0-2 894,-1-1 1,0-2-1317,1 0 1,-2 0-679,-9 10 0,1-1-677,14-14 0,0-1-261,-7 6 1,5-4 1152,13-13 0,2-5 0,2-2 1</inkml:trace>
  <inkml:trace contextRef="#ctx0" brushRef="#br0" timeOffset="210903.27">25138 14691 16535,'24'33'-469,"0"0"1,-1 0 0,1-1 0,6 3 0,2-1 0,0-2 0,-1-3 4,-2-5 1,-2-3-1,1-1 1,14 9-1,-6-7 1,-15-14-1</inkml:trace>
  <inkml:trace contextRef="#ctx0" brushRef="#br0" timeOffset="211102.27">25870 15003 18854,'3'39'182,"1"0"0,-2-8 1,1 1-1,-1-1-1725,3 12 1,0-2 108,-1-7 0,1-2 926,2 1 0,1-6 0,-2-16 0,6-6 0</inkml:trace>
  <inkml:trace contextRef="#ctx0" brushRef="#br0" timeOffset="211785.27">30715 14479 9139,'-32'25'300,"0"0"1,0-1 0,0 1-1,-7 4 1,1 0 0,5 1-395,8-2 1,3 1 0,3-4-1078,3-4 0,1-1-198,-12 14 1,5-6 1368,17-21 0,4-6 0,1-1 0</inkml:trace>
  <inkml:trace contextRef="#ctx0" brushRef="#br0" timeOffset="211968.27">30411 14534 19759,'26'39'-656,"0"0"1,-1 0-1,0-4 1,0-1 0,2-1 479,5-1 1,3-1 0,-4-4-1,-3-2 1,-3-4 0,9 1 0</inkml:trace>
  <inkml:trace contextRef="#ctx0" brushRef="#br0" timeOffset="212269.27">30836 14697 17398,'44'13'350,"1"0"0,-17 5 0,-2 4 0,-7 0-505,-8 20 289,-9-8 1,-7 0-1507,-12-4 1,-4-3 1753,-2 7-293,1-13 1,11-4-746,29-13 1,22-7-1,10-5 1,1-2 0,-8 1 626,-3-4 1,-3-1 0,4 0 0,1 5 0,6 1 0,2 0 0,-4-1 0,-9 0 0,-4-7 0,0 0 0</inkml:trace>
  <inkml:trace contextRef="#ctx0" brushRef="#br0" timeOffset="212952.27">27959 12044 13946,'13'-25'769,"1"1"0,1-2 1,-3 6-366,-9 17 55,-10 11 337,-24 26-531,8-14 1,-9 6 0,-4 3 0,-4 2-1,-1 1 1,2-1 0,5-4-922,0 0 1,2-2-1,1 0 1,-1 1 0,-4 2 596,7-5 1,-3 2 0,-1 1 0,-2 1 0,-1 1 0,1 0 0,-1 0 0,2-2-1,2 0 1,2-2 67,-5 3 0,2 0 1,1-2-1,1 0 1,1-1-1,-2 2-243,0 0 1,1 0 0,-1 0 0,1 0 0,-1 1 0,-1 2 229,0-1 1,-1 2 0,0 1 0,-1 0 0,2 0 0,0-1-1,3-2-116,-1 1 1,1-2 0,2-1 0,0 1 0,0 2 107,-4 4 1,-3 3 0,2 0 0,7-2 0,9-5-1628,10 2 1,12-8-1,22-10 1,9-11 1091,7-12 1,2-8 0,-5 2 0,-4-2 0,2-8 0</inkml:trace>
  <inkml:trace contextRef="#ctx0" brushRef="#br0" timeOffset="213249.27">28517 12538 8086,'-38'26'121,"1"1"0,0-1 1,-1 0-1,1 1 0,-1-1 1,1 1-1,-1-1 0,1 0 1,-1 1-1,1-1 0,-1 1 1,1-1-1,0 0 1,-1 1-1,1-1 0,-1 1 1,-3 3-1,1 0 0,0 0 1,1 0-1,1-1 0,1 0 1,1-1-1,0-1 0,0-1 1,1-1-1,1-2 347,-9 5 0,-2-2 0,1-1 0,1-1 0,5-2 0,4-2 0,8-3 217,-8 9 1,19-8-2325,38-12 1,11-5 1169,-6-4 1,1-2 0,17-4 0,-2-2 0,-23 2 0,1 0 0</inkml:trace>
  <inkml:trace contextRef="#ctx0" brushRef="#br0" timeOffset="213501.27">29074 13047 17700,'-31'19'468,"0"0"1,0 0 0,0 0 0,-3 1 0,3 0 0,-3 2-1289,-2 1 1,-2 2 0,0 1 0,4-2 389,3-3 0,3-1 1,-1 1 661,1-1 0,-2 1 0,1 0 0,3 0-333,-1 3 0,4 0 0,3 0-1538,4 3 1,7 0-1639,9 18 3189,21-32 0,5-7 1,6-6-1,-1-1 0</inkml:trace>
  <inkml:trace contextRef="#ctx0" brushRef="#br0" timeOffset="213702.27">29862 13415 20501,'-29'27'170,"0"0"0,1 0 0,-1 0 0,0 0 0,0 0 1,-1 0-1,-1 2 0,0-1 0,1 0 0,1-3 0,4-2-1263,-5 4 1,4-4 0,-1-1 623,0 0 1,0 0 0,2-3 0,1 2 0,4-4 0,4-8 0</inkml:trace>
  <inkml:trace contextRef="#ctx0" brushRef="#br0" timeOffset="-214256.46">28887 12196 10103,'0'-44'784,"-1"0"0,1 4 0,7 1-751,13 13 1,9 0 0,4 0 0,0 1-62,-2-1 0,0 2 0,2-1 0,2-2 318,0 1 1,1-2 0,2 0 0,0 0 0,-2 3-291,-3 2 0,-2 3 0,1-1 0,0 1 0,2 0-87,0 2 1,3-1 0,1 0-1,-1 2 1,-2 0 0,-4 1 86,5-3 0,-5 2 0,4-1 384,4 0 1,6-1 0,-5 1 0,-13 2-385,-15-1 1100,-21 0-1234,-8-2-180,-14 0 57,0 5-264,4 6 0,-1 0-835,-7-2 246,4 3 1,1 0-2168,-1 4 0,-4 5 3884,18 3 200,8 3 488,17 0-219,4-4-460,10 2 1999,6 1-2385,5 3 0,4 5-78,0 8 0,-1 2 16,1-4 1,-3 3 228,-7 10 1,-9 1-286,-17-2 258,-13 10-370,-10-15-17,1-11 0,0 1 17,6 1 0,2 0 0,-16 6 0,23-2 0</inkml:trace>
  <inkml:trace contextRef="#ctx0" brushRef="#br0" timeOffset="-211475.46">815 11031 11930,'4'1'2554,"-1"0"722,-3-1-1061,4-3-1857,4-13 180,14-23-190,-2 0-169,1 0 23,-7 20-180,-10 22 202,1 10 202,-5 16-1904,-10 11 1,-5 5 1510,3-7 1,-2 0-328,1-6 0,0 1 0,0-3 299,-2 0 1,1-3-1975,-5 12 1992,10-22-406,1 2 417,16-24 1655,16 0-1689,10 3 0,3 0 248,-12 2 0,0 0-248,13 2 0,-3 1 2873,-7 0-2873,2-1 657,-7 0-634,-5-3-23,-9-6 0,-6-5-2760,-3-23 2805,-3-6-23,0 17 1,-1 1 402,-7 2-102,2 23-110,2 30 22,7 10-218,0-19 0,0 1 89,0 12 1,0 1-107,0-9 0,0 1-427,0 8 1,0 0 437,0-10 0,0-2-1030,0-1 0,0 1 655,0 3 0,0 0-2913,0 16 2457,0-11 1,0-17 0,0-16 0</inkml:trace>
  <inkml:trace contextRef="#ctx0" brushRef="#br0" timeOffset="-211292.46">1428 11416 22866,'-9'-9'-1093,"1"1"1,10 11 0</inkml:trace>
  <inkml:trace contextRef="#ctx0" brushRef="#br0" timeOffset="-210468.46">3244 11077 12400,'-1'-31'1638,"-1"-1"0,0 24 0,-1 32 0,-2 19-1081,-1-7 1,-2 4-1,-1 2-1377,0-7 1,-1 1 0,0 0 0,0-3 787,-1 1 1,0-2 0,1-2-20,-5 11 1,3-8 1060,8-16-596,22-59-2250,-1 1 1836,0 1 0,0-4 0,-3 9 0,0-3-480,-2 0 0,0-2 0,1-1 480,-1 2 0,2 0 0,1 0 72,2-3 1,3 1-1,-1 4-72,0-2 0,3 10 79,21 18 160,-25 30 0,-1 14 0,-2 2-125,0 0 1,-2 3-1,0 0-114,0-4 0,0 2 0,0 0 0,-2-1 583,0 7 1,-1-1 0,-2-3-601,1 4 1,-1-2-178,1 5 0,-1 0-81,-1-12 1,-2-1-797,3-2 1,-6-7 759,-10-17 1,6-7 0,-10-15 0</inkml:trace>
  <inkml:trace contextRef="#ctx0" brushRef="#br0" timeOffset="-210273.46">2998 11431 15144,'39'-14'235,"4"-3"-1442,-6 4-1,5-1 115,-4 4 1,3 0 0,-1 1 623,-7 1 1,-1-1 0,-1 2 0,17-2 0,-7 2 0,-15 5 0</inkml:trace>
  <inkml:trace contextRef="#ctx0" brushRef="#br0" timeOffset="-209770.46">4023 11273 18418,'-9'-42'2140,"-1"7"-5417,-32 36 3228,4 12 1,-3 4 81,5-6 1,0 2-310,4 3 1,0 4-1,13 1 97,28 20 1202,3-2-1094,14-18 0,10-1 0,-1-1-454,1 1 1,-1-1 356,-6-4 0,1 0 0,-4-1 1071,0 1 1,-7 0-848,-6 6 190,-32 2-145,-11 0-1,2-11 1,-4-1-640,2-3 1,-3 0-1,-2-2 643,-8 1 1,-2-3 0,0 1 168,5 0 0,2 0 0,0-1-929,-20-1 1,23-6-2622,49-9 0,26-2 2977,-2 4 0,-1 2 1,-3 0-1,-6 1 1</inkml:trace>
  <inkml:trace contextRef="#ctx0" brushRef="#br0" timeOffset="-209224.46">4141 11475 20916,'-24'15'-146,"9"12"101,27-5 45,2 1-3277,17-14 2236,-8-11 1101,-1-6 0,0-5-217,-4-2 0,-2-4-680,2-11 0,-1-1 1745,2-6-259,-10 1-649,-9 33 34,0 48 156,1-6 0,0 9 1,2 1-175,-1-5 1,2 2 0,0 0 0,0 1-201,-1-7 1,0 1 0,0 0 0,1 1-1,0-1 206,1 2 1,0 2-1,1-1 1,0-1-1,-1-2-31,-1-2 1,0-2 0,-1 0 0,-1 1 27,-2 6 1,-1 3 0,-1-2 0,-1-4 13,1-4 1,-1-4 0,-9-5-260,-18-5 1,-10-7 0,2-11 382,0-23 0,0-12 215,0 11 1,-2-3 0,6-6-379,13-4 0,4-6 1,4-3-1,1 2-48,4 3 1,3 0 0,1 0 0,1 0 127,-2 0 1,1 0-1,1 0 1,3 1-580,5-12 1,3 1 0,8 7-589,7 13 1,6 4 0,1 3 723,1-1 0,1 2 0,-1 3 0,10-2 0,-2 5 0,-14 9 0,0 0 0</inkml:trace>
  <inkml:trace contextRef="#ctx0" brushRef="#br0" timeOffset="-208170.46">4661 11556 21734,'-16'12'-78,"10"20"-3199,16 5 2074,-3-13 0,-1 0 2612,5 12-1409,-4-13-1342,2 0 1577,-3-22-223,9-31-12,-2-3 50,-1-4 0,0 0 1512,1-4-1461,1-3-45,-11 30-56,-1 8-145,-1 4 167,2 15 3076,2 2-3053,6 26-3143,2-6 3109,9 2 919,1-20-896,1-19-2246,5-31 2217,-16 12 1,-1-2 44,-1 2 1,-1-1-6,4-11 414,-10 22 1787,-2 7-2335,1 16-2135,3 12 2179,9 12 2314,1-4-2325,18-7 56,-8-17-23,10-10 1,1-5 11,0-7-6,-5 0 0,-4-2-73,-9-12 90,-5-15 157,-8 7-22,-2 3-158,-4 45-69,-1 17 0,2 10 196,-1-1 1,1 5 0,2 4-76,1-5 0,2 3 0,1 2 0,-1-1 0,0-3-575,-1-1 1,0-3 0,0 0 0,1 0 545,3 7 0,2 3 0,0-3 0,-2-7-11,1-1 0,-2-5 997,1 3 0,-1-7-628,-4-17-931,-7-29 0,-6-23 0,-2-10 0,2 8 528,3 4 1,1 3-1,-2-6-115,1 6 0,-1-5 0,-2-3 0,2 1 1,0 1-1,2 6 126,2-5 1,1 5-1,1 0 532,0 2 0,0 0 1,1-1-477,2-3 0,2 0 1,0 3-23,-1 4 0,2 3 45,1-6 1,7 8-214,29 23 906,-20 12 0,-1 4-738,6-1 0,-2 3 0,-4 6 0,-6 4-330,-6 9 1,-10 0 385,-9-7 0,-6-2-17,-6 10 1,-8-4-398,-3-19 0,-7-5 0,2-4 151,4 0 0,0-3-667,-9-6 0,8-5-2403,18-16 2988,13 0 0,2 1 1,0 2-1,4-13 0</inkml:trace>
  <inkml:trace contextRef="#ctx0" brushRef="#br0" timeOffset="-207953.46">5707 11127 17566,'11'35'1092,"-1"1"0,0-3 0,-1 0 88,3 10 0,-1 0-2819,-4-16 1,-2 1 401,5 15 1,-2-1 777,-5-2-2818,-8 6 2457,-3-25 1,-1 2 0,3-23 0</inkml:trace>
  <inkml:trace contextRef="#ctx0" brushRef="#br0" timeOffset="-207536.46">5740 11400 12758,'28'-16'-17,"0"0"0,0-1 0,11-6 0,3 6-2,-9 13 1,3 4-1,-4 3 19,1 3 0,-1 3 895,8 4 1,-7 4-481,-16 21 121,-23-5 1,-4 2-470,4 10 691,-5-17 1,5-2-703,25 0-28,7-27 0,5-8-6,1-3 1,0-4-23,4-3 0,-4-3 44,-11-1 1,-9-3 5,-10 2 1,-7 0 343,-11 1 1,-4 1-418,2 1 1,-3 3 22,-7 3 0,-2 7-971,-7 8 0,2 7 741,11 4 0,1 4-900,-7 6 1,6 3-1493,7 20 983,18-18 1,5-2 818,7-2 1,0-2 0,-3-17 0</inkml:trace>
  <inkml:trace contextRef="#ctx0" brushRef="#br0" timeOffset="-206750.46">6579 11000 12545,'-12'42'183,"0"1"1,0-1 0,4-3 0,2 0 0,6-1-166,5-5 1,6-2 0,1-2-14,5 0 1,3-3 833,-1-5 0,2-5-828,11-12-214,-9-12 0,0-6 192,1-2 0,-1-4-124,1-6 1,-2-2 375,-6 3 0,-5 1-241,-5-6 1517,-10 21-1528,-5 23-731,3 10 0,4 5 719,12 4 1,4 1 50,-6-2 0,2-3 764,13-1 1,4-8-737,1-14 0,-1-6-56,18-6 0,-15 1 0,0-3-25,-9-3 0,-1-2 3,17-13 2233,-4-2-2200,-15 10 0,-1 0 12,7-10 21,-2 2-111,-12 14 56,-7 9 3287,-2 2-2943,-1 0 207,-8 1-495,-2 2-1545,-8 16 0,0 6 1522,1 16 23,1-11 0,6 2-1157,19 1 0,9-4 1247,20-4-135,-13-7 0,2-3-34,-2-13 0,1-7-1605,8-11 1,-3-5-1,-12 6 1,-2-1-1,9-12 1,-6-1 818,-16-10 1,-5 18 0,-2 2 0</inkml:trace>
  <inkml:trace contextRef="#ctx0" brushRef="#br0" timeOffset="-206572.46">6124 11180 18517,'39'-6'-284,"-1"0"1,0 0-1,1 0 1,-1-1 0,7 1-1,-3 0 1,-6 0-1,-8 0 1,-1 1 0</inkml:trace>
  <inkml:trace contextRef="#ctx0" brushRef="#br0" timeOffset="-206406.46">6944 11018 21691,'-10'-4'-820,"2"2"1,9 3 0,-1 0 0</inkml:trace>
  <inkml:trace contextRef="#ctx0" brushRef="#br0" timeOffset="-205663.46">8478 11258 16670,'-4'-3'3276,"1"2"-2138,3 1-802,13 0-1975,21 1 1,10 1 1563,-14-2 1,1 1-1,4-2 100,1 1 0,5-1 1,0 0-1,-1-1-436,-1 0 0,0-1 0,-1 0 0,-3 0 108,-1-1 1,-2 1 0,-2-1 173,11-1 0,-9 1-1328,-21 3-1820,-42 1 2457,11 0 1,-14 0 0,22 0 0</inkml:trace>
  <inkml:trace contextRef="#ctx0" brushRef="#br0" timeOffset="-205400.46">8962 11141 19908,'34'17'655,"-8"-5"1,1 0-494,-3 0 1,0 1 49,5 3 1,-11 5-1306,-30 14 1,-19 8 0,1-4-1,11-13 1,0-2 0,-4 1 764,-4 1 0,-5 3 0,-2 0 1,2-2-1,5-5 0,-2-1 1,5-4-1,2-3 0,0 0 1</inkml:trace>
  <inkml:trace contextRef="#ctx0" brushRef="#br0" timeOffset="-203898.46">10582 11280 12949,'-4'3'1793,"1"-1"-1356,3-2 1177,-2 1 111,2-1-985,-2-1-617,2-7 1,6-7-102,2-7-3257,8-21 3375,-10 15 0,0-1-322,0-1 0,-1 0 215,-2-2 1,-1 0-464,-2-6 1,1 7 664,-1 17-302,-2-3 106,-1 34 0,0 14-32,-3 3 1,-2 5 0,2-1-1,2-4 1,0 0-1,1 2-33,-1 0 1,0 2 0,0 0 0,2-4 135,3 11 0,5-4-368,12 1 0,5-8 1187,9-11-2568,3-12 1,-1-6 905,0-18 0,-1 1 1,-22 2-1</inkml:trace>
  <inkml:trace contextRef="#ctx0" brushRef="#br0" timeOffset="-203717.46">10590 11204 8937,'43'-3'-547,"1"0"1,-1-1 0,-2 2 0,1 0 0,0 0 0,-4 0 136,0 0 0,-3 1 1,-1-1-1,1 1 1,0 0-1,-8 1 0,-1 0 1</inkml:trace>
  <inkml:trace contextRef="#ctx0" brushRef="#br0" timeOffset="-202616.46">11270 11271 17106,'6'-15'1838,"-2"1"-5115,-4-9 1656,-19-1 3422,1 10-1532,-20 0-503,4 19 0,-2 7 363,9 4 0,0 2-219,-7 1 0,3 3 62,13 0 0,7 2 17,10 18 5,20-24 0,4-1 6,10 10 0,-3-16 0,2-7-17,-6-9 1,-1-6 251,0-7 0,-1-3-235,-3 3 0,-2-1 0,-2-6 0,-5 0-1232,-7-7 1332,-4 12-100,-1 4 1462,0 16-1496,-5 45-16,7-18 0,0 1 50,-2 3 0,4 0-17,11 0 0,5-7 798,17-14-758,9-7-23,-20-14 0,-3-5 78,4-12-1017,-7-1 1,-3-1 938,-4-8 50,-6 14 1,-2 0 61,-3-9 442,-1 36-554,-1 4-12,0 23 1,1 8 17,4-13 0,1 0-46,-2 5 1,3-2 2307,15-1-2150,1-24 0,2-5-2342,12-8 2224,-5 0 0,0-4 28,-9 0 0,-2-5-575,3-16 0,0-8 1,-4 2 490,-3 4 0,-3-2 170,-2 6 0,0-5 1,0 0-1,-5 4-131,-6-6 1,-4 2-352,-2 2 1,-3-2-1,0 4 407,1 5 1,-1 2-102,-6-8 0,-1 13 1176,-1 40-1129,6 11 0,2 10 0,2 0 285,2-3 1,2 0 0,0 1-271,-2 8 0,1 3 0,5-1-150,6-9 1,3 0 0,3-1 0,3-5 123,6-4 0,2-5 0,1 1 26,-2 5 0,-1 1 0,4-11 67,10-16 0,4-10 1,-7-5-29,-14 0 0,-3-5-62,17-15 1,-7-4-600,-20 5 0,-6 0 784,-1 2 0,-2 1 388,-2-17-807,-4 18 111,7 35 135,0 25 912,6-1-907,-2-8 1,2 1 1958,10 8-1976,-3-10 1,2-1-12,1 2 57,4 4 2863,-16-24-4735,-8-4 1357,-38-2 1,27 2-1,-25-2 1</inkml:trace>
  <inkml:trace contextRef="#ctx0" brushRef="#br0" timeOffset="-202447.46">11512 11032 12815,'0'0'0</inkml:trace>
  <inkml:trace contextRef="#ctx0" brushRef="#br0" timeOffset="-201680.46">13885 11306 19628,'26'-14'687,"0"0"0,1-5 0,2-2-687,2 3 0,3 0 0,-2-1 45,-5 2 0,-2-2 0,-2-2 27,3-18 1,-6-2-1712,-8 17 1,-4-1 1083,-2-12 0,-8 3 891,-24 11-939,-16 19 0,-5 14 685,17 9 0,1 8 0,-1-1-78,-2-7 0,0 0 0,6 7-170,13 11 0,6 9 0,5 0 0,5-7 166,8-7 0,5-2-41,4 5 0,4 3 0,3-10 29,2-16 1,5-7-1082,8-2 1,6-4 0,-3-2-547,-2-2 1,-1-2 545,2 0 1,3-3 0,-6-1 436,-10-5 1,-5 0-1,4-3 1,-8 3 0</inkml:trace>
  <inkml:trace contextRef="#ctx0" brushRef="#br0" timeOffset="-201351.46">14741 11144 16838,'-35'11'546,"0"1"0,-1 0 0,1 0 0,-7 2 0,1-1 0,8 0-3823,0 4 1404,16-12 1907,-1-10-16,18-20 0,9-13 0,-1 6-18,-2-2 539,5-17 0,2 16-394,-4 47-758,10 14 1,2 4 612,-6-10 0,1 0 0,12 16 0,0-2 797,-10-16 1,2-2-1743,7-1 0,4 0 0,0-4-663,2-4 0,0-3 1608,14 2 0,-5-6 0,-7-11 0,-20-3 0</inkml:trace>
  <inkml:trace contextRef="#ctx0" brushRef="#br0" timeOffset="-200218.46">15061 10600 19437,'-5'45'270,"0"0"1,0-1-1,0 1 1,3-3 0,1 1-1,1-2 1,1-4-1910,4 10 1,4-3 866,3-13 0,2-1 0,3-4 1097,6-4 1,2-4-321,0 0 1,2-3 496,-1-7 0,0-6-502,0-9 0,-2-8-750,-2-12 1,-2-4 715,-1 5 1,-4-1 55,-4-15 1,-7 2 66,-10 10 455,-11 2-577,-8 35-853,8 23 0,2 6 886,3-15 0,3 1 0,1 19 0,7-2 1049,12-14-1049,10-3 11,0-13 1,4-2-35,5-1 1,3-4-798,12-5 0,1-5 651,-15 0 1,0-1 0,-2-1 836,6-6 1,-3-1-658,-8 0 0,-4 1 964,-5-3-1098,-9 13 123,-4 9 202,-7 14-90,-1 6 0,1 2-146,-3 9 23,-1 6 1291,9-24-832,9-18-215,19-20-244,0-2 0,2-1-75,-10 8 1,0 0 23,5-5 1,-5 5 2749,-13 14-2688,2 15-1876,8 12 1887,3 2 79,6 5-1112,8-17 0,5-5 1044,1-2 1,4-3 15,-4-1 0,4-3 0,-3-4-16,-5-6 1,-1-3 0,-5-4-195,3-10 1,-7-4 154,-7 1 0,-9-1 1089,-11 3 0,-8 4-1039,-8 7 1,-5 7 2446,-23 18-2474,18-3 0,1 4-1444,-1 27 0,6 7 1421,12-14 1,2 0 16,-1 7 0,4-2 476,11 4-1311,15-29 0,5-7-813,3-6 841,0-4 0,-2-5-330,-3-22 560,-12 0 1,-4-4 576,-2 6 0,-3-2 25,-2 2 0,-2-5 0,-1-1 0,-1 4 109,0 2 1,-1 2 0,-1-2 494,-2-7 1,0-4 0,-2 1 0,1 8-608,1 9 1,-1 3 455,-13-18-310,16 58 1,3 15-269,1 7 1,3 10 0,0 3 0,0-7 117,-1-9 1,1-3 0,1 3-33,-1 0 1,1 5 0,0 1-1,1-3 1,0-7 749,3 3 0,0-4-2375,-1 8 1,0-3 1409,-3-2 1,1 5 0,-9-40 0</inkml:trace>
  <inkml:trace contextRef="#ctx0" brushRef="#br0" timeOffset="-200017.46">14980 10885 19336,'42'0'-328,"0"-1"0,1 1 0,-1-1 1,1 1-1,-1-1 0,1 0 1,-1 0-1,0 0 0,-1 0 1,0 0 9,-1 0 0,1-1 1,-1 0-1,-2 1 0,-5-1 1,10 0-1,-5 0 0,-2-2 1,-1 0-1</inkml:trace>
  <inkml:trace contextRef="#ctx0" brushRef="#br0" timeOffset="-199117.46">17051 10597 19733,'0'-6'997,"-7"37"-644,5 4-129,-1-2 0,-1 3-1863,3-7 1,2 2 1489,4 2 0,2 4 0,0-3 188,-1-2 0,2-1-539,2 2 0,3 3 0,5-9 601,13-12 0,2-8-72,-9 1 0,1-6-236,18-14 0,-4-12-441,-19-16 1,-7-3 680,4 9 1,-4 1 935,-5-8 0,-4 3-857,-4 11 2544,-4 11-2533,-14 28-11,4 9-56,0 17 0,6 8-196,17-4 0,5 0 145,-5 3 1,7-4-816,13-14 0,8-3 0,0-8 843,1-7 1,0-7-79,10 1 0,-2-7 149,-16-4 1,-6-9-285,-9-12 1,-5-9 0,-2-1-418,-1-2 0,-3-3 1,0-1 447,1 6 0,-1-1 1,0-1-1,-2-3-97,-2-1 0,-3-4 0,0 0 0,-1 2 1,0 6 260,0 4 0,-1 5 0,-1 0-27,0-14 1,-2 0 0,-1 24 106,-8 53 0,1 22 24,10-17 1,3 1 0,0 3-119,-2-4 0,0 2 0,2 0 1,1-2 46,3 4 1,3-1-1,1-4-48,3 4 0,2-3-165,1-1 1,4 0 182,4-4 1,4 1 0,-1-4 26,-2-3 0,3-4-23,7-2 1,6-1 0,-5-14-517,-1-30 1,-4-12 1106,3 10 0,-4-5-818,-13 1 1,-3-6-1,-3-4 1,-3 1-237,-2-5 0,-3-1 0,-1 0 0,0 2 458,1 9 0,0 1 0,1 0 0,-2 0 404,0-6 0,-1-2 0,0 3 1,-1 9 205,-4-3 393,-14 71-72,17-15 0,0 3-814,0 6 1,-1 5 0,1-1 248,2 7 1,4 2-264,3-8 1,2 4-1,1 0 1,0-3 127,2 2 0,0-3 0,1 1-248,2 8 0,1 1 0,0-5 22,3-7 1,0-7-673,7-1-2627,-11-14 0,0-11 2730,-13-16 1,2 5 0,-2-4 0</inkml:trace>
  <inkml:trace contextRef="#ctx0" brushRef="#br0" timeOffset="-198947.46">16750 10651 17678,'35'1'-264,"0"-1"1,0 1 0,6-2 0,-1 0-206,-4-3 1,2-1 0,-7 0 0,6-1 0,-12 0 0,0 0 0</inkml:trace>
  <inkml:trace contextRef="#ctx0" brushRef="#br0" timeOffset="-198783.46">17546 10532 15515,'0'-4'818,"0"0"-1524,0 4-2571,31-2 2762,-14 1 1,17-2 0,-25 3 0</inkml:trace>
  <inkml:trace contextRef="#ctx0" brushRef="#br0" timeOffset="-197431.46">19005 10695 27158,'4'4'1467,"-1"-1"-1467,0-3 46,0 1-46,-1-1 0,2 2 0,2 0 0,-1-1 0,2 1 0,-3 0 0,-2 2 0,0-2 0,-1 4 0,0-5 0,0 2 0,0-1 0,0 1 0,0-1 0,0 1 0,0-2 0,-1 3 0,0-1 0,0 0 0,0 0-3277,0-3 0,-4 1 373,-1-1 1481,-2 0-1031,2 0 2219,3 0-12,1-7 304,17-9-24,-6 0 258,13-4 1,3 0 301,-4 3 388,3-2 0,-1 0 2245,-2-1-2576,-5 5-348,-7 4-279,-10 10-3045,-14 14 3481,-4 3 1,-3 1-676,0 1 0,-2 0 446,-8 7 0,-2 0-882,8-7 1,-1 0 0,-1-1 725,-5 2 1,-2 1 0,1-1-30,5-2 0,1-1 0,0-2-350,-11 0 0,9-10 338,17-15 1687,20-23-1720,8 3-716,1 7 0,1 2 593,5-2 1868,7-4-1745,-11 39 632,-4 9 1,2 4-605,2-1 0,3 1-736,5 0 0,4 1 1,-1-4 735,1-3 0,2-4 548,-3-4 1,2-1 0,-1-4-577,3-3 0,-1-4-246,1-1 0,3-4 249,-2-5 1,2-4 0,-4 0-417,-4-2 1,-3-2 473,11-10 1,-8-4-28,-22-11-27,-18 18 1,-9-2-1,-2 4 10,-8 3 0,-4 2-17,5 0 0,-2-1 0,0 8 284,-10 11 1,1 12-311,10 5 0,1 6 0,4 2-459,-1 8 1,4 3-609,1-7 1,0 1 0,7-1-547,8 2 1,7-3 818,7 5 1,-1-16 0,-1-6 0</inkml:trace>
  <inkml:trace contextRef="#ctx0" brushRef="#br0" timeOffset="-186158.46">798 13420 9116,'39'-21'1703,"-8"2"1573,-29 11-1958,0-3-209,-9 2 546,-9 3-1419,-15 7-1600,-9 17 1364,21-4 0,2 2 1909,-8 16-1965,12 3 34,11-12-52,11 3 1,6 1-374,6 2 441,0-3 0,3-2 2948,11-5-2981,-5-4 0,1 0-423,6 9 512,-12-12 0,-6 4-1053,-27 24 1546,-9-21 1,-6-1-230,-8 9 0,-5-1-784,2-11 0,-2-3 1,2-1 469,2-1 0,1-2-168,-7-5 0,6-6-572,13-13-899,8-9 1,3-5 1091,3 4 1,1 1 0,0-2 0,1 3 0,3-5 0</inkml:trace>
  <inkml:trace contextRef="#ctx0" brushRef="#br0" timeOffset="-185874.46">967 13225 17397,'-4'-3'2712,"1"0"-2085,3 3-134,26-10-403,-7 5 559,23-9-756,-15 10 0,0 0-3170,15 0 1638,-16 3 1,-2 4-1639,3 8 2457,-15 11 1,-6-9 0,-2-1 0</inkml:trace>
  <inkml:trace contextRef="#ctx0" brushRef="#br0" timeOffset="-185658.46">1554 13662 22861,'-19'3'-89,"5"0"-3188,14-3 2457,-7 0 1,5 0 0,-5 0 0</inkml:trace>
  <inkml:trace contextRef="#ctx0" brushRef="#br0" timeOffset="-183089.46">3004 13139 11358,'-6'-5'2667,"1"1"-5944,5 4 3393,-17-10 2189,11 7-1297,-13-7 527,17 9-907,1 1-577,21-4 1,13-2 234,-4 1 0,3 1-623,12-2 1,2 0 431,-6 2 1,1 1 10,2 0 1,2 1 64,-6-1 1,2-1 0,-1 1-133,7 0 0,-1-1-28,-12 1 0,-1 0 1,-6 1-12,-3 0 1215,-11 1-1147,-8 0 885,-5 1-942,0 0-89,-5 0-3199,-25 10 503,7-1 1135,-6 3 1,-1 2 818,-1-1 1,-1 3 0,18-12 0</inkml:trace>
  <inkml:trace contextRef="#ctx0" brushRef="#br0" timeOffset="-182838.46">3463 13112 11952,'2'33'1092,"0"0"0,3 10 0,1 0 546,3-4 0,0 1-2209,-2-7 0,0 2 0,1 1 716,-1 2 1,1 0 0,-2-2-146,1 4 0,0-4-528,-1-3 1,0-6 404,-3-11-3154,-1-19 0,1-8 2457,0-9 1,0 9 0,-1 2 0</inkml:trace>
  <inkml:trace contextRef="#ctx0" brushRef="#br0" timeOffset="-182404.46">3931 13439 17230,'-6'-4'3215,"2"0"-2879,-5 20 1,-1 12 256,6 8 1,0 2-583,-7-3 1,2 2-12,10 7 0,10-6-1639,10-24 1,4-6 1363,2-5 1,2-4 285,4-3 1,-2-5 445,-6-7 1,-3-5-391,-4-6 1,-5-3-920,-6-1 0,-3-1 852,-3 0 0,-5 1 173,-5 2 1,-7 4-635,-19 6 1,-7 9 404,2 11 0,-1 5 920,-1-5 1,3 7-1504,4 22 1,10 8-1001,18-14 1,6 0-1,0 5 1,3-2 1372,15 2 0,-6-20 0,-2-6 0</inkml:trace>
  <inkml:trace contextRef="#ctx0" brushRef="#br0" timeOffset="-182154.46">4371 13144 20177,'10'32'318,"-1"-1"0,1 0 0,1 6 0,0 2 1,0-4-1958,-1-2 1,0-1 446,2 9 0,-1-1 1147,-3-13 1,-1-1-1595,1 9 1,0-3-1639,-1-2 2457,0-3 1,-7-31 0,-2-6 0</inkml:trace>
  <inkml:trace contextRef="#ctx0" brushRef="#br0" timeOffset="-182020.46">4365 13410 17084,'-4'-3'-930,"2"2"-2347,45 2 3051,-16 5 1,-2-5 0,-2 1-1,-6 3 1</inkml:trace>
  <inkml:trace contextRef="#ctx0" brushRef="#br0" timeOffset="-181368.46">5056 13499 10464,'-29'-11'486,"-1"1"0,0 0 1,-6 6-1,-1 5 0,7 7-447,8 17 1,6 6-63,-9-4 1,7 0-116,15 3 0,11-5 71,21-13 11,9-7 897,4-21-1345,-15-10 0,-3-4-40,4-5 544,-7 6 0,-2 2 0,-10 7 932,-1 9-405,8 41 1607,-3-6-2015,3 3 1,4 7 0,-1-6-479,10 7 392,-2-6 1,0-5 2858,-3-17-2713,1-9-145,-7-11 0,-1-6 163,2-10 0,-3-4-197,2-1 0,-3-6-681,-6 0 0,-2-5 0,-3-3 0,-4 2 700,-4 5 1,-5 0 0,-1 0 0,1 1 152,5-1 0,0 0 0,0 2 0,-3 2 63,-8-9 0,-3 3 1,3 25 223,7 45 1,3 16-315,-1-15 1,3 4-124,5 2 1,2 7-1,2 3 1,2 0-1,0-3-307,1-3 0,1-1 1,1-1-1,1 0-535,-1 2 1,1 0 0,1-1 0,2-4 601,7 2 0,4-4 1,-5-7-1,0-8 1,9-9-1</inkml:trace>
  <inkml:trace contextRef="#ctx0" brushRef="#br0" timeOffset="-180762.46">6764 13012 8926,'-9'40'364,"0"0"0,1 0 0,-1 0 0,0 0 0,1 7 0,-1 3 0,1-1 0,1-4 0,2-9 786,2-5 1,1-3-1118,-1 21 1,1-9 1673,2-32-1438,0-53-369,3 3 1,2-4 99,-3 11 0,0-2 0,0-3 4,2-1 1,1-4-1,0-2 1,1 2 0,-1 5-39,2-1 0,1 4 1,-1-1-46,-2 1 1,0-3-1,1 4 1,1 6-168,14-7-424,3 61 1,3 19 926,-9-15 1,-1 2 0,1 2-205,-1-2 0,2 2 0,-1 0 1,-1 1 120,2 7 1,-1-1-1,0 3-160,-1-6 0,0 1 0,0 0 0,-2-3 327,0-1 1,-2-3 0,1 0-469,7 11 0,-1 1 0,-10-17 221,-11-20 0,1-6 0,-16-27 0</inkml:trace>
  <inkml:trace contextRef="#ctx0" brushRef="#br0" timeOffset="-180571.46">6662 13415 21824,'30'-1'-820,"0"-1"1,10-3 0,5-1 0,-3 0 350,-1-1 1,-1 0 0,-4 1 0,1-1 0,-7 2 0,-6 2 0</inkml:trace>
  <inkml:trace contextRef="#ctx0" brushRef="#br0" timeOffset="-180200.46">7222 13379 15156,'8'-36'-101,"9"8"-1365,22 27 1511,-8 8 0,2 5 618,0 5 1,0 5-664,-8-2 0,0 3 0,-3 3-182,-3 4 1,-4 3 0,-3 0 271,-5 4 0,-5 0 525,-5-2 0,-8-8-447,-32-23 668,26-21 0,2-7-982,-1-2 1,3-5-948,9-9 1,6-8 0,6 6-547,10 4 1,5 2 545,-12 5 1,-1-2 0,5 10 957,16 16 0,-2 10 1,-13 2-1,4 16 1</inkml:trace>
  <inkml:trace contextRef="#ctx0" brushRef="#br0" timeOffset="-179511.46">7824 13593 12972,'2'3'3276,"-1"0"-1958,-1-3-1206,49-27-1751,-21 4 1,-1-3 1856,6-2 1,-4-3 1135,-9 1 0,-12 3-1163,-23 2-737,-12 20 0,-3 8 652,10 9 1,1 2-849,-7-1 0,4 4 742,10 14 0,6 1 1484,2 7-1473,6-12 0,6-1 51,20 0 0,8-6-782,-8-8 1,3-2 719,3 1 0,3-1 0,-1-4 0,7-4 0,2-6-81,-11-1 0,5-2 1,2-2-1,0-1 1,-2-1-333,-3-1 1,0-1 0,-1-1-1,0 0 1,0 0 715,1 1 1,2 0-1,-1 0 1,-2-1-1,-4-2-68,8-12 0,-4-2 1,-22 6 627,-31 10 0,-11 4-617,7-2 1,-2 4-117,-7 9 1,-4 6 0,4 4-92,3 6 0,5 3-39,-2 0 0,4 1 0,7 0 0,7 0 1214,13 24-1640,14-32 1,4-3 66,14 15-205,-8-29 0,5-9 0,-2-1 453,-2-3 1,-3-1 144,4-3 0,-3 1 78,1-3 560,-29 28 561,1 21-64,1-1-1046,6 4 1,7-1-113,6-10 0,4-3-11,-2 4 0,2-4-1093,6-9 1,4-4 0,-4-2 436,11-6 1,-12 3-1,-5-1 1,-15-1 0</inkml:trace>
  <inkml:trace contextRef="#ctx0" brushRef="#br0" timeOffset="-177181.46">9708 13125 13270,'-12'-28'3276,"2"6"-1790,9 22-1306,0-1 3096,0 1-2920,0-6 376,-1 0-766,2-8-2722,0-19 2835,1 11-79,0-14 763,0 19-730,-1 5-1875,0 4 1775,0 5-79,0 33 284,0 1 0,0 6 1,2 1 174,2 1 0,1 2 0,1 1-322,-3-7 1,0 2 0,1 0-1,2-3-90,2 1 1,3-3 0,1-2 98,9 8 0,4-5 105,3-6 1,2-4-106,-2 0 0,1-5 0,0-5 0,0-9-792,8-20 0,-2-11 859,-9 0 0,-2-5-49,-4 6 1,1-2-1,-5-1-18,-3-12 0,-7-3-342,-8 8 0,-4-1 0,0 4 342,3 8 0,-1 2-78,-4-20 0,-2 14 1240,3 36-1235,1 24 0,1 8 147,2-15 0,1 2-74,-1 4 0,0 5 0,2-4-6,4-4 0,3-1-364,12 15 1,7-1 341,1-14 0,3-3 35,-2-2 1,3 0-1,1-8-164,2-14 1,1-9-1,-2-2-185,6-4 0,-3-5 275,-1-5 0,-6-1 179,-5-10-365,-19 21 175,-4 20 1595,-6 8-1501,-3 14 1,1 4 2341,-3 12-2409,2-12 1,4-4 241,16-11-180,1-20 112,13-19-145,-2-7-1157,-5 5 0,1 3 955,7 10 2470,7-6-2246,-13 43-2336,10 9 2381,-3-7-520,-7-11 0,1-2 486,14 1 1910,6-6-1918,-9-8 1,5-3 0,-1-2-418,4-5 1,0-3 413,-7 5 0,2 0 0,-7-4 0,-3-5 0,-10-4 28,-16-6 0,-9 1-62,-17-2 56,10 6 1,-3 5 1154,-20 18-1177,10 12-951,11 5 0,2 3 951,-6 16-6,10-10 1,3 0 665,4 12-694,8-11 1,6-2 2122,21 2-3636,-5-13 1,4-10 453,-2-17 1,0-11 0,-2-3-1,-4-3 1,-3-3 0,-2-3 896,2-4 0,-2-2 0,-3-1 792,-6 1 1,-4-1 0,-2-2-502,-2 3 0,-2-3 0,-1 0 1,1 5-389,1-6 0,-1 1 550,-1 2 1,-2-3-1,1 14-245,-1 17 130,1 31 0,0 21 1,1 0 69,1 6 1,0 3 193,0-13 0,-1 2 0,1 2 0,3 0-376,4 4 1,3 1 0,2-1 0,1-4 72,0-4 0,1-3 0,3 0-88,4 11 0,4 0 0,2-8 69,7-5 0,2-13-84,2-16 0,-2-9-230,-6-1 1,-4-8 102,-6-13 0,-5-9 0,-2 3 1049,-4 7 0,-3 1-911,-2-20 0,-4 5 639,-7 16-269,-1 13-101,-9 33-112,9 6-112,2-2 0,3 5 34,4 13 0,7 3-40,9-5 0,4-2-50,-7 4 0,7-5 74,7-15 1,7-4 0,-2-8 38,2-12 0,0-5-152,7 2 0,-2-4 287,-9-7 1,-6-7-294,-11-4 0,-4-4 1,-3 2-1103,0 2 1,-1 1 1174,-2-19 0,-3 4 73,-7 14 213,-2 14-208,3 32 1,2 11-107,-2 1-20,8 4 1,3 8 0,4-5 19,6-5 0,4-2-202,1 8 1,3-3 212,0-13 0,2-4-50,8-5 0,1-5-1373,-7-4 0,1-3 1014,0 2 0,-1-3-993,-1-14-1886,-23-7 2810,0 2 1,0 2-1,0 8 1</inkml:trace>
  <inkml:trace contextRef="#ctx0" brushRef="#br0" timeOffset="-176915.46">12448 12930 18766,'0'-6'1904,"0"47"-3543,2-13 1,1 4 1330,2 8 1,1 6 0,0-1 481,-2-9 1,-1 0 0,1-1-1268,2 3 1,1-1 0,-5-4 617,-6-5 0,-1-4 0,2 1 1,-8-19-1</inkml:trace>
  <inkml:trace contextRef="#ctx0" brushRef="#br0" timeOffset="-176268.46">12344 13256 21185,'0'-5'627,"30"-17"1,17-4-2267,-11 13 1,4 0 818,-6-4 1,4-5 0,0 0 0,-5 0-274,-3 2 1,-4 0 0,-3-2 760,-1-5 0,-3-2 0,-5 2 998,-7 1 1,-6 2-465,-4-15 942,-5 49-349,-4 14-1301,4-4 0,2 5 935,0 10 1,2 6-1,1-3 134,0 0 0,2 0-556,0 0 1,2 3-1,4-3 83,11 7 0,5-6-79,-5-15 0,2-2 78,6 10 1,3-12-79,3-39 1,-1-13 1381,2 4-1393,-8-7 0,-4 1 810,-10 18-1057,-1 23 3021,4 21-2740,1 5-1506,-2-8 1,5-1 1605,7-7 0,3-4-61,2 1 0,2-5-878,11-13 0,-2-10 771,-14-3 0,-3-4 34,-2-3 0,-4-2 56,-9-18-1481,-7 32 1459,-5 50 1370,3-5-1404,-2 1 0,3 1-51,8-8 1,9-2-1043,11-5 1,10-3 0,-1-1 727,-2-3 1,0 0 0,0-2 0,3 0 0,1-1 0,-4-3 0,-7-6 0,1-1 0</inkml:trace>
  <inkml:trace contextRef="#ctx0" brushRef="#br0" timeOffset="-175044.46">14252 12662 16064,'-32'22'546,"0"-1"0,0 1 0,0 0 0,-3-1 0,1 0 0,6 8-209,13 3 1,4 7 0,4 3 0,1 0-1,1-4-1430,-1 8 1,3-3 0,0 2 981,-1-5 0,0 2 0,3-1 0,7-3-349,9-3 0,8-3 0,2-2 0,-2-6 482,3-3 1,3-4 162,6 0 1,5-1-1,-5-8-185,-8-11 0,-3-9-828,0-7 1,1-6 0,-3-2 821,-3-11 1,-3-4-3,1 6 1,-1-3 0,-5 5-263,-11 6 1,-2 6 269,-2 8 1425,-4 50-1395,8-6 0,4 5 0,1-3-31,4-1 1,2-1 0,-1 15 0,7-7 156,12-21 1,4-14-112,1-17 0,0-8-45,0 8 0,-3-5 33,-5-12 1,-3-9 0,-6 4 22,-8 10 1,-2 2-57,3-16 0,-5 15 0,-11 36 117,2 17 1,0 5 44,0-6 0,1 1-123,-1 19 1,9-4 2053,28-16-1969,0 2-119,1-32 1,3-13-14,-13-3 1,-2-7-1,-1 1-20,8-4 0,-3-5-497,-10 3 0,-1-5 1,-3-1-1,-5 6 575,-7 3 1,-2 2-51,3-13 0,-5 6-246,-15 17 11,10 17 509,3 4-342,4 14 91,17 5 2245,-4-4-2302,25 6 57,-8 4 3253,-2-2-3213,-12 2 1,-2 2-469,0-8 1,-1 0 421,-1 2 0,4-3-1486,15-1 0,5-6 1446,-8-10 1,0-4 0,6 1 0,0-4-1357,10-7-260,-31-26 1,-7-5 982,1 3 1,-4 0-1,-2 4 1,-1 19 0</inkml:trace>
  <inkml:trace contextRef="#ctx0" brushRef="#br0" timeOffset="-174431.46">15450 13058 16311,'3'-3'3276,"-1"1"-4915,6 38 1,2 17 1312,7-11 427,-7-6 0,2 5 0,3-5-601,7-7 1,4-5 616,6-1 1,2-2 399,-7-3 1,-1-3-473,2-1 0,-3-10-973,-2-44 1045,-17 13 1,-2-2-79,0-9 1,-2-1 692,-4 0 1,-4 1-716,-5-1 0,-1 4 1717,-1-4-1835,4 13 1,0 8 213,7 17-135,1 12 67,9 20-45,5-2 0,-2-8 0,2-2 0,19 5 33,-6-14 1,7-2 0,-1-1 3,12 0 1,3-2-35,-4-2 1,2-2 0,-3-7-653,-8-12 1,-3-7-1,-3 2 660,-1 2 1,-5-2 16,-5-15 0,-11 1 2097,-16 15-2125,-8 11-1968,-10 6 2175,5 13 0,1 6-50,-9 9 60,12-3 1,4 4-62,9 13 1,12 1 575,18-2 1,8-2-733,-9 3 0,7-3-820,4-16 1,9-4 0,3-2 0,-4-4-274,-1-2 1,0-4 0,0-1 682,-3 0 0,2-2 1,-1 0-1,-4 0 1,7-1-1,-7-1 0,0-9 1</inkml:trace>
  <inkml:trace contextRef="#ctx0" brushRef="#br0" timeOffset="-174215.46">17148 13054 19246,'-3'0'2779,"44"1"-2802,-16 0 1,3-1-68,15 0 1,1 1-1183,-12-1 0,-3-1-1720,15-1 3038,-25 1 0,-9-1 0,-4 1 0</inkml:trace>
  <inkml:trace contextRef="#ctx0" brushRef="#br0" timeOffset="-174050.46">17178 13233 20266,'24'6'-1093,"0"-1"1,11 2 0,3-5 623,3-9 1,-1-2 0,-9 7 0,-3 0 0,-4-6 0,0-1 0</inkml:trace>
  <inkml:trace contextRef="#ctx0" brushRef="#br0" timeOffset="-173323.46">18211 12480 22249,'-17'27'588,"-1"0"1,1 0-1,-7 10 1,3-2-2228,8-9 1,2-2 1591,-4 8 114,-3 6-67,13-24 1478,0-3-1456,5-22-1071,8-18 1,2-7 1065,-1-2 0,0-2-25,2 2 1,1-1-1,-2 3 8,1-1 0,-2 4-17,-1 6 1,0 6-197,-3 10 1604,-3 17-1313,-2 19-562,0 7 1,1 9 0,-2 0 576,1-2 1,-1 0-1,1 2-65,0-4 0,0 3 0,0-1 0,0-1 635,-1 2 0,0-1 0,1 2-593,2-3 0,2 3 0,0-2 0,-1-3-48,0 7 1,1-1-730,1-1 0,0 1 1,0-8 258,2-9-392,-5-20-359,0-3-549,-8-2-1529,-36 0 2932,4 1 0,-3 1 135,-2 0 0,-1 1 210,12-1 0,-1 1 0,3 0 1015,3 1 0,3 1-29,-19 7 673,29-5-920,32-2 1,11-2-729,-6-2 0,2-1-11,7 0 0,3 0 0,-2-1-118,0 0 1,1-2-25,10-6 0,4-3 0,-7 2 0,-12 4 0,-2 1 0,4-5 1,1 1-1,-1 0 0</inkml:trace>
  <inkml:trace contextRef="#ctx0" brushRef="#br1" timeOffset="-34802.46">19012 13568 24575,'0'0'0</inkml:trace>
  <inkml:trace contextRef="#ctx0" brushRef="#br0" timeOffset="9137.54">25217 14983 15795,'-4'3'2107,"1"0"-1737,3-3 526,-1 2-3350,0 1 191,1 0-1014,-1 1 3174,1-3 1,0 0 0,0-1 0</inkml:trace>
  <inkml:trace contextRef="#ctx0" brushRef="#br0" timeOffset="14337.54">25599 13233 3301,'4'43'455,"-1"-1"0,2-5 0,0 4 0,1 0 0,-2-4-25,2 8 0,-1 1-411,0-10 1,0 5 0,1-1 0,-2-4 661,0 9 1,-1 0-691,0-7 1,-1 4 0,0 1 0,0-5-211,0-5 1,0-3 0,0 2 214,0 14 1,1 4-1,-1-9 4,1 4-325,1-5-2952,-2-23 3281,-1-11 1,-1-11-1,0-4 1</inkml:trace>
  <inkml:trace contextRef="#ctx0" brushRef="#br0" timeOffset="14707.54">25753 13041 10608,'1'39'1893,"-1"-9"-1652,0 2 0,0 9 68,2-6 0,1 7 0,1 3 1,-1-1-1,0-6-302,-1 0 1,0-4-1,0 7-7,1-4 0,0 7 0,0 3 0,1 3 0,-1-2 0,0-2 0,0-5-820,0 2 1,-1-3 0,1-2 0,-1 0 635,0 4 1,1 0-1,-1-1 1,1-2 183,0 4 0,-1-2 0,1-10 0,-1-8 0,1 3 0</inkml:trace>
  <inkml:trace contextRef="#ctx0" brushRef="#br0" timeOffset="15041.54">25844 12998 5346,'4'44'655,"1"0"0,0-4 1,-1 5-1,1 2 0,0 0-893,-2-7 1,1 0 0,-1 1 0,0 0-1,1-1 235,-1 1 1,1 0 0,0 0 0,0 0 0,-1-1 180,0-1 0,0-1 0,0 0 1,0 0-1,-1-1-178,2 8 0,-1 2 0,0-4 0,0-6 0,-1-1 0,1-2 0,0 6 0,-1 0 0,1 0 0</inkml:trace>
  <inkml:trace contextRef="#ctx0" brushRef="#br0" timeOffset="15391.54">25947 12697 3620,'7'38'365,"0"-1"1,0 1-1,0 0 1,0 1-1,-1 2 1,1 1-1,-1-1 1,0-3-587,0 5 0,-1-3 0,0 5 222,-1-3 1,0 5 0,0 3 0,1 0 0,-1-2 0,-1-6 66,1 8 1,-1-6 0,1 2-90,-2-5 1,1 2 0,0 2-1,-1-4 1,0-5 473,1 7 0,-1-4-1797,1 8 0,1-3-1277,-1 0 2621,-1-16 0,1-8 0,-2-18 0,-1-2 0</inkml:trace>
  <inkml:trace contextRef="#ctx0" brushRef="#br0" timeOffset="15660.54">26046 12459 7870,'11'39'717,"1"1"0,-1-1 0,-1 1 0,-2 3-610,-1-11 1,1 4-1,0 2 1,-1 2 0,-1 0-54,-2 1 0,-2 3 0,0 0 1,-1 1-1,0-1 0,1-2-710,-1 3 1,0-2-1,1 0 1,-1 1 0,0 1 464,-1-2 0,1 3 0,0 1 0,0-1 1,-1-2-1,1-3 37,-1 3 0,0-3 0,0-2 0,0-1-939,0 1 1,0-1 0,0-3 1066,0 7 1,0-3-1,0-5 1,0-4-1,0-1 1</inkml:trace>
  <inkml:trace contextRef="#ctx0" brushRef="#br0" timeOffset="16004.54">26175 12363 2730,'4'44'153,"1"1"0,-1-1 0,1 1 0,-1-1 0,1 1 0,0-1 0,-1 1 1,1-1-1,-1 1 0,1-1 0,-1 2 0,0 0 0,1 2 0,-1-1 1,0 1-1,0-1 0,0-2 0,-1 0 0,0-2 0,0-3 0,-1-2-171,-1 12 0,0-5 0,-2-3 1,1 1-1,1 1-369,0 0 0,1 3 1,-1 0-1,1-1 1,0-2-1,0-4 64,0 1 1,-1-4-1,1-1 1,0-1 322,2 6 0,1-2 0,0-11 0,-1-10 0,-1-9 0</inkml:trace>
  <inkml:trace contextRef="#ctx0" brushRef="#br0" timeOffset="16286.54">26308 12116 9622,'5'45'518,"0"-1"0,-1-13 1,0 1-1,0 7-928,-1-3 0,0 6 1,1 4-1,-1 4 1,1 1-1,-1 0 0,0-3 1,0-2 243,1 2 1,-2-2-1,1-1 1,0 0 0,0 1-1,0 4 142,-1-8 0,1 2 1,-1 2-1,1 1 1,0 0-1,-1-1 1,1 0-1,0-2 1,0-2-524,0 9 1,1 0 0,-1-2 0,1-2 0,-1-4 0,1-4 346,0 2 1,-1-6-1,1 1 1,1 9 0,1 0-1,-1-11 1,-1-10-1</inkml:trace>
  <inkml:trace contextRef="#ctx0" brushRef="#br0" timeOffset="16587.54">26333 11867 12656,'20'37'157,"0"0"1,1 0 0,-1-1 0,0 1 0,-5 0 0,1 3 0,-2 1 0,1 3 0,-1 0-1,0 1 1,-1 0 0,-1 0-523,-1-5 1,0 2 0,-1-1 0,0 1 0,-1 0 0,0 1 0,0-1 0,0 1 0,0-1 295,-1 2 1,1 0 0,0 0 0,-1 0-1,0 0 1,-1 0 0,0 1 0,-1-1-1,0 1-296,-2 2 1,0 1 0,-1 2 0,0-1 0,-1 0 0,-1-1 0,0-3 0,1-2 0,-1-4 66,0 11 0,0-6 0,-1-2 0,1 3 0,-1-2 0,0 3 0,0 0 0,0-5 1,0-10-1,0 10 0</inkml:trace>
  <inkml:trace contextRef="#ctx0" brushRef="#br0" timeOffset="17959.54">25563 13564 12557,'-6'-1'661,"1"0"90,5 1-180,27 40-425,-10-21-46,15 11 1,3-2-302,-1-15 245,-6-4 1,0-3-3213,5-9 3229,5-16 1,0-6-1163,-13 9 1,1-1 1103,0-4 1,3-3 0,-4 3-15,-3 1 0,0 0 16,12-8 1,2 2-6,-11 8 0,1 1 0,9-4 0,-1 2-6,-10 10 1,-1 3 5,11-3 135,1 1-124,-12-2 1,0-1 913,0-3 1,0-1-926,0 1 0,-1-1 16,0-8 1,-2 0-5,1-8-1106,-5 7 1,0 0 1082,1 0 11,-1 2 0,-12 20 268,23 2-234,-13 0-12,20-9 1,2-4-23,-4 0 1106,6-6 0,0-1-2597,-16 9 1,-2 0 1358,2-2 1,-1 1 0,1 0 0,-14 5 0</inkml:trace>
  <inkml:trace contextRef="#ctx0" brushRef="#br0" timeOffset="18158.54">27462 12826 19549,'0'43'-3047,"0"-7"2227,-2-27 1,1-4 0,1-1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6:19:19.094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00B050"/>
    </inkml:brush>
  </inkml:definitions>
  <inkml:trace contextRef="#ctx0" brushRef="#br0">2018 921 12703,'4'0'3276,"14"-5"-5736,-11-1 3121,13-6 1196,-10 0-1655,-1-4-782,1-20 1040,-5 13-214,0-13 112,-10 21-155,-16 5-153,-10 12 0,-4 8-39,-2 3 1,0 3-198,-5 2 0,4 3 169,9 1 0,7 3 6,8-1 0,9 3-51,14 9 0,10 2 39,-3-11 1,3 0 0,5 0-281,3-2 0,4 1 1,3 1-1,0-2 1,-5-2 298,3 0 0,-4-2 0,2 0 463,11 6 1,2 1 0,-16-1-337,-24 14 104,-24-25 0,-13-1 0,-5-2 1,4 0-4,7 1 0,2-1 0,-7 0-95,0-5 1,-7 0 0,-3 0-1,-3-1 1,0-2 0,3 0-1,4-1-115,-3-2 0,3-1 0,1-1 0,-2-2-19,-1 1 1,-2 0 0,0-2-1,3-1 1,6-3-329,-1-5 1,5-3 0,12-2-2945,24-27 1638,9 22 1,8 2 1637,9 9 1,7 4 0,-6 1 0,8 0 0,-11 2 0,-1 0 0</inkml:trace>
  <inkml:trace contextRef="#ctx0" brushRef="#br0" timeOffset="270">2471 1067 18787,'-6'46'3276,"5"-11"-3788,2 1 1,0 13 0,1 2 0,0-7 511,0 1 0,0-1-12,1-6 1,1 5 0,-1-1 0,0-5-97,-2 2 0,-2-7-3169,-4 1 2457,2-18 1,-2-23 0,2-9 0</inkml:trace>
  <inkml:trace contextRef="#ctx0" brushRef="#br0" timeOffset="388">2407 1394 16703,'43'4'-146,"0"-1"0,1 1 1,0-4-1,-6 2 1,2 9-1</inkml:trace>
  <inkml:trace contextRef="#ctx0" brushRef="#br0" timeOffset="2532">2930 1664 15728,'-3'-44'1092,"0"0"0,-15 4 0,-5 4-223,7 16 0,-3 5-841,-10 4 0,1 9-3305,-5 36 2877,19-1 1,3 3 695,0-7 1,1 0-325,3 6 0,6-4 50,18-6 23,30-21-928,-14-18 1,0-5 876,-2 5 1,-3-5-805,0-15 1,-8 0 988,-10 12 1655,-7 10-1845,-9 53 5,6 5 6,1-18 0,4-2 1055,15 5-1049,1-22 0,4-4 16,3-1 0,1-3-39,0-3 1,0-1 16,0-3 0,-2-2-1117,-5-6 0,-3-2 1430,7-11 72,-3 5-385,-21 16-22,-15 35 55,5-8-22,-5 13-44,12-21 111,0-7 12,5-2 2380,6-8-2414,10-9 0,3-2-56,14-8-51,-10 6 1,-2 2-73,3 7 918,8 38-504,-10-7-168,-6 0 1,4-1 33,14-4 0,5-5-113,-2-5 1,2-2-45,-10 1 0,1 0 0,0-4-723,2-8 1,-1-6 0,-5-2 772,-7-5 1,-3-3-103,5-4 0,-4-3 57,-13 3 1,-9 1-762,-13 2 0,-7 6 688,-24 13 57,14 3 0,0 4 761,1 12 1,2 8-762,1 9 0,5 4 772,9-11 0,2 0-773,-7 6 1,10-4-1911,35 0-83,15-39 1265,-14 4 1,0-2 921,0-8 0,-1-7-1275,-5-9 1,-2-6 0,-3-2-1,-2-1 1,-2-2 0,-1-2 314,0 7 0,0-1 1,-1 0-1,-1 0 796,-3-7 1,-2 1 0,-1 3 1073,-3 8 0,0 2 0,-3 6 1803,-9-9-465,-1 16-1698,2 40 0,0 21 0,1 0-978,3-5 0,2 0 1,-1 1 289,-1 8 1,0 2 0,1-2-4,1-8 0,2-2 0,4 0-113,7 2 1,5-1 0,4-4 155,12 1 0,6-3 444,-9-5 0,2-1 0,2-5-521,0-9 1,2-5-1,-1-3-520,0-4 0,-1-3 0,-1-3 300,11-8 0,-3-6 134,-12 1 1,-1-4 0,-5-2 78,-5-1 0,-4-3 0,-4 1 624,-5-8 0,-5 3-585,-3 6 0,-4 5-1310,-14 8 1574,-16 24-68,18 11 0,0 6-202,1-2 1,1 1 741,2 9 1,4 4-726,6 4 1,5 0-110,10-10 0,2-1 64,-6 3 1,7-5 56,19-14 0,6-13-141,-11-13 0,-1-6-84,7 1 1,-2-4-96,-2-17 1,-7-6 173,-7 7 0,-2 1 17,0 5 0,-3 6 156,-6 14 133,-4 43 0,-3 18-177,1-20 0,2 0-28,-1 20 0,10-7 162,33-22 830,-12-16 1,3-4-1077,15-8 0,0-9-1002,-16 1 0,-2-3 0,-1-1 822,6-6 1,-3-1 212,-6-1 1,-4-1-914,-2-9 1194,-9 18 1337,-4 12-1438,-8 24 45,0 11 217,1 0 1,0 0 2005,2 10-2185,7-5 1,9-1-95,20-8 0,10-6-124,-13-6 0,1-1 1,1-2-12,4 1 0,1-1 0,-2-3-1146,9-1 1,-3-7 674,-2-14 0,-4-6 315,-15 9 0,-3-4 107,1-7 1,-1-6-1,-12 2-611,-25 0 1,-8 3 843,14 2 1,-4 5 788,-24 13 1,0 13-738,9 20-147,11 1 1,3 4-62,10-6 0,4 0-11,-1-1 0,3-1 105,9 17-156,18-18-1602,16-12 235,-11-14 1,2-7-85,2-8 1,-1-8 1425,-13-1 0,-2-6 0,-2-3 0,-1-1 171,-1-2 0,-2-1 0,-1-1 0,-1-1-105,0 0 0,-2-1 1,0-1-1,-2 0 629,-1-1 0,-2-1 0,-1 2 0,-3 5 1002,-2-3 0,-3 4-1076,0-4 0,-2 16-207,-9 46 1,-4 27-1,4 1-292,8-16 1,3 0 0,4 6-477,2-3 0,4 6 0,1 4 0,2 1 0,0-1 0,1-2 0,1-7-407,0 1 1,2-5 0,1-1 0,3 1 409,5 4 0,5 2 1,1 0-1,-2-5 1,-4-8-1,12 7 0,-5-10 1</inkml:trace>
  <inkml:trace contextRef="#ctx0" brushRef="#br0" timeOffset="3223">6529 1206 17375,'0'-7'1092,"-11"27"0,-8 22 0,3-3-7,7-11 0,0 2-1741,-1 3 1,-3 8-1,-1 2 1,2-1 0,4-8-458,2 4 0,2-3 1851,-3 19 0,4-21-369,8-44-319,1-19 1,0-9 379,1-5 0,0-3-430,-2 9 0,1-2 0,1-1-6,0 2 0,0-2 1,1 0-1,-1 5-1128,2-7 0,0 2 1070,-1 1 1,2-1-1,0 12-81,2 18 195,5 35 1,2 15 5,1-3 0,2 3-37,-6-9 1,2 4-1,2 0 1,1-1-4,4 0 1,3 0 0,0-1 0,-3-4-204,7 7 0,0-4 261,-5-7 1,2-3 0,-6-12 2176,-5-24-2210,-7-9 0,-2-9 0,-2-1 259,-1-3 1,-1-2 0,-1-1-310,1 6 1,0-1 0,0-1-1,-2 1-831,-1-10 0,-1 0 1,-1 9-2438,-2 1 0,-3 45 2896,3 24 0,1 6 1,-1-9-1,0-2 0,2-3 1,0 0-1</inkml:trace>
  <inkml:trace contextRef="#ctx0" brushRef="#br0" timeOffset="3849">7388 1270 9318,'-34'23'553,"1"-1"1,-1 1-1,4-3 1,0 0 0,10 3-549,11 13 1,12 0 55,7-12 1,3-2 617,0 6 0,4-4-679,7-12 0,5-9-164,7-9 0,0-10 182,-11-1 1,0-5 0,-1 0 9,9-5 0,-8-6 31,-17-10 1,-11-8 0,-8 9 299,-12 15 0,-8 5 248,6-7 0,-1-1 1,-3 13-482,-4 20 1,-1 12 0,6 5 716,9 11 0,6 6-854,-6 0 0,9 0-618,18-6 0,9 0 0,6-7 636,8-9 1,6-7-1,0 0-7,6 5 0,1-3 642,-7-8 1,0-3 0,-2-5-834,1-11 1,-5-4-865,-8 2 0,-1-1 1049,4-7 1,-5-1 5,-5-16 458,-9 3-178,-19-1 2371,-21 27-2640,-1 28-1052,14 15 0,7 9 1046,13-1 1,6 1-6,0 1 0,6-3 1134,3-11 1,4-5-1158,0-3 1,1-3-1617,6-3 1,0-2-1,-3-1 1,0-2 982,4-7 1,-4-3-1,-7 0 1,-3-5 0</inkml:trace>
  <inkml:trace contextRef="#ctx0" brushRef="#br0" timeOffset="4918">8048 1322 20692,'-16'42'280,"-1"-1"0,3-6 0,3-2-274,9-4 0,2-2-6,0 4 336,16-26-314,1-15-22,16-15-1639,-5-9 1,-1-5 1100,-8 13 1,0 0 553,5-8 1,-3 4 932,-6 6-937,-12 33 115,-5 21-3,1 4-79,-1 11 33,1-16-44,1 2 44,5-13-55,3-2 134,9-12-124,11-13 1,4-7-426,0-1 0,1-1 386,8-5 0,-1-1 17,-8 2 1,-2 1-926,-10 5 0,-2 3 690,1 1 2085,-3 9-1323,-6 43-1223,10-17 1,6-1 763,-5 3 0,3-2 198,14-4 0,2-7-266,-9-8 0,1-2 1011,1 0 1,1-2-1023,-3-2 0,2-2 0,-1-2 39,9-5 0,-2-4 6,2-5 0,-7-6-1078,-17-4 1,-12-1 998,-17 9 1,-8 4 1065,-13 4 0,-4 9-1058,7 12 0,-1 7 0,2 1-62,-2 6 1,4 2 70,3 2 0,8 1 51,15 4-23,12-17-163,11-8 1,5-5-40,0-5 1,1-3-849,12-2 1,-2-2 1038,-12-1 0,-3-1 441,9-8-564,-14 16 336,4 32-191,-4-7 45,3 9 1,4-1 888,6-15 0,2-4-928,-3 3 0,2-6 1,1-14 1,4-7 0,-6-5 26,-4-14 1,-5-4-57,-1 8 0,0-1 0,-4-1-197,-5 0 1,-4-2 0,-1-2 207,-2-7 0,-2-4 0,-1-1 1,-1 5-602,-1 7 0,0 3 1,-1-3 645,0-4 0,1-5 0,-2 3 0,-2 8 392,-10-8-1346,-18 64 1088,20 13 1,4 12-1,1 0 294,-4-10 1,1 1 0,4 4-465,6-4 1,3 4-1,2 4 1,2 0 0,1-2-1,0-5-216,3-1 0,1-3 0,2-2 0,1 2-264,1 7 1,3 1-1,-1-1 1,0-4-634,2-2 1,-1-3 0,-1-4 1030,-2-4 0,-2-3 0,2 3 0,-6-11 0</inkml:trace>
  <inkml:trace contextRef="#ctx0" brushRef="#br0" timeOffset="5653">4370 2039 20513,'-40'3'313,"8"0"662,69-3-2167,-14 0 0,5 0 1405,9-2 0,7 0 0,6-1 0,3 0-170,-14 1 1,2 0-1,3 0 1,2 0-1,1-1 1,2 1-1,0-1 1,0 1 0,0 0-256,-8 0 1,0 0-1,1 0 1,1 1-1,0-1 1,0 0-1,1 0 1,-1 1 0,1-1-1,0 0 1,1 1-1,-1-1 209,-2 0 0,1 1 1,-1-1-1,0 0 1,1 0-1,-1 1 1,1-1-1,1 0 1,0 1-1,0-1 1,1 1-1,1-1 1,1 1-1,-6 0 1,2 1-1,0-1 1,1 0-1,1 1 1,1-1-1,-1 0 1,2 1-1,-1 0 1,0-1-1,0 1 1,0 0-1,-1 0 1,0-1-1,-1 1 1,-1 1-1,-1-1 1,-1 0-74,8 0 1,-2 1-1,-1 0 1,0 0-1,-2 0 1,0 0-1,0 0 1,0 0-1,1 0 1,0 0-1,0 0 1,2 0 71,-2 0 1,2 0 0,0-1 0,0 1 0,2-1-1,-1 1 1,1-1 0,-1 1 0,0 0 0,-1-1 0,-1 1-1,-1 0 1,-2 0 0,-1 0-31,8 1 0,-1 0 1,-3 0-1,0 0 1,-2 1-1,1-1 1,-1 1-1,0-1 0,1 0 73,-1 0 1,2 0 0,1 0 0,-1 0 0,-1 0 0,0 0 0,-3 0 0,-3 0 0,-2-1 169,10 2 1,-6-1-1,-1 0 1,4 0-85,-2 1 0,8 1 0,0 0 1,-3-2-1,-12-2 0,-15-4 2329,-17-6-2397,-3 6-214,0-7-807,4 7-570,4 2-1743,6-1 2913,5-1 1,-8 2-1,1-2 1</inkml:trace>
  <inkml:trace contextRef="#ctx0" brushRef="#br0" timeOffset="8019">14277 859 14831,'0'-9'1794,"0"1"-1772,-2 8 549,-5 7-1924,-14 12 1,-8 4 1727,-5 4 1,-2 3-371,7-7 0,-1 2 0,-1-1 32,0 0 0,0-1 1,1-1-105,-4 3 1,-2 1 74,9-5 1,-4 2-1,1 1 1,1 0 9,-3 3 1,2 0 0,-1 0-31,-3 2 1,-1 0 0,5-2-883,3 0 0,7-6 927,8-8-66,10-10 1664,2-3-4908,25-21 0,-9 5 2621,3-2 1,-1 1-1,-5 4 1,-3 2 0</inkml:trace>
  <inkml:trace contextRef="#ctx0" brushRef="#br0" timeOffset="8574">13735 810 10460,'-2'-18'2543,"0"3"-52,1 15-2301,0 2 1182,0 3-397,12 23-415,8 10-213,-1-5 1,3 4-865,-5-10 0,0 0 0,2 2 612,0 1 1,0 3-1,1-1 1,-2-1-74,0-1 0,-1-2 1,0 2-242,2 2 0,0 2 0,1-1 0,-3-4 370,0 1 0,-1-3-96,2 2 1,-2-3 56,-1-1 112,-12-22-267,-2-1 66,1-2-3300,3 0 3199,-3-2 0,3 1 0,-4-1 0</inkml:trace>
  <inkml:trace contextRef="#ctx0" brushRef="#br0" timeOffset="9613">15742 1252 14383,'-22'-12'3205,"6"2"-2959,13 8-246,3 2-3277,13-3 2976,20 0 413,7-1-610,-2 2 1,5 1 684,-1 0 0,2 1 0,0 0-375,-7 0 1,-1 0 0,3-1 215,-4 1 0,1 0 0,2 0 0,3 1-196,-4 0 1,3 1 0,3-1 0,-2 1 0,0 0 0,-4 0 167,-1-1 0,-2 0 0,-1 1 0,6-1 1,-1 1 1,4 0 0,4 0-1,0 1 1,1-1 0,-1 1-1,-2-1 0,0 0 1,0 1 0,-1-1 0,-2 0 0,0 0 0,-1 0-2,7 1 0,-2-1 0,-1 0 0,2 0 247,-4 0 1,1 0 0,1 0 0,-2 0-1,-4-1-217,3 0 0,-5-1 0,1-1 5,4-1 0,-1-2 1,1 1-25,-3 1 0,1 1 0,0-2 11,7-1 1,0-2-1,-6 2-22,-11 1 0,-2 1 28,5-1 0,-4 1 750,-8 1-610,-18 1-1042,-2 0-2403,-2-6 2457,-1-1 1,0-1 0,0 2 0</inkml:trace>
  <inkml:trace contextRef="#ctx0" brushRef="#br0" timeOffset="10437">18070 1003 9898,'-4'-2'3276,"0"0"0,-6-4-2164,8 4-65,-8-4-710,10 6 494,0 0-495,4 4-2734,22 11 2465,-5-2 23,18 9 190,-12-8-230,-2-1 0,3 1-11,2 1 1,1 1-40,-2-2 0,1 1 44,8 1 1,-3-2-67,4 0 22,-1-1-11,-15-6 100,-19-5-89,-1-1 0,-2 0 23,-1 0 3253,0 6-2903,0-2-205,-7 7 12,-12 6-34,-3 0 5,-3 1 0,-4 3-436,2-2 1,-3 1 0,1-1 368,-6 6 0,-1 0-73,5-5 0,0 2 0,3-2 34,6-3 0,3-1-1485,-3 3 1,3-1 1383,-5 6 56,2-2 0,19-17 101,1-4 777,1-1-4155,14-1 2457,3-4 1,2 4 0,-4-4 0</inkml:trace>
  <inkml:trace contextRef="#ctx0" brushRef="#br0" timeOffset="11760">19953 1074 11291,'-3'-2'3276,"-17"0"-1980,11 5 127,-15 1-852,15 0 1155,-7 0-1177,-3-13-348,3 2-3425,-7-19 3347,15 4 1,2-2-96,-1-1 0,4-1-1168,9-9 0,5 1 1140,4 0 0,21 7-67,5 32-261,-20 9 1,1 2 349,0-5 1,0 1-1,7 15 1,0 0 55,10-6-39,-10-6 1,4-4 10,7-8 1,-1-6-18,-14 1 1,-2-2-34,9-3 0,-3-2 0,-11-7-884,0-2 895,3-5 79,-11 10-90,2-1 1483,-12 13-1483,0 5-1517,-6 7 1595,-5 10 17,-7 7 1,-3 2 55,2-4 0,0 1 410,0-2 1,-1 3 0,0-2-506,-4 6 0,-2 0 33,1-2 1,-3 3 0,1 0-183,-1-1 0,0-1 1,-1 2 131,5-6 0,0 2 1,-1-1-1,2-2-28,-3 2 0,1-1 1,2-3 161,0 1 1,3-4 2137,2-2-2266,14-20-2031,16-37 1907,-2 12 68,0 0 0,2 1 491,4 1-559,5 2 2247,-7 12-2168,4 2-1107,3 15 1,2 4 1106,4 0 0,1 3 0,0 0 2269,3 1-2253,3-7 1,3-1-1118,-13-3 1,0-1 1122,14 1 1,0-3-23,3-7-753,-10-4 0,-1-4 518,-7-4 0,-2-1 125,2 1 0,-3-1-3167,-2-21 2457,-27 19 1,7 6 0,-8 5 0</inkml:trace>
  <inkml:trace contextRef="#ctx0" brushRef="#br0" timeOffset="12190">19951 1222 11302,'-4'-2'3276,"-2"-2"-1913,5 3-713,-2-1 1916,3 0-1961,0 1 45,8-4-404,2 1-3032,34-6 2886,-13 5-38,3 0 0,4 0-51,-8 2 0,1 1-1168,8-1 1,0 0 1128,-8 2 0,-2 0 28,-3 0 0,-4 0-101,3 1-3176,3 0 3800,-9 0 1,-2 0-1,-11 0 1</inkml:trace>
  <inkml:trace contextRef="#ctx0" brushRef="#br0" timeOffset="13725">12819 2118 6326,'-12'-26'1638,"0"0"0,-27 23-546,23 30 0,5 16 0,0-1-527,0-11 0,0-2 0,1 3-58,-2 14 0,0 2 1,4-6-508,5-12 0,2-2 360,-1 13 1,1-1-361,1-2 1029,-1-10 1,2-5-1030,0-20-34,1-4-135,2-9 1227,0-8-1372,0-13-504,1-10-2,-2 8 1,0-9 0,0-3 0,0 5 462,1 6 1,0 3 0,-1-3 300,1-7 0,0-3 1,-1 0-1,2 8 67,0 3 1,1 6-1403,8-5 1873,18 13 43,-9 11 0,3 5-464,0 3 1,1 4 145,1 1 0,0 4-33,0 6 0,-4 3 575,7 10-575,-12-1 0,-7 2 2239,-18 5-2318,-10-4 1,-6-1-964,2-12 1,-3-2 884,-8 5 0,0-1-17,8-7 0,-1-2 631,-14 4 1,1-2-576,14-5 0,0-1-40,-7 2 1,8-2-241,21-6 224,27-1-22,3 0 100,8 1-673,-13 8 1,1 1 1355,8 3-514,-7 0 0,0 1 1601,7 0-1512,-2-3 0,2 2-297,-2-1 1,0 0 538,0-1 1,0 2-568,-4 0 1,-4 0-35,-9-2-33,1 1-11,-11-7-2050,-2-4-677,0 0-483,3 0 2457,1-7 1,-2 5 0,-1-4 0</inkml:trace>
  <inkml:trace contextRef="#ctx0" brushRef="#br0" timeOffset="13894">13595 2407 21163,'-4'-8'-236,"-5"-1"1,18 14 0</inkml:trace>
  <inkml:trace contextRef="#ctx0" brushRef="#br0" timeOffset="14428">13904 2158 16255,'-5'-4'3276,"1"1"-2466,8 24 1,6 13-526,1-10 1,2 2-1379,2 10 1,2 5 0,-1-3 901,6 1 1,-1-4 229,-1 0 0,-2-4 877,3 3-423,-8-18-89,-7-7 290,1-4 102,-5-7-578,8-21 1,3-10 1009,-2 3 0,1-2-1217,-1 3 0,0-2 1,1-1-966,1-7 0,-1-1 0,-1 3 993,-2 5 1,0 2-921,2-9 0,-2 4 881,-4 12-157,-4 17-1120,-1 15-942,0 2-1058,0 16 2457,1-12 1,-1 0 0,1-11 0</inkml:trace>
  <inkml:trace contextRef="#ctx0" brushRef="#br0" timeOffset="15795">19994 2206 5773,'30'-17'819,"1"1"0,-1-1 0,12-5 0,-7 3 285,-14 5-600,-10 8 1388,-1-1-1769,-10 6-680,-6 1 557,-4 2 429,-12 7 0,-4 2-407,-5 4 1007,3 0 1,1 1-952,-5 11-459,10 12 404,3-6 2872,19 5-2895,13-17-1117,13 1 1,4 0 1116,-9-7 0,0-2 5,14 9 1,2 1-1090,0-3 1,-2-1 1072,-11 0 0,-1-1 164,8 1 0,-11-1-19,-32 2 0,-13-2-52,-9-7 1,-6-3 10,8 0 0,-2-1 1,0 0 511,2-2 0,-1-1 1,-1 0-472,-6-2 0,0-1 1,4 0-124,2 0 0,2-1-11,-16 0 0,7-4 0,21-3-2762,32-33 1669,9 20 1,7-1 0,-1 0-547,4-11 1,2 1 1091,2 6 1,2 1 0,-6 4 0,1-2 0,-8 6 0</inkml:trace>
  <inkml:trace contextRef="#ctx0" brushRef="#br0" timeOffset="16015">20431 2139 13768,'18'40'645,"0"-1"0,0 1 1,-2-8-1,0-1 0,-4-2-2284,-6 0 1,-1-1 413,7 4 0,1-3-1120,2 4 2345,-4-10 0,-1-4 0,-4-12 0,-5-7 0</inkml:trace>
  <inkml:trace contextRef="#ctx0" brushRef="#br0" timeOffset="16162">20508 2372 15538,'37'-9'-10,"-1"-1"0,1 1 1,-8-4-1,-2 3 1,2 10-1,-1 0 1</inkml:trace>
  <inkml:trace contextRef="#ctx0" brushRef="#br0" timeOffset="17195">21135 2423 12007,'5'-5'1760,"-2"1"-860,-3 4-721,-33-45-1117,1 33 960,7-13 1,-1 4 134,-14 26-1345,15 9 0,2 3 1188,-1 4 0,4-3 0,6 1-1108,22 2 385,16-19 1,4-4-320,8 5 901,-4-9 1,0-5-1306,-4-6 1861,-12 7-303,-3 1 1902,-12 15-1487,-1 34 1052,11-11-1479,1 16-2256,24-32 2178,-10-20 1,0-4-57,14-7 34,-15 0 0,-4-3 0,-6-13 0,-8-8 0,-3-7-293,-3 16 0,-1-1 0,-1 0 357,1 1 0,0 0 0,-3 2 344,-5-8 1,-2 16-45,-1 42 1,1 12-7,-6 10-295,9-10 1,1 6 0,6-2-20,13 7 1,4-4-40,-8-6 1,3-2 888,8 2 1,5-7-772,15-13-1000,4-14 911,-1-8-46,-4-14-306,-25-5 1,-3-2 373,2-11 901,-6 9 0,-3 13-643,-13 49-506,6-5 282,-2 8 0,1 0-90,3-2 1206,4 3-1195,2-14 67,5 1 68,5-16-135,2-2 34,14-17-1956,-5-1 1911,-3-6 0,1-5-759,-3 1 1,0-1 780,-1 2 1,0-1 735,-2 3 1,-1 3-916,5 4 90,-6 24 179,2 17 1055,-10-4 1,0 3-1129,3 4 1,0-2-40,0 9 3276,2-5-3115,-29-20-3438,-17-5 2457,-8-1 1,7-4 0,16 0 0</inkml:trace>
  <inkml:trace contextRef="#ctx0" brushRef="#br0" timeOffset="17378">21088 2326 9823,'42'-18'-410,"0"1"0,-1 0 1,0 0-1,-2 0 1,-5 5-1,3 2 0,-7 0 1</inkml:trace>
  <inkml:trace contextRef="#ctx0" brushRef="#br0" timeOffset="17511">21733 2062 14370,'-1'-6'3276,"-10"-11"-4781,14 13 1505,-5-9 0,9 13 0,-2 0 0</inkml:trace>
  <inkml:trace contextRef="#ctx0" brushRef="#br0" timeOffset="22880">7041 4008 20781,'-14'-17'90,"15"5"-3367,25 22 2164,5-3 0,3-1 1130,-10 2 0,2-2-365,10-1 0,4-1 0,-3-2 348,-7-1 0,0-1 17,12-2 0,0-3 39,1-5 1032,-13-7-1088,-3-3-1405,-3-1 1427,-7 0 1,-2 0-12,1-4 1708,4-10-1092,-17 26-392,-5 15-235,-9 12 11,-9 20 11,6-15 1,-3 4 19,-1 1 0,-4 4 0,-1 1 1,1-2 235,-6 6 1,1-2-1,-2 2-270,4-4 1,0 0-1,-1 1 1,-1-1-427,-2 0 0,-3 1 1,2-3-1,4-5 418,3-3 0,1-2 33,-14 15 1,7-9 1726,25-23-953,2-17-841,4-10 1,2-3 10,2-11-89,2 4 0,1 4 112,4 15 45,5 9 95,-1 20 0,2 7 0,6 3 0,1 1 677,1-1 1,1 1-822,1-6 1,3 0-1,-1-4 1319,5-6 0,0-3-1388,0 5 0,0-3-1566,2-10 1,-5-6 1238,-9-18 1,2 8 0,-20-4 0</inkml:trace>
  <inkml:trace contextRef="#ctx0" brushRef="#br0" timeOffset="23148">7109 4264 15605,'-5'1'2028,"2"0"-1624,3-1-214,62-4-1829,-37 1 1,1 1-1,19-2 1,0 1-1,-15 0 1,-3 0 818,13-2 1,-18 3 0,-5 0 0</inkml:trace>
  <inkml:trace contextRef="#ctx0" brushRef="#br0" timeOffset="23536">8432 4319 15627,'-6'0'1009,"1"0"-180,5 0-661,38 0-90,-16 0-78,3 0 0,2 0-78,9 1-3199,-6 4 2764,-3 1 0,-14 0 1,-10-2-1</inkml:trace>
  <inkml:trace contextRef="#ctx0" brushRef="#br0" timeOffset="23667">8500 4461 14656,'-5'1'2443,"2"0"-2990,39-3 1,16-3 0,-31 3 0,23-2 0,0 0 0</inkml:trace>
  <inkml:trace contextRef="#ctx0" brushRef="#br0" timeOffset="25234">10748 4233 11011,'0'3'1860,"0"0"213,0 0-1826,1-2 1803,0 3-1501,2-4 45,5-3-168,-1-4-135,1-3 583,-14-20-840,-11 17 5,-5 0 0,-4 3-39,0 11 0,-2 5-6,-8 4 1,0 5-1088,9 5 1,2 5 0,2-2 1085,1-1 0,2 0 7,-3 10 0,7-2-2258,12-5 2303,20-3 0,-1-7-45,17-5-1517,14-13 1511,-10-6 1,3-4-483,-1 0 1,-1-1-202,1-3 0,-2-4-950,-3-10 1,-5-4 679,-14 14 1,-2-1 0,7-14 0,-2-2-31,-9 12 1,-2 0 881,2-14 1,-1-2 1557,-2 3 1,-2 1-432,1 0 0,-2 2-135,-4 8 0,-3 6 953,-6 11-975,1 17 351,3 14 1,3 6-733,2-4 0,0 2-393,1 16 0,-1 6 1,1-5 38,0-5 1,1-2-81,0 3 1,-1 3 0,3-5 502,0-8 1,5-1-496,12 10 0,5-1 421,-8-15 1,3-2-445,10 9 1,3-6 0,8-11-893,-10-6 0,2-4 898,7-10 0,1-5 0,-1 0 1,-2-6-22,-12-6 1,-2-5 0,-4 2 3,-4 4 1,-4 2 48,-6-10 0,-6 6-26,-9 19-672,-31 9 593,13 12 51,4-3 0,2 3 1522,-1 17-1556,10 6 1,5 2-18,6-11 0,3 0 1129,-1 10 0,6-3-2479,22-9 1,7-8-256,-5-8 1,2-3-1,7 5 1,-1-4 1014,-7-9 1,-3-1 0,-6 2 0,-6-6 0</inkml:trace>
  <inkml:trace contextRef="#ctx0" brushRef="#br0" timeOffset="25649">11602 4261 19190,'-3'3'953,"8"22"-2592,1-1 1,2 2 821,1 0 1,1 0 1520,-1 0 1,4-1-644,17 8 1,4-6-39,7-14-700,4-13 1,-2-10 676,-23-9 0,-5-6-115,6-11 0,-4-2 115,-9 15 0,-1 1 44,4-4 1,-2 2-45,0-1 23,2 23 128,-10 23 0,-5 10-112,4 0 1,-1 1-40,0 7 0,-1-1-1639,2-11 1,-1-2-1639,1 3 3306,3-13 0,-2-16 1,2-1-1</inkml:trace>
  <inkml:trace contextRef="#ctx0" brushRef="#br0" timeOffset="25803">12056 3995 19527,'-7'40'-1005,"-5"-22"0,24 7 1</inkml:trace>
  <inkml:trace contextRef="#ctx0" brushRef="#br0" timeOffset="27100">12419 4348 15639,'12'-35'1092,"-1"0"0,-3 11 0,-4 2-469,-13-10-3900,-34 25 2404,16 17 1,1 5 883,-1-7 1,2 4-596,0 20 1,7 4 549,13 2 1100,7 6-1133,12-25-1427,16-14 1494,6-14-56,0-4 1572,-5-10-1471,-9-10 2291,-12 16-2347,0-2-2269,-16 51 2302,3-1-22,-3 15 23,9-13 122,11-22-1583,19-13 1438,1-13 22,-12 2 1,-1-6-50,-4-5 1,-1-6 0,-2-2-12,-2 0 1,-2-2 0,0-1 37,2-5 0,1-1 0,-3 0 0,-4 5 0,-3 0 0,0 1 78,0-8 1,-3 5-79,-3 2 1495,-4 12-1495,-5 52-759,6-7 1,0 4 864,-1 13 0,2 4-22,2 2 0,0-1-84,0 0 0,3 1 11,5-8 1,3 0-1,2-4-22,2-5 0,4-3-485,8 7 0,3-5 596,12-9 915,1-18-1060,-15-13 0,-2-7 11,-6-4 1,-2-1 808,4 1 1,-3 0-676,-6-19 2023,-19 63-2123,2-2 17,-1 15 0,1 3 28,1 5-79,2 6-762,19-23 863,25-27-22,0-3-64,-10-9 0,4-6 1,-6 3-337,7-9 355,-6 0 0,-5 10-112,-19 20 78,-4 20 2806,-1 1-2772,6 22-131,16-24 142,3 4 90,14-17-1398,-8-11 0,0-6 1342,-4-12 0,-1-5-40,2 7 1,-3-3 194,-8-11 1,-7 0-168,-13-4-1904,-22-3 1915,0 17-66,4 12 0,-1 3 732,-12 5-772,2 19 1,2 6 870,-4 3-854,8 3 1,5 1-147,13 4-1448,15-8 1,7-3-1,5-8 1,5-4 1169,17 6 1,2-4 0,-17-10 0,-2-1 0,2-3 0,-1 1 0</inkml:trace>
  <inkml:trace contextRef="#ctx0" brushRef="#br0" timeOffset="27319">13718 4238 20528,'23'-5'985,"1"4"-4262,3 15 1852,-3-3 2420,7-1-984,-6-7 988,2-2-1010,13-1-48,-16-4 0,-1-2-3218,15-11 2457,-10-6 1,-22 7 0,-6 6 0</inkml:trace>
  <inkml:trace contextRef="#ctx0" brushRef="#br0" timeOffset="27500">12686 3989 10439,'-26'0'-482,"-1"0"0,36 0-2795,29-1 3157,7-2 0,0-1 0,-3 2 0,-7-5 0</inkml:trace>
  <inkml:trace contextRef="#ctx0" brushRef="#br0" timeOffset="27621">13311 3899 11284,'-6'0'190,"1"0"271,8 3 1,-3-2 0,2 2 0</inkml:trace>
  <inkml:trace contextRef="#ctx0" brushRef="#br0" timeOffset="28702">15235 4078 8545,'-41'16'997,"-1"1"0,4-2 1,6 4-903,15 4 0,6 2-28,-4 12 104,7-13 1,2-1-161,5 2 1071,10-5-1060,5-7 518,21-12 1,5-5-541,0-5 5,1 1 1,-5-5 95,-14-10-28,-13-3 0,-4-1 569,-2-6-547,-4 6 1,-4 3 184,-8 6-190,-5 8-1046,-1 4 956,-1 11-11,2 12 0,2 5-34,-2 5 349,4 4 0,6 1-338,13-6-374,16-9 1,5-2 273,13-6-68,-5-6 1,3-7-345,-7-7 1,1-7 0,-2-2 317,-2-2 0,-1-2 1,0-2 201,1-2 1,1-3 0,-1-2 0,-3-1 58,-4-3 1,-3-1-1,-2-1 1,-1 3 500,-1-1 0,-1 3 0,-3 0-366,3-15 0,-10 16-134,-9 33-52,-1 22 1,0 19-1,0-2 186,1 2 1,1 2-153,0-9 1,1 3 0,-1 2 0,2 2 14,2-1 1,2 2-1,0 1 1,0 1-1,0 1-31,-1-3 0,0 1 0,-1 0 0,1 1 0,-1 0 0,1-1 234,0 0 0,-1-1 1,1 0-1,-1 0 0,0-1 1,-1 1-235,-1 2 0,1 1 0,-2 1 0,0-3 0,-1-2 0,-2-6-17,-5 4 1,-1-6 0,-1-2 453,-3 11 0,-2-6 745,-1-15 0,-1-11-935,-6-29-68,6-11 0,-1-12 0,2 2-172,8 11 1,1 0 0,0-3 22,-3-4 1,-2-4 0,2-2 0,6-1-443,7 5 0,4-4 1,3 1-1,2 1 1,2 3 392,6-3 0,3 3 1,2-1 79,-4-3 1,0-3-1,3 3 1,8 9-882,10 11 1,7 9 0,3 5 0,-2-1 560,-8 2 0,-1 1 0,-1 2 0,1-1 0,10-1 1,1 1-1,-5 0 0,0 1 0,-1 0 0</inkml:trace>
  <inkml:trace contextRef="#ctx0" brushRef="#br0" timeOffset="28967">16914 3793 16748,'0'-3'1882,"0"0"-1651,-16 21 1,-14 22 0,1-1-83,9-11 1,2 0 0,-2 2-964,-4 3 1,-3 3-1,0 1 1,2-2 824,-2 4 0,3 0 0,2-6-468,3-5 0,1-3 457,-3 4 0,2-3-202,1-5-1154,7-10-1921,5-10 2510,4-33 0,1 19 1,2-19-1</inkml:trace>
  <inkml:trace contextRef="#ctx0" brushRef="#br0" timeOffset="29175">16552 3871 18709,'18'37'655,"-1"0"0,0 0 1,-3-7-1,0-1 0,1-1-288,8 12 1,3-2-368,2-2 0,3-2-1639,-1-4 1,1 0-1,-1-1 1,-1-2-1,-5-7 1,-3-4 1030,3-4 0,-13-6 1,-3-5-1</inkml:trace>
  <inkml:trace contextRef="#ctx0" brushRef="#br0" timeOffset="30335">18644 4446 13674,'19'-24'239,"-1"-1"0,5-6 0,-1-3-825,-4 2 1,-2-1 585,0-3 0,-1 0-6,-3-6 1,-3-1 758,-5 9 0,-1-1-753,-1 3 0,-1-1 0,-1 1 215,-1-6 1,-2 2-65,2 1 1,-1 4-51,-4 3-839,-5 46 749,2 12 0,2 7 179,-1 0 1,1 3 0,0 1-132,1 1 1,-1 0 0,1 1-278,2-8 1,0 1-1,0-1 1,0-1 228,1 2 0,-1-1 1,0 4-88,1-3 0,0 3 1,0 3-1,0 1 1,0-1-1,0-1 67,0 2 0,0-1 0,1-1 0,-1 1 0,1 1 193,-1-1 0,1 1 1,-1 2-1,1-2 0,0-1 1,0-2-185,0 4 0,0-3 0,1-1 0,1-3-45,2 0 0,0-2 0,3-3 62,5 4 0,2-3 0,-1-3 0,4-6 117,22-9-220,-12-34 0,0-16 0,-4-2 89,-9 7 1,-4-2 0,2-1 378,3 0 1,3-2-1,-3-1 1,-9-2-316,-11-1 0,-10-5 1,-4 1-1,-3 2 1,1 5-455,-4-1 0,-1 5 0,-3-1 418,7 4 0,-1-3 1,-1 0-1,0 3 1,0 5-6,-9 1 0,0 6 0,6 4-71,-4-2 1395,-6-1-1439,74 8-235,-7 0 0,5-2 0,-1 1 279,9-3 0,3-3-293,-10 1 0,6-4 0,0-2 0,-1 1 0,-8 1 326,5-7 1,-4-1 11,3 1 0,3-1 0,-14 0 575,-21-15-496,-25 27-79,-3 0 5,5 35 1,4 10 16,7 13 391,3-8 0,7 0-419,25 0 1,8-7 797,-10-14 0,1-3-792,10 7 0,0-4-1639,-8-10 1,-3-6 926,6-16 1,-3 12 0,-12-12 0</inkml:trace>
  <inkml:trace contextRef="#ctx0" brushRef="#br0" timeOffset="30712">19400 4283 20793,'-9'34'56,"0"1"0,0 0 0,0 6 0,9-6-1695,12-13 1,7-8-655,26-12 1692,-21-14 0,-3-4 456,11-18 633,-21 9 0,-4-1-544,-7-15-686,-8 14 1,-5 1 797,-3 6 0,-2 3 340,-2-1 1,-3 4-419,-22 3-17,14 33 0,4 10-51,14-10 0,1 2-582,-8 14 0,8 1 655,16-14 0,7-3 1227,18 5-2303,6-17 1,10-4 0,-3-2 623,-8-3 1,0-1 0,3 2 0,3 0 0,-9-3 0,-9-9 0</inkml:trace>
  <inkml:trace contextRef="#ctx0" brushRef="#br0" timeOffset="31240">19807 4273 18194,'-14'34'493,"0"0"0,5-7 0,1-1-482,2 2 0,2-1-3288,4 1 1353,32-40 1924,-8-3-363,-1-4 0,3-7 0,-3 3 368,-5 4 1,-1 0 538,4-8 1,-2 5-545,-8 18 426,-8 42-359,-2-8-6,-1-5 1,2 0-96,4 4 158,0-15 44,7 1-156,3-21 16,8-12 0,0-5 2177,8-9-2183,-1-2 1,-2 3-2305,-7 9 2282,-2 11 12,-12 26 44,-4 13-96,2-3 1,3 1-264,16 11-941,-9-14 1,4-4 997,19-8 0,1-6 0,-8-2 1,-6-2-1,1-1 0</inkml:trace>
  <inkml:trace contextRef="#ctx0" brushRef="#br0" timeOffset="31921">21182 4091 19101,'-7'30'605,"-1"1"0,1-1 0,-3 6 0,4-3-605,13 6 23,3-20-3300,24-2 2448,12-12 823,-18-6 1,0-3 395,0-3 1,1-7-698,-1-10 1,0-7 0,-2-3-634,-4-3 1,-3-1 0,1-2 852,-1 6 0,0 0 1,-1-2-1,-2-2-239,-5-1 0,-3-4 1,-1 0-1,-2 1 0,0 5 464,0 2 0,-2 3 1,-1 0-1,0-12 0,-1-1 0,-4 13-149,-6 18-34,-8 35 67,6-2 1,2 5 51,-1 11 1,1 7 0,2-2 14,-1 1 1,2 1-45,0 1 0,1 4 0,2-5-28,2-5 0,5 0-25,8 3 1,4 4-1,-1-5 25,-4-8 0,3-1 541,5 2 0,4 1 0,-1-10-502,5-15-764,1-23 0,-2-8 741,0-7-33,-6-3 0,-2-2 758,-11 11 1,-2 0-759,1-13 0,-2 0 1951,2-5-1968,-4 12 1,1 11-2469,1 26 2485,9 25 1080,-2-8 0,1 3-1086,5 4 1,1 0-1098,0-3 1,-2-2 1125,9 11 151,-12-13-208,-11-15 34,-38-3 0,27-3 0,-27-2 0</inkml:trace>
  <inkml:trace contextRef="#ctx0" brushRef="#br0" timeOffset="32088">21488 3937 8175,'37'-6'-547,"0"1"1,0-1 0,0 0 0,2-1 0,-2 0 0,-2 1-110,3-2 1,-6 1-1,-8 1 1,-10-2 0</inkml:trace>
  <inkml:trace contextRef="#ctx0" brushRef="#br0" timeOffset="32288">20950 3618 16154,'-5'6'0,"1"-2"0</inkml:trace>
  <inkml:trace contextRef="#ctx0" brushRef="#br0" timeOffset="34188">23293 4057 18328,'16'-32'1042,"10"28"-2681,-12 21 1,-2 7 945,2 0 0,-2 0 782,-2 2 1,-2 0-1,-4 1 1,-1-3-90,0 3 1484,-1 4-1361,-1-26 550,10-17-848,13-22 175,-10 14 0,1 0 0,4-9 0,1-3-665,0 2 0,0-2 0,-1 4 631,2 0 0,0 1-56,3-14 1,-1 15 99,4 57 40,-21-9 1,-2 3-29,4 10 1,0 1-29,0 1 1,3-5 105,12-2 745,4 2-700,9-44 1,4-16 628,-13 4 1,-2-2-764,0 2 0,2-1 0,-4-1 56,0-7 1,-5 2 593,-4 4-672,-3 12 22,-9 38 1,-2 13-29,6-13 0,1 2 17,-4 14 0,6-1 22,18-11 1,7-7 104,-7-11 1,2-3-196,7 3 1,3-5-415,-1-11 0,3-7 1,-6 0 442,-10 3 0,-1-3 31,5 0 1,3-4-1,-6 0-642,-8-5 1,-3-3 738,2-8 1,0-1-23,-4 11 0,-4 0 196,-3-4 0,-9 9-218,-32 36-11,-3 4-713,9 4 0,2 6 751,11 2 1,3 2-84,-1-8 0,4 1 934,4 4 0,10-4-908,24-12 0,16-6 0,-4-2-15,-6 0 0,3-2-149,-5-5 0,8-1 1,4 0-1,0-3 1,-1-1-1,-6-2 152,0-5 0,-4-3 0,-1-1 0,2 1-3,3 1 0,2 0 0,-2-1 0,-5-3-476,-1-7 0,-5-2 0,-11 1 577,-30-19 1427,-3 11-1573,-23 12 34,13 32 0,-4 11 0,5-2 11,6-8 0,3 2-562,-11 12 0,0 6 1,12-5 516,25 1 1652,3 1-1591,17-27 1,6-11 871,-9-4 1,1-4-895,5 0 0,0-2 28,-9-3 1,-5-1 22,2-7-23,-7 2-22,-7 13 0,-2 3-67,-3 12 22,0 9-1742,-7 25 1675,6-9 101,-6 18-57,10-26 107,23-6 1,7-2-40,4 0-17,2-4 0,1-4 6,-2-13-68,-10-11 1,-2-4 1515,3-7-1370,-9 5 0,-4 1 34,-9 5 303,-5 8-539,-3 15 112,-8 18-44,1 16 2991,-2-2-2935,6-7 11,4-17 112,14-11 283,22-18-395,3 0-1537,-2-1 0,-1 0 1413,-3 4 80,9 10 212,-22 50-404,-2 1 230,-8-15 1,-1-2 562,6 2-1140,1-12-2694,17-9 2711,6-6 1,-9-2 0,-7-4 0</inkml:trace>
  <inkml:trace contextRef="#ctx0" brushRef="#br0" timeOffset="34757">27002 3662 19000,'-5'-3'1143,"-10"39"-4420,13 3 2197,1-11 1,3-1 1101,8 8 1533,13-25-1527,8-15 0,2-7-1460,5-4 1381,0-1 1,-2-1 50,-6-7-1053,-2-2 1142,-14 12 1568,-3 3-1623,-17 39 44,5-8-78,-5 18 202,8-19 291,32-14 2085,-6-6-2545,1-6 1,7-4 0,-4 0 1245,-2-2 0,-2-1-1055,10-4 0,-3 2-224,-6 3 56,-17 30-3333,2 18 3218,0 4-98,-1-2-1647,-6-21-1473,-5-10 2457,-4-8 1,1 2 0,-2-4 0</inkml:trace>
  <inkml:trace contextRef="#ctx0" brushRef="#br0" timeOffset="34956">27027 3291 16042,'33'18'0,"-8"-4"0</inkml:trace>
  <inkml:trace contextRef="#ctx0" brushRef="#br0" timeOffset="36260">16049 5444 11391,'7'27'145,"0"1"1,-2-3 0,1 2 369,0 18 1,0-1-505,-3-20 1,1 0 745,1 13 0,0-5-712,1-19 593,16-29-1322,-2-3 723,-1 0 1,0-2 870,-5 1 0,1-2-893,5-11 0,0-2-314,-3 5 1,0 2 749,0-2 1,-1 4-409,2 1-45,-12 31 213,1 28-26,-2-11 1,1 2-171,1-1 0,0 1-34,0-2 0,3-2-755,10-2 1,3-4 793,6 0 777,3-9 1,3-10-950,-9-16 1,-2-10 0,-1 2-125,3 3 0,-1-2 278,-3-3 0,0-4 0,-6 6-143,-4-1 588,-7 12-248,-7 27 1880,-4 9-1807,-1 15 0,0 7-218,3-11 0,2 0-45,2 12 1,9-4-974,23-12 0,6-9 979,-12-8 0,2-4 5,20-2 1,-6-14-308,-33-25 0,-12-16 0,-2 9 183,0 1 327,-6 0 1,-5-6 0,-3 18-2063,-14 35-1440,6 5 2890,12 19 1,8-14 0,4 7-1</inkml:trace>
  <inkml:trace contextRef="#ctx0" brushRef="#br0" timeOffset="36457">17272 5667 22518,'21'-16'-547,"0"1"1,4-10 0,-7 25 0</inkml:trace>
  <inkml:trace contextRef="#ctx0" brushRef="#br0" timeOffset="37308">17918 5492 16894,'-33'24'448,"-1"-1"0,1 1 0,-1 0 1,-6 0-1,0 0 0,18-1-2087,22 2 1,10-3 1542,14-6 84,-3-4 1,6-4-1082,5-8 1,6-6 0,-1-4-1,-2-6 1,-1-4 0,0 0-1,2 4 1,1 1 0,-8-6 1669,-7-14 0,-7-6 0,-10 5 773,-17 10 1,-6 3-819,-1-9 0,-3 5-269,-1 15 1,-2 9-395,-20 15 187,25 4 1,3 2-29,-1 0 0,2 3 730,5 3 1,4 3-765,5 6 1,6-1 2172,13 8-2890,0-14 1,3-5-388,21-11 17,-12-19 1,3-7 0,-3 0-547,-5 1 1,0-3 1670,5-7 0,3-6 0,-7 1 1570,-8 1 0,-4 0 36,1 0 0,-2 1 1638,-5-3-2308,-7 22-968,0 13 22,-2 11-1407,0 7 1,-1 5 1989,0 13 1,1 3-1260,0-12 0,0 0 0,0 1 714,1 5 0,0 1 0,0-1-32,1-4 1,0 0 0,1 0-22,1 2 1,1 2-1,1 3 11,-1-6 0,0 3 0,0 2 0,1 0 0,-1 0-193,0 1 0,0-1 0,0 2 1,-1 0-1,-2 0 186,0-1 0,0 0 0,-2 1 1,0 0-1,-3-1 0,-3 0-6,-4 0 1,-3 0 0,-2 0-1,-2-1 1,1-3 0,1-2 132,-7 9 0,1-4 0,-5-4 103,1-7 0,-4-1 0,0-4 0,4-9 1985,-19-13-2025,3-19-190,23-7 1,3-10-1,1 0-11,2-2 0,2-4-37,3 9 1,1-5 0,0 0-1,4 3-290,1 1 0,2 2 0,7-2 17,8-1 1,6-2 0,4-2 0,1 2-1,-1 4-278,-2 3 0,1 3 0,1 2 0,4-2 349,0 0 0,4-1 0,3-1 0,0 2 0,1 2 0,-1 4-310,7 2 0,-1 4 0,3 4 0,3-2 459,-9 4 1,5-1 0,1 1 0,1 0 0,-1 0 0,-3 1-1,-4 0 1,11-2 0,-5 0 0,2 1 0,-7 3 0,1-1-1,-1 1 1,0-1 0,0 1 0</inkml:trace>
  <inkml:trace contextRef="#ctx0" brushRef="#br0" timeOffset="38217">20193 5536 18485,'-14'21'104,"0"-1"1,-1 17-1,3 1-804,7-11 1,1 0 749,1 7 0,5-3-3201,24-1 3257,11-31 1,6-10-100,-13 3 0,0-3 1,1-5-256,-2-6 0,3-5 0,-1-3 0,-1-1 0,-3 3 225,1-4 1,-3 1 0,-2-4-118,-1-1 0,0-5 1,-3 1-1,-5 4 84,-5-4 0,-5 0-284,0 1 1,-2-3 0,-1 3 417,-1 3 0,-1 2-78,1-11 0,-2 8-191,-4 23 191,0 38 0,1 18 646,0 0 1,0 6-643,3-12 1,-1 4-1,0 3 1,1 0 0,1-3-216,1 1 0,0-1 1,2-1-1,0 0 211,0 1 0,1 0 0,1-1 0,2-5 688,6 10 1,8-8-689,7-15 0,7-6-13,3-8 1,3-4-5,0-3 1,0-4-158,0-7 0,-3-6-854,-3-10 1,-5-8 978,-12 0 0,-4-3 0,0 0 325,0 8 0,-1 1 0,-2-1-261,-3-7 0,-2-1 0,-5 5-113,-3 7 0,-3 4 20,-1-1 44,-6 13 1283,4 25-1249,6 11 0,2 3 760,7 10-760,-1-8 0,3-1 0,14 3-79,0-9 0,0 0 34,11 8 1188,-11-14 1,-9-4-1144,-31-7 0,11-8 0,-24-3 0</inkml:trace>
  <inkml:trace contextRef="#ctx0" brushRef="#br0" timeOffset="38393">20825 5388 15538,'-2'-4'622,"20"-8"0,12 0-2261,1 5 1,4 0 1044,8-6 1,4-1 341,-9 5 1,1 0 0,-6 2 0,7-1-1,-16 1 1,1 0 0</inkml:trace>
  <inkml:trace contextRef="#ctx0" brushRef="#br0" timeOffset="38579">20320 5197 18227,'24'21'-1093,"-15"-6"1,8-13 0</inkml:trace>
  <inkml:trace contextRef="#ctx0" brushRef="#br0" timeOffset="39112">22001 5399 13848,'-23'-26'1008,"1"1"1,-15 2-1,-4 9-1091,8 18 1,0 4 82,-5-1 0,4 3 596,11 2 1,5 3-653,-2 23-2002,11 4 2002,12 4 56,15-3-658,5-22 1,6-1 549,-4-3 0,3 0 0,0-1 163,8 7 1,0 0-79,1 0 1,-15-2 403,-41 2-34,-20-9-561,9-11 0,-9-1 0,-2-1 0,5 1 203,-4-1 0,1 0 11,-2 2 0,-2 0 0,14-7-3277,17-19 2457,32-1 1,2-4 0,-2 10 0</inkml:trace>
  <inkml:trace contextRef="#ctx0" brushRef="#br0" timeOffset="39345">22263 5118 11313,'-3'34'680,"0"0"1,1 0-1,-2 12 1,2 1-678,1-3 1,2 1 0,-1-4-4,0-7 0,0 0-587,0 8 0,0 4 0,1-10 587,3-11 0,-4-4 0,4-18 0</inkml:trace>
  <inkml:trace contextRef="#ctx0" brushRef="#br0" timeOffset="39478">22270 5396 17834,'33'-5'0,"-1"0"0,0 0 0,7-1 0,-1 0 0</inkml:trace>
  <inkml:trace contextRef="#ctx0" brushRef="#br0" timeOffset="40700">22756 5619 14053,'6'0'1917,"-2"0"-1581,3-19 0,-2-8-758,-1 4 556,0-7 1,-2 0 589,-14 6-500,-11 4-2687,-7 6 2765,3 9 1,-2 3 168,-14 5-363,13 0 1,0 6 9,1 12 0,3 6-168,10-1 1,3 1 32,-7 0 1,8 0-2213,29 11 1646,22-30 303,-16-9 0,1-1 1215,4-3 0,-1-4-1159,9-19 0,-3-5 840,-3-1-437,-2 5 0,-10 5-223,-20 17 10,-7 26 0,-2 9 46,2-2-984,-2 6 0,6-1 1028,25-12-23,3-4 2236,18-10-2510,-5-13 0,1-7-56,-2-6 1,-1-2 301,2 3 1,-3-1 425,-6-9 0,-11 11-397,-17 21 134,-7 5-152,-3 12 1,-2 4 196,1 2 1,1-1 3062,-8 15-3104,7-6-105,11-26 414,5-5-481,9-8 0,10-6-1639,13-10 1,2-2 1501,-1 0 137,-4 1 0,-5 8-796,-18 19 976,0 19-2051,11 12 1955,-3-15 0,4-1 0,6-3 0,7-5-526,8-5 0,7-5 1,-3-2 456,-15 1 0,-1-2 0,2-1 327,6-2 1,4-1-1,-1-2 1,-8-3-321,-4-6 1,-7-5 16,-4-5 0,-9-1 6,-21-9 176,-9 19 0,-6 6-36,-14 11 1,-1 8 474,17-1 0,1 1-660,-15 4 0,5 4-11,12 12-45,11 0 0,5 1 11,8-1-555,10-3 1,8-6-1040,16-23 1,5-10-1,-9 5 1,-1-3 751,-5-2 0,1-3 0,-5-3 595,-6-3 1,-5-7 322,-2-1 0,-2-6 1,-2-2-1,0 1 788,-2 2 0,-1 0 0,0 0 0,-1 0 0,2-2 0,0-1 0,-2 2 0,-2 5-155,-6-16 1,-5 21-481,-1 44 0,-2 12 68,0 0 0,2 3-36,3-3 1,1 2 0,2 4-125,3 5 1,1 5-1,1 0 1,0-5-110,0 6 0,0 0-263,1-8 0,0 5 0,0-1 0,-2-6 280,-3 1 0,0-7 0,0 1 0,-4 4 0</inkml:trace>
  <inkml:trace contextRef="#ctx0" brushRef="#br0" timeOffset="42396">24229 5603 16288,'35'-30'1115,"-21"5"0,-11 2-4392,-42 6 1555,3-6 1839,7 22 1,-1 9-483,-2 10 0,3 3 365,10-2 0,1 0 519,-6 4 0,5 0-586,8 8-1426,24-8 1404,18-12-91,7 1 730,-15-13 0,1-3-942,0-4 0,0-2 314,13-15 2562,-5 5-2115,-23 13-298,-21 26-60,2 2 113,10 15 88,14-24-167,19 5-34,7-19-11,3-9 0,2-7-363,-12 1 0,0-3 352,-5 4 0,1-1 0,-5-3 27,-2-17 1,-9 0 17,-12 8-45,-5-12-113,-31 63 1050,20-6-926,-12 20 0,24-14-1188,7 4 1,3 0 1243,4 3-45,-2-3 0,5-2-414,17-7 1,7-6 458,-2-5 1,3-1-42,-7-1 0,3 0 0,0-3-8,4-6 1,2-3-1,-4-2-253,-2 0 1,-1-4 275,0-2 0,2-3 0,-5 1 494,-7 0 1,-3-1-508,3-6 0,-4-3 1141,-12 3 0,-4 0-676,1-9-1463,-14-2 1059,-4 26 2333,-15 5-2411,-5 5-853,6 8 1,-2 5 891,3 2 1,2 2-18,-2 3 0,2 2-5,7 0 0,4 1 28,2 10-834,5-2 721,11 7-1036,6-13 1115,10 2 1750,8-16-1749,5-5-1572,5-3 1571,-11-10 1,0-3 1494,13-7-1512,-15 1 1,-2-5-264,-3-9 1,-5-6 156,-3-6 0,-2-6 0,-1 2-244,-1 7 0,0 1 0,-1-2 350,-2 2 1,-1-2-1,-1 0 1,-1 2 616,0-5 1,-2 2-1,-4 8-655,-13-2 221,-3-5-125,5 60 0,-2 23 1,3-3 866,3-7 1,1 1-905,0 2 0,1 3 0,2-4 864,4-5 1,2-2-884,4 5 0,2 2 1,1-2-699,5 5 0,2-1 164,-3-7 0,0 0 0,2-3-947,5-4 1,3-5 1484,23-4 0,-23-6 0,6-6 0</inkml:trace>
  <inkml:trace contextRef="#ctx0" brushRef="#br0" timeOffset="43297">26214 5025 14551,'1'-4'864,"-1"1"-495,0 3 942,-4 54-527,-1-12 1,0 4-1396,1-8 0,1 2 0,-1 0 726,0-4 1,0-1 0,1-3 218,0 2 1,1-3-296,1-5 0,1-2-39,0 5-56,0 2-3221,-2-29 2457,1-15 1,-2 5 0,3-5 0</inkml:trace>
  <inkml:trace contextRef="#ctx0" brushRef="#br0" timeOffset="43599">26102 5043 11335,'34'12'65,"-1"-1"0,1 0 1,-1 0-1,9 7 1,-1 2-1,-5 4-43,-4 6 1,-4 4-1,-5 2 8,-5 3 0,-4 2 0,-4-3 714,-3 2 0,-7-3-700,-8 1 1,-10-6-187,-12-16 1,-6-8 141,-3-1 0,-3-1 308,1-1 1,0-1-382,3-1 1,0-4-1567,4-7 1,3-2 818,0-4 1,-7-6 0,37 10 0</inkml:trace>
  <inkml:trace contextRef="#ctx0" brushRef="#br0" timeOffset="44447">26805 5465 13726,'-7'1'3276,"1"0"-990,6-1-1446,-7-7-840,19-10-11,-5-5-1628,14-11 1,4-3 1388,-11 6 1,0-1 238,5-11 0,-6 0-620,-18 13 0,-6 7 575,-9 5 288,-22 25-232,16 23 79,13 8 0,3 4-832,4-16 0,1 1 769,4 16 1,4 0-5,11 1-27,7-23 0,6-1 0,-1-3-2,-4-3 0,1-2 266,19 9 0,-1-7-1236,-3-23-652,-10-12 1,-1-8 1492,-8-2 1,-2-3 842,5-6 1,-4-1-676,-8 4 1,-5 3 268,0-8 1771,0 3-2448,-2 17 789,0 5 1114,-2 17-1394,1 10 158,1 9 284,5 9 1,3 2 507,3 9-1056,-2-8 0,2-1 73,5-2-73,-1-10 0,3-2 28,11 2 16,-7-5 1,2-9-40,2-32 1,-4-9-7,-9 16 1,-1-2-17,-1-12 0,-2-6 0,-4 6-1772,-5-10 1778,-2 16 0,-1 3 793,-4 8-967,-3 5-3109,-24 46 0,17 3 2621,0-10 1,2-2-1,9 5 1,3-20 0</inkml:trace>
  <inkml:trace contextRef="#ctx0" brushRef="#br0" timeOffset="44687">27733 5239 11825,'0'-7'840,"0"2"2436,0 5-1771,0 0-1822,-33 54 418,24-28-101,-10 9 0,2-1-1603,15-8 1558,-2 1-1293,2-7-1939,1-5 2184,0-10 1,1-5 0</inkml:trace>
  <inkml:trace contextRef="#ctx0" brushRef="#br0" timeOffset="44819">27592 4983 14428,'4'29'-820,"-1"0"1,-2 9 0,8-23 0</inkml:trace>
  <inkml:trace contextRef="#ctx0" brushRef="#br0" timeOffset="46297">28169 5190 9284,'-42'-9'530,"0"0"1,4 1-1,6 6-507,12 22 100,3 10 1331,8 1-1432,3-2-450,6-6 428,15-9 22,11-7-44,4 0 1539,4-9-1472,-6-7 22,-10 2-157,-3-2 90,-11 6-11,-4 7 11,0 15 2269,0 7-2247,0 4 39,18-13 1,6-5-51,17-11-28,-10 0 1,0-6-1169,-3-15 1,-4-9 1184,-12-3 0,-4-5 0,0 1-8,0 5 1,0 1-1,-1-2 8,-1-10 0,-2-4 0,-1 4 0,-1 1 0,-1 0-498,0 7 0,0-1 0,-1 2 498,-3-4 0,-1 3 0,3-2 0,-6 12 22,-13 33 0,-4 16 83,11 2 0,3 7 0,-1 0 438,-3-1 0,-1-1 0,4 4-532,5 2 0,2 4 0,4 0 0,3-6-325,9 2 1,3-4 341,-1 11 0,5-5 956,2-19 1,1-7-985,13-4-6,-11-8 1,1-4 5,-2-9 0,0-3 28,-1 3 0,-1-3-985,1-21 1,-6-2 1695,-3 0-392,-6 11 1,-1 6-337,-5 17 157,-13 41-67,9-10-101,-4-4 0,2 2 68,9 8-57,14-14 2291,3 2-2302,13-24 0,3-12-548,-12-1 0,0-3 553,10-2 1,-1-1-873,-13-7 0,-6 2 879,-3 6 551,-7 7-439,-19 40 144,3 13-111,7-9 0,5-1 876,18 4-933,9-5-72,5-32 0,2-11-28,-11-2 0,0-2-6,6-3 1,-2-4 806,-11-1 1,-5-3-797,-5-2 1,-6 0-772,-8 6 1,-4 2 748,3 0 0,-3 3 17,-28 1-896,9 26 1,0 9 884,8 4 0,2 2-1,-4-1 1,2 1 186,9 6 1,11-3-176,34-5 0,8-5 16,-14-12 1,3-5-296,5-5 1,-2-5 300,8-8-28,-14 6 1,-1-1 1671,7-5-1678,-4 2 1764,-13 13-1774,-3 5 22,-8 16 56,10 4-2280,12-2 2213,14-4 2268,5-8-3896,-21-12 1,-1-4 989,5-18 1,-6 5-1,-19-1 1</inkml:trace>
  <inkml:trace contextRef="#ctx0" brushRef="#br0" timeOffset="46451">28856 4846 19628,'30'-14'-820,"0"1"1,6-8 0,-15 21 0</inkml:trace>
  <inkml:trace contextRef="#ctx0" brushRef="#br0" timeOffset="46636">29455 4740 10665,'-15'-37'0,"3"8"0</inkml:trace>
  <inkml:trace contextRef="#ctx0" brushRef="#br0" timeOffset="50285">22327 8049 17823,'-11'-9'438,"3"2"88,8 11-235,0-1 34,0 2-55,0-4 1074,9-1-885,0-2 90,17-8-3346,5-10 2920,-9 6-11,0-3-67,-19 16-1,9 12 1,0 1 0,12 13 11,9 1 0,5 0-441,-7-12 0,2 0 385,-5 0 0,2 2 0,1-6 26,2-7 0,1-5 1,-2-2 1,0-5 0,-2-4 56,11-1 0,-4-2-6,-2-10 1144,-19 8-1222,-18 20 0,-13 14 22,-14 19 49,7-9 0,-3 5 0,-2 1-407,4-3 1,-2 0-1,0 2 1,0-1 337,-1 2 1,0 0 0,0 0 0,0 0 19,0 0 1,0-1-1,0 2 1,-2 0-7,2-4 1,-1 2 0,-2 0 0,1 0 0,1-2-1,3-2-20,-4 4 1,3-3-1,-2 3 4,-1-2 0,-3 4 0,-1 0 0,4-3 0,7-8 0,0 2 168,5-12-157,24-25 2247,8-13-2264,-4 8 0,4-2 0,8-6 1,1 0 1247,-3 5 1,-1 2-1243,0 1 0,-2 2-56,1 4 22,-9 18 135,5 10 0,3 4-67,3 0 0,4-1-1054,11 4 1,6 1 0,-2-4 1013,-6-3 1,1-3 5,-1-3 0,3-1 0,-6-4 527,10-4-2166,-14-9 1,-1-4-1,-8-4 1,-2-1 982,2-4 1,-3-1-1,-5-9 1,-10 14 0</inkml:trace>
  <inkml:trace contextRef="#ctx0" brushRef="#br0" timeOffset="50558">22368 8546 15549,'-2'-4'3276,"1"1"-2081,1 3-378,1-7-4094,42-3 3020,-8-2 257,0 5 0,2 2 402,-11 1 0,2 1-1495,4 1 1,5 0 0,-4 0 545,0 0 1,-2 0 0,11 0 0,-6 1 0,-15-1 0</inkml:trace>
  <inkml:trace contextRef="#ctx0" brushRef="#br0" timeOffset="50968">23531 8431 15907,'-3'0'3276,"0"0"-131,0 0-2753,2 0-212,-2 0-46,15-1-986,10-1 1,4-1 795,12 0-1583,-4 1 1,0 0-1639,-2 4 2457,-9 2 1,-11 0 0,-12-1 0</inkml:trace>
  <inkml:trace contextRef="#ctx0" brushRef="#br0" timeOffset="51134">23498 8606 18149,'45'-1'-820,"-1"0"1,0 1 0,0-2 0,-2-1 552,-4 0 0,1-1 1,-7 0-1,-2-2 1,-12-1-1</inkml:trace>
  <inkml:trace contextRef="#ctx0" brushRef="#br0" timeOffset="52038">25772 7785 18362,'15'-41'3148,"-2"9"-3081,-15 34 437,-19 16 0,-14 13 1,3-2-2024,7-6 1,-1 0 1534,-1 1 1,-5 4 0,0 2 0,3-2 78,-1 1 1,2-1 0,1 0-96,-1 2 0,0 0 0,0 1-799,-3 4 1,-1 0-1,2-2 791,9-7 1,0-2 0,2-2 1,-2 3 1,4-5-18,4-2-122,6-10 1478,5-4-3406,1-6 62,3-7-1266,14-23 2642,-1 0 1,2 1-1,-9 14 1</inkml:trace>
  <inkml:trace contextRef="#ctx0" brushRef="#br0" timeOffset="52470">25395 7736 19190,'34'29'1638,"-11"-7"0,-2 1-4613,7 12 3240,-7-6 0,4 4 1,-3-1 106,-2-3 0,-2 0-343,2 2 1,2 2 0,-3-2 510,-4-1 0,0-1-518,3 10 1,0 0-79,-2-5 1,0-1 49,0 0 1,-1-2 84,2 3 212,-10-21 541,-6-11-855,0-2-1960,5-11-477,-2 5-817,4-9 0,-1 6 2462,2 0 1,-4 3 0,0 1 0</inkml:trace>
  <inkml:trace contextRef="#ctx0" brushRef="#br0" timeOffset="53690">26877 8024 13280,'-36'-4'3276,"2"2"-367,28 3-1772,-1 1 544,12 8-2829,33 0 1417,6 2-213,-10-7 0,6-3-659,1 0 0,5-1 0,-3-1 625,-3 1 1,-1-1-65,1 0 0,3 0 0,-8 0 187,5 0 350,-14 0 536,-13 0 161,-8 0-1741,-5 0 207,0 0-2873,-3 0-62,-2 0 3153,-7-2 1,5 1-1,0-1 1</inkml:trace>
  <inkml:trace contextRef="#ctx0" brushRef="#br0" timeOffset="54838">28205 7751 16367,'1'-6'3276,"-1"1"-2563,-8 16 34,-4 15 0,-4 12 0,1-3-1994,0-2 1,1 1 1313,1-2 0,-2 4 0,1 1 0,2-3 293,1 3 0,1 1-308,1 5 0,0 4 0,1-2-846,2-11 0,1-2 0,0 0 794,-1 8 0,0 0 0,2-5-17,1-6 0,2-6-2863,-1-1-397,2-27 0,4-10 2457,4-26 1,-2 19 0,-1 2 0</inkml:trace>
  <inkml:trace contextRef="#ctx0" brushRef="#br0" timeOffset="55357">28217 7737 10995,'-11'28'1277,"1"0"1,-6 15 135,6-18 1,1 0-1179,3 4 1,4-1 1198,13 12-1401,0-15 1,6-4-799,18-13 0,5-10 770,-4-7 1,0-4-6,3 0 0,-3-6-81,-13-7 1,-3-6 0,-4 0 164,-4-7 0,-3 0 17,3-1 0,-2 1 151,-7 7 0,-3 14-151,-8 37 224,-2 23-141,2 2 1,4 4 657,8-7 0,3 0-826,-1-1 1,8-5-96,18-14 1,10-5 0,-2-4-1561,-2-3 1,1-4 545,-2 0 1,3-1 0,-5-3 436,-8-4 1,-7-3-1,-5-2 1,-8 1 0</inkml:trace>
  <inkml:trace contextRef="#ctx0" brushRef="#br0" timeOffset="56161">25329 8929 22440,'26'0'537,"0"0"1,0-1 0,1 1-420,-2 0 0,3 0-1211,3-2 1,5 0 0,4-1 785,0 0 1,5-1 0,2 1-1,0-1 1,-1 1 495,-6-1 1,-1 1 0,0 0-1,0 0 1,3 0-157,2 0 1,1-1 0,2 1-1,1-1 1,-1 1 0,0 0 10,0 1 1,-1 0 0,0 0 0,0 0 0,1 0 0,0 0-203,-2 1 0,0-1 0,1 0 0,0 0 0,0 0 1,1 0-1,-1 1 158,0-1 0,0 0 0,1 0 0,-1 0 0,1 1 0,-1-1 0,0 0-40,-2 0 1,0 0 0,-1 1 0,1-1 0,0 0-1,0 0 1,1 0 50,-1 0 0,1 0 0,1-1 1,0 1-1,0 0 0,-1-1 1,-1 1-1,-1-1 41,4 1 1,-2-1 0,-1 0-1,0 0 1,1 0 0,2 0-51,-5 0 1,3-1 0,1 1 0,0-1 0,0 1 0,-2-1-1,-2 0 1,-3 0 19,5-1 1,-3 0-1,-2-1 1,-3 1-1,-3-1 153,4 0 1,-4-1 0,-4 1-53,3-2 0,-10 1 288,-15 3-333,-6 3-2363,0 0 2285,-43-2 0,31 3 0,-32-2 0</inkml:trace>
  <inkml:trace contextRef="#ctx0" brushRef="#br0" timeOffset="57110">27603 9289 23034,'-27'0'829,"1"0"0,-19 1 0,-3 1-750,4-2 0,-4 4 50,8 2 1,-7 3 0,-3 1 0,4 1 0,8-2-125,0 1 1,2 2-826,-5 6 1,-7 5 0,3 1 0,15-2-323,13 6 1142,3-2 0,5 1 893,21-2-854,12-11 0,6-2-309,-7-1 1,1-3 269,15 1 0,1-4 0,-6-3 0,-2-3 45,12-3-40,-19 2 1,-2-1 95,-3-7 134,-9-6 68,-13-9 28,-25 0 0,-7 0-628,16 10 0,-2 1-1342,-19-4 1,2 8 818,14 17 1,10 2 0,8-1 0</inkml:trace>
  <inkml:trace contextRef="#ctx0" brushRef="#br0" timeOffset="96583">2694 13573 10641,'-6'0'2331,"2"0"224,2-5-2074,2 4 125,-3-5 402,3 4-347,0 1-246,16 0-236,-6 1-3336,21 1 3269,2 6-67,5-1-34,-3-1 0,-1 1-177,3-1 166,-11-3 0,0 0-2180,10 1 2281,-14-3-90,8 2 1764,-19-2-1451,-8 0-256,-1 0-68,2 0 33,4 0 112,1-2-123,14-3 1,4 0 1903,18-4-1926,-12 3 0,-1 0-930,-7 3 1,-1 1 934,2 1 1,0 0 5,1 1 1,1-1-18,7 1 0,2 0-976,6 0 1,0 0 970,-7 0 0,-1 0 11,-2 0 0,-1 0-507,1 0 0,-4-1 540,-7 1 1518,8-1-1495,-27 0-78,-3 0 33,2 1-56,2 0 2302,0 0-2302,3 0 3321,-4 0-3148,5 0-117,-1 0-11,3 0 33,7 0-44,18 0 16,-13 0 1,5 0-1099,13 0 1,7 1 0,-3-1 1051,-2 1 1,-1 0 36,0-1 0,3 1 1,0 0-754,-4 0 1,0 1 0,0 0 756,2-1 0,2 1 0,-1-1 0,-1 1 0,0 0 0,2 0-6,-8-1 1,2 0-1,-1 0 1,-4 0 5,3 1 0,-1-1 15,-4 0 0,1-1 0,1 1-757,13-1 0,-3 1 748,-17-1 0,-1 0-6,8 0 0,-4 0 1550,-8 0-1539,11-2-33,1 0 22,13-2-68,-7 0 101,0 0-33,-7 2 0,2 0-17,-3 0 1,1 1 16,8-1 0,-1 0 0,-8 1 0,1 1 3,-1 0 1,1-1 0,1 1 388,13 0 0,0 0-392,-9 0 0,1 0 0,-1 0 0,7 0 0,0 0-568,-5 0 0,1 0 0,-1 0 568,-4 0 0,-1 0 0,2 0 598,4 0 1,1 0 0,3 0-591,0 0 1,2 0-1,1 0 1,-4 0-608,-1 0 0,-2 1 1,1-1 600,0 0 1,3 0 0,-1 0 0,-3 0 118,-1 0 1,-3 1 0,-2-1-122,3 0 0,4 0 6,-7 0 1,6-1 0,2 1 0,0-1 0,-3 1-2,0-1 1,-3 0-1,1 0 1,2 0 3,0 0 0,3 1 0,0-1 0,2 0 0,-1 0-230,-2-1 0,0 0 0,2 0 0,-2 0 0,0 0 0,-3 0 221,4-1 0,-3 1 0,1-1 0,1 1 269,2-1 1,3 1 0,1-1 0,-2 1-1,-3-1-280,6-1 0,-4 1 0,1-1-302,2 1 0,-1-1 0,-1 1 313,-10 1 0,-2-1 0,3 1 281,8-1 1,3 0 0,-4 0-282,1 0 0,1 0 6,-8 1 1,4-1 0,4 0 0,-1 0 0,-3 0-10,-1 1 0,-2-1 0,0 1 1,3-1-5,-1 1 0,3-1 0,0 0 1,1 0-1,0 0-249,3-1 0,1 1 0,0-1 0,-2 1 1,-3-1 255,5 1 0,-4-1 0,3 1 255,-10 0 1,3-1 0,1 1 0,-2-1 0,-4 1-245,3 0 0,-3 1 1,0-2-291,0 1 1,0-1 0,-1 1 284,6-2 0,1 1 315,-7 0 0,2 1 1,-2-1-322,2 0 0,1 0-4,5 0 0,4-1 1,1 1-3,-12 0 0,0 1 1,1-1-1,-1 1 6,0-1 0,0 1 0,1 0 0,1 0-272,1 0 1,2 0 0,1 1 0,-2-1 0,-5 1 271,1 0 0,-3 1 0,1 0 455,12-1 1,3 0 0,-5 0-456,-3 0 0,-4 0-482,-9 1 0,1-1 482,12-1 0,2 0 570,-10 1 0,0 0-570,9-1 0,3 0-15,-5 1 0,2 0 0,0 0 15,4-1 0,1 1 0,0 0-4,0 0 0,0-1 1,1 1-337,-2 0 0,2 0 1,-1 1-1,-2-1 336,2 1 1,-3 0-1,1 0 464,0 0 0,0-1 1,1 1-454,3 1 1,0-1-1,-3 1-549,1 0 1,-1 0 529,2 0 1,-1 0 17,-1 0 0,-2 0 713,-11 0 1,0 0-732,-1 0 1,1 0 0,2 0 547,-1 0 0,2 0 0,0 0-551,8 0 0,2 0 0,0 0-652,-3 0 0,1 0 0,0 0 672,-6 0 1,0 1 0,1 0-1,-2 0-1,5-1 0,-2 1 0,2-1-10,-4 1 0,2 0 1,-1 1-1,-2-2 21,-2 1 0,-2 0 0,0-1 20,12 1 1,0-1-36,-6 0 0,2 0 0,-3 0-112,0 0 0,1 0 112,-5 0 0,2 0 0,0 0-4,-1-1 0,-1 0 1,-1-1-9,3 1 1,1-1 15,-3-1 0,3 1 0,0-1-1,3-1 1,0 0 0,-1 0 7,-2 0 0,-1 0 0,-1 0-11,1 0 0,-1 1 0,2-1-4,5 0 1,2-1-1,-1 1-63,-7 2 1,-1-1-1,0 0 74,0 0 1,1 0 0,-2 0-8,11 0 0,-7 0 313,-15 0 2108,-5 1-1827,-13 1-1917,-4 0-1954,-35-3 2457,6-2 1,-11 1 0,20 0 0</inkml:trace>
  <inkml:trace contextRef="#ctx0" brushRef="#br0" timeOffset="98735">15196 13751 12479,'-4'3'2924,"0"0"-2464,-19 9 1579,6-8-527,-22 7-1108,21-15 67,1-3-2810,11-11 2496,3 9 100,1-5-145,2 13-168,0 0 79,19 1-1,8 0-33,6 0 0,4 1-214,-5 0 0,0 0 225,0 0 0,1-1 0,-2 2 0,-2-1 135,3 0-124,0 0 123,-18-1-78,-11 0 11,-2 0-111,1 0-1876,-6 6 1920,-5 5 101,-8 11 2178,-7 9-2246,6-6 1,-3 4 0,0-1-687,0-1 1,0 0 0,0 0 678,-4 6 1,0 1-1,1-1 19,3-7 0,1-2 0,0 1-531,-1 3 1,1 0 0,1-1 513,-1 1 0,1-1-28,-5 7 0,4-4 1557,7-8-919,11-20-638,20-22-17,7-4 0,2 0-83,5-8 1033,-6 6 1,-3 11-889,-14 31 89,2 8 3142,7 16-3005,-4-14 0,3 0-646,-1-7 1,2-1 402,0 0 0,2-3-2997,18-2 3025,9-9-483,-23-9 1,1 0 415,21-4 0,-11-9-3266,-25-8 0,-10 9 0,-10-9 2457,-8 10 1,6 7 0,1 2 0</inkml:trace>
  <inkml:trace contextRef="#ctx0" brushRef="#br0" timeOffset="99021">15036 14156 16221,'5'0'1260,"19"-5"1,7-2-4538,4 1 2501,0-2 0,7-2 1,-4 2 166,-12 2 0,-2 0-1030,12-3 1,-3-1 818,-13 0 1,-12 4 0,-3 1 0</inkml:trace>
  <inkml:trace contextRef="#ctx0" brushRef="#br0" timeOffset="104339">3009 13002 10485,'-7'1'3276,"1"1"-535,6-2 508,-1 0-2129,21 0-884,-7 0 133,28 2-333,-17-1 0,0-1 9,16 2-1582,-15-2 1,1 0 1653,3 1 1,-2-2-1322,10 0 1266,-9 0 0,1 0 61,1-3-51,-2 1 1,1-2-45,3 1 0,-1 0-12,0-1 1,0 1 78,9-2 1,-2 1-40,-13 1 0,-1 0 11,4 0 0,1 1-523,-6-1 0,2 1 560,7-2 1,5-1 0,-4 1-77,-6 0 0,2 0 2,9-1 1,9-1 0,0-1 0,-6 0-325,2 0 1,-3-1 293,-3 2 0,3 0 0,0-2 19,-3 0 0,-1-1 0,-1 0-8,2-1 0,-1 0 6,9-2 0,-1 0 912,-13 3 0,-2 1-929,12-5-857,-14 4 1,0-1 856,13-5 0,-14 5 0,-1-1 964,9-5-931,-4 2 1,2-3 861,0-2 0,1 0-879,-1 2 1,1-2-655,-6 2 1,-1-1 0,-2 0 665,-3 1 0,-1 1 33,5-5 1,0 0 989,-8 5 1,-1 0-974,9-8-918,-1 3 1,1-2 884,5-5-23,-7 8 1,2-2-493,2-4 0,-1-1 537,-6 6 1,0-1-57,7-8 0,0 0 84,-6 4 0,-2-1-61,2-2 0,-1 0 5,-4 6 0,0-1-28,4-3 0,-2 1-116,1-2 178,-2 1 0,0-1-73,6-9 775,-6 9 1,1-3-715,5-6 1,0 1 625,-7 10 0,0 0-687,7-10 0,-1-1-925,-3 5 1,-2 3 946,-6 8 0,0 1 6,3-5 0,-1 0 1922,3-7-1916,-3 3-1754,-1 1 1720,-1 0 726,0 3-721,-1 2 1,-1 0 2401,4-5-2407,-1-1 0,0-3-1159,-3 7 0,0 0 1148,1-2 0,-1 0 33,0-1 1,0 3 2056,4-15-2068,-4 13 0,-1 0-499,0 4 0,-1 0 471,1-5 1,1-1-929,0-5 1,0 2 944,-2 8 0,0 0 0,2-9 0,1-2 5,3-5 1,-1 2 16,-4 15 1,0 0-40,3-9 0,0 3 17,0 2-438,0-1 1,1-1 437,-2 5 0,1-1 16,2-6 1,-1 0-23,1 1 1,0-1-1,3-6 1,0-1 510,-4 10 1,-1 0 0,2-2-504,1 0 1,0-3 0,0 0 0,0 2-300,2-4 1,0 1 0,0 1 311,0-2 0,-1 1 0,0 1 741,4-6 0,-1 0-760,-5 11 1,0 0-1,0-1-4,1-2 1,0-1 0,0-1 7,1 1 0,0 0 0,-1 0-27,0 2 1,1 0 0,0-2-396,3-5 1,1-3-1,1 0 1,-2 2 417,1 0 0,-1 1 1,1-2 206,-1 0 1,2-2 0,-1 0 0,-2 4-219,-3 6 0,-1 3 1,-1 0-402,0-1 0,-1 1 0,0-1 438,1-1 1,1-2-1,-1 1 483,0 0 1,0 1 0,0-1-506,-1 2 0,1 1 0,-1-1-34,6-10 1,0-2 51,-1 7 1,0-1 0,0 1-517,-3 5 0,0 1 0,0 0 505,1-3 0,1 0 1,0 2 750,1-4 1,0 0-767,-1 5 1,-1-1 0,1-1-185,1-1 1,0 0-1,0 0 181,-1 3 0,-1 0 0,1-1 3,3-3 1,0 0-1,0 0 11,-1 5 1,-1 0 0,1 1 11,-1-1 0,1 1 0,1-1-19,5-7 1,2 0-1,-1 3-2,1 4 1,1 1 5,-1 1 0,1-1 0,0 3-17,9-4 0,0 2 11,-6 7 0,1 1 0,-3 1 6,2 0 0,0 1 14,-1 1 1,3 1 0,0 1-37,7 3 0,-1 1-12,-2 0 0,3 0 45,6 4 0,5 2 1,-6 0-12,-14 2 0,0 0 0,10 2 0,5 1 0,-3 2-17,2 5 0,-1 1 47,1 3 1,0 1-42,-2-1 0,-2 2 1016,-5 0 0,-3 1-1011,-4-2 1,-1 1 1067,7 5 1,0 1-1035,-5-4 0,-2 1-55,6 6 1,-1 1 4,-5-1 0,-2 0 22,0 0 0,-1 2-6,5 7 0,-3 0 587,-10-13 0,0 0-587,4 6 1,1 2-1523,-1 1 0,0-1 1528,-4-4 0,1-1 0,3 7 0,1 3-500,-2-4 0,0 2 1,0-1 504,4 10 1,1 1-169,-5-9 0,1 2 0,-2-2 157,2 4 1,-2-2-19,-5-10 1,0 2 60,1 3 0,1 5 1,-2-3-38,0-2 0,0 2 15,1 7 0,2 5 0,-2-2-4,-1 3 1,0 0-12,-3-7 0,1 1 0,0-1 433,1 9 1,0-2-434,-1-3 0,0-2 1178,-4-11 0,1 0-1184,3 11 0,1 2-768,-1 1 1,1 1 773,0-1 0,0-1 39,-1-3 0,0-2-17,-3-12 1,0 1-29,6 19 1,0 1 5,-5-17 0,0 1 0,2 3 0,1 4 0,-1-1-424,4 10 1,0-1 411,-5-13 1,0-1 0,-1 0 11,5 15 0,-1-2 3,-4-12 1,-1-2-15,3 10-74,-1 0 74,-2-12 0,0 1 11,3 15 15,-3-16 1,0 1-16,1 10-11,-1-13 0,0 2 50,0 1 0,2 1-6,1 7 1,2 0-798,0-1 0,2 3 782,2 0 1,2 4 0,0-3 706,1 3 0,2-1-725,-5-7 0,2 0 0,-1 0 15,-1-3 0,0 0 0,-1-4-172,-3-2 1,0-1 156,6 15 0,1 0 1936,0 3-1981,-5-14 0,1 1 45,0 1 0,1 0 45,4 7 0,1 2-64,-5-9 1,2 0-1,-1 0 19,6 9 0,0-1 22,-6-10 1,1 0-1,0 0-1059,7 10 1,0-1 1025,-5-6 0,1-1 151,-2 0 1,-2-3-136,-4-6 1,0-2-675,3 6 1,-1-1 668,-2-3 0,0-1 0,2 4 0,1 1 22,0 3 1,0-1-46,6 12 776,-6-11 0,0 2-764,0-3 0,-1 0 55,0-4 1,-1-2-45,0 0 0,-1-1 12,9 6-57,-7-8 45,12 11 2313,-9-11-2313,7 10-1157,-3-10 1,-2 0 1156,4 4 39,4 2 0,1 1-39,-10-8 0,0-1 783,14 12 0,2-1-783,-10-7 0,-1-1 0,7 3 0,0 0 0,0 0 0,0 0 1084,-3-4 0,-1-1-1084,5 5 0,2-1-1371,3 0 0,0-2 1365,-11-7 0,0 0-22,11 4 0,2 0-656,6 0 1,-3-2 672,-15-4 0,0-2 11,8 4 0,-2-1 0,-5-1-554,-4-1 0,2 2 582,-2-2 0,0 0-11,4 3 0,0-1-17,2 1 0,1 0-12,2 1 1,0 0 803,-1 1 1,1 0-797,-4-1 0,1-1 0,-2 0-111,0 2 0,-2-2 115,-1 0 0,-1 0 2176,5 2-2120,-10-3-56,-5-2-67,-1-3 78,-5-1-11,-1-3 34,5 2 199,5 2-222,21 6-11,-13-4 0,10 5 11,-16-6-67,9 6 56,-5-3 45,12 6-56,-18-9-2280,17 6 2291,-18-9 0,13 3 90,-10-4-90,25-1-45,-10-2 45,8 1 2268,-21-1-2212,1 0-2324,-7 0 2223,11 0 2313,-9 0-2268,12 1 56,7 3-100,0 0 44,4 3 56,-15-2-56,-1 0 0,-5-1 0,6 1 0,5 0 34,1-1-45,-1 0-2254,14 2 2265,-9 0-730,-7-3 1,-1 1 729,0 0 1492,10 1-1447,-13-4 0,1 1-49,6 0 4,-7-1 0,0 0-56,4 1 89,10-1-44,2 1-51,-4 0 1,2 0 61,-1-1 0,-1-1 50,1 2 1,1-2-51,-7 1 0,1-1 0,0 0-326,0 0 0,1 0 1,-1 0 325,13 0 0,1-1 41,-5 1 0,3 0 0,-3-1-25,6-1 1,-3 1-17,-5-1 0,-2 1 115,4 0 1,-4-1-60,0 2-179,-9 0-1200,-13 0-1954,-18 0 2457,-7 0 1,4 0 0,-2 0 0</inkml:trace>
  <inkml:trace contextRef="#ctx0" brushRef="#br0" timeOffset="105395">8666 6687 13947,'-13'-2'-1009,"-2"6"-2268,-3 3 3258,-2 6 1,11-7 0,1-1 0</inkml:trace>
  <inkml:trace contextRef="#ctx0" brushRef="#br0" timeOffset="107711">8490 6710 14115,'2'-3'3276,"-1"0"-1790,-1 13-1307,0-2 314,0 10 135,0 8-530,0 3 137,0 3-77,1-3 222,6 8 102,1-2-359,-1-8 0,-1 2-1359,1 7 0,-1 0 1353,0-2 1,-2-1-46,1 1 1,-1 0-892,-1-1 0,0-2 931,-1-5 0,-1-1 5,0 1 1,1 1-112,-2 4 0,1 2-675,-1 6 0,0 0 702,0-10 1,0 0 5,0 9 1,0-4 1499,0-4-1411,-2 5 1,-1 5 651,-1-1 0,0 0-774,-1 6 0,0-1 5,1-7 0,-1-1 56,1-6 0,0-1-50,1-6 0,0 0 5,0 9 1,-1 0-96,2-8 1,0-1 105,0 1 1,0 1-690,0 7 0,1 3 678,-3 11 1,1 0-23,1-8 0,0 0 28,-1 5 0,-1 2-2,0-7 0,0 2 0,1-3-26,-1-4 0,1-1 0,-1 5 0,0 4 0,0-4-664,1-3 0,1-1 669,-1 2 1,1 1-6,0 0 0,0-2 28,1 0 0,-1-3-28,1 15 0,0-24 0,0 3 30,-1 5 0,1 5 0,0-3 614,-1-1 0,1 1-637,0 5 0,-1 4 1,1 1 18,0-2 0,1 0 0,-1-2-26,0 5 0,1 0 0,-1-6 0,1 2 0,0-5 2144,0 11-2178,0-1-1027,0-14 1,0 1 1082,0 0 1,0-1-23,-1 0 0,2 2-650,-1 10 1,2 1 643,-1-7 1,0 0 808,1 0 1,-1 1-804,1 2 0,-1 0-198,1-4 0,0-2 198,-1-5 0,0 0 1042,1 5 0,-1-2-1009,0-6 1,0-3-34,0 14 56,-1-5 0,0 1-44,1 7-651,0-6 0,-1 5 1,1-1 660,0 0 1,-1 0 105,1-5 0,0 2 0,0 1-114,0-1 1,-1-1 0,1-1-269,0 3 1,0-1 253,0 9 0,0-2 992,0-10 0,0-2-970,1 12-5,-1-12 0,-1 3-1,1 3 1,1 0-17,-2 0 0,1 2-647,0 3 1,1 4 0,-1-3 646,1 0 0,-1-1 221,0-5 1,0 2 0,1-2-222,-1 8 0,1-2-314,1 2 0,0-1 314,-2-7 0,1 0 959,1 3 0,-1-3-869,0 0-102,3 8-10,-2 3 44,1-4-953,-3-14 0,0 0 931,0 16 673,-1 1-623,0-11 1,0-1-216,0-4 165,0-3 0,0-1 2199,1-2-2211,0 8 12,1 1 79,0 0-90,1-4 11,-1-8-2068,0 9 2090,-1 1 46,0 6-91,0-9 12,-1 16 33,1-22-22,-1 24 79,0-25-68,1 18-11,-1-17 0,1 8 11,-1-12 2258,1-1-2269,0-2 101,1 7-146,1-7 45,1 5 56,-1-5 3220,-1-3-3193,1 2-16,-1 2-90,0-4 23,-1 2-33,-1-3 33,1-1 67,-1-2-67,0-2 0,0-4 123,1-1-179,-1 2 79,1-1-23,0 3 0,-1 0-3277,0 10 3218,-2-1 81,1 2-22,-3-4 90,3-7-90,0-1 112,1-2-1703,-9-4-12,6 0-1243,-7-3-431,8 3 3079,1-3 0,1 4 1,0-2-1</inkml:trace>
  <inkml:trace contextRef="#ctx0" brushRef="#br0" timeOffset="109866">8534 14223 25267,'-15'0'425,"-2"0"-3702,-21 10 1808,4 3 2253,10-2 1,0 3-774,-1 11 0,2 2 643,-3 5-654,8-7 0,3 1-994,8-1 0,3 0 950,-2 11 44,3-12 0,1 1 0,6 9 44,14 1-66,6-1 16,1-12 1,2-4 1,-4-7 0,0-3 4,1 1 0,0-3 0,12-1-12,-12-4 1,0-1 1777,18-2-1760,-17 1 0,1-3-985,3-6 0,-2-3 991,8-10 141,-10 6 1,-1-1-14,-4-3 0,-2 1-129,3-4 56,1-7 2144,-17 18-2088,-1-10-1812,-2-3 1812,-1-2-78,-1 3 0,-2 1 89,-12-3-111,3 5 78,-9 0-1484,-14 2 1394,11 9-11,-17-5 1528,18 11-1539,-21 1 1780,5 1-1792,-8 0-1077,18 3 0,0 2 568,0 9 0,1 5-561,-2 2 1,-1 5 0,0 3 920,4 3 0,0 4 0,1 0 1,3-2-1,1-4 0,1-1 1,2 1-1,1 1 0,0 0 1,0 0-1</inkml:trace>
  <inkml:trace contextRef="#ctx0" brushRef="#br0" timeOffset="112713">22703 7579 3379,'-40'2'327,"-1"1"1,1-1 0,-1 0-1,1 1 1,-1-1 0,-3 0-1,0 0 1,0 1 0,3 1-1,4 3 138,-3 5 1,5 3 0,-1 2-212,-4 2 0,-1 1 0,2 1 99,-1 0 1,0 0-1,2 1-193,1 2 1,2 0 0,3 1 356,1 3 0,1 5-300,10-5 0,-2 5 1,-1 2-1,1 0 1,3-3-46,-4 6 0,2-2 0,0 3-134,2-3 0,-2 3 0,0 1 0,2 0 0,3-4 552,0 3 1,4-3 0,1 1-502,1 0 1,0 1-1,2-1-52,1-1 1,2 1-1,0 1-211,3-2 1,0 3 0,1 0-1,2-2 185,1 1 0,3-2 1,0 2 44,0-3 0,0 1 0,1 1 0,2-4 53,3 1 1,2-3 0,0 0-106,1-1 0,1 1 0,1 1 82,2-2 1,2 2 0,1 0 0,0-2-84,2 0 1,-1-1 0,3 1-159,-1-3 0,1 1 1,0-1-1,1-2 155,1-3 0,-1-2 0,2-1 352,-1-1 0,1 0 1,2-1-312,10 2 0,4-1 0,0-2-173,-9-5 1,1-2 0,0-1-1,2 0 185,-2-1 1,2-1 0,1 0 0,-2-1 0,0-1-24,1-2 1,-1 0 0,-1-2 0,-1-1 40,10-2 0,-1-1 0,-1-4 4,-1-5 0,-2-3 0,-2-1 18,-7 4 1,-2 0 0,2-2-68,6-3 0,2-2 1,0-1-186,-6 1 1,1 0 0,-1-2-1,-1-2 290,-4-1 1,-1-3 0,0-1 0,0 2-9,1 0 0,2 2 1,-1-2-1,-3-3-124,1-8 0,-3-3 0,-2-2 0,-3 2 131,-2-1 1,-4 0 0,1 1 308,1-1 1,1 0 0,-3-1-396,-5 9 1,-1-2 0,-2 1 0,-2-1-96,-4 0 1,-2 0-1,-2-1 1,1 2 50,0-6 0,-1 2 0,0-2 0,-2 4 0,0-1 0,-1-1 0,-3 1 22,-3-4 1,-4 0-1,0 2 1,1 2-23,1 4 0,0 2 0,-1-2 198,-3-3 1,-1-3 0,-1 1 0,2 5-199,-8-1 0,0 4-102,0 3 0,-3-2 76,5 8 1,-2-2 0,-2 0 0,3 3 434,-8-6 1,-2 1-438,5 5 0,-3-2 0,-1 1 0,5 5 1195,-1 3 1,1 3-1168,-1 2 0,-4 0 0,1 3 186,-10 4 1,1 3-187,-1 1 0,0 3-207,-1 2 1,0 3 161,14 2 0,1 2 1,-1 2-1049,-1 4 1,0 3 0,0 0 48,0 0 0,1 0 0,1 2 144,1 2 0,2 2 0,3-1-739,-2 6 1,3 0 1340,0 3 1,3-3 0,7-13 0,3-1 0,-7 12 0</inkml:trace>
  <inkml:trace contextRef="#ctx0" brushRef="#br0" timeOffset="113432">22581 10034 11809,'0'-7'2767,"0"2"-1153,0 49-1121,0-6-1420,-1-5 1,0 8 0,-1 2 1214,0-6 1,-2 2-1,1 1 1,-1 0-121,1 0 0,-1-1 0,1 1 0,-1 2-294,1-3 0,-1 2 1,0 1-1,0-3 1,1-2 154,-1 2 1,1-4 0,0-1 510,0 9 0,0-4-741,-4-2-3076,-3-27 0,-5-6 2457,-4-14 1,9 2 0,1 1 0</inkml:trace>
  <inkml:trace contextRef="#ctx0" brushRef="#br0" timeOffset="113812">22205 10846 14708,'-4'-3'326,"1"0"-3556,3 3 4855,52 54-1373,-34-38 1,1 1-523,10 7 1,4 3-1,-3-5 292,-8-9 1,-1-4 566,4 1 0,-2-6-589,4-11-792,1-15 0,1-7 820,-4-7 0,-1-1-28,3 1 0,-2 3 438,-8 5 0,-7 13-370,-22 54 954,0-4 1,-2 6-1843,5-8 1,-1 4 0,1 1 0,0-5 378,-4 9 1,1-2 0,2 9 0,5-11-1,6-31 1</inkml:trace>
  <inkml:trace contextRef="#ctx0" brushRef="#br0" timeOffset="114872">25936 8602 12109,'0'3'1838,"0"0"-639,0-3 78,0 1-358,-1 0-1726,0 0-2470,34-14 2457,8 1 1,2-5 0,-10 9 0</inkml:trace>
  <inkml:trace contextRef="#ctx0" brushRef="#br0" timeOffset="115365">28801 8606 14260,'-5'0'942,"0"0"-505,5 0-583,0 0-3131,-6 0 2457,0 0 1,-1 0 0,3 0 0</inkml:trace>
  <inkml:trace contextRef="#ctx0" brushRef="#br0" timeOffset="116098">27143 10287 12311,'-3'1'2980,"0"-1"-896,3 0-2084,7-5 0,-5 4 0,5-4 0</inkml:trace>
  <inkml:trace contextRef="#ctx0" brushRef="#br0" timeOffset="117266">27648 9675 9864,'0'10'34,"0"0"-34,0-9 3276,0 0 0,2 0-188,-1-7-3088,-4-8 0,2 5 0,-4-4 0</inkml:trace>
  <inkml:trace contextRef="#ctx0" brushRef="#br0" timeOffset="118749">20745 12435 9049,'-4'41'1938,"-1"2"-1527,-2-14 0,-1 3 0,-1 1-254,-4 12 0,1-1 368,3-12 1,0 0 0,0-2-436,-1 3 0,2-7 761,4-16 1168,3-5-810,1-3 1553,0-11-2785,0-21 1,2-6 637,1 10 1,2 0-616,-1-5 0,0-4 0,2 4-17,3 4 1,2 2-1367,9-7 0,0 4 1148,1 1 111,11-2 113,-19 34 5,4 10 1,1 3-166,-4 3 1,0 1 186,4 5 1,-1 0 660,-7-3 0,-3 0-587,-4 3 0,-1-1 3099,1 7-3133,-2 4 56,-1-27 762,0-15-919,8-31 15,8 8 0,4-4 0,-1 2-98,-5 0 1,2 0 104,3 1 1,2-1 0,-3 10-3154,-5 12 3019,1 7-120,6 23 344,-2 1-1048,-6 4 1,-2 5 1002,-5 3 1,-2 1-46,-1-2 1,-2 0-1617,-1 1 1,1-4 818,3-9 1,-2-10 0,8-15 0</inkml:trace>
  <inkml:trace contextRef="#ctx0" brushRef="#br0" timeOffset="119834">21468 12700 15325,'7'0'2577,"-2"0"-4216,23-16 1,3-9 229,-7-3 1639,9 2 0,-4-2-42,-26-7-143,-26 23 1145,-19 5-966,9 23 0,0 7-236,7 1 1,3 2 39,2 4 0,4 1 1028,7-5 0,9 0-871,18 1 0,11-5 815,4-7 0,4-4-1000,-7 1 0,2-1 0,2-3-888,10-7 0,3-6 0,-1-4 888,-2-4 0,-2-5 0,-2-2 18,-2 1 1,-1-3 0,-4-2-397,-3-6 1,-4-4-1,-7 3 417,-11 6 0,-8 2-5,-19-15 44,-9 36-501,4 8 1,-2 4 416,-7 12 1,1 4 5,5-6 0,2 4-26,6 5 0,2 5 0,6-3 26,10 14 28,18-15 0,8-6-28,15-10-45,4-19 0,1-11 6,-11-12 0,-3-5 61,-3 5 0,-3-2 40,-3-2 0,-7 4-18,-12 17-55,-14 36 1528,3 5-1551,1 1 1,3 1-12,13 6 56,4 0 11,15-30 1,5-11-34,3-18 0,1-6 16,-1 9 1,-1-3 9,-11-2 0,0-2 0,-6 2 108,1-7-123,-5 7-34,-9 15 34,-4 13 0,0 12-647,0 0 703,0 7 1891,1-9-1935,5-1 144,16-11 2813,1-8-2981,11-12 1,2-2-143,-15 8 0,0 0 115,8-8 0,-3 7-1842,-1 26 1998,-18 10 1,-3 5-73,4 16-40,-5-12 1,-1-2-465,-1 6-2818,6-20 2667,14-17 1,-9-4 0,6-15 0</inkml:trace>
  <inkml:trace contextRef="#ctx0" brushRef="#br0" timeOffset="120091">23169 12198 11940,'-27'27'546,"1"1"0,0 0 0,-1-1 0,-5 7 0,1 0 0,4 0-178,11-5 1,4 0-1,1 1-340,-2 15 0,3 1-47,7-7 1,1 2-1,4-4 2,2-1 1,5-4-66,5-2 1,6-8 81,21-27 0,0-8 0,-9 8 0,1-7 0,-1 0 0</inkml:trace>
  <inkml:trace contextRef="#ctx0" brushRef="#br0" timeOffset="120516">23490 12213 21118,'36'-6'291,"3"1"-235,-2 5-1695,-5 2 1,-1 4-689,7 12 3121,-13-9 0,-7 5-49,-15 16 0,-12 4-889,-5-7 0,-5 0 312,3 0 0,-1 2 0,0-3-175,-6 1 0,1-1 12,1 0 1,3 0-6,9 7 22,28-9-22,10-11-1334,6-19 1,3-8 1570,0-10 0,-2-2 0,-9 11 0,-2-1 1,-3-5-1,1 0 0</inkml:trace>
  <inkml:trace contextRef="#ctx0" brushRef="#br0" timeOffset="120723">23404 12404 18910,'36'-1'-547,"0"0"1,0-1 0,0 1 0,9 0 0,-2-1 0,-4-2-1093,-6-3 1,-3-2 982,0-1 1,-2 0-1,4-2 1,-9 1 0</inkml:trace>
  <inkml:trace contextRef="#ctx0" brushRef="#br0" timeOffset="121007">24009 12013 15851,'-4'-3'3276,"42"25"-6553,-8-3 3789,-5 2 1,6 7-1,0 3 1,-6-2-368,0 10 1,-7 5-424,-6-6 0,-1 6 1,-2 1-1,-5-7 267,-7 2 0,-7-3 40,-11 8 0,-2-8-2528,1-21 2119,5-8 1,8-3 0,5-5 0</inkml:trace>
  <inkml:trace contextRef="#ctx0" brushRef="#br0" timeOffset="121291">25325 12137 16799,'37'-2'170,"0"-1"1,0 1 0,0-1 0,-2 0-1810,6 3 1,-6 0-1491,-15 0 266,-15 1 2863,-11 0 0,5 0 0,-5 0 0</inkml:trace>
  <inkml:trace contextRef="#ctx0" brushRef="#br0" timeOffset="121467">25180 12329 9542,'45'-2'316,"1"1"0,-9-3 0,4-2 0,0 1 0,-5-1-1955,2-1 1,-1-2 1445,7-1 1,3-1 0,-9 1 0,-9-1-1,-4 1 1</inkml:trace>
  <inkml:trace contextRef="#ctx0" brushRef="#br0" timeOffset="122256">26737 11856 17756,'2'-13'3276,"-30"6"-2372,-6 19-736,9-6 1,0 1 261,-16 13 18,16-2 0,2 1-3440,-8 6 3076,8-4 0,2 1 107,0 3-1037,8-1 1,2 2 990,5-1 1,1-1-66,-1 2 0,5-1 94,8-2 0,7-4-815,7-7 0,3-4 714,-1 1 0,3 0 775,14-3 0,0-2-831,-17-2 0,1-1 78,22-5 0,0-4 1971,-4-4-2016,-10 0 0,-2-1 141,-3-8 39,-11 2 0,-2-2-118,5-16-68,-9 15 1,-2 0 3197,-3-9-3242,-5 8-3277,-15-11 3268,-3 7 71,-7 4 0,-7 2-214,-4 5 1,-6 2-669,5 5 1,-6 1 0,0 1 0,2 0 409,0 0 0,1 2 1,1 0-1,-4 1 1,0 1-1,8 1 0,-2 2 1</inkml:trace>
  <inkml:trace contextRef="#ctx0" brushRef="#br0" timeOffset="123372">21532 13993 16288,'17'-18'881,"1"0"1,0-3 0,-2 0 115,0-4 78,-2-1-928,-41 20-857,-18 15 710,18-4 0,-2 2-1001,-1 6 0,-1 5 1,3 1 966,3 2 1,3 4-7,-8 8 1,6 4-1127,17 2 1,9 0 1120,9-5 1,5-2-12,-1-1 0,7 0-28,3-8 0,7 0 0,1-1 0,-6-3 40,-4-1 1,-1-1 43,9 5 0,4 2 0,-15-2 247,-28 3-63,-29-8 1,-13-4 58,17-3 0,-1-1 0,-5-2-4,0-1 1,-6-1 0,-2 0 0,2-1 0,5-1-240,-2 0 0,4 0 0,0-2 0,-9 1 0,-1 0 0,12-6-874,10-14-765,44-2 1,12-3-1,-11 3 1,2 0 1176,10 0 1,5 0-1,-4 4 1,5-2 0,-5 2-1</inkml:trace>
  <inkml:trace contextRef="#ctx0" brushRef="#br0" timeOffset="123602">21935 13990 11979,'2'-7'3276,"-1"1"-3475,-9 44 473,3-4 1,-1 4-270,-1-2 1,1 3-15,0 2 1,1 3-1,1-4-1223,2-8 0,0-2-407,-1 11 1,0-3 818,-2-6 1,3-16 0,-1-14 0</inkml:trace>
  <inkml:trace contextRef="#ctx0" brushRef="#br0" timeOffset="123756">21775 14279 11182,'32'-22'-820,"1"1"1,0 8 0,2 3 0,-2 5 272,-5 7 1,-2 3 0,8-1 0,-3 0 0,-12 1 0</inkml:trace>
  <inkml:trace contextRef="#ctx0" brushRef="#br0" timeOffset="124260">22493 14163 8478,'-30'-19'655,"1"-1"0,-1 1 1,-13 12-1,-3 8 0,8 6-131,16 6 0,2 5-479,-6 4 0,-2 4 1,7-2 1408,5 16-1443,12-8 0,9-2 371,19-11 1,7-2-383,-9 6 0,4-5-49,8-15 1,7-8-1,-2-5-56,-10-2 0,-1-3 1,-2-2 59,2 0 0,0-1 0,-3-4-34,1-12 1,-3-4 0,-5-3 67,-7-1 0,-5-3 0,0-2 22,-1 4 0,0-2 0,-1 0 0,-2 0 14,-3 0 1,-3 1-1,0 0 1,1 4 56,2 0 0,-1 3 0,-3 9 131,-18 2 134,17 48 0,6 20 0,-1 0-328,-3-11 0,0 0 0,2 3-19,2 8 0,2 4 0,1 1 0,2-2-31,0-8 0,1 0 0,2-2 0,0 1-1034,4 9 1,1-1 0,4-1 1064,2-11 0,2-1 0,1-3 0,-3-3 0,-1-1 0,1-6 0,6-10 0,0 0 0</inkml:trace>
  <inkml:trace contextRef="#ctx0" brushRef="#br0" timeOffset="124561">23642 13600 16670,'-37'11'468,"-1"-1"0,0 1 0,7 13 0,-2 7 0,2 5 0,3 0 0,6-5-119,6-1 1,6-3 0,-1 5-350,-2 1 0,-2 5 0,-1 2 0,4-3 0,3-6-1165,4 1 1,7-3 1149,7 0 0,6 1 0,0-2 155,-1-3 1,2-2-248,15 11 0,4-6-363,-12-19 0,2-5-623,6-1 1,3-3 0,-2-3 545,0-2 1,-2-2 0,11 3 0,-5-2 0,-15-8 0</inkml:trace>
  <inkml:trace contextRef="#ctx0" brushRef="#br0" timeOffset="125041">23928 13696 20300,'-3'-8'1557,"29"1"-3196,4 6 1,6 2 873,-4-2 1,3 1 0,-3 1 741,3 1 1,-2 1 720,1-2 1,-6 6-452,-13 33 41,-15-16 1,-2 0-32,-2 4 1,-3 1-609,-5-1 0,-5 0 1,0-1 512,-3 3 0,1 0-117,-5 5 0,1 0 879,8-10 0,4 0-767,9 20-352,34-20 206,4 3 618,-6-22 1,2-6-625,11-9 1,-2-2 351,-15 3 1,-2-1-1193,9-3 1,-6-3-2443,-14-6 2457,-23 9 1,6 1 0,-7 6 0</inkml:trace>
  <inkml:trace contextRef="#ctx0" brushRef="#br0" timeOffset="125253">23961 14032 20501,'30'-15'717,"-5"5"1,5-1-1811,4-2 1,5-1 0,-1 0 623,5-3 1,-1 1 0,-10 3 0,0 1 0,-6 1 0,-1-2 0</inkml:trace>
  <inkml:trace contextRef="#ctx0" brushRef="#br0" timeOffset="125562">24580 13506 13509,'33'21'468,"0"1"0,1 0 0,-1 0 0,2 4 0,2 1 0,-3 1 0,-6 2-64,-4 6 0,-6 2 0,-1-2-404,1-5 0,-2 0 0,-2 1 513,-3 2 0,-4 2 0,-5-6-569,-17 14-349,3-23 1,-3-2-868,-11 5 1,-2-2 80,7-6 0,0-1-448,-5 2 1,1-2 818,1-1 1,12-8 0,6-3 0</inkml:trace>
  <inkml:trace contextRef="#ctx0" brushRef="#br0" timeOffset="125845">25610 13665 13990,'35'-15'161,"0"0"0,-3 1 0,-1 4 281,1 8 0,-4 3-3209,0-1 1415,16 3 1352,-57 11 0,9-8 0,-12 6 0</inkml:trace>
  <inkml:trace contextRef="#ctx0" brushRef="#br0" timeOffset="126040">25576 13856 20333,'-6'0'2488,"2"1"-4127,40-10 1,19-4 1385,-11 4-555,-4 0 1,8-2-1,-4 0 808,-2 1 0,-4 2 0,-14 2 0,-1 1 0,2-2 0,0 1 0</inkml:trace>
  <inkml:trace contextRef="#ctx0" brushRef="#br0" timeOffset="126754">26825 13291 15784,'-13'28'3276,"3"-11"-3809,-4 7 1,-4 7 0,2-4 633,-5 7 704,1-1 0,2 0-715,6-3 971,3-10-747,5-5 538,4-15-684,12-18 771,2-5 0,1-3-905,-1 4 0,0-3-938,3-5 0,2-5 0,-2 4 993,-3 4 1,-2 1 33,6-9 1,-2 3 234,-1 1-391,-7 24 22,-6 18 39,-4 21 0,-2 10-348,2-8 1,1 3 0,0 0 334,-1-2 0,-1 1 0,1 2-1,1 3 0,1 4 0,-1-1 0,1-4 14,0 6 0,0-2-28,0-4 0,0 1 0,0-4-764,0-5 1,0-6 886,0 0-100,0-15-46,-1-11-131,-6-2-1661,-24-7 176,5 4 1,-3 2-1,-13-3 1,-3 2 1305,13 5 0,0 2 0,2-1 0,-1-1 1,3 1-1,-14 8 0</inkml:trace>
  <inkml:trace contextRef="#ctx0" brushRef="#br0" timeOffset="126962">26372 14062 20210,'39'3'472,"-1"1"1,1-1-1,0 0 1,-2 1 0,-3 0-1,3-3-414,1-1 1,3-2 0,0-1 0,-1-2 75,-3 0 1,0-3-1,-1 1 1,-2 0-124,-1 1 0,-2 1 1,0-2-76,6-1 1,0 0-1,-12-1-3213,-19 1 2457,-11 2 1,1 3 0,-3 0 0</inkml:trace>
  <inkml:trace contextRef="#ctx0" brushRef="#br0" timeOffset="132132">20094 7542 19997,'2'5'2409,"-9"30"-2291,0-3 0,-1 5-1757,-2 5 1,-1-1 592,3-10 0,-2 0 694,2-1 0,0 3 1,0-3 351,1-4 0,1-1 544,-3 10 0,3-6-454,4-19 504,3-32-550,4-7-27,0-2 0,2-9 0,0-5 0,0 4-14,0-2 1,-1 2 0,1-3-4,0 2 0,1-3 0,0 0 0,-1 3 7,-1-3 1,-1 2-1,0 8-197,2-2 190,3 13 56,-3 52-742,2 7 0,0 7 722,-3-10 1,1 4-1,0 1 1,-1-2-34,2 4 1,0-1 0,1 3-4,1-2 0,2 6 0,1 0 0,-1-3 0,0-7 17,2 4 0,1-3 492,-1 0 0,2 2 1,-2-13 28,1-16-515,-16-40 33,-9-4-815,-7-2 1,-10-1 750,-7 12 1,-9 2-1,1 3 8,10 0 0,0 2 0,-6 3 11,4 8 0,-7 1 0,-3 2 1,-2 1-1,0 1 0,3 2 1,4 1-10,-4 3 1,4 2 0,1 2 0,-3-1 295,-3-1 1,-4 1 0,0 0 0,2 0 0,7 2-355,-5 3 0,5 2 0,23-6 146,48-14-90,-11-1 0,5-3-8,1 1 0,7-3 0,5-3 0,3 0 0,1-1 0,-1 0 0,-3 1-238,-1 1 1,0 0 0,-2 0-1,1 0 1,1-1 0,1 1 248,-1-1 0,2-1 0,0 0 1,1 0-1,0 1 0,-1-1 0,-1 2-1,3-1 0,1 0 0,-1 1 0,-1 1 0,-4 2 0,-6 2 773,9 2 0,-5 3-680,7-1 0,-14 8 95,-40 16 1,-22 10 0,-1 2-124,5-4 0,-2 1 1,-1 1-1,0 0-53,-1 1 0,0 1 0,-1 0 0,1 0-1,5-5 1,0 2-1,-1-1 1,2 0-1,1-1-80,-7 8 1,3-1 0,-2 3 66,8-8 0,-1 2 0,0 2 0,1-1 0,1 0-14,-1 3 0,1 1 0,1-1 0,1 0 334,0-2 1,0 1 0,1-1-1,4-2-438,-4 13 1,7-8-820,12-13-2340,31-23 2457,-15-14 1,17 0 0,-25 0 0</inkml:trace>
  <inkml:trace contextRef="#ctx0" brushRef="#br0" timeOffset="134264">20223 7446 8624,'36'-1'-53,"0"1"1,0-1 0,0 0 0,-4 0 0,3 0-1</inkml:trace>
  <inkml:trace contextRef="#ctx0" brushRef="#br1" timeOffset="-212109.46">6801 13188 24575,'0'34'0,"0"0"0,0 3 0,0 7 0,0 3 0,0-1 0,0-5 0,0-1 0,0-3 0,0 3 0,0 0 0,0 7 0,0 0 0,0-5 0,0-10 0,0 11 0,0-23 0,0-14 0,0-6 0</inkml:trace>
  <inkml:trace contextRef="#ctx0" brushRef="#br1" timeOffset="-211096.46">6529 14431 8191,'0'-10'0,"-14"-2"3276,10 8-1489,-23-6 1031,18 1-2818,-6-15 1719,33 1-1719,2 3 0,16 24 0,3 13 0,-17 6 0,-3 6 0,1-1 0,0 5 0,-3 1 0,-7 5 0,-4 2 0,-2 0 0,-1-1 0,-3 0 0,-1-1 1092,-3 0 0,-3 0 0,-2-2 546,-7 7 0,-6-5-1522,-7-10 0,-3-7-116,4-5 0,0-6 0,-1-8 0,1-6 0,4-1 0,2-5 0,-5-18 0,7-9 0,19 2 0,28 6 0,17 13 0,-10 10 0,4 5 0,-1 9 0,2 6 0,-2-1 0,-3-5 0,-1 3 0,0 7 0,1 4 0,-6-3 0,4 5 0,-2 2 0,-15-16 0,-11-8 0</inkml:trace>
  <inkml:trace contextRef="#ctx0" brushRef="#br1" timeOffset="-210362.46">7009 14342 24575,'-20'20'0,"12"6"0,3 4 0,1-1 0,2 3 0,1-1 0,1 2 0,1-3 0,-1 2 0,0-1 0,0 3 0,0 0 0,-3-7 0,6-3 0,13-5 0,8-6 0,15-11 0,4-8 0,-2-6 0,0-6 0,-7 0 0,1-3 0,-5-1 0,-2-3 0,-5 1 0,-3 2 0,-2-1 0,-2 1 0,-4-1 0,-7-5 0,-31-9 0,-1 21 0,-5 2 0,1 0 0,-2 0 0,-6 1 0,2 3 0,2 3 0,4 2 0,26 5 0,0 0 0</inkml:trace>
  <inkml:trace contextRef="#ctx0" brushRef="#br1" timeOffset="-209343.46">3247 13095 8191,'-3'20'0,"0"11"1092,3-2 0,0 6 0,0 1-497,0-3 1,0 0 0,0 0-596,0-1 0,0 0 0,0-2 1409,0 7 0,0-7-1409,0-11 0,0-9 0,0-5 0</inkml:trace>
  <inkml:trace contextRef="#ctx0" brushRef="#br1" timeOffset="-208645.46">3373 13117 8191,'4'-2'0,"-1"19"1092,-3 10 0,0 8 0,0 0-939,0 9 1,0 2-154,0-11 0,0 4 0,0-1 0,0-3 0,0 9 0,0-5 1485,0-5 0,0-5-1485,0-1 473,0-19 0,0-6 0,0-2 0</inkml:trace>
  <inkml:trace contextRef="#ctx0" brushRef="#br1" timeOffset="-207845.46">3570 13238 8191,'4'-8'0,"-1"9"1638,-2 23 0,-2 12-1072,1-3 1,0 5 113,0-3 1,0 5 0,0 1 0,0-4-681,0-1 0,0-3 0,0 0 0,0 4 0,-1 0 0,0-5 1821,1 11-1821,-2-24 3276,2-37-2480,0 2 1,0-13 0,0 19 0</inkml:trace>
  <inkml:trace contextRef="#ctx0" brushRef="#br1" timeOffset="-207344.46">3802 13116 24575,'0'36'0,"0"-1"0,0 9 0,0 0 0,0-7 0,0 0 0,0-1 0,0-7 0,0-20 0,0-6 0,0-2 0</inkml:trace>
  <inkml:trace contextRef="#ctx0" brushRef="#br1" timeOffset="-206893.46">4233 12648 24575,'0'38'0,"0"0"0,0 0 0,0-6 0,0-2 0,0 4 0,0 4 0,0 4 0,0 0 0,0-3-1068,0-1 0,0-2 0,0 0 1068,0-2 0,0 0 0,0-1 504,0 5 0,0-3-504,0-1 0,0-4 0,0-3 0,0-11 0</inkml:trace>
  <inkml:trace contextRef="#ctx0" brushRef="#br1" timeOffset="-206310.46">5035 12461 8191,'3'1'0,"0"34"0,-3 17 1060,0-9 1,0 3-1061,0-7 0,0 5 0,0 1 0,0-1 383,0-3 1,0 2 0,0-2-1,0-3-383,0 1 0,0-2 0,0 0 517,0 9 0,0 1 0,0-6-517,0-12 0,0-2 655,0 4 0,0-4 1,0-5-1,0-17 0</inkml:trace>
  <inkml:trace contextRef="#ctx0" brushRef="#br1" timeOffset="-205808.46">5507 12312 8191,'8'-11'0,"-4"35"0,-2 17 1638,-2-2 0,0 7-1399,0-10 0,0 7 1,0 4-1,0 1 0,0-2 1,0-4-240,0 1 0,0-3 0,0-1 0,0 4 79,0-1 1,0 4-1,0 1 1,0 0-1,0-4 1,0-5-80,0-2 0,0-5 0,0 1 521,0 11 0,0 1 0,0-6-521,0-13 0,0-2 655,0 3 0,0-3 1,0-9-1,0-11 0</inkml:trace>
  <inkml:trace contextRef="#ctx0" brushRef="#br1" timeOffset="-205226.46">5882 12001 8191,'4'2'0,"-1"31"1638,-3 7 0,0 8-1308,0-13 0,0 2 0,0 3 0,0 3-330,0-5 0,0 3 0,0 2 0,0 1 0,0 1 0,0-1 0,0-2 321,0 3 1,0-2-1,0 1 1,0-1-1,0 2 1,0 1-322,0-4 0,0 1 0,0 3 0,0-1 0,0 0 0,1-1 0,-1-2 0,0-4 137,1 13 1,0-4-1,-1-2 1,1-3-138,0 5 0,-1-3 0,1-7 0,2 4 0,-3-38 0</inkml:trace>
  <inkml:trace contextRef="#ctx0" brushRef="#br1" timeOffset="-204193.46">6254 11505 8191,'5'-34'0,"-2"6"3276,-3-2-1489,0 9 1031,0-5-2818,0 14 1719,0 16-1719,0 19 0,0 11 0,0-3 0,0 7 0,0 3 0,0 2 0,0-1 0,0-4 0,0 0 0,0 0 0,0 2 0,0 0 0,0 2 409,0-2 1,0 2-1,0 2 1,0 0-1,0 0 1,1 0 0,-1-2-1,0-1-262,0 3 1,1-2 0,-1 0-1,1-1 1,0 1 0,0 3-148,-1-4 0,1 2 0,0 1 0,0 1 0,1 0 0,-1-1 0,0-2 0,0-3 0,1 7 0,1-4 0,-1 0 0,0-1 0,0 4-34,-1-5 0,1 2 0,-1 2 1,0 0-1,0-1 0,0-3 0,0-2 34,1 4 0,0-2 0,0-4 0,-1 0 0,-1 0 0,0-1 0,1-2 0,1 9 0,1-6 0,0-7 0,2 4 0,-1 4 0,-1-5 0,0 0 0,0 3 0,0-1 0,-1 1 0,-1-2 0,0-8 0,-1 0 1294,0 3 0,0 0-1294,1 14 67,0-10 1,0-22 0,-1-9 0</inkml:trace>
  <inkml:trace contextRef="#ctx0" brushRef="#br0" timeOffset="-36940.19">11198 12988 21947,'6'-25'1647,"-2"14"-4924,-2 56 3150,-1-8 0,0 4 317,0 1 1,0 2 42,1-12 0,-1 0 0,1 3-136,1 11 0,0 3 1,0-4-577,0-2 0,0-1 490,0 1 0,1 2 1,-1-6-7,-1-13 1,0-4 50,3 18-56,-3-14 2024,-1-7-3626,-1-8 1602,-20 6 0,15-11 0,-16 7 0</inkml:trace>
  <inkml:trace contextRef="#ctx0" brushRef="#br0" timeOffset="-36300.19">11094 14302 16422,'2'-27'1638,"-1"1"0,0-16-959,0 36-522,-11 38 44,-4 7 463,2-5 1,-3 4-576,0-3 1,-1 3 0,0-3-152,1 5 0,0-2 58,2-7 0,0 1 1,2-4 125,2 7-380,8-26 2090,19-6-1776,6-4-56,-2-1 0,2 0-1462,2 0 1,0-1 1455,1-1 1,2 1-748,12 1 1,-1 0 601,-10 1 0,-1 0-435,7 1 0,-2-1-792,3 1-1899,6-11 0,-20-14 1289,2-10 2716,-21 12 1,-4-1-651,1-18 942,-1 15 0,0 0 1053,0-6-123,0 2-671,0 24 166,0 29 0,0 17-1251,0-6 1,1 3-1,0 1-194,0 1 0,-1 1 0,1 1-181,0 4 0,0 2 0,1-6 186,-1-5 1,1-1-1099,1 3 1,1 3 0,0-5-536,-2-11 1,1-1-12,3 15 1,1-15 1050,-1-44 0,-2 5 0,-1-3 0</inkml:trace>
  <inkml:trace contextRef="#ctx0" brushRef="#br0" timeOffset="-35940.19">11831 14478 15635,'-2'33'819,"0"0"0,0 1 0,-1 12 0,1-2-498,3-8 0,4-3-249,9 4 1,4-1-45,-6-6 0,6-5-170,12-9 1,8-7 0,-2-7 264,5-19 0,0-8 283,-8 10 1,0 0-1,-3-5-305,-5-1 0,-4-4 0,-7-3 242,-11-8 1,-9-3 0,-3 4-758,-2 0 0,-5 3 447,-3-3 1,-5-1-1,-2 7-33,-7 7 0,-5 9-569,3 8 1,-6 4-1,0 3 1,4 1-1071,-3 2 1,0 4 545,-4 3 1,-4 2 0,12 5 801,18 6 0,7 0 1,-4 4-1,7-5 0</inkml:trace>
  <inkml:trace contextRef="#ctx0" brushRef="#br2" timeOffset="-30800.2">11024 11635 141,'20'-36'134,"-2"5"-409,-11 14 360,0-3 1425,-1-1-1297,-1 4 322,-4 4 249,2 3 1608,-1-1-1900,1 0-32,-1 2 919,-1-8 693,1-14-1848,-1 6 942,1-13-819,-2 22 2156,0-3-1684,0-3-1183,0 11 554,0-6 3086,0 15-3222,0 2 1167,5 46-672,-1-8-328,-1-5 0,0 8 1,1 3-1,-1-2-745,-1-5 0,0 0 1,1-1-1,-1 2 594,0 6 0,1 0 0,-1 2 0,2 4 19,-2-10 1,1 3 0,1 2 0,-1 1-1,1 0 1,-1-3 0,1-3-490,0 9 1,1-5 0,0 0 0,0 4 404,0-8 1,-1 3-1,0 2 1,1-1 0,0 0-1,0-1 19,1 4 1,1 0 0,0-1 0,0-1-1,-1 0-344,-1-5 0,0 0 0,0 0 0,-1-1 0,1 0 320,0 1 0,0-1 0,0 0 0,0 0 0,-1 1-203,0 2 1,0 2 0,-1 0 0,0-3 0,-1-5 235,0 12 1,-1-4 278,0-9 1,0 1 0,0-2-308,-1 14 1,0-6-6,0-7-6,0-8 1,0-5-253,0-14-1381,-2-28 1,1-12 982,-1-12 1,0 13-1,1 1 1,-1 0 0</inkml:trace>
  <inkml:trace contextRef="#ctx0" brushRef="#br2" timeOffset="-30430.19">11580 12054 12995,'-18'8'2690,"-2"14"-1501,12 4 1,1 4-843,-3 4 1,-1 4-147,0 4 1,-3 3 0,1 3-832,2-8 0,-1 2 0,0 0 1,1 0 629,-1 0 0,1 1 0,-1 0 0,1-1-37,0 1 1,0-1-1,0 0 1,2-4 28,1-3 1,2-2 0,-1 1-719,1 6 0,0 1 1,2-5-914,-2-4 1,4-6 1156,12 0 0,-7-31 1,12-30-1</inkml:trace>
  <inkml:trace contextRef="#ctx0" brushRef="#br2" timeOffset="-30170.2">11863 12316 8085,'-16'37'364,"0"-1"0,0 1 0,0 0 0,2-3 0,0 1 0,-1 3 0,0-1 0,1 1 0,0-2 241,-2 5 0,1-1 0,1-1 1,-1 1-1,0 1-613,1-2 1,-1 1-1,1 1 1,0 0 0,1-2-1,1-2-183,-2 5 1,2 0 0,2-4 0,0-4-1449,-6 10 1,10-15 1233,17-27 0,-5-22 0,11-17 0</inkml:trace>
  <inkml:trace contextRef="#ctx0" brushRef="#br2" timeOffset="-29920.19">12194 12567 9374,'-17'40'218,"0"0"0,0-1 1,0 1-1,1 0 1,-1-1-1,0 1 1,0 0-1,0-1 1,0 4-1,-2-1 0,1 1 1,1-3-1,1-1 1,1-4-1,3-4 874,-2 4 0,4-6 0,1-3-430,2 0 0,3-6-3939,2-3 0,26-45 2789,-11 5 0,1-2 1,0-2-1,0 2 1,4-7-1</inkml:trace>
  <inkml:trace contextRef="#ctx0" brushRef="#br2" timeOffset="-29690.19">12604 12645 12406,'-2'32'1638,"-6"-2"0,-4 8-1502,0-3 1,-4 6 0,0 3 0,-1 0-1,2-4-133,1-4 0,1-3 0,0 0 0,-1 3-3,-1 3 0,-2 2 0,0 1 0,2-2 0,1-5-394,-5 12 1,4-8-532,1-9 0,8-7-2352,16-11 2457,11-36 1,9-12 0,-14 10 0</inkml:trace>
  <inkml:trace contextRef="#ctx0" brushRef="#br2" timeOffset="-29460.2">13202 12833 10674,'-19'33'364,"0"1"0,0 0 0,0 0 0,0-1 0,-1 5 0,-1 0 0,1 1 0,0-2 0,3-2 565,-1 5 1,2-3-1,1 0-1019,-1 0 0,0-2 1,6-6-3188,11-3 2457,31-47 1,-14 10 0,12-17 0</inkml:trace>
  <inkml:trace contextRef="#ctx0" brushRef="#br2" timeOffset="-29220.19">13993 12787 19098,'-11'31'803,"-1"0"0,4-8 0,-1 3-1623,-4 3 1,-2 6 0,-1 2 0,0-2 393,-1 6 0,0-1 0,-1 2-13,2-3 0,-1 3 0,1 0 0,1-4-654,1-3 1,1-2 0,1-2-547,-6 12 1,11-13 1496,17-26 0,-6-5 0,7-2 0</inkml:trace>
  <inkml:trace contextRef="#ctx0" brushRef="#br2" timeOffset="-29020.2">14973 12950 20154,'-16'34'546,"0"0"0,2-3 0,-3 5 0,0 2 0,0 0 0,1-2-836,1-3 1,1-2-1,0 0 1,-2 3-39,-3 6 0,-2 5 0,0 1 1,1-2-1,3-7 0,-4 8 1,4-7-1,3-9 0,-1-1 1</inkml:trace>
  <inkml:trace contextRef="#ctx0" brushRef="#br2" timeOffset="-26460.19">10737 15876 8657,'36'-12'3160,"-8"2"116,-28 10-974,-6 0-514,-25 3-1654,-1 0 1,-7 1-392,3 0 0,-6 0 1,-3 0-1,0 0 266,7-1 0,1 0 0,-2 0 0,-1 0 0,-2 0 13,5 0 1,-1-1-1,-2 1 1,-1-1-1,0 1 1,-1-1-1,-1 0 1,0 0 1,-2 0 0,-1-1 0,0 1 0,0-1 0,-1 0 0,1 0-1,1 1-22,2-1 1,-1 0-1,1 0 1,0-1-1,0 1 1,0 0-1,0 0 1,0-1-16,0 1 0,1 0 1,0-1-1,-1 1 0,1 0 1,-1-1-1,-1 1 0,-1-1 26,3 1 0,-1-1 1,-1 0-1,0 0 1,-1 0-1,0 1 0,1-1 1,1 0-1,0 0 1,3 0-212,-8 0 1,3 0 0,1 0 0,1 0 0,0 0-1,-2 0 1,-1 0 198,5 0 0,-1 0 0,-2 0 0,1 0 0,-1 0 0,0 0 0,2 0 0,0 0 0,2 0 207,-8 0 0,3 0 0,1 0 0,0 0 0,-2 0 0,-4 0-203,9 1 1,-2-1-1,-1 1 1,-2 0-1,0 0 1,-2 0-1,1 0 1,-1 0-1,0 0 1,1 0-9,2 1 1,-1-1 0,1 0 0,-1 1 0,-1-1 0,1 1 0,0-1 0,-1 1 0,1-1 0,-1 1 0,1-1 7,-1 0 0,1 1 0,0-1 0,0 0 0,0 1 0,0-1 1,-1 0-1,0 1 0,0-1 0,-1 1 0,-1 0-7,4-1 1,-2 1-1,-1 0 1,-1 0 0,-2 0-1,1 0 1,0 1 0,1-1-1,0 0 1,3 0 0,1 0-1,3 0 1,2-1 0,4 1-220,-16 0 1,8 0 0,3 0 0,0-1 0,-6 1 221,8 0 0,-4 0 0,-1 0 0,-2 0 0,0 0 0,1 0 0,2 0 0,3 0 0,5 0 365,-9 0 0,5 0 0,2-1 1,0 1-361,-1 0 1,1 0-1,-1 1 1,-2-1-280,-1 1 0,-2 1 0,0 0 0,-1 0 1,3 0 273,0 0 0,2-1 0,0 2 0,-2-1 64,1 0 0,-1 1 0,-1 0 0,1 0 0,3-1-57,-8 3 1,2-1 0,-3 1-8,9-1 0,-2 0 0,-2 1 0,-1-1 0,-1 1 0,1 0 5,0-1 1,-1 0-1,0 0 1,0 1 0,0-1-1,-1 0-23,2 0 0,0 1 1,0-1-1,-1 1 1,0-1-1,-2 0 13,5-1 1,-3 0 0,0 0 0,-2 0 0,2 0 0,2-1 0,4 0-1,3-1 12,-9 1 1,7-1 0,-4 0-4,3 0 1,-5 1-1,-1-1 1,4 0-1,6-1-4,0 0 0,4-2-156,2 1 1,0-1 183,-7 0 0,3 0 1458,-4 0-1419,-5 0 83,31 0-150,3 0 2269,1 0-2269,-4 0 0,3 0 3276,-2 0-3160,6 0 130,2 0-291,1-2 45,0 0-11,0-3 11,0-2-1790,1-27 1790,1 7-17,0 3 0,0-2 28,1-9 1,1-1 10,-1 10 1,1 0-23,-1-5 0,0 4-2825,0 4 2757,-3 24 46,-5 10 22,-6 10-1896,-7 15 1918,1-1 0,-1 2-388,5-9 0,0 2 405,-4 8 0,1-1 764,7-13 0,1 0-679,-2 11 0,3 0-113,4 8-6,0-15 1,8-1-1,28-4 1,12-6 210,-16-8 1,1-1-1,2 0-706,7 3 1,2 1 0,8-3 489,-14-6 0,6-1 0,4-2 0,3 0 0,0-2 0,0 1 0,-3 0 0,-5 0 0,-5 1 0,7 0 0,-6 1 0,5-2 0,3-1 0,0 1 0,0-1 0,0 0 0,0 0 0,0 0 0,0 0 0</inkml:trace>
  <inkml:trace contextRef="#ctx0" brushRef="#br2" timeOffset="-25580.19">10793 15515 12266,'-5'0'3276,"1"0"0,0 0-1548,3-1-1537,-3 1-169,4 0-3257,16 9 3370,5 2 234,17 9-234,4 1 307,-9-4 1,4 1-1404,2 2 1,0 0 993,1 2 1,-1-1 61,-4-2 1,-2 2-519,-6 3 1,-6 2 808,-10-2 1,-7 1 534,-16 17 0,-10 0-916,-5-9 1,-10 0-522,9-11 1,-6 3 0,-5 0-1,0 1 1,1-2 0,4-2-305,-1-1 1,3-1 0,0-1 0,-3 2 521,1-1 0,-5 3 0,0 1 0,0-1 0,3-2 0,6-4 0,-7 4 0,5-5 1,3-2-1,1 0 0</inkml:trace>
  <inkml:trace contextRef="#ctx0" brushRef="#br2" timeOffset="-24410.19">4705 13343 13364,'-37'18'810,"1"0"1,1-2-1,6-2-597,15-4 190,18-11 57,28-16-162,-4-2 1,6-6 0,2-3-907,-6 4 0,1-1 1,2-3-1,2-1 0,3-1 648,-7 4 1,2 0 0,1 0-1,2-2 1,1 0 0,2-2-1,2-1 1,3-2-40,-14 11 0,1-1 0,2-1 0,2-1 1,0 0-1,2-2 0,1 0 0,0 0 0,1-1 1,0 0-1,1 0 0,-1 0 0,0 1 0,-1-1 1,0 2-1,0-1 0,-2 2 0,-1 0 0,-2 2-124,6-4 0,-2 1 0,-1 0 0,-1 2 0,-1 0 1,1 0-1,-1 0 0,0 0 0,0 0 0,2 0 0,0-1 1,1 0-1,2-1 120,-5 3 0,1-1 0,1 0 0,0-1 0,2 0 0,0-1 0,0 1 0,1-1 0,0 0 0,0 0 0,0 0 0,0 1 0,-1-1 0,0 1 0,0 1 0,-1 0 1,-1 1-1,-1 1 0,-1 0 1,8-4 0,0 0 0,-2 2 0,1-1 0,-2 2 0,0 0 1,-1 0-1,0 1 0,0 1 0,-1-1 0,-1 1 0,0 0-179,4-3 0,-1 2 0,-2 0 0,-1 1 0,0 0 0,1 0 0,1 0 0,2-1 0,2-2 180,-6 4 0,3-1 0,2-1 0,1 0 1,1-1-1,0-1 0,1 1 0,0 0 0,-2 1 1,0 0-1,-2 1 0,-2 1 0,-3 1 0,-3 2-172,10-5 0,-4 2 0,-3 2 0,-2 0 1,2 0-1,1-1 179,4-1 0,3-1 1,1-1-1,0 0 1,-4 2-1,-6 2 1,-8 4 1083,12-13-1291,-77 25-1435,3 17 1361,7-5 0,-4 2 0,3 2-1364,-5 8 1,2 3 1406,6-6 0,-1-1 0,3-2 0,2 0 0,2-1 1,1-2-1,0-1 0</inkml:trace>
  <inkml:trace contextRef="#ctx0" brushRef="#br2" timeOffset="-23990.19">5682 13070 16143,'-37'25'165,"0"1"1,-1-1 0,1 1 0,0 3 0,20-11-3443,53-29 3258,-13-1 1,5-6 0,4-4 0,4-3 0,3-2 0,2-1 90,-13 10 1,2-2-1,3-1 1,1-1-1,2-2 1,1 0-1,2-1 1,0 0-1,1-1 1,1 0-1,-1 0 1,1-1-1,-1 1 1,0 1 0,-1 0-1,-1 0 1,-1 2-84,1-2 0,-1 1 1,0 0-1,-1 1 0,-1 0 1,1-1-1,0 1 1,0 0-1,0 0 0,0-1 1,2 1-1,0-1 0,1-1 1,2 0-1,1 0 10,-7 3 1,0 1-1,2-1 1,1-1-1,1 0 1,0 0-1,2-1 1,-1 0 0,1 0-1,1 0 1,-1 0-1,1-1 1,0 1-1,0 0 1,0 0 0,-1 0-1,1 1 1,-2 0-1,1 0 1,-2 1-1,0 0 1,0 1-1,-2 0 1,-1 1-40,7-3 1,0 0 0,-1 0-1,-1 1 1,0 1 0,-1 0 0,0 0-1,-1 1 1,0 0 0,0 0 0,-1 0-1,1 1 1,-1 0 0,-1 0 0,1 0-1,0 0 39,6-4 0,0 1 0,1 0 0,-1 0 0,0 0 0,-1 1 1,0 0-1,-2 1 0,0 0 0,-2 1 0,-1 1 0,-1 0 5,8-3 1,1 1 0,-2 0 0,-2 2 0,-5 0 0,-5 3 0,-6 1 219,1-2 1,-12 2-450,-14 1-346,-33 7-102,4 11 1,-6 7 16,5 1 1,-6 3-1,-3 3 1,1 1 0,3-3 327,-8 5 0,3 0 0,-1 0 1,1-1-1,-2 2 0,3-1 1,6-3-1,6-4 0,1 1 1</inkml:trace>
  <inkml:trace contextRef="#ctx0" brushRef="#br2" timeOffset="-23660.19">7270 12890 19403,'11'10'1249,"22"-25"1,10-14-1172,-14 10 1,3-1-1,2-2 1,1-2-391,-1 1 0,0-1 0,2-1 0,3-2 0,3 0 327,-11 7 1,3 0 0,3-2 0,0 1-1,2-1 1,0-1 0,0 1 0,0 1-1,0-1 1,-3 2-403,6-3 1,-1 0-1,-1 1 1,0 1-1,0-1 1,1 0-1,0 0 1,2-1 386,-4 2 0,1 0 0,1-2 0,1 1 0,0 0 0,0-1 0,-1 2 0,-1 0 0,-2 1 0,-1 1-7,3-1 1,-2 0-1,0 2 1,-2 0 0,-1 2-1,-1-1 1,-1 1-327,5-1 0,-1 0 0,-2 1 0,-2 2 1,-3 0-980,14-5 1,-5 1 347,8-5 1,-19 9 963,-46 25 0,-21 12 0,4-5 0,1-5 0,4 4 0,-1 1 0,0 0 0</inkml:trace>
  <inkml:trace contextRef="#ctx0" brushRef="#br2" timeOffset="-23400.2">8460 13034 10965,'34'-22'297,"1"0"1,-1 0 0,0-1 0,0 1 0,0 0 0,0 0 0,0 0 0,0 0-1,0 0 1,-1 1 0,-2 1 40,7-6 0,-3 2 0,1 0 0,3-1-338,-6 5 0,1 0 0,2 0 0,1-1 0,1 1 0,0 0 0,-1 0 21,1 0 1,-1 1 0,1 0 0,1 0 0,-1 1 0,1-1 0,1 0-42,-3 2 0,1-1 1,0 0-1,1 0 1,-1 0-1,0 1 1,-2 0-1,0 1-636,9-4 1,0 0-1,-2 1 1,-3 1 0,-3 1 108,3-1 1,-5 1 0,-6 2 0,7-5 0,-36 13 0</inkml:trace>
  <inkml:trace contextRef="#ctx0" brushRef="#br2" timeOffset="-22850.2">7998 9437 14798,'43'-7'655,"-1"-1"0,1 0 1,-6 2-1,-1-1 0,0-4 437,2-9 0,-1-5 0,4-3-713,-9 8 1,3-3 0,3-1-1,0 0 1,0-1 0,0 1-927,-1 0 1,0 1 0,0-1 0,1 0 0,0 0 0,1-1 216,-1 1 1,2-1 0,0 0-1,0 0 1,0 0 0,-1 1 0,-1 0 558,1 0 0,0 0 0,-1 0 0,-1 2 1,-1 0-1,-2 2-252,2-1 1,-1 1 0,-2 2-1,0-1-1027,9-4 1,0 1 0,-11 3 696,-11-3 1,9 4 0,-68 28 0</inkml:trace>
  <inkml:trace contextRef="#ctx0" brushRef="#br2" timeOffset="-22400.19">7701 8733 19729,'39'-17'188,"0"0"0,0 0 1,0-1-1,0 1 1,0 0-1,0 0 1,0 0-1,6-1 0,-4 4 1,0-2-1,6-5-188,-15 3 0,4-3 0,2-2 0,2-2 0,2-2 0,0-1 0,-1 1 0,-2 0 0,-2 2 0,-3 1 0,-4 3-820,13-9 1,-7 3 0,-3 1 0,3-1 448,-1 2 1,4-2 0,-1 1-1,-8 3 1,-13 4-2907,-15-2 2808,-33 39 1,-11 14 0,10-15 0,1 0 0,0 6 0,1 1 0</inkml:trace>
  <inkml:trace contextRef="#ctx0" brushRef="#br2" timeOffset="-22040.19">7493 7971 12244,'41'-20'364,"0"1"0,-1-1 0,1 0 0,0 0 0,-1 0 0,0 1 0,1-1 0,-2 1 0,-2 1 270,0 1 1,-1 1 0,-1 0 0,1 0-1455,1-1 1,1 0 0,1 0 0,3-2 526,-6 2 1,3 0-1,1-1 1,2-1 0,-2 0-1,-1 2 1,-4 1 178,5-2 0,-3 2 0,-1 0 1,2-1 101,4-2 1,5-2 0,0 1 0,-7 1 0,-11 4-3266,-2-6 2457,-34 12 1,-8 4 0,-7 5 0</inkml:trace>
  <inkml:trace contextRef="#ctx0" brushRef="#br2" timeOffset="-21160.2">7839 8986 22653,'-39'-3'427,"0"0"0,0 0 1,0 0-1,-1 0 1,-4 0-1,3 1 1,-6-1-422,12 1 0,-3-1 1,-2 0-1,-2 0 1,-2 0-1,-1 1 1,0-1-372,1 2 1,-1-1 0,-3 1 0,0 0 0,-1 0 0,0 0 0,2 0 0,1 0 0,3-1-9,-6 1 0,3-1 0,2 1 0,0-1 0,-2 0 0,-4 1 266,9-1 0,-3 1 1,-3 0-1,0-1 1,-2 1-1,2-1 0,0 1 1,2-1-1,3 0 1,3 0 126,-10-1 0,5-1 0,1 1 0,3-2 1,-1 1 31,-6-1 0,1 0 1,1-2-1,1-5-77,5-4 0,0-2 1,1-4-1,2-1 1,5 0-405,-3-8 1,5-2-1,2-2 398,3 5 0,-2-2 1,4 0-1,8 1 505,12-15 1,8 4-570,0 16 0,2 4-1087,10-4 0,2 4-2095,5-2 0,4 3 2805,-19 29 0,-7-5 0,-2 7 0</inkml:trace>
  <inkml:trace contextRef="#ctx0" brushRef="#br2" timeOffset="-20760.2">5328 8378 6472,'-9'39'468,"0"1"0,0-1 0,0 1 0,0 3 0,1 1 0,0-1 0,1-4 624,2-2 0,1-4 0,0 0-558,-2 21 0,3-23-912,8-51 412,-2-17 299,1-2 1,-1-3-334,-1 7 0,0-3 8,-2-3 1,1-8-1,-1-1 1,1 7 121,-1 10 1,1 3 0,1-2-70,-2-6 1,0-4 0,1 3 0,4 12-131,9 6 742,8 34-320,13 8 0,4 4-353,-15-9 0,4-1-138,4 0 1,8 0 0,1-1 0,-6-4-1502,-3-4 1,-2-4-1,18 4 1,-7-9 1533,-24-29 0,-15 18 1,-5-11-1</inkml:trace>
  <inkml:trace contextRef="#ctx0" brushRef="#br2" timeOffset="-20230.19">4456 7400 15919,'-39'-24'3276,"1"13"-4915,15 30 1,0 10 1447,5-6 0,0 1 994,-6 10 0,1 4-590,9-7 0,1 3 0,1-1-73,-1 4 0,2 4-20,3-5 1,1 6-1,2 0 1,2-6-99,4 2 1,3-3-16,3 3 0,4 2 1,7-9-631,21-11 0,9-13 507,-5-7 1,2-6-1,0-1-666,-5 2 1,0-2-1,-1-3-66,2-6 0,-1-4 0,-3 1 270,-5 1 1,-2-1-516,-2 2 1,1-2 0,-1 1 545,5-4 1,-2 1 0,-1 1 0,-3 1 0,-2 3 0</inkml:trace>
  <inkml:trace contextRef="#ctx0" brushRef="#br2" timeOffset="-18960.2">5183 7602 18821,'-40'-12'819,"0"0"0,-1 1 0,-4-5 0,2 10-1912,13 16 1,1 9 0,4 2 688,-3 13 0,5 4 1099,1-1 0,4 1-695,5 4 0,6-3 843,16 6-866,20-11-264,15-24 287,-21-7 0,1-3 1588,2-3 0,0-6-2014,11-18 1,-2-6-1214,-12 10 1,-2-1 1473,1-3 0,0-2 0,-4 0 13,-5-3 1,-4 0-203,-2-2 0,-2-6 188,-2 0 1,-2-8-1,-1-1 1,0 4-555,-1 5 0,0 2 1,-2-2 705,2 3 1,-1-3-1,0-1 1,-1 2 0,0 5 1,-3-13 1,-4 4-432,0 9 0,-1 0 1,-2 3 565,-1 3 0,-1 2 709,-1-5 1,-1 9-833,-3 24-364,14 30 1,6 13 637,-1-14 1,1 2 92,2 6 0,1 5 0,1-3-323,4 4 1,1-2 586,-2-14 1,1 1-1,3 2-589,3 4 0,3 3 0,2 0 0,-2-4-645,-1-5 0,-1-3 0,1 1 603,9 13 0,2 2 0,0-10 22,-5-13 1,3-6-1,5-5 0,4-4 1,-1-5-29,8-11 1,0-7 231,-7 7 1,0-1 0,-3-5-227,-7-4 0,-3-5 0,-4-4 2,-1-8 1,-4-6 0,-1-1 0,-2 3-449,0 2 0,-1 3 0,0-4 446,-2 4 0,0-3 0,-1-2 0,0 1 0,-2 4-19,1-1 0,-3 3 1,-3-3 40,-5-5 0,-5-4 1,-1 1-1,1 5 0,1 10 1,0 3 0,-2-1 486,-5-17 0,-2-1 1,0 23-510,-16 51-313,28 6 1,5 5 356,-1-8 1,0 2 0,2 1 387,2 3 1,2 2 0,1 5-390,-1-8 0,1 5 0,0 2 0,1 0 0,0-1 0,-1-3-27,1 3 1,-1-2 0,1 0 0,0 3-14,0 0 1,0 3 0,1 3 0,0-1-1,-1-2 1,0-5 1,0-2 1,0-3 0,-1-2 0,2 4-343,1 3 1,1 2 0,1 2 0,1-1 0,0-2 333,3 4 0,0-2 1,1 0-1,0-1 149,-1 2 0,-2 0 1,3-3-1,2-3-143,6-1 1,2-4 0,1-15 201,19-35-194,-17 6 1,-2-3 1035,-2-13 0,-5-4-1003,-1-3 1,-4-1 119,-3-1 1,-4 0 19,-1 0 1,-4 1 84,-4 3 0,-10 2-689,-9 8 1,-9 2 0,-2 2 539,2 4 0,-3 1 1,-1 2-1,1-1-109,1-1 0,1 1 1,-1-1-1,-1 0-82,-9-4 1,-4-1 0,3 0 0,9 2 36,10 0 1,5-1 33,-8-16 0,13-2-23,26 13 1,12 2-40,8-4 1,7-2-1,0 2 54,-6 5 1,-1 0 0,2 0 171,0 1 1,3-2-1,0 1 1,-2 2-188,-1 1 1,-1 1 0,1 1-256,7-4 0,2-1 0,-4 3 513,-7 1 1,-3 2-68,11-4 0,-16 3-485,-53 8 709,-1 4 844,-11 0-1147,20 2-89,14 0 11,6 0 940,1 0-1231,2 0-2997,0-9 2457,0-8 1,0 4 0,0-2 0</inkml:trace>
  <inkml:trace contextRef="#ctx0" brushRef="#br3" timeOffset="-10270.19">15127 11990 16535,'-40'-23'618,"0"-1"1,0 1-1,10 5 1,1 2 0,-1 0-440,-9-3 0,-2 2 0,3 1-33,-2 0 0,-3 1 1,9 4 1,-3-1 0,-4 0 0,2 0 0,3 2-1241,-7-3 1,3 2 0,-4-1 714,6 2 0,-4-2 0,-2 1 0,2 0 0,4 2 434,-1 1 0,3 2 0,-6-1-77,7 2 0,-6 0 0,-3-1 0,-2 1 0,1-1 0,3 1 0,3 1 85,-4-1 0,4 1 1,0 0-1,-5-1 77,6 1 1,-4 0-1,-3 0 1,-2-1-1,0 1 1,2 0-1,3 0 1,4 2-137,-9-1 1,6 2-1,1-1 1,-3 1-221,4 0 0,-1 0 0,-2 0 1,0-1-1,2 2 0,2-1 226,-2 1 0,3 0 1,1 1-1,-3 0-2,-3 1 0,-3 1 0,0 1 0,1 0 0,3 2 17,-6 3 0,4 2 0,-1-1-15,-1 0 0,0 0 1,-2 1 10,8 1 1,-2 0-1,0 2 1,2-2 18,-3 1 0,2 0 0,0-1-5,-1 1 1,0-1-1,-2 1-17,2-1 1,-2 0 0,0 0 0,4-1 235,6-1 1,3-1 0,-2 1-249,-5 1 1,-2 1-1,3 0 971,-2 1 1,3 2-929,-6 5 1,3 1 62,15-8 1,0 0-103,-12 7 0,3 0-11,10 0-979,5 0 0,0 2 1001,1-1 1,1 1-6,-3 5 0,0-1 344,2-3 1,0-1-346,-2 2 1,0 2-189,-4 9 0,1 2 200,3-6 0,2 0 835,-2 3 0,6 5-838,10-6 0,4 4 0,2 1 1,-1-5-26,1 5 0,2 0 14,-1-3 0,0 5 0,3 1 0,2-4 8,8 6 0,3-3 1,0-3-999,-1 1 1,2 1 975,1 0 0,2 2 0,-2-4 227,-1-7 0,0-2-197,7 5 0,3 1 0,0 0-110,-4-6 0,0-1 1,1 1 87,2 1 0,2 2 1,1-1-1,-3-2 7,-2-4 0,-2-1 0,3-1 10,5 2 0,4 1 0,0-1 1,-3-2 266,-8-6 1,-2-1 0,2 1-293,3 0 0,3 2 0,1 1 0,0-2-399,1 1 0,2-1 0,0 0 0,0 0 457,4 1 1,1 0 0,0 0 0,1 1 40,-2-1 1,0 0 0,0 0 0,3 1-48,-10-4 0,3 0 1,0 0-1,0 0 1,-2 0-1,-3-3 180,11 5 1,-3-3 0,0 1-211,-4-1 0,0 0 1,1 0-1,0-1-175,0-1 1,0-1 0,-1 0 0,0-2 163,6 2 0,-1-2 1,0 0 14,2 0 0,-1 1 0,0-2-11,-2-1 0,0 0 0,-2-2 30,3 0 0,2-1-10,-8-2 1,5 0 0,2 0 0,0 0 0,-2 0-129,-3-1 1,-1 0 0,0 0 0,2 1 94,1-1 0,3 0 1,1 0-1,-1 0 1,-2 0-1,0 0 1,-1 0 0,-2-1 0,0 1-11,6 0 1,-2 0-1,1 1 235,0-1 0,0 1 0,0-1-231,-2 1 0,0-1 0,-3 1-133,3 1 0,2-1 148,-9 0 0,5-1 0,3-1 0,-2 1 1,-4 0 227,-1 0 1,-3 0 0,4 0-240,7-1 0,5 0 0,0 0 0,-9-1 1034,-6 0 1,-3-2-1017,5-2 1,2-2 0,-1 0 0,9-4 1,0-2-16,-9 4 0,1 0 0,-2-2 188,2-3 1,-2-2-199,2-1 0,-1-2-11,1-2 1,0-2 12,-9 4 0,1-1 1,1-3-277,-2-3 1,2-4 0,-1-1 0,-3 3 279,-4 3 0,-2 1 0,1-1 0,7-11 0,1-2 0,-4 4 11,-9 9 0,-2 2 0,4-6 0,1-4 27,-4 4 1,0-3-1,0 2 23,3-8 1,0 0-49,-5 7 0,-1 0 0,-1-1 60,0-13 0,-4 2-45,-1 8 0,-1 0 5,-1 4 1,-1-2 0,-1 0-8,0 1 0,-2-1 0,-2-1-541,-5-9 1,-3-1 0,-2-1 547,3 8 1,0 0-1,-2 0 1,-1 1 181,0 3 0,0 0 1,-3-1-1,-3 0-191,-1 2 0,-3-1 1,-2-1-1,-1 0 0,0 2 1,0 3-373,-5-3 1,0 4 0,0 0-1,-2-2 339,0-1 0,-1-2 0,-1-1 0,-1 2 0,-3 5-23,5 7 0,-2 2 1,0 2-1,-2 2 1,-2 0-1,-2 2-378,0 2 0,-2 2 1,-2 0-1,-2 2 1,0 1-1,-1-1 0,0 1 1,0 0 399,7 0 1,-1 0 0,-1 0 0,0 1 0,0-1 0,0 1 0,0 0 0,0 0 0,2 0 0,0 1 0,-3-1-1,-1 1 1,1-1 0,1 1 0,1 0 0,0 1 0,2-1 0,1 2 0,-5 0 0,0 0 0,0 1 0,0-1-1,-1 0 1</inkml:trace>
  <inkml:trace contextRef="#ctx0" brushRef="#br3" timeOffset="-5350.19">7071 6621 11425,'-5'0'3276,"1"0"-1386,4 0 105,0-5-1738,0 2 34,-1-5-22,0 4 236,-1 0 245,0 1-582,1 1-123,-1 1-79,1 1 34,0 1 438,-19 39-511,-2-5 300,0-1 1,-5 8 0,0-3-135,7-10 1,0-2 0,-3 5 30,3-3 1,-3 4 0,-2 3 0,0 1 0,-1 0 0,2-2-1,2-3-878,-2 3 1,3-4 0,0 1-1,-2 2 778,1 0 0,-2 2 1,-1 2-1,0-1 1,2-2-1,3-5-21,-1 4 1,2-5 0,0 1-673,-3 2 1,1 0 0,1-2 892,-4 6 1,2-4-634,4-4 0,1-4 610,1-2 103,15-20 290,1-2 1096,0-4-1892,0-3-2330,7-6-113,6 0 1006,7 2 1,4 0 818,14-4 1,2 1 0,-22 6 0</inkml:trace>
  <inkml:trace contextRef="#ctx0" brushRef="#br3" timeOffset="-4330.2">14613 12086 14663,'-4'-4'2813,"6"6"-2017,11 13-2082,1 2 1409,6 8 752,-6-5-562,2 1-2991,5 5 3339,5-7-527,-2-4 314,7-28 1,2-14-485,-10 5 0,-2-3 1,2-3 37,3-1 1,1-3 0,0 0 0,0-1-823,-1-1 1,0 0 0,-2 0 0,-1 3 69,-2 3 1,-3 3 0,0 1-674,7-8 0,-10 14 1423,-28 43 0,9-15 0,-9 14 0</inkml:trace>
  <inkml:trace contextRef="#ctx0" brushRef="#br3" timeOffset="-3950.19">14848 12155 16264,'19'7'2666,"-1"3"-4019,-4 13 0,-1 4 1543,1-1-150,-2-1 0,-1-3 1562,-5-13-1176,6-4-836,18-22 477,6-10 57,-10 2 1,2-5-103,-1-1 0,1-3 1,0-1-20,2 0 1,1 0 0,1 0-374,-6 6 0,1-1 1,0 1-1,-3 3-1269,10-10 1,-5 7 818,4-2 1,-33 31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6:37:55.739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8630 18829 24575,'0'0'0</inkml:trace>
  <inkml:trace contextRef="#ctx0" brushRef="#br1" timeOffset="7450">11300 1359 15392,'-24'33'298,"1"0"0,-1 0 0,5-5 0,0-2 0,-1 1-209,-4 7 1,-1 1 0,1-2-60,5-7 0,1-1 0,-2 0-1123,-6 10 1,-3 1 0,2-2 338,6-8 1,0-2 0,1 1 920,-6 6 0,0 0 0,2-3-218,3-3 1,1-3-2838,-11 11 2888,9-13 0,12-11 0,3-7 0</inkml:trace>
  <inkml:trace contextRef="#ctx0" brushRef="#br1" timeOffset="7670">10729 1545 17386,'16'38'417,"0"1"1,4-5-1,4 2 1,6-1-1074,-3-8 1,6 0-1,1 0 1,1 0 0,-2-1 53,1 3 1,-2-2-1,2 1 1,3 2 601,-4-5 0,4 3 0,3 0 0,0 1 0,-2-2 0,-4-2 0,-5-4 0,10 6 0,-4-2 0,2 2 0,0 0 0,0 1 0</inkml:trace>
  <inkml:trace contextRef="#ctx0" brushRef="#br1" timeOffset="12194">17413 2289 7963,'5'-3'807,"0"0"-841,-5 3-100,0 0-23,0 4 34,1-3-57,-1 5 427,0-5 3029,0 1 0,0 0-2825,0-2-126,0 3-101,0-1 0,-1 0-157,0-1 236,0 2-90,-1-1 190,1 0 124,-2-1-2843,-10-1 2674,2 1 102,-7-5-281,6-2 34,2-6-2314,1-4 2303,1-12-56,4 8 44,2-8 2213,2 15-2280,6 1-112,2 9 0,7 8 1,14 17-1,-4-4 0,3 0-11,-6-3 0,1-1 5,15 2 1,-1-3 5,1-7 6,-1-3 1,1-3 4,6-13-1134,-12 2 1,-2-2 1155,-6-4-44,-7-2 34,-17 23 56,-16 33 94,-3-2 1,-3 5-413,6-11 1,0 1 0,-1 0 234,-4 7 1,-1 0 0,-3 2 5,4-9 0,-2 2 1,-1 1-1,0-1 1,0-2-6,-3 2 1,1-1-1,-1-1 1,-1 1-158,3-2 1,-2 1-1,1 1 1,0-3-1,1-2 149,-6 3 0,1-4 0,1-3 106,-1-1 1,4-6-107,-1-7 627,7-16-667,33-25 1,13-8 439,-6 15 1,2 2-401,3-13 0,3 9-256,2 27 1,-1 11 406,-9 5 1,0 3-68,11 10 1,6 0-74,-5-12 0,3-1 0,-2-2-28,-2 0 1,-1-2-198,12-2 1,-4-8-3064,-5-20 2687,-9-19 0,-4 12 0,-11-5 0</inkml:trace>
  <inkml:trace contextRef="#ctx0" brushRef="#br1" timeOffset="12426">17231 2640 20367,'41'-6'-219,"0"0"1,-1 0-1,1 0 1,0 1-1,0-1 1,-1 0-1,9-1 1,0-1-1,-2 1 1,-4 1 0,-8 2-1,2 1 1,-9 2-1,-2 1 1</inkml:trace>
  <inkml:trace contextRef="#ctx0" brushRef="#br1" timeOffset="12626">18315 2681 20087,'45'0'-4,"0"-1"1,1 1 0,-5 0 0,-4 0 0,-9-1 0,-1 0 0</inkml:trace>
  <inkml:trace contextRef="#ctx0" brushRef="#br1" timeOffset="12772">18449 2845 15758,'-2'4'-56,"37"-11"-413,-2-3 1,1-1 0,-8 4 0,0 0 0,3-2 0,1-1 0</inkml:trace>
  <inkml:trace contextRef="#ctx0" brushRef="#br1" timeOffset="14038">20521 2179 12176,'-1'-3'2398,"0"0"-1053,1 3-976,-2-19-21,1 9 593,13-24-1118,-1 22 345,11-6 0,-6 11 381,8 2 134,-4 22-290,0 24-1427,-21-10 0,-7 6 0,0-2 1028,-2 5 0,-2 0-292,-3-4 0,-2 0 1,-2-4 297,-1-4 0,-2-3 0,0 0 0,-1-1 5,-9 8 1,-4-1-950,1-3 1,-2-2 943,2-1 0,-1-2 0,5-5 0,1-6 44,-14-4-189,24-28 881,0-2-747,29-20-1551,4 11 1573,19-2 1414,3 13-1414,2 3 2234,-2 18-2055,-10 11 1,1 6-663,-4-3 1,-1 1 471,7 6 0,-1 0 0,-5-3 0,0-1-421,0-7 1,1-3 62,12-4 1,0-2 0,4 2 0,5-12 0</inkml:trace>
  <inkml:trace contextRef="#ctx0" brushRef="#br1" timeOffset="14466">21038 2306 9687,'-29'21'566,"1"0"0,-1 0 0,-11 9 0,9-1-342,19 6-23,7-5 1,2 2 1233,10 14-1396,-4-18 1,6-3-161,21-9 1,7-8 131,-4-7 0,3-4 7,-3-2 1,2-2 0,-2-1 9,2-4 0,-4-5 80,-11-8 1,-3-5-1,-5 1 589,-5 5 0,-4-1-652,0-16 0,-10 0-666,-21 10 0,-8 7 554,2 9 0,-2 2-118,-7-6 0,1 6 102,9 9 1,5 7 82,-11 21 0,21-16 0,1 15 0</inkml:trace>
  <inkml:trace contextRef="#ctx0" brushRef="#br1" timeOffset="15074">21872 2389 11817,'35'-5'347,"0"0"0,0 0 1,0 0-1,5 0 0,0 0 1,0 1-1,-3 0 79,-1 0 1,-3 1 0,0 0-427,14 0 0,-6 0 1546,-11 2-1602,-35 1-502,0 2-2719,-10 3 2749,10-2 0,3 1 0,2-4 0</inkml:trace>
  <inkml:trace contextRef="#ctx0" brushRef="#br1" timeOffset="17130">23128 2043 11133,'20'-17'605,"-1"0"0,14-8-406,5 18 1,1 7-178,-1 5 710,-10-1 1,-4 3-722,-10 13-439,-8 19 456,-12-17 0,-5 0-17,-3 5 1,-3 0 16,-8-2 0,-2-3-28,7-8 0,1-2 1455,-8 5-1455,20-15-11,7-2 11,0 0 0,9 0 0,10 0 2268,4 3-2268,0-1-23,-6 4 0,-12-4 23,2 2 0,-7-3 0,1 1 0,1 3 12,2 9-12,1 3 0,0 2 0,-3-1 23,-1 11-12,-3-2 34,-5 7-1146,-6-13 1,-6-1 1133,-3-6 1,-4-1 38,-14 6 1,-5-2 46,5-9 1,-3-3 0,3-1-268,1-2 1,1-1 147,-9-1 0,8-7-728,20-26-2365,12 7-17,17-8 3110,12 16 0,-3 11 0,-3 3 0</inkml:trace>
  <inkml:trace contextRef="#ctx0" brushRef="#br1" timeOffset="17593">23918 2182 11380,'-44'12'362,"0"0"0,8-4 0,4 4 1066,11 7 1,4 3-1182,-7 12-1056,4 0 1067,4 0-305,11-6 1,4 1 125,9 4-1,7-7 1,7-3-35,9-15 1,4-6 28,9-4 0,1-6 151,-11-4 0,0-4 0,-4-4 464,3-12 0,-5-3-671,-3 0 0,-9-3-47,-19 6 0,-8-3 0,-1 5-149,-9-8-73,-3 7 0,-4 6 877,-10 21-625,8 12 0,-8 7 0,-1 1 0,7-4 0,7-6 0,1 1 0,-15 10 0,0-1 0,0 1 0</inkml:trace>
  <inkml:trace contextRef="#ctx0" brushRef="#br1" timeOffset="18189">20306 3347 14260,'-6'0'3276,"-3"0"-1229,22-8-1319,-3 1-1930,29-6 1,9-1 1369,-15 6 0,3 0 11,-4 1 0,6-1 1,3 0-1,1 0 1,0 0-329,-5 2 0,-1 0 0,2 0 0,0 1 0,3-1 0,4-1 185,-7 2 1,3 0 0,2-1 0,3 1-1,0-1 1,2 0 0,-1 0 0,0 0 0,0 1-1,-3 0 1,-1-1-125,1 1 1,-3 0-1,-1 0 1,-1 0-1,1 0 1,0 1-1,2-1 1,3 0-1,2 1 92,-7 0 1,3 0 0,2 0 0,2 0 0,2 0 0,0 0 0,2 0 0,-1 0 0,1 0 0,-1 0 0,-1 1 0,-1-1 0,-1 1 0,-3 0 0,-2 0 0,-3 0-161,9 0 1,-4 0 0,-3 1 0,-2 0 0,0 0 0,1 0 0,1 0 0,4 0 153,-2 0 1,2-1 0,3 1 0,0 0 0,1 0 0,0 0 0,0 0 0,-1 0 0,-1 0 0,-2 0 0,-3 0 150,7 1 0,-1-1 1,-2 1-1,-1-1 1,-2 1-1,-1 0 1,-1-1-135,4 1 1,-3-1 0,-1 1-1,1-1 1,2 0-9,1 0 1,3-1-1,1 0 1,-1 0-1,-3 0 1,-7 0 21,2 0 1,-6 0 0,-1-1 240,4 0 1,-1 0 0,-7 0 434,0-1-245,-17 3-281,-8 1 1557,-5 1-2543,-5 0-2470,-36 11 2730,14-2 1,-1 0 0,4-1 0,0-1 0,-15 8 0</inkml:trace>
  <inkml:trace contextRef="#ctx0" brushRef="#br1" timeOffset="18978">22465 3837 10719,'-11'-42'1092,"0"12"0,-2-5 0,0 4 298,2 6 0,0 0-1372,-4-10 1,-3-5 0,6 2-541,9-3 0,5 3 516,-2 8 1,3 3-1,8-4 1,7 5-272,20 16 0,3 8 233,2 1 753,1 7 1,-4 5-733,-19 12-1401,-4 14 1441,-15-11 0,-5-1 925,-12 18-914,4-13 0,-3 0 975,-2-8 0,-4 2-900,-2 0 1,-4 5 0,-1 0 0,3-3-1029,-4 4 1,0 1 952,4-6 0,-2 4 0,0-1 0,4-5 0,4-2 0,3-2 0,0 6 0,2 2 260,4-3 1,5 0-228,7 4 1,5-1-17,15 8 29,6-22 1,8-5 0,-2-2 927,-4-1 0,2-2-995,7-2 0,6-1 1,-5-3 412,-4-5 1,-4-2-153,-5 3 1,-3-3-56,-1-16 114,-37 7-260,-12-5-1106,2 7 1,-3 1 1050,-12-7-99,13 9 1,0 1 53,-6 0-2399,-5 1-845,18 7 0,7-1 2509,24 5 0,-2 1 1,-1-1-1</inkml:trace>
  <inkml:trace contextRef="#ctx0" brushRef="#br1" timeOffset="19361">23029 3820 21992,'-18'2'-236,"4"-1"270,16 0 44,4-7 191,-1-14-190,-3 7-35,-6-9-44,-7 19-3277,-18 0 2322,13 7-893,-8 2-1133,19 7 2981,6 4 0,0-8 0,1 1 0</inkml:trace>
  <inkml:trace contextRef="#ctx0" brushRef="#br1" timeOffset="20224">23762 3600 21656,'-32'-13'227,"0"1"1,8 1 0,1 1-77,-4 2 1,1 1 195,-5-8-112,5 0-22,7-3-3490,8-13 2269,6 6 952,13-5 882,6 11-875,13 10 1,11 3-1,-2 6-1113,0 12 0,1 4 1150,-1-11 1,3-1 0,-7 7 11,-4 15 0,-10 9-491,-13 5 1,-8 6-1,0-4 502,-1-5 1,-3 0 381,0-1 0,-2 6 0,-3 0 1,-5-5-330,-7-7 0,-6-3 1,-1-3-1,3-1-206,3 2 1,1-2 0,-2 0 156,-12 5 0,-3-1 0,8-7 2083,2-7-1885,13-6-258,16-34 12,12 2 16,1 0 0,1 0 6,16-10-21,-5 16 0,4 5 82,-4 4 1,2 5-361,11 8 0,4 6 0,-3 0 343,-6-1 1,0 3-8,0 3 0,2 2 1,-5-1-1495,7 6 1558,-13-8 0,-1-1 1753,2 3-1518,2-1 1031,-21-11-314,-4-3-547,1 0-506,1 0 86,-1 0-75,3-10 0,-3 8 0,1-8 0</inkml:trace>
  <inkml:trace contextRef="#ctx0" brushRef="#br1" timeOffset="20825">19596 6103 15336,'-8'1'3276,"45"-8"-4915,4 2 1,3 0 147,-6 1 1,-1-1-149,10 1 1,-6 3 1641,-21 8 0,-10-3 0,-5 2 1</inkml:trace>
  <inkml:trace contextRef="#ctx0" brushRef="#br1" timeOffset="20981">19643 6402 19190,'-6'5'476,"28"-7"1,12-5-522,8-4 45,-11 4 0,8-3 0,-1 0 0,-6 2 0,13-4 0,-10 1 0,1 1 0</inkml:trace>
  <inkml:trace contextRef="#ctx0" brushRef="#br1" timeOffset="38761">21414 5505 16524,'0'-7'3276,"0"2"-1499,0 5 1499,-3 64-1790,2-20-1352,0-12 1,0 4 0,0 0-1,0 1 1,0 0-1,1 1-1227,0 2 1,0 0 0,0 0 830,-1 0 1,1 0 0,-1-2 317,1-4 0,0-1 0,0-2-710,0 2 0,0-3 677,0 14-1585,0-9 1170,-1-21-706,1-14-1278,0-4 2376,11-27 0,-8 19 0,8-19 0</inkml:trace>
  <inkml:trace contextRef="#ctx0" brushRef="#br1" timeOffset="39137">21894 5853 23572,'-26'23'377,"-1"-1"0,5-4 0,5-3-388,12-7-22,5-6 33,0-2-3277,18-8 2549,15-18 1208,-12 8 0,-1-2-464,-2 2 1,-2-2 107,-1-22-180,-19 28-34,-5-2-168,-7 14-1381,-3 15 1,-1 3 818,3-2 1,-13 16 0,29-24 0</inkml:trace>
  <inkml:trace contextRef="#ctx0" brushRef="#br1" timeOffset="39795">22752 5588 14046,'0'-6'1547,"0"2"-1660,-39-15 1054,23 10-538,-8-2 1,2-2 1403,11 1-1382,5-22-71,7 11-332,10-16 312,8 18-43,16 8 1,3 4-169,5-1-4,-12 10 1,4 3-1,-4 8 75,-7 18 1,-6 12-1,-1-3-183,5 3 1,-3 1-4,-9-9 0,0 3 1,-4 1-1,-7 0-408,-7-2 1,-6 1 0,-4-1-1,-1-1 1,1-2 432,-6 6 1,-1-3 0,-1 1-34,1 3 0,-2 2 0,-1-1 0,1-6-332,-2-9 1,0-5 0,5-6 510,-5-5-201,4-30 27,45-13 1,12-4 642,-18 12 0,1 1-626,16-9 1,5 10 223,-9 28 1,2 9-75,-3 1 0,2 3 0,0 1-139,-2-3 1,1-1 0,2 3-54,2 4 0,4 3 1,-1 0-1,-4-4-1112,0 0 0,-2-2-199,11 6 1,-6-4-1908,-12-8 2934,-12-38 0,-6 20 1,2-20-1</inkml:trace>
  <inkml:trace contextRef="#ctx0" brushRef="#br1" timeOffset="41540">23951 5412 17510,'-28'24'1092,"-1"1"0,3-4 0,0-6 32,1-8 0,0-6-878,2-4 1,0-4-3524,-20-9 2851,14-7 494,10-3 825,13-6-915,3 6-2393,18-14 2337,12 16 78,8 3-68,6 11 51,-17 9 1,2 4 21,7 10 1,1 6 5,-1 0 0,-1 3 11,-1 4 1,-3 4 50,-7 8 0,-5 0-770,-7-12 1,-2-1 763,2 10 0,-3 1 736,-3-8 1,-1-1-720,-3 2 0,-1 0-792,-1 0 0,-3 1 760,-7 5 0,-3 2 0,0-3 514,-1-3 1,-1 0-564,-1 0 1,-3 1 0,2-5 1072,2-10 0,-1-3-959,-15 3 1,-1-4-2113,-6 1 2006,11-6 1,2-3 88,5-9 1940,6-7-2040,7-12 0,4-4 714,-2-9-776,7 1 1,6 1 61,12 8-6,6 12 0,5 4 1979,17 6-1810,-12 6 0,0 2-23,-6 0 0,0 2 0,0 2 0,2 1 28,11 2 0,3-1-1124,-8-2 1,1-1-1,1 0 642,-4-2 1,-1 1 0,1-2-1326,14 3 1,-5-3-1639,3-7 2457,-15-7 1,-14 4 0,-3-4 0</inkml:trace>
  <inkml:trace contextRef="#ctx0" brushRef="#br1" timeOffset="45110">24641 4631 12669,'4'3'2039,"-2"0"1237,-2-3-2126,-16-16-2243,-8 0 1,-8-4 0,1 1 1171,-5-3 0,-2-1-60,7 5 1,-4-1-1,0 0 1,1 3 71,3 2 1,2 2 0,-6-1-81,2 3 0,-4-1 0,-4 0 0,-2 0 1,1 1-1,1 1-338,1 1 1,0 0-1,0 1 1,0 1-1,-1-1 1,-1 0 327,1 0 1,0 0-1,0-1 1,-1 1 0,-2-1-1,-1 2 1,-1 1-8,6 1 1,-2 1 0,-3 1 0,0 0 0,-2 0 0,1 1 0,0 0 0,1 0 0,2 0 0,3 1 0,2-1-271,-13 0 1,6 0-1,2 1 1,-2-1 0,-4 1 279,8 0 1,-4 0 0,-2 0 0,-2 0 0,1 1 0,0-1 0,2 0 0,4 1 0,4 0 347,-11 1 1,6 1 0,2-1 0,0 1-353,-1 0 0,1 0 0,-1 1 0,-4 1-168,8-1 0,-2 0 1,-2 2-1,-2-1 0,0 1 1,1 1-1,0 0 169,2 1 1,-1 0 0,1 1-1,0 0 1,0 1 0,-1-1-1,1 0 215,0-1 1,0 0 0,-1 0 0,1 0 0,0 0 0,0 1-1,1 2-214,-6 1 0,0 2 0,1 1 0,1 0 0,2 0 0,3 0-2,1 1 0,3-1 0,2 1 0,-2 1 0,-6 3 0,0 2 0,0 1 0,3-1-23,-1 0 1,4 1-1,-1 3 20,5 2 0,-1 4 1,2 0-1,3 0-5,2 0 1,4 1 0,-1 0 7,2-4 0,0 2 0,0-1 0,3 0 0,-1 1 0,3-1 0,0 3-374,2 0 0,1 2 1,-1 1-1,2-1 381,-2 9 1,0-1 0,1 2 365,1-6 1,0 2 0,0 0-1,2-2-373,0 2 0,2 0 0,1 2-12,2-2 1,0 3 0,3 1 0,2 2-248,2-9 1,2 1 0,2 1-1,0 1 1,1 0 0,-1 0 256,0-1 0,-1 0 0,1 1 0,0-1 0,1 0 1,2-1 84,2 7 1,1 0 0,2-1 0,0-3 0,1-5-84,2 2 0,2-5 0,5-1-5,1-6 1,5 1-1,3-2 1,-1 0-1,-4-3 5,2 3 0,-2-3 0,3 2-7,-1-1 0,5 2 1,2 0-1,-3-1 1,-3-4-55,-3-2 0,-4-3 0,4 2 55,7 5 0,5 2 1,0 0-1,-1 0 11,-5-5 1,-1-1 0,0 0-1,1 1-5,-3-2 0,1 1 0,0 0 0,1 0 0,0-1-81,2 1 1,2 0 0,0-1 0,-1-1 0,-2-2 80,-1-1 0,-2-1 0,1-2 0,2 1 11,2 2 0,3 0 0,1 0 0,2-1 1,1-2-8,-5-5 1,1 0 0,2-2 0,0-1 0,-1 1-1,-1-2 1,-3 1-5,10 2 0,-4-2 0,0 0 0,3 0 4,-6-2 1,3 0 0,1 0-1,-1-1 1,-3 1 0,-5-1 2,2 0 0,-5-1 1,4 0-2,-2 0 1,5-1 0,0-1 0,1 0 0,-1 0-1,4 0 0,0-1-1,-1 0 1,2 0-6,-5 0 0,1 0 0,0 0 0,2-1 0,2-1 2,-5 1 1,2-2 0,3 0 0,1-1 0,0 1 0,-3-1 0,-2 1 0,-5 1 55,4-2 1,-5 2 0,-1-1 0,5 0-56,3-1 1,4 0 0,3-1 0,0-1 0,-1 0 0,-4-1 9,-3 0 0,-1-2 1,-2 0-1,-2 1 1,-2 0-14,4-1 0,-4 1 0,4-1 0,-3 0 0,5-1 0,0-1 0,-2 1 0,-5 1-12,8-6 0,-2 0 14,-5 3 1,3-3 0,0 0 0,-1 1 68,5-4 0,-2 0 0,1 0-71,-5 3 0,0 0 0,1-1 0,0-2-40,-1-2 1,1-2 0,0-2 0,-3 1 0,-3 3 39,-1 1 0,-4 2 0,2-2 201,5-6 0,4-4 1,-1 0-1,-5 3-201,-1 0 0,-3-3-227,-5 5 0,2-6 0,0-2 0,-1 1 0,-2 3 227,0-1 0,-2 3 0,1-3 6,-1 1 1,2-3 0,1-2 0,-3 2 0,-3 4 528,-1-7 0,-4 1-367,-3 4 0,0-3 0,-2-2 0,0 2-88,0-10 0,-1 1 0,-1-2-58,0 6 1,0-2-1,0 1 1,0 1-270,-2-6 1,0 2-1,0-1 244,0 7 0,0 1 1,0-2-1,0 0 3,-1-2 0,1 0 0,0-1 0,-1 0-6,-1 0 1,0 0-1,0 0 1,-1 1 14,1 3 1,1 1 0,-2 0 0,-4-2-10,-6-2 0,-3-4 0,-3 1 0,0 1 0,2 4 97,-2-1 0,1 4 0,-2-3-97,0 1 0,-2-3 0,-2-1 0,0 3 0,1 7-12,0 8 1,1 4 0,-5 2 5,-10-2 1,-5 2-1,-3 0 1,4 4-89,4 1 1,1 3 0,-3 1-89,5 0 1,-4 0-1,-1 1 1,1 2-1,3 3-550,-3 4 0,2 5 0,1 1-361,-2 0 1,0 1 0,-1 2 950,-1 3 1,-1 3-1,0 0 1,5-1-1,-3 0 1,3 0 0,5-1-1,0-1 1,0 1-1</inkml:trace>
  <inkml:trace contextRef="#ctx0" brushRef="#br1" timeOffset="48863">24246 7451 20804,'13'42'273,"1"0"0,-1 1 0,0-1 0,1 1 0,-1-1 0,0 0 0,1 1 0,-1-1 0,21-13 0,4-12 0,2 0 0,-4 12-601,-16 2 0,-2 8 0,-1 7 1,-1 4-1,-1 1 0,0 0 1,2-4-1,0-5 0,2-9 1,2-11-148,15-7 0,2-12 0,0-6 1,-5-1-1165,-1 1 1,-5-3 982,-4-4 1,-2 0-1,14-4 1,-18-3 0</inkml:trace>
  <inkml:trace contextRef="#ctx0" brushRef="#br1" timeOffset="49170">25041 7985 20087,'0'44'1277,"2"-9"-1143,13-16 1,5 2-1774,4 12 1,-2 4 990,-8 4 0,-3 0 653,1 3 1,-5-1-528,-10-3 0,-9-3 544,-11-8 1,-6-4 297,4-1 0,0-1-1959,-2 0 1,1-1 876,-2-1 0,17-13 1,11-9-1</inkml:trace>
  <inkml:trace contextRef="#ctx0" brushRef="#br1" timeOffset="49971">25736 8290 12534,'-6'43'468,"1"0"0,0 0 0,0 0 0,0-4 0,0-1 0,1 1 0,1 2-236,2-1 0,0 2 0,2 1 1,0-2-1,-1-4-232,0 1 0,0-5 0,0 4 363,0 8 1,0 6-1,0-2 1,0-10-376,0-13 1,0-3-89,0 20-3105,0-36 2904,0-13-1234,0-39 715,0 12 1,0-7 0,0-2 0,0 3 257,0 2 0,0 1 0,0-5 614,-1 5 0,1-6 0,-1-2 1,0-1-1,0 1 0,0 1 603,0-2 0,0 1 1,0 0-1,0 2 0,0 1-46,0-1 1,1 2 0,-1 1 0,1 1-526,0-2 0,-1-1 0,2 4 0,4 11 185,10 8-641,10 17 0,4 10 758,-4 11 1,-2 6-309,-2-1 1,0 3-1,-3 2-11,0 11 1,-7 2 712,-4-1 1,-9 0-613,-12-2 1,-3-2-146,6-15 1,-1-1-19,-6 6 1,1-7 50,8-18-224,25-28 157,2-3-45,-3 9 0,4-3 16,2-1 1,4-4 0,1-1 0,-2 2 39,5-5 0,1-1-3,-6 6 1,3-3 0,2-2 0,-1 2 0,-5 3 7,7-8 1,-3 3 128,1-4 1,-5 3-91,-8 1 326,-46 21-590,1 30 231,-9 3 112,20 15-78,15 8-29,5-21 1,2 0 969,0 0 0,2-1-970,4 3 1,3-2-173,13 14-2063,1-5 79,-2-9 1647,20-22 0,-29-3 0,20-5 0</inkml:trace>
  <inkml:trace contextRef="#ctx0" brushRef="#br1" timeOffset="50863">26601 8141 21600,'-18'36'529,"-1"1"0,1 0 1,-3-4-1,4-2-507,9 6 1,7-5 55,7-19 12,26-17 0,6-9-23,-2-4-887,-15-7 1,2-10 0,-2-2 0,-10 5 410,-13 2 1,-5 0 623,4-6 1,1-4 0,-8 9-199,-9 15 0,-5 10-1053,-15 23 0,2 12 1025,17-5 0,1 3 14,-3-4 1,-1 2 0,8 2-491,15 5 1,8 2-1,5-7 487,5-8 0,3-3 741,5 12 1,6-6-739,4-22 1,5-11 0,-2-4-344,-9 1 0,-1-4 0,0-1 209,7 0 1,2-2-1,-6-8 55,-12-3 0,-4-7 0,-3-4 0,-2 0 0,-3 5 120,-2-4 1,-5 3 0,0-2 27,2-2 1,0-4 0,-1 2 0,-4 6 582,-7-6 0,-5 19-498,-8 49-101,6 2 227,8 12 1,4 12 0,0-2-223,2-11 0,1 0 1,0 0-40,0 7 1,0 0-1,1 1 8,1-8 1,0 1 0,0-2 0,0-6-31,1-2 0,0-2 11,-2 18 1,5-15-137,9-44 85,1-14 1,2-6 22,-3 8 1,0 0 4,5-12 1,4 2-336,3 14 1,3 6 302,12-1 44,-8 5 0,4 6 18,-2 18 1,1 8 0,-4-1 37,-5-4 0,-1 2 292,4 5 1,1 3-1,-8 0 44,-12 16-52,-32-12 0,-18 3 0,2-5-351,3-4 0,-2-2-576,2-1 1,-5 3 0,0-4 0,7-11-1053,-2-19 1,7-7 818,5-10 1,17-16 0,17 26 0</inkml:trace>
  <inkml:trace contextRef="#ctx0" brushRef="#br1" timeOffset="51053">28090 8320 20490,'0'0'0</inkml:trace>
  <inkml:trace contextRef="#ctx0" brushRef="#br1" timeOffset="54405">3431 4085 0,'-6'32'0,"1"0"0,-1-3 0,2-3 0,1-4 0,-2 12 0,2 3 0,-1 2 0,3-15 0,0-12 0</inkml:trace>
  <inkml:trace contextRef="#ctx0" brushRef="#br1" timeOffset="56501">3042 12154 13465,'-6'0'3276,"2"0"-2597,21-6-73,-7 3 144,13-4-4027,-4 0 4521,14-2-1576,-5 2 668,9-2-78,-10 5-40,0 1 0,3 0-156,-5 1 0,1 0-46,11 0 1,0 0-880,-11 0 1,-1 0 874,15-2 1802,-18 1-1814,-10 1-34,-9 0-3243,-3 2 0,-14 7 2457,2 0 1,-4 1 0,7-3 0</inkml:trace>
  <inkml:trace contextRef="#ctx0" brushRef="#br1" timeOffset="56884">3089 12200 12300,'-4'0'3276,"1"0"0,27 0-1492,-8 0-3423,13-1 1,6-3 1733,-1-2 1,0-1-74,-1 0 1,0 0 384,0-1 0,-2-1-3264,9-1-420,-19 5 2555,3 2 1,-20 3 0,-3 0-1</inkml:trace>
  <inkml:trace contextRef="#ctx0" brushRef="#br1" timeOffset="59142">24309 6032 15650,'0'0'0</inkml:trace>
  <inkml:trace contextRef="#ctx0" brushRef="#br1" timeOffset="63392">5271 12169 13521,'-6'0'3276,"1"-1"-1151,5 1 1151,0 0-1734,4 0-1027,8 0-1321,1 0 828,7 0 146,-8 1-101,3-1 247,27 5-269,-17-3-12,20 3-3016,-5-2 3106,1-1-89,0 0-1398,5-2 1375,-22 0 487,4 0-498,-11 0 0,-6 0 33,8 0-33,-6 0 45,6 0-11,1-1-1,3-3 1579,-1 1-1579,5-4-21,-13 2-12,2 1 0,-5 1 0,-4 1 12,4-1-12,-2 0 0,3 0 3276,-5 1-3149,9-4-116,-5 1-11,5-3 67,-2-1-89,-6 1 78,3-1-56,-5 1 0,-3 2 78,-1-2-78,-1 2 23,0-3-12,0 2 11,-1-7 12,0-2-34,-3-1 22,0 1 1,-3 7-23,-4-5 56,1 3-79,-2-5 23,3 7-3277,-7-8 3173,5 7 104,-6-4 68,7 7-68,-11-5 33,-3 0-33,-1 0-2235,-6 1 2224,10 5 2324,-2 1-2313,3 3-2268,7 0 2290,-11 2-1539,1-1 1517,-7 1 1517,7 0-1483,-14 0-34,20 0 45,-13 0-34,17 0-22,-20 0 11,14 0 0,-15 0 2235,17 1-2191,-17 4 3232,2 1-3204,-4 1-50,12 0 23,3 0-79,4 0 34,-4 1 11,-3 5-464,7-3 431,-4 5 22,5-3 22,-5 12-22,9-12 22,-9 15-66,11-2 77,3 5-33,0 3 34,12 8-902,12-15 868,5 3-257,10-11-1382,6-10 1,2-2 1091,-11-3 1,-1 0 0,8 2 0,-3-2 0,-6-3 0</inkml:trace>
  <inkml:trace contextRef="#ctx0" brushRef="#br1" timeOffset="65544">5795 3598 16333,'10'8'3276,"5"34"-2811,-7-13 1,1 6-1,0 5-387,-2-5 1,1 5-1,1 2 1,-1 1 0,0-1-1,-1-4-627,1 2 0,-2-3 0,1 0 0,1 3 573,-1-2 0,1 4 1,0 2-1,1-2 1,-2-4-1,0-7-1450,0 5 0,1-5 1554,2 17 1,-1-5 829,-2-9-947,-1 5-1999,-5-29 979,-1-6-219,-2 0 1228,-13-10 0,10 4 0,-9-4 0</inkml:trace>
  <inkml:trace contextRef="#ctx0" brushRef="#br1" timeOffset="65923">5814 4410 13259,'-5'-6'3276,"2"2"-625,-1 9-2191,7 6-89,0 5-91,8 4-1919,9 0 1,4-1 1016,14-1 1065,-12-1 0,1-5-331,2-17 0,-2-7-1797,1-8 1707,-7 2 1,-1-3 22,-3-15-896,-9-1 1,-2 0 536,1 0-1325,-5 6 1,-1 5 1369,-1 21 1,-1 4 0,1 1 0</inkml:trace>
  <inkml:trace contextRef="#ctx0" brushRef="#br1" timeOffset="67080">16621 10071 19610,'0'-29'2431,"-1"6"-1098,-29 31-974,10 7-169,-2-3 1,0 5-1284,4 13 1,3 7 0,1-3 548,2-5 0,1 2 592,-2 12 1,-1 5 0,7-2-566,9-2 1,9-3 553,6-15 1,5-2 0,0-1 249,6 7 1,3-8-273,-1-17 0,3-6 0,-2-3-36,2-3 0,-1-7 82,-6-6 1,2-7 0,-2-2-1,-3 3 144,2-7 0,-2-1-172,2-5 1,2-4 0,-11 3 1006,-16 6 0,-8 3-990,-8-12 1,-7 3 286,-7 8 0,-6 4-363,6 8 0,-3 2 0,1 4 22,-8 1 0,0 10-105,9 11 1,-1 7 0,5 0 992,-8 15-2336,11-2 1,5 3-188,15-3 1,4-1 818,8 12 1,-4-1 0,5-24 0</inkml:trace>
  <inkml:trace contextRef="#ctx0" brushRef="#br1" timeOffset="67462">17677 10091 14775,'-34'7'71,"1"1"0,2-2 0,8 2 2460,17 5-2542,4-2-90,0-1 1544,9-6-1421,3-2 938,7-8-937,1-5 78,-3-4 55,-2-13-156,-8 11 0,-4-4-548,-24 21-2729,10 17 0,-11 3 3203,22 20 1,2-25 0,3 4 0</inkml:trace>
  <inkml:trace contextRef="#ctx0" brushRef="#br1" timeOffset="67790">18300 9851 24815,'-14'19'1255,"2"18"1,3 8-2349,5-13 1,1 1 0,-1 1 379,0 5 1,0 3 0,0-3 723,0 7 0,1 0-378,2-11 1,1 2-1,0-5 322,-1-7 1,1 0 319,-2 16 0,4-11-3435,4-27-117,11-36 2457,4-3 1,-2-2 0,-8 16 0</inkml:trace>
  <inkml:trace contextRef="#ctx0" brushRef="#br1" timeOffset="68078">18702 9854 14125,'7'41'468,"1"1"0,-1-1 0,-2-4 0,-1 2 0,0 2 0,-1-3 0,-1-4 1170,-1 11 0,-1-1-1347,0-8 1,-1 4 0,1-2 0,0-10-583,0-6-740,-1 2 446,1-25-2692,6-21 2457,1 1 1,0-4 0,0 10 0</inkml:trace>
  <inkml:trace contextRef="#ctx0" brushRef="#br1" timeOffset="68718">19185 9883 19975,'0'-8'3003,"0"1"-2577,0 7 2588,0 0-2846,0 2 493,0 28-504,2-6 50,-1 17 0,-1 6-659,1-11 1,0-1 518,-1 9 1,1-1-57,0-9 0,0 0 67,5 11 1,1-3-57,-1 0-5,0-6 0,-1-6 207,-2-21-202,-3-6 36,1-2-496,-1-15-1041,0 0 1138,0-8-1598,0 7-1097,0 6-241,4-6 2457,3 2 1,-1 1 0,1 5 0</inkml:trace>
  <inkml:trace contextRef="#ctx0" brushRef="#br1" timeOffset="69542">20077 10019 16468,'0'-6'3276,"0"2"-1644,0 4-344,0-11 158,0 5-1222,0-7 179,-1 6-2955,-7-11 2754,2-5-34,-3-13-156,14-5-12,16 8-12,2 5-2301,18 14 2336,6 16-80,-15 13 0,0 5 264,-6-7 0,-2 4 852,2 8 1,-7 5-948,-9-3 0,-5 3-975,-4 4 0,-4 2 896,-2-1 1,-3 1-12,-4-1 1,-5-1 40,-6-6 1,-5-1-1,0-1 26,5-3 1,-1-1 0,0 0-46,-5 3 0,-1 1 1,3-2 16,-3 0 1,4-3 39,-8 3-56,32-12 2011,14-2-1948,13-8 0,11-3 0,4 0-88,-2 1 1,5-1-1,3 1 1,-1 0-1,-2 1-20,3 0 0,-1 0 0,-1 0 0,3 0-272,-8 0 1,2 0 0,1-1 0,0 1 0,-2 0 0,-3 1 271,3 0 0,-2 1 0,-2 1 0,-2-2-506,2 1 1,-2-1-1,0 0 506,11 2 0,-6-2 0,-9-1 0,-32-4 1517,-5 0-1517,0-1-3277,-24-1 2457,14-5 1,-7 6 0,18-5 0</inkml:trace>
  <inkml:trace contextRef="#ctx0" brushRef="#br1" timeOffset="70792">21585 9375 17050,'-10'-40'759,"0"-1"0,-4 13 1,-4 0-1,-3 5-390,-15-1 1,-6 4-228,9 5 0,-3 0 0,-4 0-38,4 5 1,-3-1 0,-4 0-1,-1 1 1,0 0 0,0 0-652,0 1 1,0 0 0,-1 1 0,0-1 0,-1 1 0,-1-1 367,6 1 0,0 0 0,-2 0 0,1 0 0,-1-1 1,0 1-1,1 1 0,1 0 183,-1 0 1,1 1 0,0 0 0,1 0 0,-1 0 0,-1 1 0,-2 0-77,4 0 1,-1 0 0,-1 1 0,-1-1 0,0 1-1,0 0 1,0 0 0,1 0 0,1 1 91,-6-1 1,1 1 0,1 0 0,0 1 0,-1-1 0,0 0 0,-1 1 48,6-1 0,0 0 1,-1 0-1,0 0 0,0 0 1,-1 0-1,-1 1 0,0 0 1,-2 0-49,2 1 0,-2 1 1,-1-1-1,-1 1 0,0 0 1,-1 1-1,1 0 1,1-1-1,1 2 0,1-1 1,3 0-187,-3 1 1,3 1 0,2 0-1,1 0 1,-1 0 0,0 0 0,-1 0-1,-2 0 165,1-1 0,-2 1 0,-1-2 0,-1 1 0,-1 0 0,1 1 0,-1-1 0,0 1 0,1 1 0,1 1 16,1 0 1,0 1 0,0 0 0,0 1 0,0 0 0,0 1 0,1 0-1,0 0 1,1 0 0,1 1 86,-4 1 1,1 1 0,0 0 0,1 0 0,1 1-1,-1-1 1,1 1 0,-1-1-103,-1 0 0,0 0 1,-1-1-1,1 0 1,0 1-1,0 0 1,1 2-1,1 0 0,2 0 0,0 1 1,0 1-1,1 0 1,0 0-1,2 2 1,1 1-1,2 1 19,-4 5 1,2 3 0,2 2 0,1-1 0,1 0-1,1-1-52,-6 3 1,1-1 0,2 0-1,-1 5 34,7-2 0,-1 3 0,0 2 0,2 0 0,3-2 0,6-3-2,3 0 0,5-2 0,2 3 0,0 6 0,1 5 0,0 2 0,2-1 0,0-5-117,1 2 1,2-5-1,1 4 119,0 2 1,0 3 0,2 3 0,4 0-18,3-10 0,3 2 0,2 1 0,1 0 1,1-2-1,-1-2 24,0-2 0,1-2 0,0-2 0,1 2 0,0 1 74,1 3 1,0 3 0,1 1 0,1-1 0,0-2-1,2-3-72,0-2 0,1-3 1,1-2-1,1-1 0,2-1 175,2 1 1,1-2 0,1-1-1,2 0 1,-1 0-156,2 1 0,-1 0 1,1 0-1,3-1 1,5 0 16,-7-6 1,4-1-1,3 1 1,1 0-1,1-1 1,1-1 0,-2 0-1,-2-2 1,-4-1-129,9 3 0,-4-2 1,-1-1-1,1-1 0,3 0 105,-2-1 1,2 0 0,1 0-1,2 0 1,-1-2 0,0 0-1,-2-2 16,3 0 0,-1-3 0,0 0 0,0-1 1,0 0-1,1-1-27,-3 1 0,0 0 1,0-1-1,1 0 1,0 0-1,0 0 1,-1 0-15,1 0 0,-1 1 0,0-1 0,1 0 0,-1 0 0,-1 0 0,0 0-192,4 0 0,0-1 0,0 0 0,-2 0 1,0-1-1,-3 1 210,-1-1 0,-2 0 0,0 0 0,-2 0 0,2-1 6,0 1 0,-1-1 0,1 1 1,1-1-1,1 0 19,-2 1-1,3-1 1,-1 1 0,2-1 0,-1 1 0,-1-1-36,-1 0 1,-1 0-1,0 1 1,1-1 0,-1-1-1,-1 1 8,9-1 1,-1-1 0,0 1 0,-1-1 0,-2 0 71,2 0 0,-1 0 0,-2 0 0,-1-1-76,-3 0 0,-2-1 0,2-1 1,1 0 5,2-2 1,2-1 0,2 0 0,-1-1 0,-3 0-10,1 1 1,-3 0-1,0-1 1,2 0 106,0 0 0,3 1 0,0-1 0,0-1 0,0-1-120,2-3 1,1-1 0,-1-1-1,-3 1 1,-4 1 377,-4 1-1,-3 1 1,2-3-371,2 0 0,4-3 1,1 0-1,0-2 1,-4-1 8,0-3 0,-1-1 0,-2-1 0,-2 2 131,2-1 0,-3 2 0,2-2-126,-3 3 1,1-2 0,0-1 0,-3 1 42,-1-2 1,-2 0 0,-1-1 55,3-4 1,0-1 0,0-1-101,-1 2 0,0 0 0,1-2-325,-3 0 1,1-3 0,-1 0 0,-3 3 395,-4 6 0,-1 1 0,-1-1 120,7-13 0,1-3 0,-3 3-190,-1 1 1,-4 0-173,-4-2 0,-2-5 0,-2 5 195,-2 5 0,-2 0-32,1 1 1,0-4-1,-4-1 23,-3-3 0,-3-1 0,-4-2-39,-4 5 1,-2-1 0,-3 0-1,1-1 314,2 1 0,1-1 1,-4 1-1,-8 0-670,3 15 1,-5-2 0,-4 1 0,-2-1 0,-3 1 0,-1 1 0,-1 2 0,-1 3 0,2 1 255,0 5 0,-2 2 0,-1 3 0,-1 1 0,0 2 1,1-1-1,-1 1 0,1-2 0,2-2 0,-1-2 0,1-1 1,1-2-1,0 0 0,0 1 0,1 1 0,-1 2 0,1 3 1,-7 5-1,-1 0 0,1 1 0,0-1 0,-1 1 0,1-1 1</inkml:trace>
  <inkml:trace contextRef="#ctx0" brushRef="#br1" timeOffset="72430">13473 8879 18675,'-14'29'332,"0"1"0,0-1 1,2 13-1,2 6 1,1 1-1,2-4-1425,3-6 1,1-3 0,1 4 944,0-3 1,0 4 0,0 1-1,0-1 1,2-4 150,0 4 1,2-2 0,-1-1-591,1 0 0,-1-1 0,1 3 578,1-1 1,0 2 0,1-1-1,-1-3 26,1 11 0,0-2-225,-1-8 0,0 1 0,0-13 185,-2-17-393,-2-30 287,-1-3 1,0-4-220,1-2 1,0-7 217,0 4 0,0-6 0,1-3 0,-1 0 0,1 4-14,-1-6 1,1 1 0,0-3 145,0 4 0,0-4 0,0-2 1,0 2-1,0 5-2,0-3 0,0 5 0,0 1 478,0 2 1,0 0 0,0 0-270,0-2 1,0-1-1,0 4 1151,0-2 1,0 3-1361,-1 3 0,2 5 46,3 9-46,4 30 347,8 21 1,2 7-236,-7-13 0,0 1-105,2 3 1,0 5-1,2-3-862,2 7 0,4-3 870,2-13 0,3-2 0,0-1 18,5 7 1,3-5 229,7-3 1,3-13-126,-8-22 0,1-12 1,-6-2-33,-2-7 1,-3-4-85,2 5 0,2-3 1,-8-2 245,-14-5 1,-7-3 0,-2 7 1252,0 14 0,-2 2-1566,-1-14 0,-1 15 34,-4 54 980,5 6-969,2-10 0,0 1-33,2 12-1,4-1-44,2-4-1561,5-8 1,2-1-1639,6 2 0,12 6 3043,-7-29 1,-11-5 0,0 0 0</inkml:trace>
  <inkml:trace contextRef="#ctx0" brushRef="#br1" timeOffset="73281">14302 8969 20681,'-5'33'159,"0"0"1,-1-1 0,0 4 0,5-4-144,12-7 1,4-5-17,17-5-1639,2-10 1,3-6 586,-7-5 1,-2-5 1208,12-6 0,-10-8-401,-27-6 1,-11-7-1,-2 4 317,0 2 0,-6 2 394,-12-1 1,-9 0 0,-2 13-446,7 17 1,-2 10-1,2 3-206,2 0 1,1 3 0,2 2 155,-13 10 0,12 7-25,26 2 1,11 4-1,4-5-59,0-12 0,3-2-415,5 4 1,2 1-1,2-7 648,0-11 0,3-8-1208,7-6 0,5-6 0,-2-3 319,-6-2 1,-1-2-1,-1-4 734,0-3 1,1-3-1,-1-3 1,-5 1-339,-3-4 0,-3-1 0,-6-5 894,-5 2 0,-4-5 0,-2-2 1,-2 2-1,0 5 414,-2 2 0,0 5 0,-2-3-477,0-3 1,0-5-1,-1 4 1,-1 8 907,-10-4-841,-1 51-386,11 15 0,4 8 34,-4 0 0,4 7-103,4-11 0,3 6 0,2 3 0,1 2 0,0-4 0,-1-5-71,0 3 0,0-5 0,2 4-325,0-2 0,1 5 0,1 1 1,-1-6-1,0-9 795,6 3-44,-7-37-430,-2-18 0,0-12 1,0 1 433,4 5 1,1-1-461,-2-2 0,0-2 1,6 7-594,10 7 0,4 12 589,13 20 982,-13 0 0,-6 8-650,-20 8 1,-10 8 0,-2-2-289,1-2 1,-6 0 71,-4 0 0,-5 0 1,-4-3-357,-12-3 1,-6-5 0,4-3 82,4-2 1,0-1-330,-1 4 1,-1 0 0,10-15 519,18-28 0,8-5 0,1 14 0,8-13 0,-1 1 0</inkml:trace>
  <inkml:trace contextRef="#ctx0" brushRef="#br1" timeOffset="73997">16938 7995 19215,'15'-22'3276,"-3"3"-4738,-29 30 0,-12 10 1727,0-2 0,-4 3 1,-1 0-233,-2 2 1,-1 1-1,-3 1-141,7-5 1,-3 2-1,-1 0 1,2 0 0,2 0 171,3-1 0,3 0 1,0 1-1,2-1 311,-8 6 0,1 1 0,9 2-336,6 10 1,15-1-637,23-9 0,13-3 660,-4-7 1,5-2-1,0-1 158,-2-3 1,0-1 0,1-2-185,2 0 1,2-1-1,-2-2 878,5 0 0,4-2-904,-5-2 0,5-1 0,1-1 0,-5 0-614,-5 0 1,-4-1 0,3 1 602,4-1 0,3 0 0,-2-1 0,-7 1 0,-6-2 0,-6 0 1886,9 0-1785,-16 0 1257,-9 0-4635,-17 0 0,8-9 2457,-7-8 1,10 5 0,2-3 0</inkml:trace>
  <inkml:trace contextRef="#ctx0" brushRef="#br1" timeOffset="74596">17904 7967 9981,'-36'-5'655,"1"-1"0,-1 0 1,1-4-1,2-4 0,8 1 2478,10-7-3077,9-21 2482,21 14-2538,9 13 0,9 3 0,-1 4 111,6 9 0,1 5-78,-3-6 1,2-1 0,-5 10-295,-2 20 1,-6 13-1,-7 0 414,-8-6 0,-6 1 1,0 1-98,2 6 0,-1 2 0,-9 0-86,-10-5 1,-8 0-1,-5-1 1,-1-4 65,-1-7 1,-4-5-1,-1-1 1,1 1-35,2 2 1,0 0 0,0-1 0,-2-5 83,-11 2 0,-2-4 0,13-16-176,17-33 34,11-4-302,28 9 1,14-3 0,-2 5 357,-8 6 0,0 4 0,4-1 0,3 0 0,-1 9 67,5 17 0,-1 7-62,-4-4 1,1 1 589,7 6 1,0-1-596,-10-5 0,-1-3-1639,8-3 1,-1-5-1639,4-3 3384,-1-12 1,-5-4-1,-20 1 1,8-14-1</inkml:trace>
  <inkml:trace contextRef="#ctx0" brushRef="#br1" timeOffset="74884">18625 7935 23616,'-15'33'498,"1"0"1,-1 0 0,1 0 0,-1-2-1,2-2 1,6 0-905,10 15 1,11-6 517,2-18 0,6-5-1205,12 0 1,8-3 0,0-2 1089,-5-3 0,-1-2 0,2-3 78,1 0 1,3-1 0,-2-5 0,-5-9-189,-7-12 0,-5-11 0,-5-4 0,-2 4 113,-2 4 0,-4 0 0,-5-3 0,-2-5 0,-3-6 0,-7 2 0,-9 7-435,-14 8 1,-11 7 0,-5 5 0,0 4 341,6 8 1,-2 6-1,-2 2 1,2-1-1,1-2 1,-5-6-1,1-4 1,2 2-1,0 7 1,6 11-1,0 0 1,0 1-1,0-1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6:41:50.166"/>
    </inkml:context>
    <inkml:brush xml:id="br0">
      <inkml:brushProperty name="width" value="0.09071" units="cm"/>
      <inkml:brushProperty name="height" value="0.09071" units="cm"/>
      <inkml:brushProperty name="color" value="#00B050"/>
    </inkml:brush>
    <inkml:brush xml:id="br1">
      <inkml:brushProperty name="width" value="0.09071" units="cm"/>
      <inkml:brushProperty name="height" value="0.09071" units="cm"/>
      <inkml:brushProperty name="color" value="#FFC000"/>
    </inkml:brush>
  </inkml:definitions>
  <inkml:trace contextRef="#ctx0" brushRef="#br0">2383 8958 13330,'4'0'1849,"-2"0"-986,-2 0-561,11 0 124,-5 0-101,9 0-3258,0 0 3517,11 0-2674,9 0 2124,-12 2 0,1-1-3,15 2-19,2 3-457,-8-3 1,5 0-1,-2 0 462,-1 0 0,1-1 272,7 1 0,6 0 0,-4-1-244,-2-2 0,0 0-26,-11 1 1,3-1 0,2 0-1,3 0-10,1 0 0,3 0 0,2 0 0,1 0 0,-1 0-9,-6 0 0,-1 0 0,0 0 0,1 0 0,2 0 0,2 0-156,-2 0 1,4 0-1,0 0 1,2 0 0,0 0-1,0 0 1,-2 0 0,-2 0 148,-1 0 1,-1 0-1,-1 0 1,-1 0 0,0 0-1,0 0 1,0 0 202,7 0 1,-1 0 0,0 0 0,0 0 0,1 0 0,0 0-192,-7 0 1,1 1 0,0-1-1,1 0 1,0 1 0,-1-1-1,0 1 1,0 0-111,3 0 1,-1 0 0,0 0 0,-1 0 0,1 0-1,-1 0 1,1 0 94,-1 0 1,-1 0-1,-1 0 1,2 0-1,0 0 1,1 0-1,3 0 11,-2 0 0,2 0 0,3 1 0,1-1 0,0 0 1,0 1-1,-1-1 0,-3 0 0,-2 0 0,-6 0 64,5 0 1,-5 0 0,-3 0-1,1-1 1,6 1-66,-3 0 0,2 0 0,3 0 0,2 0 0,1 0 0,1 0 0,-1 0 0,0-1 0,-2 1-7,2 0 0,1 0 0,0-1 0,-1 1 0,0-1 0,-1 1 0,-1 0 0,-2-1 8,4 1 1,-3-1 0,-1 1 0,0-1 0,1 1 0,2-1-6,-3 1 0,2-1 0,2 1 1,0-1-1,0 1 0,-1-1 1,-2 0-1,-3 1 4,7-1 0,-5 0 0,-1 0 0,1 0 0,4 0-7,-5-1 1,3 0 0,1 0-1,1 0 1,0 0 0,-1 0-1,-1 0 3,0 1 0,-1-1 1,-1 0-1,0 1 0,0-1 1,2 0 145,-3-1 1,1 1 0,1 0 0,0-1 0,0 0 0,-1 1 0,1-1-140,-2 0 0,0 0 0,1 0 0,-1 0 1,0 0-1,0 1 0,-1-1-9,4 0 0,-2 1 1,1-1-1,-1 0 1,2 1-1,0-1 6,-2 1 0,2-1 0,1 0 0,0 1 0,0-1 0,-2 1 0,-2-1 22,6 1 1,-3 0-1,0 0 1,0 0 0,1 1-20,-3-1 1,1 1 0,0-1 0,1 1-1,1 0 1,1 0-4,-5 0 0,1 1 0,1-1 0,1 1 0,0-1 0,0 1 0,0-1 0,0 1-3,-1-1 0,1 1 0,-1 0 1,0-1-1,1 1 0,0 0 0,0-1 1,1 1 5,-4 0 0,1 1 1,1-1-1,0 0 0,1 1 1,-1-1-1,-1 1 1,-1-1-1,-1 1 0,-3-1-221,8 1 0,-3-1 0,-1 1 0,-2-1 0,0 1 0,1 0 218,6 0 0,-1 0 0,0 0 0,0 0 0,-1-1 2,-3 0 0,0 0 0,-1 0 1,1-1-1,2 0-14,-1 1 1,2-1 0,2 0 0,-2 0 0,0 0 0,-2 0 4,-3 0 1,-3 0 0,0 0 0,1 0 0,3 0 11,-3 0 1,2-1-1,3 1 1,0-1 0,0 1-1,0-1 1,-2 0-1,-3 0 10,6 0 0,-2 0 1,-2-1-1,-1 1 0,2-1-22,-1 1 0,-1-1 1,1 0-1,0 1 1,3-1 4,1 0 0,2 0 0,2 0 0,0 0 0,-3-1 0,-2 1 2,0 0 0,-2 0 0,-2 1 0,2-1 0,-3 0 0,0 0 0,1 0 0,1 0 0,2 0 9,1 0 0,2-1 1,1 1-1,1-1 1,-3 0-1,-2 1-9,4-1 0,-3 1 0,-1 0 0,3-1-4,-7 1 0,2 0 1,1-1-1,0 0 1,-1 1-1,-1 0 1,1 0 1,-2 0 0,-1 0 0,1 0 0,2 0-4,-1 1 0,1-1 1,1 0-1,0 1 1,-1-1-1,-2 1 5,6-1 0,-3 0 0,0 1 1,5-1 3,-5 1 0,4-1 0,2 0 0,1 1 1,-2-1-1,-4 0 0,-5 1-25,5 0 1,-6 0 0,3 0 18,5-1 0,4 1 1,0-1-1,-5 1 3,-7 0 0,-3 0 0,0 0 456,1 0 1,0 0 0,-1-1-454,0 1 1,-1 0 0,3-1-7,7 0 0,6 0 1,-1 0-1,-4 0-5,-5 0 1,-3 1 0,3-1 9,2 0 1,4 0 0,-1 0 0,-4 1-465,-4-1 1,-4 1 0,-1-1 466,8 1 1,-1 0 802,-2 0 1,-3-1-753,0 2 15,-34 0-1315,-10-2 1641,-5 1-2503,-2-1-1171,3-1 2863,-6-1 1,10 2 0,-1 0 0</inkml:trace>
  <inkml:trace contextRef="#ctx0" brushRef="#br0" timeOffset="3591">3087 8485 11739,'-4'0'3276,"0"0"-2720,-3-1 94,5 0-157,-2 0 101,12 1-202,4 0-1187,26 0 952,-12 0 78,19 1-1423,-6 4 0,3 1 1317,-6-3 0,1-1-99,-4 2 0,1 0 0,1-1-564,7-1 0,3-2 1,-3 0 581,-10-2 1,-1 0-1,1 0-41,6 1 1,1-1 0,-2 0 31,5-3 0,-5-1-424,-12 2 1,0-1 445,12-3 1,-1-1-34,-8 3 0,1-1 22,9-2 1,-1 0 718,-11 3 1,5-1-690,-1-1 0,8-4 0,6-1 0,2-1 1,-1-1-1,-3 2 0,-6 2-460,4-2 1,-5 2 0,5-2 379,-5 2 0,5-1 0,3-1 0,2-1 0,-2-1 0,-2 1 0,-6 1 75,2-3 1,-5 0 0,-2 0 0,0 0-54,1 0 0,-1 0 1,1-2 7,0 2 1,1-2 0,1 0 0,-2-1 40,7-6 0,-1-1 0,-2 0-19,-9 7 0,-2-1 1,1 0-50,4-2 1,1 0 0,1-4 147,1-3 0,1-4 1,0 0-1,-4 2-196,-4 6 1,-4 1 0,3-1 66,1-3 1,3-3-1,-2 1 1,-2 3 50,1-3 0,-4 3 775,-7 8 0,0-1-714,4-9 1,1-2-1,0-3 0,0-1-61,1-1 0,-1 0-28,-2 1 0,1-1-405,0-1 0,0-4 0,-2 5 393,-1 3 1,0 1 351,1-5 0,2-4 0,-3 6-357,-5 10 0,1 0-482,3-7 1,2-4 0,0 1 479,-1 2 0,1 0 0,-1-1-26,4-6 0,1-2 0,-1 2 338,-3 8 1,-1 1 0,2-3-308,-2 2 0,2-5 1,0 0-1,-1 1 1,-1 3 225,0-1 1,-1 2-1,2-2-237,-1 1 0,1-5 0,1-1 1,-1 3-1,-2 4-633,2-6 1,-1 1 645,1-2 1,3-7 0,0 0-1,-2 5 199,-3 8 0,-1 2 0,1-2-224,2-7 0,3-5 1,-1 0-1,-2 4-362,-1 3 0,-1 4 0,0-3 365,-1 1 0,1-3 1,-1 1-1,0 0-8,3-4 1,-1 0 0,0 0 148,-3 7 0,1-1 0,-1 0 1,-1 2-135,1-2 1,-1 2 0,1 0-16,0-1 1,1 0 0,0-1 3,-1 0 1,1 1-1,-1-1 0,1 4 1,-1 0 0,0-1-151,0 1 0,1-1 0,0-2 0,0 1 137,1-4 0,1-1 1,0 0-1,0 1 340,0-1 0,0 0 1,0 0-1,0 1-329,-1 2 1,0 0 0,-1 1 0,1 1-6,1-4 0,0 1 0,-1 0-98,1 0 0,0-1 1,0-2 99,-1 5 1,1-1 0,0-1 0,0 1 5,-1 1 1,0-1-1,0 2 1,-1 0-9,2-2 0,-1 2 0,0 0 0,0 0 0,0 0 0,-1 3 16,1-5 1,1 2 973,-1 1 1,2-5-987,0 4 1,2-6 0,3-2-1,-1 0 1,-3 6-368,0 1 0,-1 4 0,1-4 363,1-1 0,3-5 0,0-1 0,-1 3 0,-2 7-11,2 0 0,1 2-413,3-3 0,3-3 0,-2 3 418,-1 1 1,0 0 5,-2 5 0,2-3 0,0 1 0,-2 3 823,-1 2 1,0 0-836,7-3 1,3-3 0,-3 4-152,-6 7 0,0 2 163,9-10 0,3 3-407,-5 9 1,2 3 395,8-1 0,3 1 11,-5 0 0,6 2 226,-7 4 1,6 2-1,3 0 1,-1 1-1,-4 1-219,2 2 1,-4 2 0,3-1-81,-4 0 1,2-1 0,1 0 0,-1 2 0,-2 1 61,12 4 0,-4 3 0,-3 0-689,0 1 1,-1 0 691,-6-1 1,3 1 0,-4 0-4,5 2 0,-3 0 816,-1 1 0,2 2-805,-7-1 0,2 2 0,0 2 0,-1-1-99,0 4 0,-1 1 0,1 0 99,6 4 0,2 1 0,-4 1-413,-9-2 1,-2 2 0,-1 1 427,-2 2 0,-2 1 0,0 1 3,0 1 1,1 0 0,-1 0 492,-2-1 1,-1 0 0,0 0-449,1 4 1,-1 2 0,-1-5-186,-3-6 0,0-1 161,4 14 0,2 2-146,-5-8 1,1 2-1,-2-4 124,-1-4 0,0 0 9,2 5 0,2 4 0,-2-6 1026,-4-10 1,0-2-1042,0 1 0,2 1 48,2 4 1,2 4 0,0-2-223,-1-1 0,1 0 163,1 1 0,1 2 0,-1-2 246,-1-4 0,-1-2-224,0 3 1,2 1-5,4 7 1,2 4 0,-2-2-19,1 0 0,-1-1 18,1 2 1,2 3 0,-2-5-156,-3-5 1,0 0 147,6 7 0,2 3 0,-1-2-581,-1-1 0,1 0 570,0 1 0,2 2 0,-2-3 5,-3-8 1,-1 0-498,-2-2 1,2 1 0,0 2 507,-1-2 1,2 2 0,-1 1 0,1 0-17,0 2 0,-1-1 0,2 2 0,-1 1 13,1 1 1,2 3-1,-1 0 1,0 0-1,-1-2-5,0 1 1,-1-1-1,-1-1 1,0 0 44,0-1 0,-2-1 0,2 1 0,1 1-49,2 2 1,3 2 0,0 0-1,-1-2 1,-2-4-60,-2-3 1,-2-3-1,3 3 55,-2-2 0,4 4 0,-1 1 0,0-2 0,-3-5-17,5 5 1,0 0 16,-3-4 0,3 3 0,2 2 0,-2-2-3,-2-2 0,-1-1 0,1 0 1,0 1 62,5 4 1,0 2 0,1-1 0,-2-2-61,1 3 0,0-2 0,0 1-258,-2-4 0,1 1 0,0 1 0,2 1 267,-3-3 0,1 2 0,1 0 0,-1-1 0,0 0 248,4 5 1,-2-2 0,1 0 0,0 1-256,0-1 1,1 2 0,-2-3 0,-3-4 25,-3-2 0,-1-2-17,-1-2 0,2 2 1,-1-2-7,3 4 1,1-1 264,-4-4 1,1 1 0,-2-1-283,1 1 1,-1 1-4,2 3 0,1 4 0,1 0 22,-1 0 1,0-1 0,0 1-23,0 0 0,0 0 0,1 1-423,4 4 1,1 0 0,-2-4 448,-4-2 0,0-2 675,6 6 1,-1-1-682,-10-9 1,0-1-552,0-3 0,0-1 523,0 0 1,0 0 44,0 0 1,0-1 1494,15 11-1517,-12-10 11,8 5-11,1-3 0,-3 1 45,-5-6-45,-2 0 11,-5-3 2179,1 1-2167,-6-5-23,-1-1 45,0-2-57,5 3 12,-1-3 17,7 3 0,2 2-6,15 5 1627,-12-5 0,1 0-1580,3 1 0,0 0-58,-4-1 0,-1 0-6,1-1 1,1 1-1634,0 0 1,0 0 1541,-3-2 1,0-2-46,2 2 0,0-1 148,0 0 0,-1-1-6,14 2 0,-8-3-1105,-5-2 1,0 1 1104,15 2 0,-13-2 0,-1-1 2175,7 2-2153,6 2-1996,0 0 1968,-14-2 1,-1 0-635,15 3 640,0 1 1996,-13-3-2013,-6-1 1,3 1-34,2-1 0,3 1 50,13 3 0,2 0 22,-11-3 1,0 1-1,0-1-17,8 2 1,-1 0-6,-5-1 0,0-1-648,11-2 1,-3-3 647,3-2-155,-3-1 0,-2-1 111,-4-4-655,-5-1 0,3 0 446,-7-1 1,0 1-224,6-2 0,-2 0 614,-10 2 1,-1-2-139,3-4 0,-3 0 0,-3 2 0,13-9 0</inkml:trace>
  <inkml:trace contextRef="#ctx0" brushRef="#br0" timeOffset="6242">8884 1868 10910,'6'0'3272,"-1"0"-1883,-5-1-717,0 1 471,0 3 303,0 19-1099,0-3 6,0 4 0,0 1-3465,0 5 3409,1 5 0,0 2-202,1 4-5,0-2 0,1 3-1140,0-6 1,1-1 1105,0 3 0,-1 1 84,1-2 0,0 0-95,-1-8 0,-1 1 212,0 5 1,0 2 211,-1-4 1,-1 3-1,1-2-436,0 9 1,0 1-402,1-9 0,-1 3 1,0 0-1,0-3 469,1 9 0,-1-1-38,1-8 1,-1 1-1,0-2 916,0 4 1,0 0-846,-1 2 0,0 4 1,0-5-438,0-4 0,0 0 321,0 6 1,0 3 0,0-5 527,-1-12 1,1 0-510,0 8 1,-1 4-1,0-1 470,1-5 1,-1-1-1,1 2-507,-1 5 0,1 1 0,-1 1-807,0 6 1,1 1 0,-1-2 836,0-12 0,1-1 0,-1 2-2,-1 1 0,1 1 0,0 2 0,-1-1-329,1-1 0,-1 1 1,0-1-1,0-1 323,0 7 1,0-2 0,-1 0-16,2-1 0,-1 0 1,1-3-8,-1 7 0,1-4-354,0-11 0,1 2 368,-1 7 1,1 4 0,-1-3 2,0-1 0,0 0-14,0-1 1,1 3 0,-1 0 240,1-3 0,0 0 1,0-3-240,0-1 1,0 2-310,0-1 0,0 4 0,0 1 0,0-3 315,1 13 0,0-3-5,0 0 0,0 3 60,0-11 1,1 3-1,0-2 1,0-5-62,-1-6 1,1 0-9,-1 6 0,1 7 0,-1 0 1,0-5 24,-1 1 1,0-3-23,0 9 0,0 1-263,-1-1 0,0 1 255,0-4 1,-1 3 0,0-3 573,0 3 1,-1 3-550,1-9 1,0 5 0,-1 2 0,1-1 0,0-6 95,0 0 1,0-4 0,1 2-117,-1-1 0,0 2 1,0 1-1,1 0 8,0 4 1,1 1 0,0-2-1,0-4-11,-1 2 1,2 0 5,-2-3 0,1 4 0,0 2 0,1-3 7,-1 5 1,1-3 0,0-1-8,-1 6 0,1-1-8,-1-7 1,1 1-1,0-2-3,0 5 0,1 0 73,-1 2 1,0 0-69,1-1 1,1 1 5,-1 1 0,0-2 0,1-7 0,0-3 0,-1-4 0,1 1-12,1 16 1,1 1 22,0-10 1,-1-2-12,0 1 0,0 2 0,0 1 0,2 2 0,-2-3 120,-1-5 0,0-1-137,2 12 0,0 1 45,-1-3 0,-1-4 6,0 0 960,0-3 0,-1 1-1006,-1 1-64,-1-8 1,0 1 87,1 8-689,-1-7 1,0 0 709,0 11 12,0-3-45,0 1 90,0-5-90,0-6 67,0 0 0,0 1 194,0 0-249,0 9 123,0-10-90,0-17 2335,0 6-2335,0-12 33,0-2-78,0-2-863,-5 1 296,-8-19 0,5 13 0,-4-13 0</inkml:trace>
  <inkml:trace contextRef="#ctx0" brushRef="#br0" timeOffset="7421">8780 9669 10619,'-2'-2'3276,"-1"0"-445,3 2-2171,-9-18-458,7 11-3479,-6-18 2863,22 12 784,0-1 713,13 0-758,-4 6-2235,18 2 1921,-15 4 147,12 6-125,-23 7 2258,-3 6-2168,-5 6-174,-11 4 1,-3 2 72,-9 7 1616,3-7 0,-4-1-1602,-6-6 0,0-4-1230,-3 1 1273,-10 5-35,27-21-10,5-1-2428,4-18 2417,8 3-12,5-12 11,6 8-678,6 7 1,2 2 655,3-1 17,-3 4 0,0 4-6,-5 9 157,1 22 218,-15-6 0,-3 2-358,1 0 1,-1 1 15,-4 2 1,-3-1 168,-8 10 280,-11-7 0,-5-1-398,9-12 0,-2-1 12,-12 9 0,-1-4 16,-8-7 123,-1-7-123,6-9 1,-1-3 1168,-7-8-1292,10 2 0,4-2-34,3-10-122,-1-7 2141,8 4-3913,4 2-839,8 11 2767,20 9 0,-10 2 0,10 1 0</inkml:trace>
  <inkml:trace contextRef="#ctx0" brushRef="#br0" timeOffset="7967">9266 9704 18003,'-14'22'1131,"-1"-1"1,-8 13-639,22-4-280,1-6 247,15 19-3737,1-16 2991,-1-6 0,3-3 488,15-4-397,2-7 1,2-4 681,-9-3 0,1-2-151,13-6 1,-2-3-180,-17 1 0,-4-4-297,1-13 1,-5-4 307,-3-3-107,-7 7 1,-8-1-23,-27-3 1,-12 5-52,5 11 1,-4 2 0,7-2 0,-3 0 0,0 5-68,1 6 1,0 4-1,2 4-1014,2 4 1,2 3 0,1 0 545,-13 1 1,3 2 0,7 2 0,6 1 0,6-3 0</inkml:trace>
  <inkml:trace contextRef="#ctx0" brushRef="#br0" timeOffset="9475">5994 7087 9610,'2'-4'2746,"-1"1"-2175,5-13 34,-3 10-3243,3-16 3086,-5 18 1005,-1-4-847,0 6 604,0-1 201,0 0-1040,0 8 514,0 19 0,0 8 1818,0 9-2502,0 1 1,0 1 50,0-18 1,0 1-669,0 6 0,0 6 0,0 1 0,0-5 500,0 7 0,0 0-51,0-5 1,-1 5 0,1-1 0,-1-6 33,0 0 0,0-2-666,-1 5 1,0 5 0,0-4 626,0-1 0,0 0 5,0 0 1,1 3 0,-1-5 251,1-7 1,0 2-193,-1 12 0,-1 7 1,0-3-79,2-12 0,-1-3 0,0 3 771,0 11 0,-1 3 0,1-1-730,1-8 0,0 0 0,0-4-943,0 1 1,1-1 925,0 8 1,-1-1-1,1-9 0,0-2-17,0 11 23,0-2 34,0-2-1675,0-19 1764,0 20 1235,0-18-1325,0 11-22,-1-17 56,1-5-67,-2-6 2111,2-3-5433,0-23 0,0 10 2457,0-16 1,0 20 0,0 3 0</inkml:trace>
  <inkml:trace contextRef="#ctx0" brushRef="#br0" timeOffset="10502">5764 9723 11885,'0'-4'2633,"0"2"-1804,0 2 292,-28 9-4017,-6-1 3322,11-2 0,-1-1 1431,-16-1-1656,20-38-178,11 15-23,13-25-34,25 21-302,-5 17 1,2 2 346,-1 0 0,-1 5 62,14 19 0,-4 11 11,-17-2 0,-5 5-32,1-2 0,0 4 1,-4-2-950,-6 3 1,-7-1 1079,-4-1 0,-5 1 1,-1-4-234,1-8 1,-3-1 116,-7 12 0,-5-2-471,-10-11 0,-2-5 392,15-8 1,0-1 11,-13 2 0,3-6-44,7-14-57,15-20 1479,6 3-1401,7-1-1265,15 12 1322,15 11-113,3 5 1596,7 4-1517,-5 5 0,1 3 868,-12-5 1,1 2-897,9 3 0,0-1-1611,-7-4 1,-2-2-1639,12-4 2457,7-6 1,-20 1 0,-13-4 0</inkml:trace>
  <inkml:trace contextRef="#ctx0" brushRef="#br0" timeOffset="10908">6151 9794 17778,'-23'36'819,"-1"0"0,1 0 0,-4-1 0,5-2 48,11 5 0,9-2-2506,12-10 1,7-4 743,8-3 0,2-3 967,0 4 1,4-6 610,9-14 1,5-10 0,-6-4-483,-13-3 1,-4-5-405,6-7 1,0-6 0,-12 0 241,-20-2 1,-9 1-40,2-2 0,-7 5-744,-14 9 0,-8 10 602,2 17 0,-3 7 1,2 1-192,-2-3 1,0 3-761,-1 8 1,-3 6 0,9-3 436,16-6 1,3-1-1,-14 16 1,20-23 0</inkml:trace>
  <inkml:trace contextRef="#ctx0" brushRef="#br0" timeOffset="14727">12479 6629 10229,'0'-4'3276,"0"1"-2541,0 3 1294,0-17-772,0 12-58,0-12-540,0 15-177,0 2-57,0 12 90,0-1-156,0 15-3350,0-2 3680,3 6 0,1 4-1355,-1-1 1,0 2 771,3 7 1,-1 1 38,-1-7 1,-1 4 81,0-6 0,-1 4 0,1 2 0,0-3-457,-1 3 0,1-2 0,0 2 260,0-1 1,0 2 0,0 1 0,1-1 30,-1-2 1,1 0 0,0 0 0,0-3-14,-1 0 1,1-2 0,0 1 456,0 7 0,1 0 0,-2-1-455,1 3 1,0-1-10,-2-6 0,1 0 0,-1 0-629,-1-5 1,-1 0-1,1 1 599,0 12 0,1 2 1,-1-3 21,-1-3 1,0-1-125,1-2 0,1 2 0,1-3 135,0-3 1,1-2 719,0 12 1,2 0-715,-1-13 0,0 0 6,0 4 0,-1-1-45,0-9 1,-1 0 4,1 8 1,-1 0-5,3 3 10,-2-5-22,3 2 45,-2-6-12,-2-7-630,3 14 608,-5-19 1972,4 6-1960,-3-7-34,1-4 2999,-1 0-2977,-1-4 45,0-6 11,-1 0-2990,2-10 1209,-2 4-1563,0-6 0,0 10 2376,-1 1 1,0 1-1</inkml:trace>
  <inkml:trace contextRef="#ctx0" brushRef="#br0" timeOffset="15373">12631 9518 13196,'0'-5'3276,"0"1"-1230,-9 8-1295,-3 6-1777,-12 9 1,-2 2 1238,-6 10-107,5-6 1,1 0 844,-1 2-873,-1 4-89,10-10-79,3-1 90,11-11 23,35 2-669,-5-5 646,1-1 0,2-1 45,16-2-242,-21-2 1,0 0 207,11 0 0,2-2-275,-6-5 1,1-2-1,-1 1 258,2 2 1,-1-1 5,4-6 0,-8-1-2342,-22 2-935,-19 4 2457,-4-1 1,-1 5 0,5 3 0</inkml:trace>
  <inkml:trace contextRef="#ctx0" brushRef="#br0" timeOffset="15658">12617 9556 13510,'-1'-4'3092,"0"1"-1332,1 3-909,3 32 393,1-5-2337,0 11 1,1 11 0,-1-4 785,-1-11 1,0 0 308,0 1 1,0 4 0,-1 1 0,0-4-548,-2 7 1,0-4 398,0-4 1,0-2-615,0 14-2512,2-39-5,4-18 2889,6-5 0,-4 2 0,0 0 0</inkml:trace>
  <inkml:trace contextRef="#ctx0" brushRef="#br0" timeOffset="16060">13053 9670 14178,'1'-4'3276,"1"1"-1563,-2 3-536,-2 57-4015,2-14 3062,2-12 0,2 4 1,0-3 251,1-7 0,1-3-409,3 1 1,5-2-538,14-6 0,4-6 733,-8-5 1,1-1-192,10 1 1,-1-5-512,-1-17 0,-5-7 713,-14 0 1,-2-2 567,5-4 1,-3 0-821,-10 2 1,-8 2-737,-10 1 1,-8 3 634,-12 6 1,-6 5-196,-4-1 0,-2 5-819,8 9 1,-1 5 0,0 2 910,4 1 1,0 3 0,4 0-1,1 0 1,2 0 0,3-1-1,0 0 1</inkml:trace>
  <inkml:trace contextRef="#ctx0" brushRef="#br1" timeOffset="20503">2838 8543 15056,'17'-17'1638,"0"0"0,-1 0 442,-38 52-1890,6-14 1,-4 2-1284,-3 6 1,-4 4 0,1 0 1002,3-4 1,0-2-1,-1 2 94,-3 4 0,0 1 0,0-2-474,5-6 0,1-1 1,4-3-2808,-1 13 0,9-15 0,27-22 2529,9-19 0,-12 8 0,-1 0 0</inkml:trace>
  <inkml:trace contextRef="#ctx0" brushRef="#br1" timeOffset="20745">3351 8454 18037,'-26'25'409,"1"-1"1,0 1-1,0-1 1,-4 4-1,-3 1 1,0 1 0,1 0-1,2-3-1346,-4 5 1,3-2 0,-3 1 936,2-1 0,-3 2 0,1-2 0,3-3-1317,-6 6 1,7-7 1204,3 1-718,16-12 706,29-25 1,17-13-1,-5 3 1,0-2 0,6-2-1,0 0 1</inkml:trace>
  <inkml:trace contextRef="#ctx0" brushRef="#br1" timeOffset="21028">3681 8520 10069,'-29'34'409,"-1"0"1,1 0-1,3-7 1,-2 3-1,-3 1 1,1 0 0,2-2-1,5-5 338,-9 9 0,1-2-747,1-2 0,-3 5 0,1-3 0,7-7 1370,3 1-1505,12-11-3142,20-8 0,4-10 3245,14-7 1,-14 2-1,-1-1 1</inkml:trace>
  <inkml:trace contextRef="#ctx0" brushRef="#br1" timeOffset="21262">4152 8421 9979,'-29'34'236,"1"0"1,-1 0-1,0 0 1,1 0 0,1-3-1,1 0 1,0-1-1,1-2 1,2-2-237,0 1 0,2-3 0,1-2-168,0 1 0,1-1 591,-3 1 0,8-6-2182,19-10 1690,21-26 0,5-8 1,-7 12-1,3-8 1,1 0-1</inkml:trace>
  <inkml:trace contextRef="#ctx0" brushRef="#br1" timeOffset="21485">4550 8327 9430,'-31'32'468,"-1"1"0,0-1 0,1 0 0,1-1 0,1-1 0,0-1 0,2-1-354,0 2 1,2-2 0,0 0-123,4-3 1,0 0-1,0-1 527,-9 11 1,3-2-733,1 3-3064,51-38 2687,-5-9 0,1-2 0,14-2 0,0-9 0</inkml:trace>
  <inkml:trace contextRef="#ctx0" brushRef="#br1" timeOffset="21778">5002 8273 19912,'-29'37'283,"1"-1"1,-1 0 0,6-7 0,0 1 0,-1 0 0,0 1-732,-3 5 1,-3 2-1,2-1 1,1-1 413,1 1 1,2-2-1,0 0-15,-2-1 1,1 0 0,6-6 298,5 1-3527,44-40 2980,-7-7 0,1-2 0,-4 7 0,0 1 1,0-6-1,-1 0 0</inkml:trace>
  <inkml:trace contextRef="#ctx0" brushRef="#br1" timeOffset="22031">5376 8272 15930,'-16'33'546,"-1"0"0,1 0 0,-1 0 0,-1 4 0,0-2 0,-3 1 273,0-1 0,-3 0 0,-1 0 0,3-3-1912,0-1 1,2-3 0,-2 1 567,-5 8 1,-2 2-1,3-2 931,6-7 0,1-1 1,4-3-1998,0 13-1686,14-13 1661,18-34 1,6-11-24,1-3 1,1-3 1431,4-4 1,-1 1 0,-11 11 0,-1 1-1,11-13 1</inkml:trace>
  <inkml:trace contextRef="#ctx0" brushRef="#br1" timeOffset="22260">5740 8436 16176,'-11'33'819,"0"1"0,0-1 0,0-6 0,-1 0 273,-3 12 0,-3 6 0,-2-5-2731,-6-1 1,0-5 868,8-9 0,-1 0 1452,-4 4 0,2-3-1690,5-4 119,7-11-2388,24-18 2457,-2-6 1,6-3 0,-11 6 0</inkml:trace>
  <inkml:trace contextRef="#ctx0" brushRef="#br1" timeOffset="22851">4713 8622 13420,'2'3'3276,"-1"0"0,-24 3-3135,-17-4 0,-6-1 88,7 2 1,-5 0-122,9-5 0,-6-1 1,-4-1-1,-1-2 1,1 0-1,4-1-549,0-1 1,3-1-1,0-2 1,0 0 0,-2 0 449,0 1 0,-1-1 1,-1 0-1,0-1 0,2-1 1,2-1 193,0-1 1,1-2-1,2-1 1,1-2-1,2-1-197,1-2 1,2-3 0,1 0 0,2-3 0,1 0-391,3-5 1,1-2 0,2-1 0,1 0 0,0 2 383,-5-3 0,0 2 0,3 0 0,4-2-186,6-3 1,5-3-1,3 2 1,4 7 157,6 3 0,4 4-12,2 1 1,2 3 17,6 2-62,-8 17 28,-7 11-1972,6 28-1249,-6 0 1638,-1-10 1,-2-1 818,-1 0 1,-2-12 0,0-10 0</inkml:trace>
  <inkml:trace contextRef="#ctx0" brushRef="#br1" timeOffset="23148">3595 7568 14462,'-1'-3'1638,"-17"11"0,-8 9-3277,4 8 1,0 3 1654,-6-5 1,0 1-17,7 4 0,6-3-717,11-10 751,34-16-18,-8-4 1,2-2-17,6-1 0,1 0 533,0-1 0,0 1-539,7 4 1,0 3-12,-13 4 0,0 0-577,8-1 0,-4 3 594,-10 5 0,-13-5 0,-9-3 0</inkml:trace>
  <inkml:trace contextRef="#ctx0" brushRef="#br1" timeOffset="23621">3517 6679 12845,'-5'-4'2510,"2"1"-4037,1 26 1,2 14 2355,1 9-768,-2-6 1,6 1-338,8-7 1,8-7 415,7-13 0,4-5 416,-2 4 1,0-6-483,1-13 1,2-7 0,-7-4 193,-7-15 0,-4-3-128,7 3 0,-8-3 132,-25-4 1,-14-2 0,0 6-251,7 14 1,-4 2-5,-11-4 1,-7-2 0,5 9-109,-9 13-39,8 24 0,4 8-953,8 11-178,6-2 0,7 4 1088,19-4 0,3-4 1,-6-1-1,6-11 0,0 0 1</inkml:trace>
  <inkml:trace contextRef="#ctx0" brushRef="#br1" timeOffset="23845">4058 6670 21275,'-31'-2'-820,"8"-12"1,22 40 0,1-24 0</inkml:trace>
  <inkml:trace contextRef="#ctx0" brushRef="#br1" timeOffset="24314">4241 6231 11571,'-4'-3'3276,"0"1"0,2 1-1917,1 1-172,-2-1-783,2 8-23,0 4 392,0 25-1954,10-3 1,5 3 1365,-1 3 0,1 0-152,5 1 1,2 0-772,-5-12 1,2-1-1,-2-1 732,-1 0 1,-2-1-18,3 0 1,-4 0-3255,-10 11 0,-11-28 2457,-8-6 1,9-4 0,1-5 0</inkml:trace>
  <inkml:trace contextRef="#ctx0" brushRef="#br1" timeOffset="24597">4476 6246 9040,'25'34'1092,"-1"1"0,-2-4 0,-2 0-801,-9-8 1,-2 1-202,2 8 0,-1 2 282,0-1 1,0 0-373,-2-1 0,-2-3 1015,2 5-4007,-4-12-285,0-11 2923,-1-3 0,-3-8 1,0-2-1</inkml:trace>
  <inkml:trace contextRef="#ctx0" brushRef="#br1" timeOffset="24920">4763 6217 18966,'13'21'795,"-1"0"1,3 5 0,-1 2-281,1 4 1,0 0-2155,1 2 1,-1-1 1621,0 1 1,-1-2 16,5 10-2153,-8-17 2108,-1 0 580,-3-7-3812,-2-5 2779,-5-12 1,0-1 0,0-5 0</inkml:trace>
  <inkml:trace contextRef="#ctx0" brushRef="#br1" timeOffset="25468">4956 6066 9800,'41'-23'1714,"-5"5"-1030,-1 20-584,-15 4 1522,13 12-1251,-29 28-304,-3-14-11,-6 13-272,-2-22 384,12-9 1450,6 1-1478,13-10 0,6-3 1050,-6 2 0,0 1-1100,11 1 0,-1 3 358,-11 5 0,-5 3 348,-1 20-460,-22 4-1066,-13-13 0,-9 2 0,-2-1-363,0 2 1,-2 0 0,0 0-1,-1 0 1,-1 0 0,2-1 545,1-1 1,1-2 0,7-5 0,3-4 0,4-7 0</inkml:trace>
  <inkml:trace contextRef="#ctx0" brushRef="#br1" timeOffset="26871">13901 7792 6483,'11'-22'1638,"0"-1"0,6-12 540,-38 57-1696,-3 3 0,-6 7 0,0 0-389,6-6 1,1-1 0,-4 4-46,3-2 1,-2 4-1,-3 2 1,0 1-1,2-2 1,1-2-95,1 0 0,2-2 0,0 0 0,-4 4 68,3-3 0,-4 4 1,-1 1-1,-2 1 1,2-1-1,0-1 1,2-2-34,1-1 0,1-2 0,1-1 1,-1 1-1,-1 0 11,0 1 0,-2 1 0,-1 1 0,0 0 0,2-3 0,3-2 366,-7 6 1,4-3 0,1-1-507,-4 7 0,5-4 39,8-2 691,23-16-2315,25-28 1725,-2-4 0,8-7 0,0-2 0,-6 6 0,-6 4 0,-1 1 0,5-5 0,0 1 0,0 0 0,-1-1 0</inkml:trace>
  <inkml:trace contextRef="#ctx0" brushRef="#br1" timeOffset="27197">14224 8105 12968,'-23'37'655,"-1"-1"0,4-4 1,-3 3-1,-2 2 0,-1 0-777,1-3 1,-1 0 0,0 1 0,-1 0 0,0 0 152,2-1 0,-1 0 1,1-1-1,-1 1 1,-2 1-6,-1-1 0,-2 2 0,-1 0 0,0-1 0,2-2 0,4-5 390,-3 2 0,4-5 1,-1 0-425,-6 4 1,0 1-1,6-6 186,-2 3-223,29-16 57,21-18-517,-3-1 1,6-3-152,3-6 1,7-6-1,3-4 1,-1 1 0,-4 3 357,4-2 0,-4 2 0,3-2 0,-5 3 0,3-1 0,0-1 0,-2 2 0,-7 4 1,-3 2-1,-1 0 0</inkml:trace>
  <inkml:trace contextRef="#ctx0" brushRef="#br1" timeOffset="27418">14914 8175 16748,'-16'31'762,"-1"1"0,-1-3 0,-4 2 0,-1 0-1855,-5 3 1,-1 0 0,-2 0 700,8-8 1,-1 1-1,0 0 1,0 0 413,-3 2 1,1 0-1,-1 0 1,1-2 380,0 1 0,0-1 1,-1 2-466,1 0 0,-2 3 1,1 0-1,4-4-1577,0 5 1,4-2 27,-7 12 1,14-11 1282,49-36 0,-13 0 1,0-9-1</inkml:trace>
  <inkml:trace contextRef="#ctx0" brushRef="#br1" timeOffset="27664">15574 8364 19146,'-25'28'275,"1"1"0,-1 0 1,0 0-1,1 0 0,-3 1 1,1-1-1,-2 2-931,0 2 1,-3 4-1,-2 2 1,3-3 0,4-6-984,-1 3 1,3-4-1,-10 11 1,14-12 818,30-29 1,7-9 0,1-5 0</inkml:trace>
  <inkml:trace contextRef="#ctx0" brushRef="#br1" timeOffset="27884">16118 8364 13366,'-28'37'197,"1"1"1,-1 0-1,1 0 1,-1 0 0,0 0-1,1-1 1,0 1 0,1-1-1,2-2 1,0-1 0,3-2-714,-13 13 1,3-3 0,20-17 515,49-28 0,-27-1 0,12-8 0,0-1 0</inkml:trace>
  <inkml:trace contextRef="#ctx0" brushRef="#br1" timeOffset="28052">16276 8574 16602,'5'0'1344,"-2"34"1,-5 14-2984,-3-21 1,-2 1 1287,4 6 0,0 4 0,-2-5-1288,-6-6 1,-1-5 818,-9 1 1,8-10 0,1-7 0</inkml:trace>
  <inkml:trace contextRef="#ctx0" brushRef="#br1" timeOffset="28621">13514 7733 16871,'-24'-7'900,"1"1"0,0 2 1,-3 8-1557,0 10 1,-6 9-1,-1 5 1,-1 2 0,2-3 366,3-2 1,2 0-1,0 1 1,0 0-1,-2 2 274,-3 2 0,-1 2 0,-1 1 0,0 1 0,2-2 1,3-1-357,-3 4 1,3 0 0,2-3 0,5-1-1269,-5 10 1,14-10-1639,21-20 2621,13-24 1,2-9-1,1-2 1,-2 2 0</inkml:trace>
  <inkml:trace contextRef="#ctx0" brushRef="#br1" timeOffset="29133">13959 8122 15609,'-23'-25'655,"0"0"0,0 0 1,4-12-1,4-5 0,4 1-601,5 6 1,4-1 0,4-2-711,1 4 1,2-3-1,3-1 1,1-1 0,2 1 274,3-3 1,3 0 0,1-1 0,1 2 0,0 1 383,0-4 0,-1 2 0,2 0 0,4-1-167,-2 8 1,2-2 0,2-1 0,2 1-1,-1 1 1,0 3 0,-2 5 118,4 0 0,-1 5 0,0 2 0,1-1 295,2-4 0,1 0 0,-1 2 0,-3 5-1477,8 3 1,-15 11-2051,-33 19 2654,-4 1 0,-5-1 1,9-11-1</inkml:trace>
  <inkml:trace contextRef="#ctx0" brushRef="#br1" timeOffset="29441">14293 6752 15291,'32'-10'417,"0"1"1,0-1-1,6-3 1,-1 3-267,0 11 0,-2 4 0,-11-2 1,-1 3 184,6 5 0,-3 5-1823,-6 7 0,-4 4 1862,-7 3 1,-6 1-337,-5 1 0,-7-2 407,-9-3 1,-5-1-520,-8 6 1,0-2-1464,12-11 1,0 0-104,-4 6 1,2-7 818,10-19 1,10-3 0,1-7 0</inkml:trace>
  <inkml:trace contextRef="#ctx0" brushRef="#br1" timeOffset="30056">15290 5946 16096,'-11'34'728,"3"-6"1,2 3-2368,2 4 1,1 2 1485,-1-1 0,1-1 186,0-2 1,5-1-109,9-5 0,8-5 315,11-13 1,4-6 371,-1 3 0,1-4-489,9-14 1,-3-9-652,-7-8 0,-5-5 1009,-7-2 1,-4-3-219,3 1 1,-5-1 693,-9 1 0,-11 2-886,-13 8 0,-8 1 0,2 4 524,5 5 1,0 1-623,-7-3 1,-3 0 0,3 12-1613,1 23 1,5 8-1639,-2 3 1638,6 3 1,3 1 1731,10 6 1,3-16 0,0-5 0</inkml:trace>
  <inkml:trace contextRef="#ctx0" brushRef="#br1" timeOffset="30253">16007 5890 17330,'-8'-2'400,"2"11"1,6 1 0,0 4 0</inkml:trace>
  <inkml:trace contextRef="#ctx0" brushRef="#br1" timeOffset="30567">16190 5582 15829,'8'32'3227,"-1"-7"-4866,2 14 1,1 6 1198,-3-14 1,-1 1-1,0-1-99,2 7 1,-1 0 538,0 5 0,-1-5 1066,-3-7-1100,-1-5 34,-2-6-3277,2-3 0,7-18 2457,0-8 1,0-5 0,-3 1 0</inkml:trace>
  <inkml:trace contextRef="#ctx0" brushRef="#br1" timeOffset="30825">16446 5639 9866,'0'-9'3261,"0"2"-5673,0 25 3768,7 17-919,-2 8-409,1-14 0,2 5 1,-1-2 66,-1 1 0,-1 1 450,3 12 0,0-1-713,-4-17 0,0-4-1004,0 2-1428,1-14 2600,-2-29 0,-1 12 0,0-12 0</inkml:trace>
  <inkml:trace contextRef="#ctx0" brushRef="#br1" timeOffset="31100">16695 5554 15213,'0'-4'1361,"5"24"0,3 12-923,0-2-1531,-2-1 1,2 5 0,0-2 589,-1 0 1,0-1-4,1 8 1,-1-1 522,-1-8 0,-1-2 499,-1-1 1,0-3-2176,0-4 1659,4-10 0,-5-8 0,2-7 0</inkml:trace>
  <inkml:trace contextRef="#ctx0" brushRef="#br1" timeOffset="31601">16947 5522 14630,'-3'-8'1602,"0"2"-1047,26-8 0,8 1-74,-3 6-290,13-9 0,3 5-57,-20 17 1,-3 3 111,16 3-1307,-26 16 1,-11 4 1166,-10-11 1,-6 0-63,1 8 1,-2-1-1178,-5-7 0,1-4 1088,5 0 123,8-1 57,35-9-194,2-2 1,3 2 58,-7-3 0,1 3 112,4 6 0,1 5 0,-7 2 11,-13 1 1,-4 2-74,7 7 1,-8 1-57,-27 4 1,-14-3-1634,-1-7 1,-3-2 1358,11-7 1,-1 1-1,2-3 1,-4 1-1,5-4 1,5-4 0</inkml:trace>
  <inkml:trace contextRef="#ctx0" brushRef="#br1" timeOffset="-211078.73">2297 11478 13465,'-5'0'1198,"1"0"-1175,4 0 414,-1-3-269,4 2-33,2-2 78,5 1-3337,20-1 3152,-5 0 0,1-1-61,17 0 38,-16 1 1,0-1 22,5 2 0,-1-1-2274,16-2 2253,-14 1 1,6-1-1,-3 0-381,-2 0 1,0-1 373,-2 0 0,1 1 0,0-1 803,7-1 0,3-1-762,1 0 0,4 0 0,-2-1-41,-9 3 0,-2 0 0,5-1-360,-2 1 1,4-2-1,2 1 1,-2 0 0,-3 1 377,4-1 1,-3 1 0,1 0-19,0 0 0,1 0 0,0 0 0,-2 0 459,-2 1 1,-2 1 0,3 0-458,1-1 1,3 1 0,1 0 0,0-1-200,-6 2 0,1 0 1,1-1-1,-1 1 1,0 0 196,1-1 0,0 1 0,-1-1 0,1 1 0,-1 0-177,1 0 1,-1 0 0,0 0-1,-1 1 1,-2-1 176,11 0 0,-4 0 0,1 0 321,-2 0 0,0 1 0,4-1-316,-10 0 1,4 1 0,1 0-1,1-1 1,-1 1 0,-4 0-143,3-1 0,-4 1 1,1 0-1,4-1 133,-3 1 1,4 0 0,3-1 0,1 1 0,-2-1 0,-2 1 0,-5 0 5,2 0 1,-6 0 0,0 0 0,6-1 0,-2 1 0,5 0 0,3-1 1,0 0-1,0 0 0,-3 0 0,-4 1 2,2-1 1,-4 1 0,0-1 0,2 1-4,5-1 0,5-1 0,0 1 1,-2 0-1,-5 0 294,-1-1 1,-5 2 0,2-2-283,2 1 0,1 0 0,1 0 0,0-1-275,2 1 0,1 0 0,0-1 0,-1 1 263,1 0 1,-1 0 0,1 0 0,-1 0-3,-3 0 0,1 0 0,-1 0 0,-3 1 133,0 0 1,-3 0 0,3 0-129,7 0 1,5 0 0,0 0 0,-4 0 368,-5 0 1,-2 1 0,3-1-371,-2 1 1,5 0-1,1-1 1,0 1 0,-1 0 6,-6 1 0,0-1 1,-1 1-1,0-1 0,0 1-262,3 0 0,0-1 0,-1 1 0,1 0 0,0 0 251,0 0 0,-1-1 0,1 1 0,-1 0 0,-2 0 0,1 0 0,-2 0 0,-1 0 0,1 0-3,0 0 0,1 0 1,-1 0-1,1 0 17,2 0 0,1 0 1,-1 0-1,1 0-117,-1 0 0,0 0 0,0 0 0,0 0 103,-2 0 0,1 0 0,-2 0 0,-2 0 68,-1 0 1,-1 0 0,3 0-72,8 0 0,6 0 1,0 0-1,-5 1 290,-5-1 0,-3 0 1,4 0-295,-1 1 0,6-1 1,0 0-1,-2 1 0,-7-1 12,8 1 1,-3-1-1,-5 1 1,3-1 0,0 1 0,-6-1 390,0 1 0,-2-1-396,16 1 0,-4 0 450,-10-1-450,1 0 21,-12 0 13,-2 0 2799,-11 0-2799,-1 0-1761,27-5 2007,-5 0-174,8-1 0,9-1-575,-9 2 1,5 0-1,1 0 1,-3 1 468,-2-1 0,-1 1 0,2 0 136,2 0 1,5 0-1,-1 0 1,-7 2-143,-3 1 1,-2 1-754,10-1 1,2 1 758,-4 0 0,1 0 11,-9 0 0,2 0 0,-2 0-11,4 0 0,-2-1 826,-1 0 0,-3-1-781,14-2-624,-4 1 0,2-1 663,-17 2 0,0 0-68,15 0 1,-1-1 1523,2 1-1479,2 0 1,1 0 613,-22 2 0,1-1-670,18 0 1,-2 0-6,-8-1-887,-1-1 1,3 0 986,-4-1 1,1 0-68,5-1 1,2 0 37,-5 1 0,1-1 0,0 0-37,-3 1 0,0-1 0,1 0-465,6 0 1,1 0-1,-1 0 437,7-2 0,-3 1 204,-13 2 1,-2 0-177,0-1 0,-1 0 523,13-5-333,1 1 1582,-22 2-1627,-12 3-45,-1 1 124,-1 0 2347,-3 2-1798,0 0-538,-2-1-134,0-11 2510,-3 3-2578,-7-16-3280,-10 0 3472,2 2-24,1 4-89,9 13-281,7 6 135,-1 4 247,15 22 133,0 2 1,-1-5 1,-4 3 71,-13 9 1,-7 0-454,-2-10 0,-3-1-109,-4 1 1,-4 1 0,0-3-1531,-11 1 1,-3-2 1586,0 0 1,-3 1 0,5-2 0,8-5 0,2 0 0,-9 3 0,-1 1 0</inkml:trace>
  <inkml:trace contextRef="#ctx0" brushRef="#br1" timeOffset="-209730.73">13249 10592 7896,'43'-10'0,"0"0"0,1 1 0,-10 1 0,1 0 0,-1 1 0</inkml:trace>
  <inkml:trace contextRef="#ctx0" brushRef="#br1" timeOffset="-208312.73">12901 10369 23896,'-13'-2'-3277,"-7"5"0,-12 3 1638,10-1 1,-5 2 1273,-14 0 1,-7 2 0,6-2 0,14-1 0,0-1 0,-7 1 0,1 0 0,-1-1 0</inkml:trace>
  <inkml:trace contextRef="#ctx0" brushRef="#br1" timeOffset="-206279.73">2313 9689 13510,'-4'0'2308,"1"0"-1087,3 0 1020,0 3-1714,6-1-3157,13 3 3169,4-4 549,12 0-696,-3-1-2652,4 0 2478,-6 0 1,2 0-998,-6 0 1,0 0 907,12-2 0,0 0 610,-7 0 1,1-1-712,1-1 0,4 0 44,-1-1 1,6 0 0,0 0 0,-3 0-250,-3 1 0,-2 0 0,4-1 190,1 1 1,6-2-1,2 1 1,-2-1 0,-6 2-14,-2 0 0,-4 0 0,4 0 20,2 0 0,5-1 0,2 0 0,-2 1 0,-5-1 324,-2 1 0,-5 1 0,3-1-330,3 0 0,3 0 0,-1 0 0,-5 1 1075,-2 0 1,-1 0-1049,0 1 0,3-1 0,-3 2-1137,-2-1 1,0 0 1139,15-1 1,-3 2 101,2 0 728,1-1-812,-2 0 0,1 1 360,-16-1 0,0 0-374,6 1 1,4-1-1,-4 0 112,-8 0 1,-1 1-116,7 0 0,3-1-16,-4 1 1,3 0 0,-3 0-8,1 0 1,1 1-3,8-1 0,4 0 0,-5 1-20,-8 0 0,-1 0 26,2 0 0,4 0 1,-2 0-1035,6 0 1,-1 0 1024,0 0 0,-1 1 5,-4 0 1,-3 0-23,8 1 16,-8-1 1,0 0 1380,7 0-1381,-10-1 1,-1 0 51,-2 0-1992,16 0 1958,-10-2 1952,11-1-1952,-19-3-57,0 2 58,-9 0-35,-3 3-1406,-3 0 1406,-6 1 2223,4 0-2200,6 0-11,-1-2-12,5 0 11,-7 0 90,-2 0-68,-6 0 3243,0 1-2801,-2-2-375,0 0-32,0-8-68,0 1 11,0-5 11,-11-11-426,-6 0 404,-5-4 0,0 8-11,1 7-23,9 8-10,-1 0-1,10 7 0,2 4 45,1 2-34,-1 4 34,21 29 0,-7-19 0,1 0 0,3 0-2954,20 4 2965,-10-7 12,7 4 10,-18-12 113,-10 5-397,-13-2 374,-14 13-118,2-13 1,-4 1-9,-4 2 1,-2 1-17,1-1 1,-2 2-1,1 0-339,3 0 0,0 1 0,1 0 358,-3 0 0,1 1 0,3-2 0,3 1 0,3-2 0,1-1 0</inkml:trace>
  <inkml:trace contextRef="#ctx0" brushRef="#br1" timeOffset="-204570.73">8401 11515 15594,'-12'24'1092,"1"1"0,-8 14 0,-1 3-1816,3-9 0,0 1 1,-1 1 868,0-1 1,0 0 0,-3 4-266,0-1 1,-5 4 0,0 2 0,0-2-1,4-5 195,0-2 0,3-4 0,-2 1-39,-2 4 1,-2 2-1,2-1 1,4-8-707,-3 7 838,17-27-68,4-7-77,6-10-299,10-16 1,4-7-67,1-1 0,2-4-88,-1 0 1,3-3 0,-3 2 220,-5 9 0,-1 0 0,-1 1 866,6-12 0,-1-1-841,-6 7 1,0-2 0,-1 2-325,-1 3 1,0 2-1,1-2 508,0-4 0,1 0 0,0 1 39,5-8 1,-1 8-40,5 8 101,0 18 1401,-6 35-1133,-7 10 1,0 9-373,-4-9 0,0 5 0,0 0 0,0-1 140,0-5 0,-1-2 0,0 0 1,0 2-82,0 9 0,-1 2 0,0-1 0,0-1 78,-1-8 1,-1-1-1,0-1 1,1 0-148,1 7 0,1 0 0,0-1 76,-1 0 0,1-1 1,1-3-31,2 4 1,2-5 45,6 3 111,-7-20-190,0-5-885,-8-24-754,-5-16 1,-3-6 982,-3-11 1,4 13-1,-1 2 1,0 8 0</inkml:trace>
  <inkml:trace contextRef="#ctx0" brushRef="#br1" timeOffset="-204119.73">7802 12182 13635,'-10'0'2442,"36"0"-2644,11-7 1,5-2 251,-1 4 1,2-2-40,-6-1 0,2-1 1,-2 0 574,1-1 0,2 0-581,-3 0 1,4-1 0,1 0-1,-3 0 197,-5 1 1,-2 1 0,3-1-198,8-2 1,5-2 0,-1 0 0,-5 1-330,3-1 1,-5 2 385,-6 1 0,-4 1 27,5-1 2034,-35 11-2212,-12 0 46,-16 10-1596,3-6 1,-2 0 818,-14 7 1,5-4 0,28-7 0</inkml:trace>
  <inkml:trace contextRef="#ctx0" brushRef="#br1" timeOffset="-202919.73">3307 9905 6270,'-13'30'1092,"0"-1"0,-3 14 0,3-2 546,7-18 0,1 0-1251,-2 9 1,0-3-1387,-2 1 1761,3-16 674,2-12-1413,0-24-29,2-7 0,1-6 0,5-4 1,1-1-181,0-4 1,3 3 179,2 7 1,5 4-23,6 5 0,4 4-34,-3 8 1,1 1 61,1-2 0,-1 6 17,2 21 0,-4 10 151,-9 15-146,-5-10 0,-4 1 90,-13-1 0,-5-4-22,-4-4 0,-2-2-90,-11 11-166,13-9 301,32-20 1851,16-4-1947,9-1 0,4 1-160,-5 5 1,-1 2 226,5-4 0,-4 6 466,-9 12 0,-12 4-57,-25-1 0,-9 1-257,4 4 0,-6 0-476,-10-5 0,-9-1 1,-5 0-1,3-3 257,3-1 0,0-2 1,0-1-1,1 1-56,-2 0 0,-1 2 1,1-2-1,2-3-1076,-7-1 1,3-2 0,17-11 303,33-25 0,-12 9 1,33-7-1</inkml:trace>
  <inkml:trace contextRef="#ctx0" brushRef="#br1" timeOffset="-201977.73">5169 14138 7917,'-7'37'409,"-1"0"1,1 0-1,-1 1 1,1-1-1,-2 7 1,0 0 0,0-2-1,-1-3 683,0-8 0,-1-2 0,0 1-686,-2 9 1,0 2 0,0-1-702,3-5 0,1-2 0,-1 1 269,2-3 0,0 1 0,1-4-25,1 2 1,2-5 1096,4-10-755,5-26 1599,4-13-1879,-1-1 1,0-2 49,1-2 1,0-3-55,0-2 1,0-3-1,0-1 11,1-5 1,0-1 0,-1 0-154,0 0 1,0 1 0,1-1 134,-2 6 0,1-1 0,-1 1 0,0 5 45,1-3 0,0 3 22,2-5 0,1 6-67,1 14 179,5 22 270,1 17 49,-5 9 1,4 12 0,-1 3-1,-1-5-992,-4-7 1,0-3 0,0 4 497,0 1 1,3 5-1,-1 1 1,-1-1-1,-2-5 18,2 12 1,-3-4 180,-1-3 0,0 2-222,-1-2 0,-1 2 1,-1-4 581,-2-3 1,0-2-598,2 14 1,-2-4-258,-4-18-1155,0-8-1831,-32-24 2457,6-14 1,-11 2 0,19-1 0</inkml:trace>
  <inkml:trace contextRef="#ctx0" brushRef="#br1" timeOffset="-201754.73">4942 14822 20165,'28'-14'174,"9"-3"0,6-2-279,-9 7 1,2 1-1,1-1-687,1-1 0,1-1 0,-1 2 323,3 3 1,1 1 0,-8 2 0,7-1 0,-14 5 0,0-1 0</inkml:trace>
  <inkml:trace contextRef="#ctx0" brushRef="#br1" timeOffset="-201438.73">6050 14670 13386,'38'-21'100,"-1"1"1,6 0 0,3 1 0,-5 2 627,-14 8 0,0 0-755,5-1 1,2-1 0,-7 3 1532,-8 4-4783,-8 11 0,-7 2 3199,-2 5 1,-2-7 0,0-3 0</inkml:trace>
  <inkml:trace contextRef="#ctx0" brushRef="#br1" timeOffset="-200688.73">6910 14326 18496,'0'41'655,"0"1"0,2-8 1,1 3-1,0 0 0,1-5-601,-1-1 0,0-1-13,2 5 0,0 3 0,0-4 15,-2-9 0,-1-2 157,1 20 56,-3-10 1176,-7-13-1411,-11-44-3311,1-5 3202,5 2 1,1-4 35,4 2 0,1-4-721,2-9 0,1-6 0,2 1 778,6 5 1,2 0 0,-1 1-19,-3-4 0,0 0 0,3 3-49,5 9 1,3 2-1,2 10-29,14 8 78,6 10 0,0 23 123,-15 12 0,-3 5-72,-8-14 0,-1 1 38,4 15 1,-4 0 22,-14 3 257,-15-2 1,-4-1-348,11-17 1,-1-2 27,-10 12 1,2-5 72,11-18-190,28-22 56,2 1 2279,20-10-2291,-4 15 1,0 3 39,-11 4 0,1 1-17,13 2 0,-1 4 190,3 14-994,-13 10 1,-8 5 1279,-15-10 1,-5 2-376,5 10 0,-11 0-10,-16-15 1,-14-2 0,-6-1 0,-1-3 0,8-2-122,4-2 0,4-3 0,-4 0 16,-4 4 1,-5 2 0,-1-1-1,2-2 1,5-7-1282,-5-9 1,6-7-345,11 2 1,2-4-1,0-5 1,3-4 1695,10-21 0,6 18 1,2 4-1</inkml:trace>
  <inkml:trace contextRef="#ctx0" brushRef="#br1" timeOffset="-199649.73">7799 13767 7312,'-25'-30'478,"1"0"0,0 0 0,-1 0 0,-4-6 1,-1 1-1,-7 6-115,5 15 0,-4 3 0,-3 3 0,0 1 0,3 0-162,0-1 1,3 1 0,-2 1-1,-3-1-104,1 0 0,-5 1 1,-1-1-1,-1 0 0,1 1 1,3 1 16,-5 0 1,4 2 0,-1-1 0,-6 1 57,9 0 0,-4 0 0,-3 1 1,-1-1-1,-2 1 0,0-1 1,-1 1-1,2 0-83,2 1 1,0-1 0,0 1-1,-1 0 1,0 0 0,-1 0 0,1 0-1,0 0 1,0 0-18,1-1 0,0 1 0,0-1 1,0 0-1,0 0 0,0 0 1,-1 1-1,0 0 0,-2 1-49,7 1 0,-1 0 1,-1 0-1,-1 0 1,-1 1-1,1 0 0,0 0 1,1 0-1,1 1 1,1-1-1,2 1 0,3 0 3,-13 2 0,4 0 0,2 0 1,1 1-1,-1 0 0,-1 0-18,0 0 0,-2 0 0,-1 1 0,1 0 0,0 0 0,3 0 0,2 1-8,-2 1 0,2 0 0,3 1 0,0 0 0,2 2 0,-4 1 0,2 2 0,2 2 0,0 0 8,2 3 1,2 1-1,0 1 1,0 0 90,1-1 0,0 1 0,1 1 0,1 1-99,4 0 0,2 0 0,1 2 0,0 3-136,2 2 0,0 2 1,0 2-1,2 2 1,0 0 148,1 3 0,1 2 1,0 1-1,1 0 1,-1-1 214,0 0 1,-1-1-1,1 0 1,1 2-1,3 2-220,4-4 0,1 3 0,1 1 0,1 1 0,3-1 0,1-1 0,2-4 3,4 0 0,3-3 0,1-2 1,2 1-1,-2 1-11,0 7 0,0 2 0,1 0 0,1-1 0,3-4 11,5 0 0,2-2 1,2-3-1,1-2-145,1-2 1,0-3-1,7-1 167,2-3 1,6 1 0,3-1-1,0 0 1,-3-4-29,-5-1 1,-1-2 0,0-2-1,3 2-5,-1-2 0,3 0 0,1 1 0,1 0 0,-2-3 0,-2-1 227,0-3 0,-3-2 0,1-1 1,2 1-220,2-1 1,2 1 0,1 0 0,2-1 0,2 0-157,-7-1 1,3-1 0,0 0 0,1 0 0,1 0 0,0-1 0,-1 1 161,2-1 1,1 0-1,-1 0 1,1-1 0,0 1-1,0-1 1,-1 0-15,-1 0 0,1 0 0,0 0 0,-1 0 0,0 0 0,-2-1 0,0-1 2,6 0 0,-1 0 0,-2-1 1,-1-1-1,-1 1 322,-3-1 0,-3 0 1,1 0-1,4-1-297,-2-2 0,5 0 0,1 0 1,3-2-1,-2 1 0,0-1 1,-4 0-176,4-1 1,-3 0 0,0 0 0,0 0-1,2-1 152,-5 1 1,3 0 0,0 1 0,1-2 0,-1 1 0,0-2 0,-2 1 26,2-3 1,-1-1 0,-1 0 0,0-1 0,-2 1-1,-2 0 5,5-2 1,-3 0-1,0 0 1,1-1-6,-3 2 0,2-1 1,0 0-1,-2 0 1,-2 1 482,8-5 1,-4 1-1,0 0-447,-5 1 0,0-1 1,0-2-230,5-5 0,0-2 1,-1 1 168,-6 5 1,0 0-1,-1-2 57,-3 0 1,0-1-1,0-1 1,-3-1 47,1-6 0,-2-2 0,-2 2 313,-2 4 1,0 1 0,-2-1-367,2-4 1,0-2 0,-3-2-374,-7 2 1,-2-2-1,-2-1 1,0 1 354,-1-6 0,-2 1 0,-1-2-33,1 2 1,1-1-1,-3-1 1,-3-1-125,-5 1 1,-3 0 0,-3-2 0,-1 2 0,0 2 112,-2-1 0,-2 3 1,0 0-1,-1-2 236,2 3 0,2-2 1,-2 0-1,-3 1 1,-5 1-263,-3 5 0,-5 0 0,-3 1 0,-3 0 1,-1 3-1,0 2 0,0 4-440,3 6 1,-1 3 0,0 3 0,-1 1 0,-1 1 0,0-1 0,-2-1 103,3-1 1,-1-1 0,-1-1 0,-1 0 0,0 0 0,0 2 0,-1 1 0,1 2 0,0 3 173,-5 3 0,-2 2 0,0 3 1,1 2-1,0 1 0,2 0 1,4-1-1,3 0 0,-6 0 1,6 0-1,1 0 0,1 1 1,1 3-1,0-1 0,1 0 1,-1 1-1</inkml:trace>
  <inkml:trace contextRef="#ctx0" brushRef="#br1" timeOffset="27556.54">20296 1401 13262,'-9'41'407,"0"-1"0,1 1 1,1 2 622,6-3 1,2 2-1,-3 6-1365,-1-10 1,-1 4-1,-1 4 1,-1 1-1,1-1 1,0-3-1,1-6-238,0 9 1,2-5 0,-4-1 572,-4 10 0,-3-1 0,4-27 0,7-39 0,3-14 0,-1-7 0,0 0 0,0 0 0</inkml:trace>
  <inkml:trace contextRef="#ctx0" brushRef="#br1" timeOffset="27850.54">20242 1383 15627,'30'10'819,"0"0"0,1 1 0,-8-1 0,0 1 169,15 5 1,6 3-1,-4 3-884,-9 0 1,-2 3 0,-4 0-1365,0 5 1,-2 0 1315,0-6 0,0 1 0,-12 0-683,-30 11 0,-15-4 750,0-12 1,-6-4-124,-2-2 0,-4 0 0,2-3 296,11-5 1,2-2 0,1-1-466,-17-2 1,8-7-3109,17-15 2457,40-2 1,0 2 0,23 9 0</inkml:trace>
  <inkml:trace contextRef="#ctx0" brushRef="#br1" timeOffset="28300.54">21074 1593 20076,'-32'26'526,"-1"-1"1,1 1-1,5-14 1,4 3-516,1 14 0,3 8 1,12-8 111,34-2-1329,-3-18 0,4-2 1206,1 1 0,2-2 5,4-5 1,1-8-715,-3-10 0,0-6 1,-4 0 719,-6 2 0,-3-1 23,5-4 0,1-4 0,-11 2-34,-21-12 5,-10 18 1,-7 3-915,-18 4 0,-5 7 898,3 5 0,-1 8-79,12 1 0,-1 5 0,8 5-1549,6 20 1,13 5-1,12-8 1,7-2 1176,4 2 1,3-5-1,14-4 1,-15-18-1</inkml:trace>
  <inkml:trace contextRef="#ctx0" brushRef="#br1" timeOffset="28801.54">21483 1665 20020,'-6'31'634,"-1"0"0,1 0 0,0 1 1,0 0-1,1 0-563,2-1 0,0-1 0,1 4-46,-1 2 0,-1 3 0,1 1 0,0 1-718,0 1 0,-1 0 0,1 1 1,0 1 689,0-5 1,0 1 0,0 1 0,0-1-1,0-2 165,0 5 1,1-1-1,-1-3 1,2-4-119,-1 4 1,2-9 436,4-14-530,-1-33 1,-1-21-1,0-4-596,-1 5 0,-1-4 0,0-2 0,-1-1 0,0 0 636,-1-1 0,0 0 0,-1 0 0,0-1 0,0-1 14,-1 3 1,1-2 0,-1-1 0,0 1-1,0 2 1,0 3 245,-1-4 1,-1 2-1,1 3 1,2 2-241,3 1 0,2 3 0,3 4-119,4 5 1,4 6 107,8 7 0,2 6-11,22 7 7,-18 9 0,3 7 1,-3-1 1501,-2-2 1,-1 3-1492,2 8 1,1 5 0,-7-2 31,-5 15-23,-16 0 1,-7 0-57,-14-3 51,1-9 0,-3-4-17,4-14 1,-2-4 10,-12 2 1,-1-3-2223,-2-2 1157,10-5 1,7-5-1226,20-11 646,15-2 1,5-1 982,-2 3 1,1 1-1,19-13 1,-17 14 0</inkml:trace>
  <inkml:trace contextRef="#ctx0" brushRef="#br1" timeOffset="31240.54">21962 1723 20277,'-16'37'347,"0"1"1,2-3 0,4-4-315,9-3-55,25 10 33,-9-20 0,10-4 0,1-6 1,3-14-12,-2-6 0,0-6-1639,-5-8 1,-4-4 1462,2 1 1,-2-1 175,-3-2 0,-3 2 12,-2-3 55,-4 12-101,-3 14 34,-2 16 0,-1 14 34,-1 13 100,4 1 1,3 0-68,6 7-51,0-10 1,3-4-5,15-9 44,4-11 0,4-9-470,3-18 1,-1-8 413,1 7 0,-3-5-142,-15-2 1,-2-7-1,-6-2 101,-6-9 0,-6-3 0,-1 0-8,1 8 1,-1 1 0,-1-3 28,0 0 0,-2-3 1,0 0-1,0 3 12,0 1 1,-1 2 0,-1 1 7,-1-12 0,-1 3 22,-1 9 1,-1 8 768,-4 17-730,1 31 1,1 17-411,5-2 1,1 8-1,1 3 1,0-2 415,1 1 0,0 0 1,1 0-1,0 0-65,1 3 1,1 0 0,1-1 0,2-3 757,1-2 0,3-3 0,4-3-746,3-7 1,4-2 0,4-3-491,9-3 0,4-4 0,-1-1 491,-7 0 0,-1-2 0,2-4-34,6-3 0,1-5 0,-4-10 37,-5-14 1,-4-10 0,-3 1-31,-1 0 1,-3-3 18,0-2 1,-1-5 0,-4 5-8,-7 5 0,-7 3-819,-11-1 0,-7 8 852,-4 20 1,-3 6 492,-1-4 1,2 5-516,-5 23 0,6 9-109,16-5 1,5-1 102,-2-6 1,3-1 2142,8 19-2126,25-38 2019,-6-13-2052,15-11 11,-16-11-1434,-7 2 0,-2 1 1344,1 2 412,2-5-311,-14 56-1702,4 12 1702,3 4 1,6-5-1027,14-13 1031,3-16 1,3-4-23,-6-1 1,0-3 826,12-2 1,0-10-960,-17-10 1,0-10 0,-3-4-1,-3 0-462,-4 2 0,-4-1 1,-1-2-1,1 0 591,2 0 0,2-1 0,0-1 0,-2 0 0,-3 0-20,-6-2 0,-3-1 1,-2 1-1,-2 2 1,1 6 67,-3-7 0,-2 5-22,-1-5 0,-2 15 1608,-8 50-1476,11 11 1,2 11-1,0-3-859,0 0 1,1 0 739,2-8 1,1 4 0,0-1 0,2-4 2,2 5 1,4-1-91,6-1 0,4 2 1,2-3 67,5 2 0,3-4 389,-7-5 0,1-1 0,1-5-400,2-8 0,0-9-730,7-15 0,-2-10 444,-7-8 1,-2-5 234,7-2 1,-3-2 745,-10-3 1,-6 0-657,-4 11 0,-2 3 1902,0-5-1997,-1 9 502,-1 26-144,-2 38 1057,6-15 0,1 1-1359,-4 1 0,5-2-1461,13 3 1,6-7 1482,0-16 0,3-6-16,4 1 0,0-4 151,1-6 1,-3-5-158,-8-2 0,-2-5-1071,6-17 1,-3-3 1070,0-3 101,-7 8 0,-5 4-369,-10 16 447,0 7 213,-14 41-230,9-8 1,3 4-107,1 10 0,6 0-597,13-6 0,6-5 563,-3-8 1,3-8 465,7-13 0,0-6-443,8-14-270,-21-5 1,0-7-1,-4-2 225,-1-11 0,-4-3 15,-1 10 0,-2-1 0,-4 1 684,-7-9 1,-13 10-734,-17 23 1,-12 11-1,5 3 617,15 0 1,0 4-577,-13 4 0,-4 5 1,12 4 218,22 3 1,6 2-216,-2 8 1,4 1-1,13 4 0,7-2 6,2-3 0,4-3-23,5-4 0,4-5-44,-2-10 1,2-9-369,-3-9 0,0-8 0,-2 1 167,-2 2 1,-1-3 220,1-3 0,0-4 1,-5 0 17,-7 1 1,-4-1-861,2-6 0,-2 0 1097,1 0 1709,-1 8-1777,-15 36 224,-1 15 0,-2 4-338,0-1-32,0-3 0,2-2-887,4-13 1011,6-7 2178,5-2-2279,10-12-2303,9-3 2274,1-9 1,1-1-6,7-4 0,-6 3 0,-4 1-112,-12 8 45,-3 10 2336,-11 11-2269,-2 11-2246,-2 18 2246,2-15 0,-2 9 2290,2-24-2122,17-7-168,3-9-6,6-6 1,4-5-766,-4-2 0,0-4 0,0 1 771,-1 0 0,-1 1 0,0-1 0,0 0 0,-2 0 0,-2 2 2268,9-13-2312,-21 25-80,-5 12 124,-2 9 0,-1 11-1117,5 3 0,2 1 1117,3 0 1167,5-4 1,6-2-1140,9-16 0,5-4-400,3 1 0,1 0 361,1-1 0,0 1 11,-8 0 0,-3 2-23,-7 4 1,-2 3 2185,16 16-2219,-5 1 56,-11 0-2738,-26 3 2301,-11-17-1378,-22 8 313,15-19 0,-4-5 1502,-8-4 0,-5-3 0,5 2 0,10 4 0,1 0 0,-16-8 0,0-1 0</inkml:trace>
  <inkml:trace contextRef="#ctx0" brushRef="#br1" timeOffset="31436.54">23161 1287 12231,'38'-9'0,"0"0"0,0 0 0,0 1 0,2-2 0,0 1 0,1-1 0</inkml:trace>
  <inkml:trace contextRef="#ctx0" brushRef="#br1" timeOffset="31549.54">24088 1127 15762,'0'0'0</inkml:trace>
  <inkml:trace contextRef="#ctx0" brushRef="#br1" timeOffset="32200.54">25290 2313 18675,'22'28'546,"-1"0"0,1 0 0,0 0 0,3 4 0,0-2 0,0 2 207,1 1 0,0 0 1,-1 0-1847,-1-5 1,1 0 0,-1-1 536,3 2 1,0 0-1,3 2 434,-5-4 1,3 1 0,0 2-1,1-1 1,-2-2 174,0 1 0,0-2 1,-1 1-1,2 1 185,-1-2 0,1 2 0,1 0 0,-1 1 0,1 2-201,0 2 0,1 3 1,0 2-1,0-1 1,-3-1-1,-4-3-539,4 7 0,-5-3 0,3 2 508,-2-3 1,5 4 0,-1 0 0,-4-3 0,-9-8 1510,-12 13-1562,-7-27-2544,-11-14 2589,-14-11 0,-1-2 0,3 5 0,1-4 0,1 0 0</inkml:trace>
  <inkml:trace contextRef="#ctx0" brushRef="#br1" timeOffset="32584.54">25875 3538 22283,'31'27'748,"0"1"0,0-4 0,4 0 0,2-1-1568,-3-4 1,3-1 0,0 0 0,-1-1 439,5 3 0,-1-1 1,0 0 609,-7-3 0,0 0 0,0-2 0,0-4 83,7-5 1,0-5-1,-6-3-179,-10 0 1,-1-4 355,22-6 0,-8-10-389,-30-7 0,-10-9 0,-1 3-1271,2 2 1,0-1 1169,-1-3 0,0-3 0,-1 5-12,-1 9 1,-1 1-439,-2-7 1,-1 1-2828,1-5 2457,-1-2 1,8 31 0,1 8 0</inkml:trace>
  <inkml:trace contextRef="#ctx0" brushRef="#br1" timeOffset="33553.54">26295 4810 13689,'5'0'2622,"0"0"-2331,2-10 1020,10-7 146,6-15-1132,-2 6 907,-10-11-1108,-31 26-12,-4-7-90,2 17 1,-3 5-1540,-7 4 0,-1 4 1741,-1 3 0,1 3-1302,-1 1 0,2 2 1100,5 0 1,4 1-23,-2 10 0,36 7 0,11 0-239,-8-18 1,3-1 238,6 5 0,5 2 0,2-4 677,-1-8 0,0-3 1,1 1-678,-2 3 0,1 0 0,-2 1 5,14 7 1,-3 0-23,-7 1 1,-5 0 4,-5 8 68,-10 10 11,-24-21 1,-7-2 213,1 1 0,-3-2 161,-16-1 1,-6-4-278,6-4 0,-6-3 61,7-3 1,-6 0-1,-3-2 1,1 1-1,3-1-212,4 1 0,3-2 0,0 1 0,-3 0-9,0-1 1,-2 0 0,-3 1-1,1-1 1,3-1 0,3 0-18,-8-2 1,5 0 0,0-3 3,-2-1 1,0-2 0,5-4-223,1-13 0,7-3-170,7 6 0,9-1-564,19-4 0,13 2-129,7 11 1,7 6 0,2-1 790,5 0 0,3 0 0,-3 1 0,6-3 1,-3 2-1,-4 3 0,1 0 0</inkml:trace>
  <inkml:trace contextRef="#ctx0" brushRef="#br1" timeOffset="35895.54">26841 5242 17473,'2'6'3276,"-1"-2"-1880,-1-4-1407,8-32 11,-6 10 497,2-3 0,-1-1-497,-13-7-1639,-9 3 1,-4 1 1348,-9-2 278,4 7 1,1 5 919,-3 13-908,-1 8-1907,1 12 1901,11 6 1,1 4-12,5-3 0,3 2 11,-3 7 1,4 4 5,9 8 0,9-1 5,9-11 1,5-2 1128,-6 5 1,3-5-1135,7-11 0,3-11-1157,-1-19 0,-2-7 1135,6-4-1,-8-2 1,-3-2 2268,-10-11-2230,-8 7 1,-1 1-1004,-1-2 987,-3-8-11,-1 36-62,-2 23 0,2 13 50,9-1 1,3 2 1473,-4 3 1,2-1-1458,8-2 1,8-6-1634,14-17 1,3-6 867,-14 0 0,0-2 558,17-2 1,-1-5-259,-20 0 1,-2-4-973,3-11 1,-4-4 1447,-6-2 1,-3-1-6,1 0 1,-4 1 772,-4-18 2389,-4 29-2401,-5 19-493,0 10-145,-3 18 3047,2 2-3002,4 0 0,0 1-124,0 1-38,-1-7 0,5-7 173,7-20-157,21-31 509,1-3-537,-9 7 1,1-1-1606,1-5 0,-3 2 1622,3-2-22,-8 9 0,-3 6 244,-10 14-233,0 29-148,2 18 159,1 1 17,2-17 0,3-5 73,10-12-101,8-4 34,4-17-34,2-10-12,-13 1 1,2-4 0,-3 0-17,-1-4 0,-1 1 45,8-7 0,-5 1 5,-15 2-2286,-10 31 2252,-9 40 134,6-8-108,16-4 1,10 5 0,3-7-15,6-10 0,6-8-640,8-4 0,5-4 0,-5-5 640,-7-8 0,-5-7-17,3-13 1,-9-5 408,-20-2 0,-6 3 157,-2 1 968,2-5-1200,-2 63 1,1 28-1,0 2-556,1-11 0,0 3 0,1 0 0,-1 1 245,1-5 1,0 0 0,0 0 0,1 0-1,-1 0 5,1-3 0,0 0 1,0 0-1,1 0 0,0-1-3,2 10 1,0 0-1,1-2 1,-1-5-15,0 2 1,0 0 374,0 5 0,0 4 1,-2-16-359,-2-21-1337,-2-47 1292,-2-2 1,-2-11-1,-1-3 1,1 3 425,1 0 0,1 3 0,-1-5-394,0 11 0,0-3 0,0-2 0,-1 0 1,1 2-1,1 4-2,0-8 0,1 5 1,0-3 14,0 0 0,1-3 0,1 1 0,0 4-5,1-8 0,2 3-6,-3 4 0,1 0 0,10 9-301,28 14 1,8 14 288,-11 8 1,0 3 573,-1-5 1,2 0 0,-3 8-578,-5 14 0,-4 9 0,-9-1 153,-13-4 1,-5 1-139,5 14 0,-9-4 34,-26-13 0,-10-9-6,0-6 0,-1-4 520,5 1 1,2-2-555,5-3 1,5-2-40,13-1-739,24-1-449,7-5-406,10-4 1,2-2 380,-6 2 0,1-3 438,3-5 1,5-4 0,0-2 0,-5 2-820,6-7 1,-3-3 1778,-8 7 1,2-5 0,1-3 0,-2 0 0,-4 1 649,-2-3 0,-3 0 0,-2-1 0,0-1-293,-1-1 0,1-2 0,-1-1 0,-1 2 1,-1 2-110,1-8 1,-2 4-1,-1 1-274,-2 0 0,-2 1 0,-5 21 917,-17 42-459,3 9-382,2 0 0,4 9 132,8-4 0,3 8 1,3 0-1,2-4-484,3-1 0,4-4 1,0 3 161,-2 2 0,0 4 0,2-1 0,2-7-138,4-9 0,3-5 1,4-5 193,14-4 0,6-7 0,-5-4-56,-6-3 0,-1-4 556,6-1 1,3-2-1,-8-11-541,-15-20 0,-11-11 0,0 2-890,2 3 0,-3 0 891,-4 8 1,-1-4 0,-2 2 0,-1 4-1,-2 2 1,-6 6-195,-15 4 0,-4 13 301,-7 36 675,9-11 1,5 6-676,12 16 0,9 9 1,5-3-299,2-13 1,4-2-1,1 0 182,-1 8 1,2 0-1,2-4 977,10 1 0,2-8-973,-6-11 1,2-4 5,9-1 0,1-5 16,-9-3 1,0-4-29,7-3 1,-1-4 5,6-20-3,-23 2 1,0-9-1,-2-3 1,-1 3-22,-3 2 1,-1 1-1,-1-2 16,3 0 0,0-4 0,-1 1 0,-3 4-949,-5-4 0,-2 8 722,1 13 2138,-1 15-1948,6 19-1857,4 14 1891,5-5 0,1 2-102,-1-7 0,0 0 102,5 6 0,0 0 1841,8 4-709,-9 10-2660,-50-23 1528,-2 5 710,-3-21 1,-2-6-750,10 2 0,1-2-1600,-14-5 1,3-1 982,3-3 1,8 4-1,9-1 1,20 6 0</inkml:trace>
  <inkml:trace contextRef="#ctx0" brushRef="#br1" timeOffset="36104.54">30267 4854 21667,'8'-13'0,"-1"2"0</inkml:trace>
  <inkml:trace contextRef="#ctx0" brushRef="#br1" timeOffset="38461.54">26476 1885 11952,'0'3'124,"0"0"-68,0-3 0,0 1-45,0 2 22,0 1-33,0-1 12,0 0-1,0-2-22,0 0-23,0 2 56,0-1-22,0 0 236,0-1-1727,3 0 1491,0-1 0,1 0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6:56:50.575"/>
    </inkml:context>
    <inkml:brush xml:id="br0">
      <inkml:brushProperty name="width" value="0.09071" units="cm"/>
      <inkml:brushProperty name="height" value="0.09071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6447 1565 20053,'-4'32'499,"1"0"1,-1 0 0,0 0 0,0 0 0,0 1-1593,-2 8 1,-1 1 0,1-1 779,0-5 0,0-2 1,0 3 385,0-1 0,-1 3 0,1-1 0,0-1-332,-1 1 1,1-1 0,0 1 342,1 0 0,0 2 0,0 1 0,1-4-216,-1 1 0,2-2 1,-1 2 181,1 1 1,0 2-1,0 0 1,1-6-35,1 0 1,0-3 16,0 5 1,1-5 67,0-1 11,0-16 1641,0-4-1753,0-10-2790,-10-42-487,8-6 1638,-3 11 1,0-1 982,5 1 1,1 4-1,-1 3 1,1 4 0</inkml:trace>
  <inkml:trace contextRef="#ctx0" brushRef="#br0" timeOffset="433">6358 1758 6360,'11'-36'1092,"0"0"0,2 0 0,4 6 1447,14 8-2304,4 2 102,-7 11 1,1 2-158,11 2 369,-13 1 0,3 5-359,1 10 1,2 8-1,-4-2 410,-5-2 0,-1 1-548,4 6 0,1 5 0,-7-2 43,-13-2 1,-5 1 106,1 11 0,-8 2 156,-12-8 1,-9 0-1,-3 0 1,5-1-270,0 10 1,-2-2 301,-1-11 0,-4 0 1,-2-2-1,3-6-341,-5-6 1,2-5-944,1-1 0,0-2 876,1 0 1,1-3-119,-13-5-3142,29-17 2457,16 8 1,-1-5 0,9 14 0</inkml:trace>
  <inkml:trace contextRef="#ctx0" brushRef="#br0" timeOffset="996">7435 1731 8646,'-43'0'1092,"0"0"0,3 0 0,4 8-515,12 17 1,5 9-1,2 0-303,0 4 1,1 1 236,1-4 0,-2 3 0,5-3-450,6-1 1,5-3-490,5 10 484,16-14 0,5-2 1461,12 2-1489,-2-9 0,4-6 5,0-11 1,0-8 11,3-4 0,0-6-313,-6-4 0,-1-4 0,-3-1 318,1-4 1,-6-4 570,-10 7 0,-1-2 1,-8-1-600,-13-8 1,-10 1-818,-8 3 0,-5 3 795,0-1 0,-3 4 0,-6 8 0,-4 10-23,4 16 1,-4 10 0,6 0-17,6-3 0,1 4-6,-4 3 0,-1 4 0,8 0-439,12 21-1155,13-3 1,4 1 1091,1-18 1,1-1 0,-1 10 0,2-5 0,3-15 0</inkml:trace>
  <inkml:trace contextRef="#ctx0" brushRef="#br0" timeOffset="1746">8023 1777 21286,'-10'37'589,"0"1"1,0-1-1,0-2 1,2 0-1,0 5-1136,4-5 1,1 3 0,0 4 0,1 0 0,-1 0 0,1-2 230,-2 1 1,1-1 0,-1-1-1,1 2 1,-1 1 538,0 3 1,0 1 0,0 2 0,-1 0 0,1-1 0,0-2-220,0-1 1,-1-1-1,1-1 1,0-2-1,1-3 152,0 7 1,0-3-1,1-2-156,-1-5 0,0-2 0,2-4-392,0 9-1546,5-79 1035,-2 16 1,-1-5 82,2-5 1,0-8 0,0-3 0,0 0 163,-1 5 1,0-1-1,0-2 1,0 1 0,0 1 147,0 1 1,0 0 0,-1 1 0,1-1 0,-1-1 749,1 3 1,-1-2 0,0-1 0,0 1 0,0 2 0,0 2 199,-1-1 1,0 3-1,-1 1 1,2-1 42,-2-9 1,2 0 0,5 0-438,6 8 1,5 0-1,2 1 1,-1 6 158,3-1 0,4 5-58,4 4 1,4 2 0,2 7 92,3 7 1,2 6 0,-1 6-49,1 7 1,-1 6-1,0-1-85,1-6 0,1 0 0,-5 6 144,-2 11 1,-4 7 0,-14 1 502,-23 7 1,-15-1-627,6-14 1,-2 0 0,-5-2-78,-6-3 1,-6-1-1,-2-3 1,2-2-54,-4-4 0,1-3 0,0-1-4,1 2 0,1-1 0,6-9 4,10-17 0,5-2 0,4 8 0,22-26 0</inkml:trace>
  <inkml:trace contextRef="#ctx0" brushRef="#br0" timeOffset="4097">8790 1850 12541,'1'-6'3276,"1"1"-4032,-17 20 1,-4 12 1203,12-2 1,0 2 347,-11 8 0,4 0-785,13-6 0,8-5-1001,18-4 1035,19-22 233,-3-12-290,-18 3 1,-2-4 2206,8-15-2195,-12 7 0,0-2-613,-4 5 0,0-1 624,9-17 2658,-12 20-2814,-9 28 229,1 15 0,1 3 106,2 14 12,0-8 0,1-2-191,5-2-2646,9 3 2759,10-11-113,2-4 1346,6-12-1312,-4-11-1157,-1-13 0,-1-7 1106,-7-7 1,-2-4-102,-3 8 1,0-1 0,-3-3 83,-7-2 1,-3-4 0,-2-1-1,0 3-30,-1 2 1,-1 2 0,-2-4 40,-1-2 1,-2-4 0,-1-3 0,-1 3 0,1 6 720,-3-9 1,-1 3-710,-1 1 0,-2-2 0,-1 12-89,-6 15 89,1 38 0,1 13 56,5-11 0,1 2-53,-1 7 1,0 6 0,1-2 97,2 5 0,2 0-110,0 0 1,3 5 47,3-4 0,2 6 1,3 0-1,2-4-36,3-5 1,4-3 0,3 2-274,0-5 1,2 4-1,3-1 1,1-3-1,1-8 303,10-4 1,2-9 0,1-3-8,1-2 0,0-4 0,-3-3-26,5-6 0,-4-7 28,0-16 0,-4-5-28,-13 13 0,-3-1 6,9-13 0,-6 0 38,-14 1 277,-5 6-399,-18 8 290,-2 10-223,-18 14 11,12 6 0,2 4 11,-11 11-11,12-3 0,2 0 11,6 0-56,4 4 34,8-14 78,23-2 1711,-2-12-1767,21-5-22,-6-11-1085,-12 4 1,1-1 1005,18-6 2259,-1 12-2158,-21 21 0,-1 5 1,7 20 10,-13-14 0,0-2-10,8 5-1890,8-17 1956,6-16-67,5-6 0,-12-10 1,-1-8-68,-7-3 0,-3-7 0,0-2-37,-3 8 0,-1-1 0,-1-2 0,0-3 25,-3 3 1,0-3 0,0-2-1,-1-1 1,-1 2 0,-1 3-157,0-5 1,-1 2 0,-1 2 0,-1-1 231,2-1 0,0-1 1,-2 4-1,-4 13-97,-6 11 150,3 39 1,1 18 44,-2 0 1,2 6-46,1-11 1,1 4 0,1 2 0,0-1-32,0 3 1,0 1 0,2 0 0,0-1-15,2-2 0,2-1 1,0 0-1,-1 0-8,-1-3 1,-2 1-1,3-3 1,4-4-59,18 8 0,5-11 61,4-10 22,-8-13 1,3-9-42,0-19 1,2-11 0,-5 0 1,-4 6 1,-1-3-7,6-6 1,1-5 0,-6 4 862,-13 8 0,-3 2-851,0-5 0,-1 1-33,1-11-113,-2 15-424,-13 67 626,4 0 5,-1-5 1,0 1 2274,3 7-2280,4-5 0,2-1-207,10 5 190,-8-11 1,6-7-1139,14-20 1,5-11 1115,-3-8 0,0-5-14,1 2 1,1-2 0,-3-5 18,-3-11 1,-3-4-1,-3 2-16,3 4 0,-5 1 50,-3-13 0,-9 16 280,-10 39-54,0 17 0,1 5-243,0-8 0,1 2 73,4 4 0,2 3 0,6-3-23,15 0 1,7-6-51,5-1 1,6-4-21,0-9 0,5-4 0,-3-6-19,-12-7 0,-1-4 0,-1-1-6,16-6 0,-7-5-73,-19-4 1,-9-5-660,-9-9 0,-10-1 682,-13 1 0,-5 2 39,2-1 0,-5 5 753,-8 7 0,-5 8-736,-3 13 0,2 8 851,11 3 1,2 2-830,-9 5 1,3 4-18,16 2 1,4 3 11,2-1 0,2 3 28,3 8 0,4 0-34,1 15-11,8-17 0,4-1 56,13 6-11,13-6-880,-4-13 0,3-2 835,-7-5 0,2-2-506,10-2 1,5-2-1,-2-7 498,-7-8 1,-2-6 0,1 1-16,1 5 1,1 0 0,-3-6-18,-7-7 1,-2-8 0,-3 0 0,-3 2 44,-2-4 1,-3 1 9,-1 4 0,0-1 0,-3 4 1166,0-6-1192,-4 23 2024,-2 14-1901,9 36 2001,0-1-2108,-3-10 1,0-1 50,3 9-2742,0-14 2786,-2-12 339,14-12-434,4-25 1,2-9-689,-2 2 0,1 0 683,-6 6 0,1 0 0,-3 1-529,1-4 1,-2 9 360,0 22 381,-1 13 1536,-2 28-1576,1-3 1,4 3-779,1-6 1,0-2 587,-4 5 0,2-12-3260,18-47 0,-44-15 2621,0-7 1,-3 1-1,-7 12 1,-6 4 0</inkml:trace>
  <inkml:trace contextRef="#ctx0" brushRef="#br0" timeOffset="4281">9574 1528 8780,'43'-15'-547,"0"1"1,1-1 0,-3 3 0,3-1 0,-1 2 0,-4 1 136,-2 2 0,-4 2 1,0-1-1,1 1 1,-1 0-1,-4 1 0,12-4 1</inkml:trace>
  <inkml:trace contextRef="#ctx0" brushRef="#br0" timeOffset="4432">10626 1339 22709,'44'-15'-411,"-23"6"0,5 3 0</inkml:trace>
  <inkml:trace contextRef="#ctx0" brushRef="#br0" timeOffset="6289">19578 1346 10809,'-4'2'1233,"1"-1"2043,3-1 0,-2 0-2814,0 0-216,-1 0-201,1 0 113,0 0 54,1 0-167,0 0-11,-1 1 67,-3-1 134,4 1-101,-4 0 1457,5-1-1087,0-2-403,0-3-101,3-3 113,6-12-3012,-3 4 3503,-6-8-548,-12 13-11,-13 4 28,-10 6 0,-5 7-445,5 7 1,-1 5 0,0-2 371,5-6 0,0-2 0,2 5-23,-7 15 1,1 7-1,11-3 12,15 11 11,4-13 0,9-2-877,25-7 1,13-4 872,-8-6 0,2-1 0,1 0 0,-2 0 1,0 1-1,0-1 4,2 0 0,0 1 0,-4 0 0,-1 4 0,-4 1-981,9 10 981,-17-10 0,-3 1 658,-8 7-412,-29 1 1,-15 0 33,-1-8 0,-4-3 368,6 1 1,-1 2 0,-6-6-616,6-8 1,-5-3 0,-3-3 0,0-1 0,2-1 0,5 0-23,-5-3 0,5-2 0,-4-1-25,2 1 1,-6 0-1,0 0 1,4-2-1,9 0 859,3-7-1,8 0-1336,-2-10-2785,39 17 2457,2 7 1,6 1 0,-11 4 0</inkml:trace>
  <inkml:trace contextRef="#ctx0" brushRef="#br0" timeOffset="8516">20094 1441 10305,'5'0'3276,"0"0"-311,-5 0-1934,16 0-4308,-10-13 4253,10-8-652,-14-6 805,-9-4-833,-9 14 1,-4 2 62,-22-1-292,8 12 1,-2 8-612,11 15 1,1 10 0,3 1 599,3-1 0,4 2 0,0 3 374,-1 8 1,2 3 0,5-2-437,7 1 1,5-4 16,2-8 0,4-4-11,16 3-850,4-19 0,1-3 850,10-3 0,-8-6 0,-1-6 2022,-1-15-1983,-11-10 0,-2-5-688,-8 12 1,-1 0 676,3-17 0,-3 0-17,-7 17 0,-2 1 0,0-19 101,-3 7-338,2 17 125,-3 7 90,3 39 33,1-1-5,6 12 0,4 2-17,5 1 1134,-1-10 0,2-4-1112,11-6-1162,5-13 1,2-2 1172,12 2 924,-9-8 0,1-4-980,4-8-33,-5-11 17,-17 0 0,-3-3 39,-6-1 0,-2-1 50,1-4 1,-4 2 3225,-11 2-2786,-1 26 208,-7 30-519,5 4-1774,4-3 0,2 2 1595,-1 9 0,2-15 0,3-3-2190,10-5 2280,12-25-90,-3-5 0,2-4 0,-4 1 0,1-3 22,7-16 0,-2 0 12,-5 6-34,3-10-22,-21 34-79,-2 22 190,2-1 2191,2 16-2202,4-8-2212,14 6 2146,2-14 55,18 1-34,0-31 1,0-7 625,-16 9 0,-1-2-656,2-3 1,1-3 0,-5 1 86,-1-10 78,-7-1-168,-9 15 0,-3 1 0,-3 19 235,-4 34 548,4-3-772,-1-10 1,2-1-1,6 6-11,19-13 39,2-12 0,3-4-39,-7-1 0,0-2 11,9-2 1,-2-6-40,-11-8 0,-4-5-6,-3-5 1,-2-1-60,0 0 1,-3 0 92,-4 0 0,-2 3 101,-2-3-213,0 28 496,-6 37-244,3-15 0,1 5-453,-1 7 0,0 8 0,0 1 0,1-5 342,0-5 1,0-3 0,1 3-27,0 6 0,0 3 0,0 1 0,0-5 735,1-6 1,0-3-1,0 1-734,1 8 0,0 2 0,0-1-682,-1-7 1,1-1 0,0 0 683,1 15 0,0-5-6,0 2 134,-1-32-134,0-32 0,-2-16-28,-2-4 0,-1-6 14,1 7 0,-1-3 0,1-3 0,-1 0-305,0 7 0,0-1 0,0 0 0,1-1 0,-1 0 319,1-6 0,-1-1 0,1 0 0,0 1 0,1 3 379,1 4 0,0 3 0,0 0 1,1 2-380,1-12 0,0 2 0,7 10-1585,25 2 1546,2 31 0,3 7 39,-8-1 0,0 4-11,12 11 0,-4 6 775,-11 5 0,-7 4-770,-4 2 1,-5 1-430,-1-7 0,-6-1 446,-7-2 1,-7-5 33,-21-7 1787,-7-5-1832,7-7 0,-3-3 1225,-2-2 1,-1-2-1966,-8-4 0,2-2-184,10 2 0,3-2-415,6 0 0,4-2-1938,6-5 2457,13 3 1,1 3 0,5 5 0</inkml:trace>
  <inkml:trace contextRef="#ctx0" brushRef="#br0" timeOffset="9281">21877 969 21969,'-11'30'792,"0"0"1,0-1 0,-4 6 0,5 0-1838,9 7 1,6-1 1240,-2-11 0,2 0-201,2-1 0,3 2 102,4 2 0,3 4 0,-1-3-559,1-3 0,1-2 495,0 1 1,2 2 0,1-7-34,-3-9 0,4-6-699,15-3 0,10-6 0,-5-2 704,-6 0 1,0-4 5,0-2 0,6-1 1,-2-4-1,-7-7-326,-10-12 1,-7-8-1,-1 3 315,7 2 0,-5-2 112,-10 3 0,-4-4 1,-7 10-102,-20 6-321,-5 14 0,-3 7 343,8 9 1,0 3 10,-6-2 1,5 6 160,20 13 1,9 9 0,4-5-178,2-8 0,5-2 511,7 9 0,7 3 1,5-8-518,-1-13 0,6-6 1,1-3-1,-3 2-371,-1 2 1,-1-1 0,1 0 351,0-3 0,3-1 0,-1-1 0,-7-1 1736,15 0-1705,-16-2 2707,-16 0-2719,-8 0 34,-6 0 0,0 0-257,-8-5 1854,0 2-4930,-17-7 3236,-17 2 0,19 2 0,-10 1 1</inkml:trace>
  <inkml:trace contextRef="#ctx0" brushRef="#br0" timeOffset="11893">1596 4410 15224,'-3'-26'646,"-1"1"0,0-1 0,3 3-556,5 6-45,2 0 650,32 35-382,-20 3 1,-1 3-85,6 3 1,-1 3-107,-6 5 1,-6 3-1008,-7 2 0,-4 4 0,0-4 900,0-8 1,-2 1-475,-1 10 1,-3 5 0,-1-18 950,0-24-515,-4-2 22,11-43-510,6-1 1,3-8 0,0 5 503,-2 11 1,1 1-7,1-12 1,3-4 0,2 8 30,3 15 0,3 7-41,3 10 0,2 4 1720,20-3-1575,-12 31 0,-5 12-239,-13-6 1,-4 3 171,5 5 0,-3 0 1062,-7-7 0,-4-1-916,-2-1 0,-3-3 1560,0 5-1673,-5 7 124,3-32 291,1-14-543,3-17 0,2-6 450,1 7 1,2-2-438,4-17 0,5-6 0,1 4-531,4 4 0,3 3 553,-6 5 0,0-2 0,4 8-69,13 5 1,1 13 318,7 29-129,-14-7 1,-2 4-631,-4 18 1,-6 7 676,-7-2 1,-4 3-1,1-3-164,3 4 0,-2 0-680,-2-2 1,-2 4 0,0-9-2598,1 1 44,4-8 3233,10-34 0,-6-2 0,4-11 0</inkml:trace>
  <inkml:trace contextRef="#ctx0" brushRef="#br0" timeOffset="13150">2538 4674 19975,'37'-29'65,"0"0"0,0 0 0,-10 9 0,-2 2 0,-3-4-9,4-17 0,-7 0-45,-11 3 280,-14 10 0,-5 3 136,-8 7-125,-22 4-738,15 26 0,-3 11 0,4-2 666,5-4 0,1 1-107,-5 7 0,-1 3 0,7-2 225,10 15-214,4-2-1061,17-6 0,5 0 966,-6-14 1,2 0-276,12 11 1,4-4 246,-7-15 1,0-4 1022,2-1 0,2-2-1029,3-1 1,4-3-681,5-5 1,5-3 0,-1 0 670,-7 0 0,-1 0 0,2-1 1,-1-1 0,1 0 1,1-2-1,-1-2-6,1-2 1,0-2 0,-3-2 0,-3-1 8,-6-2 0,-4-2 0,1-1 77,8-1 1,0-1-1,-11 0-60,-19-5 0,-8 2-6,-14-5 17,-16 17 0,-5 6-17,15 4 0,-1 3-11,-17 2 0,0 6 39,19 3 1,2 3 1029,1 3 1,1 3-998,-5 8 1,2 3-995,8-7 0,2 1 922,-1 7 0,2 0 11,6 9-11,6-2-34,13-11 1,4-2 369,4 3-336,2-9 0,3-4-11,7-8 11,5-8-23,-8-5 1,1-5-1,1-6 1,0-3-29,1-2 1,-2-2-51,-3-3 0,-3-1 101,-10 8 0,-2 0-34,6-19-246,-7 0 359,-6 18-34,-6 6 0,-3 24 45,-4 12 72,3 14 0,1 4-50,-1 8-62,5-7 1,3-2-51,6-5 45,16 1 1964,15-14-2009,-4-5 11,11-18 0,-22-8 1,-2-5 1484,1-5 0,-1-4-1468,5-7 0,-3-3-1591,-4 2 1,-4 2 1539,-6 10 1,-3 3 340,2 1-362,-9 33-996,-1 15 0,0 5 1118,0-5 1,0 1-68,-1 8 0,1 0 109,-1 7-75,1-19-45,1-11 67,0-4-55,0-8 100,0-4-112,13-26 7,0 3 0,2-5 1,1 1-8,3-8 0,1-1 0,-1 2 0,2-2 0,-1 3-17,5-2 0,-1 4 6,-4 10 0,2 4 5,5 2 1,2 9-709,6 24 1,-1 13 763,-6-2 1,-2 3-51,4 7 0,-4 1 11,-8-10 0,-4-3-11,3 9 0,0-2-336,-3-10 0,2-1-2941,11 5 2539,7 1 1,-17-21-1,-8-6 1</inkml:trace>
  <inkml:trace contextRef="#ctx0" brushRef="#br0" timeOffset="14021">8824 4013 12188,'-1'-32'819,"0"0"0,0 0 0,-1 4 0,1 2 819,0-5 0,0 12-840,1 25-619,-1 10 79,1 19-1405,0 5 0,0 7 1490,1-6 1,-1 3 0,0 1-273,1 1 1,-1 1 0,0 0-33,0-8 0,1 1 1,-1 0-1,0-2-770,0 0 1,0-1 0,0 3 748,0-1 0,0 2 0,0 3 0,0 0 0,0-2-85,0 5 1,0-2-1,0 1 1,0 0 124,0-4 0,0 1 0,-1-1 1,1 0-1,-1-4 50,1 9 0,-1-3 1,0-8-64,-1 7 157,-1-23-202,2-22-1639,-2-19 1,1-9-1,1-6 1,0-3 545,0 5 1,-1-1 0,1 0 738,2-4 0,0-1 0,0 6 0,0 8 1,-1 2-1,3-18 0</inkml:trace>
  <inkml:trace contextRef="#ctx0" brushRef="#br0" timeOffset="14622">8865 3845 10633,'0'-33'3276,"0"7"-1050,0 37-736,3 25-1075,-1 5 469,0-13 1,0 4-407,1 4 0,-1 4 0,1-4-912,-1-5 0,1 0 501,0 4 0,0 3 0,2-4-1089,1-8 1,1-3 1065,12 15-789,-5-18 0,3-4 801,8 1-74,6-16 107,-3-12-526,6-14 0,3-7 476,-4 0 1,-1-2-33,-5 7 1,0-1-1,-3 0 733,2-7 1,-6-1-685,-7-6 0,-5 1 1058,-3 18 1,-1 0-1053,0-13 0,-1 4-51,-3 18-168,-1 15 336,-1 16-168,0 18 113,-1 5-7,3-2 1,4 3-534,9-7 0,3 0 416,-5 2 0,4-3 17,6-9 0,5-8-17,0-9 0,4-6-1093,-1-3 1,4-3 0,-1 0-547,8 0 1,0-2 1168,-5-2 1,0-1 0,-5 1 0,1-2-1,-8 0 1</inkml:trace>
  <inkml:trace contextRef="#ctx0" brushRef="#br0" timeOffset="17154">20903 3247 19358,'2'-4'3276,"-1"1"-1722,-1 3-1263,-7 2 118,-15 13 0,-14 12 0,-5 4 0,3-3-370,10-5 0,0-2 1,0 2-1,-3 3-9,2-3 0,-3 3 1,-3 2-1,0 1 1,0 0-1,2-1 1,2-1-687,-2 3 1,2-1-1,1 0 1,0-1 0,2 1 431,-5 4 0,0 1 0,3 0 0,1-3 441,2-1 0,1-2 1,3 0-235,-1 5 0,5-5 6,7-9 11,3-3-34,8-14-492,1-1-2751,23-39 0,-8 17 1638,2-5 1,0-1 818,2-3 1,-8 14 0,-4 2 0</inkml:trace>
  <inkml:trace contextRef="#ctx0" brushRef="#br0" timeOffset="17711">20242 3315 20311,'-18'-18'2779,"4"3"-2331,13 15 202,1 0-34,6 8-347,5 3 179,7 8 1,3 6-1783,-2-2 1,1 2 1439,4 4 1,1 0-79,-6-1 0,0-1 274,-5-6 0,1 1-205,4 7 0,3 5 0,1 0-927,1 0 0,1 1 1,2 1 854,-2-2 0,2 1 1,-1 1-1,-1-4-585,0 1 0,-1-3 0,-1-3 577,6 6 0,-3-6 1015,-7-10-808,-4-5-102,-8-7-44,-2-2-268,-5-13-1805,0-9-936,-4-16 2931,-1 0 0,-1 0 0,0 2 0,1 9 0,-1-1 0</inkml:trace>
  <inkml:trace contextRef="#ctx0" brushRef="#br0" timeOffset="18664">19958 3055 17801,'-28'-4'3276,"7"1"0,19 3-1514,2 0-1616,9 0-56,7-1 78,15-1-68,-5-2 1,6-1 0,3 0-921,-2 1 1,4 0 0,0 0 0,0 0 628,-1 0 1,-1 0 0,2-1-1,4 1 191,-2 1 0,6 1 0,3 0 0,1 0 0,-2 0 0,-3 0 0,-5 1-37,8-1 1,-6 1 0,5 1 34,-6-1 0,6 0 0,2 1 0,0-1 1,-2 1-1,-7-1-633,7 1 1,-5 0 0,-3 0 656,8 0 1,-2 0-6,-4 1 0,-6-2-1017,-17-3 1258,-6 1 1156,0-1-1291,-8 3-3400,-3 1 2457,-23 4 1,17-4 0,-18 4 0</inkml:trace>
  <inkml:trace contextRef="#ctx0" brushRef="#br0" timeOffset="21209">2139 6785 18608,'14'-35'521,"-3"12"0,-1 1-330,0 4 346,3-9 113,-12 19 78,-10 3-3862,-15 5 3190,-6 8 101,-13 7-180,15 6 0,1 3 46,-4 7-1108,8 10 1,11 3 1073,20-21 0,5-1-6,-1 11 0,4-3-700,8-11 0,5-4 711,6 1 0,3-1 0,1 2 1,2-1 5,-1 0 0,-2 0 88,-2-1 1,-5 1-89,-8 3 0,-8 2 1554,-12 19-1509,-6-16 0,-9 0 461,-11-8 0,-11-2 1,-8 0-1,0-3 1,4 0-331,0-2 1,1-3-1,0 0 1,-3 1-177,-3 2 0,-2 0 0,-1 1 0,0-2 0,2-2 2,3-2 0,1-1 1,0-2-1,3-1 0,3 0-109,-12-3 1,4-2-85,6 6 1,0-1 0,11-5-2466,15-16 1017,34 3 1,11 1 1091,-9 0 1,0 0 0,7-1 0,-3 2 0,-2 1 0</inkml:trace>
  <inkml:trace contextRef="#ctx0" brushRef="#br0" timeOffset="21430">2600 6529 11436,'7'40'546,"0"1"0,0-1 0,0 0 0,-1 3 0,1-1 0,-1 3-75,-1-9 0,0 4 0,0 1 0,-1-2 0,0-6-566,-1 8 0,0-1 193,1 7 1,0 4 0,-4-12-3376,-8-13 2457,-3-22 1,1 0 0,2-11 0</inkml:trace>
  <inkml:trace contextRef="#ctx0" brushRef="#br0" timeOffset="21625">2454 6889 17864,'38'-6'-365,"1"0"1,0-1 0,-2 2 0,0 1 0,-4 0 0,-4 2 0,-3 1 0,14 1 0</inkml:trace>
  <inkml:trace contextRef="#ctx0" brushRef="#br0" timeOffset="22197">3360 6941 19000,'-21'-38'819,"0"1"0,0 13 0,-3 2 0,0 3-541,-1 3 0,-2 4-93,-7 0 0,-2 8 319,5 17 0,-2 9 1,5-1-1521,4-4 0,1 2 1038,-5 7 1,-1 4 0,7-1 280,11-3 0,6 1-298,-1 14 1,4 2-625,8-12 1,3 1 0,1-2 601,-2 9 1,6-4-769,10-12 0,8-4 0,-1-10 482,6-19 1,1-10-38,-8 8 0,1 0 0,-1-4 327,-4-4 1,-2-4 0,-1-3-675,-2-1 1,-1-3 0,-2-3 0,-3-3 237,-5-2 0,-5-4 0,-1-2 1,-1 0-1,2 3 457,3-3 1,1 1-1,-1 0 1,-4-1 22,-4 4 0,-4-4 1,-1 2-1,-2 2 0,-1 7 604,-6-4 0,-1 6 855,-2 3 0,1 4 846,-1 4-1899,1 26-765,16 24 1,8 13 808,-1-7 1,2 1 0,0 2-370,-1 1 0,1 2 0,1-1-49,3 3 1,1 0 0,0-3-38,-3-8 0,0-1 0,-1-1-11,1 0 0,-1 0 0,2 2-32,1 6 0,2 3 0,0 0 1,-2-4-82,-2-5 0,-1-3 0,2 2-706,1 4 0,1 5 0,1-2 0,-4-8-2473,3 12 3244,-1-5 0,-11-28 1,-2-6-1</inkml:trace>
  <inkml:trace contextRef="#ctx0" brushRef="#br0" timeOffset="23576">10337 6093 21073,'-40'-13'2443,"1"2"-1614,9 6-4106,-3 0 2393,6 3 1,-3-1 531,-9 2 1,-2 0 396,1-1 0,-7 3-21,8 3 1,-7 3 0,-3 1-1,1 0 1,7-1 1,-1 1 0,5-1 1,-3 1-118,4 0 0,-5 0 0,0 2 1,4-1-1,5-1 119,-1 3 0,8-2-51,-4 5 29,9 1 0,1 2 822,-4 5-828,7-3 0,1 0 1767,2 5-1800,-2 18-685,8-6 741,-1 5 2258,8-12-2281,9-4-394,11-1 394,5 0-45,11-6-1010,-5-11 0,6-4 1073,4-4 1,5-2 0,-3-1-8,-10 3 0,-2-1 1,2-1-101,3-3 0,4-2 0,-2-1 0,-7-2 190,-7-5 0,-5 0-12,5 1 1,-4-2 151,-10-9 0,-8-3 604,-19-12-823,8 16 1,-2 0 1104,-5 4 0,-3 3-1060,-13-6-51,7 10 1,-1 2-17,-13-4-6,13 7 1,0 3-17,-6 2-68,4 3-2188,4 1-999,-2 15 2457,9-3 1,2 6 0,9-10 0</inkml:trace>
  <inkml:trace contextRef="#ctx0" brushRef="#br0" timeOffset="26585">20005 5951 15863,'-8'-37'2958,"14"11"-2846,-2-1 0,5-6-932,7 4 1,7-4 0,1-2 0,-1 2 831,1-7 0,-1 1 1,1-3 27,-4 11 0,0-2 1,1-1-1,0 0 1,-1 0-134,-1 0 1,1-2 0,-1 1-1,-1 1 1,-2 4 342,1 0 1,-3 3-1,1-1 221,4-6 0,0-1 1,-4 6-92,0-1 461,-22 25-852,-6 10 2234,-13 10-2200,-1 5-40,9-5 0,-1 0 17,-8 11-11,-3 5 11,13-8-67,2 6-23,10 15 135,7-13 5,23 5 1,8-2-415,-14-20 0,1-2 364,17 12 0,5 1 22,-2-5 1,-1 0-18,-6 2 1,0 0-6,3-1 0,-3 1-846,-9 2 0,-10 0 2426,-24 4-1389,-5 0 33,-25-12 0,-9-6-382,9-5 1,-2-3 142,8 1 0,-1 0 0,-1-1-284,2-1 0,-1-2 0,2 1 299,-8 1 0,2-1 0,9 0 0,2 0 0,-16 1 0</inkml:trace>
  <inkml:trace contextRef="#ctx0" brushRef="#br0" timeOffset="38851">8072 9684 9252,'5'-5'3025,"-1"1"-1422,-4 4-719,0 0 327,7-14 1512,-5 11-1188,5-11-1199,-6 14 224,1-1 157,-1-1 90,6-7-549,-2-2-213,6-6 1232,-4-2-347,-6 3-930,-8 4 235,-12 5-3512,-10 10 3264,-6 16 0,-1 7-377,12-8 0,1 2 390,-1 3 0,-2 3 0,4 4-670,3 7 0,4 3 0,3 1 632,5-4 1,3 1 0,1 0 37,-5 2 0,1 0 0,13-4-345,18-10 1,12-3 0,5-5 0,-4-4 293,4-5 1,3-6 327,-4 0 0,6-1 0,0-1 1,-7-4-872,2-5 0,-5-3-772,-1 0 0,0-2-273,5-5 1,-1-2 1483,-10 2 1,-1-1 154,-1 1 0,-4 1 90,-1-10 2622,-18 13-2297,-3 8 57,-5 1 1584,-5 11-1552,-3 12 0,-1 5 46,0 22-534,3-15 1,3-1 3237,19 14-3231,12-18-1296,5-14 1,5-3 1322,-7-1 1,1-3-297,13-2 1,0-4 251,-9-2 0,0-5-527,3-10 0,2-7 0,-7-2 633,-10-2 0,-4-4-112,3 5 0,0-3 0,-12 3-498,-30-8 0,-17 7 666,8 16 0,-3 4 0,0 1 565,-9-7 1,1 4-723,10 8 0,0 3 1,3 6-655,-3 15 0,6 6 620,12-8 1,1 2 636,-6 13 0,5 2-905,13 6-1348,21-8 1,10-2 1427,8-11 0,2-3 1,-8 6-1,1-3 0,-1-16 1,1-1-1</inkml:trace>
  <inkml:trace contextRef="#ctx0" brushRef="#br0" timeOffset="39258">9077 9926 21488,'6'12'470,"2"8"-297,1 19 1,1 3-174,0-1 0,-2-4 0,-1-6 67,-3-22-3344,5-17 2998,11-30-255,2-3 545,-8 11 1,0-1-35,-4 8 1,2 1 5,8-5 0,0 1 17,2 2 605,24 24-179,-27 27 0,-3 10-381,-1-8 0,0 0 400,3 10 0,-1-2-445,-3-5 0,0-5-135,-4-8-3142,4-6 0,0-14 2772,7-14 1,-10 5 0,-1-5-1</inkml:trace>
  <inkml:trace contextRef="#ctx0" brushRef="#br0" timeOffset="41027">10058 9759 22272,'-41'2'455,"0"-1"1,3 1 0,6 6-3733,10 23 2332,9-5 0,3 1 434,2 2 0,3 1 483,-2-2 0,3 0 567,4-2 0,7-3-455,15-3 0,9-4-406,3-6 1,4-3 304,8 2 0,0-4 953,-2-9 0,-2-4-1116,-11 0 1,-2-4-393,7-10 1,-3-6 201,-8-9 0,-4-5 321,-6 14 1,-1-1 0,-3-5-302,-6 0 1,-2-6 0,-2-3 0,-1 0 0,-1 1-1,0 5 395,-2-8 0,-1 4 0,0-2 148,2 5 1,0-4-1,0 0 1,0 4 0,-2 7-77,-4-3 1,-1 16-51,0 42 0,1 14 124,3-14 0,0 3-113,0 9 0,0 6 1,1-3 77,2 4 1,2 0-97,0-4 0,1 3 0,2 0-23,1-2 0,2 0 1,0 0-38,-2-1 0,0-1 0,6-1 59,10 2 1,6-2 0,2-9 7,0-13 0,3-6-67,10 8 0,0-13-8,-15-20 1,-4-12 0,-3 0 7,-5-6 0,-4-1 41,0 4 0,0-2 1,-4 4-42,-6 2 0,-4 5-113,-7 8 113,1 27 2268,-5 18-2302,9 3 1,4 5-462,6-5 1,3 0 494,-3 2 0,5-3-896,16-6 1,4-10 918,10-19 10,-14-1 1,-1-5 1992,4-22-2048,-14-8-947,-8 9 1,-1 0 957,0-16 11,-1 4-1118,0 82 1118,0-12 694,1 9 0,1 1-717,7-7-669,2-11 0,6-2 740,8-7 1,6-4 0,-1 1 392,6 4 1,1-3-442,-1-4 0,2-2 0,-1-6 15,1-7 0,-2-5 0,-3-3-8,-9 1 1,-3-2-1,1-2-18,6-2 0,0-1 0,-6-2 67,-8-8 0,-9-1 50,-7 1 1,-8 2 1364,-20-7-1443,12 15 0,-5 5-396,-23 18 1,-3 12 468,20-2 0,0 4-64,-7 11 0,-2 8 1,6-2-33,12-6 1,4 2-40,-9 15 1,9 1 50,20-11 0,9-5-17,22-3 64,-13-7 1,2-10-502,-4-21 0,2-13 0,0-7 0,-5 2 730,-2-8 1,-5-2 0,1-2-362,1 3 1,3-3 0,-2 1 0,-4 0 41,-6 6 1,-2 1 0,-3 1 0,-1 1 178,1-10 0,-3 2 0,-7 12 688,-23 13-326,3 2-792,17 32 0,2 19 1,1 10-1,2 1 0,3-7 322,3 1 0,3-3 0,1 3-45,-3 2 0,0 4 0,2-2 0,4-7-703,8 2 0,7-9 798,1-11 1,4-7-96,2-4 0,2-6 16,-1-2 1,1-4-17,-1-7 0,-2-5-23,-8-2 1,-3-4-157,4-12 0,-3-1 168,-7 10 0,0-1 769,-1-4 0,-2 2-758,-6 4 224,-15 42 101,-1 19 809,5-12 1,0 2-1119,2 11 1,3-1 73,8 1-79,12 3-78,20-48-51,-11-6 1,0-4 89,-4 0 0,0-1-543,0 0 1,-2 4 312,-6 8 258,-2 9 112,1 23-11,6-5-56,3 1-1921,21-18 1887,-7-15 1,1-4-12,-8 5 0,1 0-34,6-2 0,4-1 1,-5 5 105,-9 10 1,-1 3 318,6-4 0,0 3-285,-9 10 1,-2-2-2359,12-15-1025,-3-3 2914,-17-18 0,-6-4 0,-3 7 0,-5-15 0</inkml:trace>
  <inkml:trace contextRef="#ctx0" brushRef="#br0" timeOffset="41174">11833 9439 19291,'0'0'0</inkml:trace>
  <inkml:trace contextRef="#ctx0" brushRef="#br0" timeOffset="41678">13504 9707 23000,'41'-4'313,"-1"-1"1,0 1 0,0 0 0,0-1 0,1 0-314,-4 1 0,1-1 0,1-1 0,0 2-820,8 0 1,1 0 0,-1 1 0,-8 0 350,-5 0 1,-2 0 0,3 2 0,1 1 0,-12-2 0,-16 0 0</inkml:trace>
  <inkml:trace contextRef="#ctx0" brushRef="#br0" timeOffset="42122">14962 8910 22328,'4'42'531,"0"0"0,1-5 0,2 4 0,1 2 0,0-3-1351,-1-5 1,1-1 0,-1 0 0,1 1 367,2 10 0,1 2 0,0-1 1,-2-5 451,2 5 0,-1-4-666,-2-4 0,0 0 50,1 5 0,-1-3-2661,3 1 2457,1-5 1,-8-34 0,0-8 0</inkml:trace>
  <inkml:trace contextRef="#ctx0" brushRef="#br0" timeOffset="42514">15485 9480 12746,'-4'38'389,"0"0"1,0 0-1,-1 7 1,1-5-368,4-12 1,2-6 190,-1-6 1499,6-6-1724,7-27 1,3-10-167,9-7 178,-4 2 0,0-1 0,-8 12 0,0 1 28,4-3 0,0 1-95,2-2 1632,8 15-1285,-16 27-257,2 17 301,4 7 1,0 0 607,-8-20 0,1 0-949,10 20 0,1-6-263,1-21 280,16-17 0,-21 0 0,5-12 0</inkml:trace>
  <inkml:trace contextRef="#ctx0" brushRef="#br0" timeOffset="43579">16187 9247 11425,'15'-33'235,"0"1"0,-5-1 0,-2-2 1,-3 1 1402,-5 1 0,-4-1-936,1-13 0,-6 3-159,-5 19 1,-4 9-364,-8 15-130,8 17 1,2 13-115,6 6 0,2 9 0,2 5 0,2 2 93,1-8 1,2 2 0,0 2 0,1 0 0,1 1 0,-1-1 93,-1-2 0,0-1 1,0 0-1,1 1 0,1 2 1,2 2-129,1-9 1,0 3-1,2 2 1,0 1-1,1 0 1,0 1-1,0-2 1,1-2-1,-1-1 1,1-5 167,2 12 0,1-5 1,-1-2-1,2 0 1,-1 3-185,-1-6 0,1 3 0,-1 1 1,1-1-1,0-1 0,-1-3 0,1-4-2,2 12 1,0-5 0,6-15 11,10-20 0,1-13-1,-11-6 1,-3-8-407,2-12 0,-1-11 0,-2-4 0,-5 2 404,-7 2 0,-6-1 0,-1 0 0,0 0 424,4 0 0,1-1 0,-3 1 0,-9 0-386,-7 8 0,-7-2 0,-5 0 1,-2 3-1,2 3 0,3 5-8,0 3 1,1 6-1,-4-1-1,-1 1 1,-5-2 0,-1 1 0,2 3 0,8 5-207,-14 1 68,13 6 1345,34 7-1245,21-1 1,16-4 0,-2-3 52,-11-2 0,-1-2 0,2 0-162,3 2 1,3 2-1,-1-3 1,-4-5-877,3-14 0,-6-7 0,-6 1 1080,-7 1 1,-6-1 17,-2-14 0,-12 4-137,-17 17 1,-8 10 63,2 12 0,0 7 33,-1 2 0,5 9-5,13 13 0,8 9 0,4-2-376,13 7 1,5-1 337,-6-6 1,-1 0-1,5-3-7,14 2 0,6-7 61,3-7 1,3-7-55,-10-6 1,3-4 0,-2-6 225,6-14 0,-1-9 0,-4-1-245,-6 5 1,-2-1 0,-5-4-460,-3-11 0,-5-5 1,-8 5 442,-11 10 0,-5 5 1179,-5-2-1185,-9 67 847,18-16 1,3 2-814,0 8 0,3 0 351,2-5 1,2-3-262,11 11-101,-2-16 0,1-1 11,9 7-101,10 0-1625,-8-18-1321,2-5 2671,-4-8 1,-1-1 0,-2 3 0,11-7 0</inkml:trace>
  <inkml:trace contextRef="#ctx0" brushRef="#br0" timeOffset="44189">17281 9508 17566,'-13'8'3276,"10"-1"-591,-10 18-2618,33 4-3344,-1-15 2314,20 4 1912,-5-16-961,4-10 1,2-3-251,-10 2 0,-1-1 262,9-3 0,-3-1-11,0-3-135,-24 13 3278,-5 12-2773,-1 10-62,-2 4 0,1 3-56,0-1 0,3 1-73,5 5 0,4-3-90,4-5 0,4-6-1354,16-5 1,2-9 1365,-6-9 0,0-6-90,2-1 0,-3-4 0,-12-5 0,-5-5 0,-4-6 0,-5-2-533,-2 3 1,-3 0 548,-2 1 1,-4 2-17,-13-5-911,-8 32 0,-5 11 1206,1 13 0,-2 8 0,1 1-172,4-8 0,1 0 0,0 4 382,2 2 1,0 3 0,2 2 0,5 4-370,8 1 1,4 3 0,3 2 0,3 0-1,0 0-497,1-4 1,1 0-1,2 0 1,0 1-1,0 0 361,-2 0 0,0 0 0,0 2 0,0-1 0,1-1 0,0-2-3,4 8 0,3-2 1,-2-1-1,-6-2-817,-7-3 1,-5-1 0,-1-2 0,0-4-820,-2 4 1,-3-3-1,-10 13 1,-2-17 818,-3-47 1,12 11 0,5-12 0</inkml:trace>
  <inkml:trace contextRef="#ctx0" brushRef="#br0" timeOffset="44315">17194 9106 16437,'-29'-26'-1639,"0"0"1,35-15 1091,20 38 1,7 7 0,-1-4 0,-1 0 0,16 3 0</inkml:trace>
  <inkml:trace contextRef="#ctx0" brushRef="#br0" timeOffset="45715">19774 9483 15952,'-6'0'3276,"17"-39"-2193,-1 19-915,1-12 0,0-4-1807,-7 11 1,-3 2 1131,-6-24 18,-8 23 1,-9 9 667,-6 21 0,-11 15 1,-3 8-1,0 1 0,7-7-179,-6-3 0,2 4-2,10-2 0,-7 7 0,-1 4 1,4-1-1,11-3 0,14-8-63,28-1 0,12-4 65,-12 5 0,4-6-4,13-19 0,6-12 0,-4-3 60,-10-5 1,-3-3-41,9-5 1,-5 0 1077,-18 8 1,-4 3-1207,-3 3 44,-5 20 102,0 13-34,0 18-1927,0 7 1893,8-3 1,7 1 952,3-13 0,3-1-885,2 8 0,5-8-707,5-19 1,6-9-1,-3-6 667,4-12 1,-3-7 5,-5 8 0,0-2 0,-5-2-134,-6-2 1,-4-3 0,-5-5 151,-7-2 1,-4-6 0,-3-5-1,-1 0 1,-1 3 0,2 7 617,1-3 0,0 5 1,-3-2-604,-3-2 1,-2-9-1,-2 2 1,1 12 0,1 21-725,0 36 1,1 18 693,-1-10 1,0 3 0,2 2-1,5 6 1,4 2 0,1-2 13,2 4 0,3 0 1,1-7 1,2 1 0,1-2 72,-2-5 1,2-2-1,-1-1-91,6 17 0,1-9-1121,12-22 1121,-7-54 22,-13 13 1,1-4-72,3-3 1,2-4 0,1 7-36,-1 10 0,4 5 33,16 1 1,2 11 50,-17 13 0,-2 6 60,6 11 0,-4 2-60,-8 9 90,-6-3-79,-18 10 515,-6-13-520,1-14 0,-2-1 1732,-19 0-1738,-3-7-780,4-10 1,-1-5 818,10-5 0,1-3-67,-6 2 0,2-4 131,13-4 1,7 0-395,8 3 1401,11 2-1088,14 18-1718,10 6 1713,5 3 0,6 1 218,-12-8 0,2-1 0,0-1-224,-1 3 0,0-1 1,1-6-107,10-7 1,2-9 0,-10-8-56,-15-14 1,-9-10 0,0 1 126,7 6 1,2 0 0,-8-5-44,-11 4 1,-5-6-1,-3-3 1,-2 1 0,-2 5-1,1 8 38,-7-7 0,-4 8 58,0 1 0,-2 0 0,4 20 22,6 33 1,3 21-1,5 4-49,5-9 1,4 5 0,3 3 0,1 0 0,0-1 0,-2-4-217,-1 1 0,-2-2 0,2-1 0,2 2 139,4 4 0,2 4 0,2 0 0,-2-5 0,-2-10 0,3 10 0,1-2 0</inkml:trace>
  <inkml:trace contextRef="#ctx0" brushRef="#br0" timeOffset="45907">20712 9207 20311,'39'-4'-656,"1"0"1,0 0-1,-3 0 1,-1 0 0,-3 2-1,-2 2 1,-4 0-1,6 0 1,-9 0 0</inkml:trace>
  <inkml:trace contextRef="#ctx0" brushRef="#br0" timeOffset="46228">21861 8619 14917,'-4'36'453,"-1"1"1,1-1 0,2-2 0,0 2 0,1 0 0,2 1-997,3 3 1,1 2 0,2-1 0,-1-2 530,-1 7 1,0-2 0,1 0 387,0-8 0,1 1 0,0-1 0,-2-4-2015,2 6 1,-6-9 1768,-14-17 0,11 12 1,-15-46-1</inkml:trace>
  <inkml:trace contextRef="#ctx0" brushRef="#br0" timeOffset="46915">21671 9124 17931,'40'-6'64,"-1"0"1,1 1-1,3-1 1,-2 1-1704,3 1 1,1-1 1153,-5 0 0,1-1 0,-3-1 895,-1-3 0,-3-1-399,-3 0 0,-3-7-315,-4-14 1,-2-11 0,-6 2 510,-5 4 0,-4-1-80,4-2 0,-1-3 0,-10 12-623,-30 12 820,17 39 1,3 12 27,1-3 1,2 2 0,2 2-339,2-1 1,2 1 0,2 0 124,1-1 0,3 1 0,4-3-139,12 12 0,6-3 11,3-6 1,2-3 32,0-1 1,1-4-34,-2-6 1,1-12 17,-3-21 1,-1-13 0,-2 2-24,-6 6 0,-1-1 157,3-10 1,2-4 0,-8 4-131,-9-13 79,-5 3-78,-7 40 79,2 5-79,-1 19 0,4 7 16,15 1 0,5-1-33,0-3 0,2-2 0,7-2 0,3-7 22,8-14 0,-4-13-11,-17-13 0,-3-5 109,6 8 0,-5-1-126,-18-12 1,-12 6-765,-11 22 0,-3 9 786,3 13 1,0 5-12,-2-3 1,6 4-23,17 17 0,16 2-1513,14-14 0,8-5 1074,-5-2 1,2-3-1201,11-2 1,0-7 982,-14-10 1,-3-3-1,7 2 1,-7-4 0</inkml:trace>
  <inkml:trace contextRef="#ctx0" brushRef="#br0" timeOffset="47359">23697 8544 15755,'-11'13'2298,"2"9"-1196,8-1 0,2 6-378,2 14 1,1 7 0,1 2-1030,-1-10 0,0 0 1,0 1-1,1 4 346,-2-3 0,1 3 0,0 2 0,0 0 1,-1 0-1,1-3-32,-1-1 0,1-2 0,-1-1 0,0 2 0,0 1-240,-2-2 1,1 3 0,-1 1 0,0 0 0,0-1 0,-1-3 0,1-5 233,-1 12 1,0-7 0,0 2-16,0 1 1,0 4 0,0-2 0,0-9 247,-2-5 0,4-11-3513,2-14 0,0-12 1638,-1-15 1,-1-8 1754,-1-3 1,0-3 0,-1 4-1,0-12 1,0 8 0,0-1-1</inkml:trace>
  <inkml:trace contextRef="#ctx0" brushRef="#br0" timeOffset="47631">23628 9165 19269,'12'-38'1092,"-1"0"0,2 3 0,5 11-2731,18 27 1,6 14 988,-13-3 0,0 3 0,0 1 801,0 0 0,1 1 1,-3 1-152,-1 4 0,-2 1 0,-5-1 489,-3 2 0,-5 1-411,-1 4 0,-6-1-979,-12-5 1,-5-2 995,2-1 1,-4-4-91,-10-5 1,-2-5 2030,-18-3-2036,1-3-716,18-5 0,1-2 671,-5-6-727,3-12-1246,23-3-715,19-7 2783,9 7 1,7-2 0,-4 4-1,-10 7 1,1 1 0,7-4 0,1 0-1,-1 1 1</inkml:trace>
  <inkml:trace contextRef="#ctx0" brushRef="#br0" timeOffset="47982">24179 9059 21094,'-7'45'1670,"1"0"-3309,3-8 1,2-1-109,7 7 1747,1-10 0,3-4 1415,18-12-1382,4-13 1,4-9-842,-7-9 1,-2-6 758,-2 1 1,0-3-1,-5-3 10,-3-16 0,-12-3-696,-13 5 0,-11 4 707,-18 9 0,-6 12 752,6 15 1,1 7-815,-4 2 1,9 8-623,19 25 1,13 4-326,4-23 1,4 0-208,5 15 1,5-5-1973,17-11 3216,-7-16 0,1-2 0,-3 0 0,12-5 0</inkml:trace>
  <inkml:trace contextRef="#ctx0" brushRef="#br0" timeOffset="48441">24585 9041 14193,'4'-32'1638,"1"0"0,-10 40 0,0 11 0,0 9-1092,0 2 0,0 8 0,-1 5 0,1 3 0,0-1 0,1-2-888,1 1 0,1-1 0,0 0 1,0 0-1,0 2 343,0 0 1,0 1 0,0 0 0,1 1 0,-1-2 0,2-2 170,0-1 0,1-2 0,1-1 0,0-2 0,1 0-167,0 2 1,2-1-1,0-2 1,-1-1-777,2 0 0,-1-2 0,0-1 771,2 13 0,0-7-34,5-16-625,-6-48 1,-2-31-1,-2 0 476,0 17 1,0-2 0,-1 0 0,1-3 321,-1 7 0,1 0 0,0-2 1,0-2-1,-1-1 0,-1-2-146,0 4 1,-1-2 0,-1-3 0,1-1 0,-1 0 0,0 1 0,-1 1-1,2 4 1,-1 3-251,0-4 0,1 5 0,0 2 1,-1-1-1,0-2 271,0-7 1,-1-5 0,0-1 0,1 2 0,-1 6 0,1 9 591,-3-4 1,6 18-876,22 35 2392,-1 8-2120,0 6 1,4 9 0,-4 1-220,-9-7 0,-2 1 0,-1 0 253,6 1 0,-1 0 1,-11-3-60,-19 0 1,-12-3 0,-3-6-1072,-3-10 1,-3-5 0,-2-2 704,-7 4 0,-3-1 1,4-2-1,-4-1 0,8-2 1,-1-2-1</inkml:trace>
  <inkml:trace contextRef="#ctx0" brushRef="#br0" timeOffset="52013">19343 3752 13958,'-43'4'694,"-1"0"1,14-1 0,-2-1-460,-3 0 1,-5 1-1,5-1-1874,3-2 1,-1 1 1049,-6 0 0,-4 0 0,1 0 368,4-1 0,1 1 0,0-1 235,0 1 1,0 0 0,-3 0-38,-1 0 0,-2 0 0,-1 0 1,3 0 100,1 1 1,1 0-1,0 0-180,4-1 1,-1 0-1,0 0 1,2 1 101,0-1 0,3 1 0,-3-1 18,-9 0 1,-2 0 0,-2 0 3,5 0 1,-2 0-1,-1-1 1,1 1 299,1 0 0,2-1 0,-2 1 0,-3-1-283,4 1 0,-4-1 0,-1 0 0,-1 0 1,1 0-1,2 1 341,1-1 1,1 1 0,0-1 0,1 1 0,0 0-375,-1-1 1,-1 1 0,1-1-1,0 1 1,-1 0 22,-1 0 0,0 1 0,0 0 1,1 0-1,1 0-287,-3 2 1,2-1 0,1 1-1,1-1 258,5 0 0,1 0 0,0 0 0,0 0 384,-4 0 0,-1 0 1,0 1-1,2-1-362,-2 0 1,1 0-1,-2 0-345,3-1 0,-3 1 1,-2-1-1,1 0 1,3 1 324,1-1 1,2 0 0,0 0 0,-2 0 26,0 0 0,-1 0 0,-1 0 0,1 0 0,1 0-248,-4 0 0,2 1 0,1-2 0,0 1 322,3 0 1,1-1 0,0 1 0,-2-1 52,-5 1 0,-2 0 0,0 1 0,2-2-134,-1 1 0,2-1 1,-2 1-130,4-2 1,-2 1-1,-1 0 1,2-1 154,-4 1 1,1-1 0,-3 1-9,10-1 0,-1 0 1,-2 0-1,-1 1 0,1 0 9,-2 0 0,-1 1 1,0 1-1,1-1 1,3 0-24,-6 0 0,3 0 0,-3 0 288,4 1 1,-2 1 0,-1-1 0,-1 1-230,5 0 0,-2-1 0,0 0 0,1 1 0,2-1-185,1 1 0,2-1 1,0 0-1,-2 1 111,-2-1 0,-1 1 1,-1-1-1,0 1 0,2 0 22,-3 1 1,1-1 0,2 1 0,2 0-34,2-1 0,2 1 0,-1 0 393,-1 0 0,-2 1 0,-1 0 1,-2-1-372,4 0 0,-2 1 1,-1-1-1,2 0 1,2-1-297,-4 2 0,3-1 1,-2-1 281,0 1 0,-3 0 1,0-1-1,4-2 3,5 0 0,3-2 1,-2 0 17,-6-1 1,-2 1 0,0-2-30,3 1 0,0-1 0,-1-1 30,-7-1 0,-1-1 0,5-1-30,7 1 0,2-1-12,-3 0 1,-3 1 0,3 0 149,5 3 1,0 0-139,-7-2 0,-2 3 0,-1 5 0,2 4-17,4 0 1,1 0 1026,0 2 1,0 0-978,-4 1 1,3-1-79,2-1 45,-4 0 34,13-4 11,15-4 769,-1 0-837,8-1 23,0 0 45,25-9 3231,-3-3-3235,0 0 0,0-2-1680,0-4 1,-2-3 1597,-2 2 1,-1-1 73,-1 0 1,0 0-1224,5-6 0,-2 2 1223,-2 4-33,9-10-33,-20 26-90,-5 4 89,-1 9 51,-17 14 0,-6 2 1855,-1 8-1883,-2-3 0,-4 1 44,-1-4 1,2-2-51,12-10 0,1 1 17,-10 6 0,4-1-56,11-4 90,10-3-101,1-1 67,2 3-2081,31 17 2081,-9-13 28,3-2 0,2-1 303,12-1-327,-10-8 0,5-1 0,0 1 318,-3-1 1,-1-1 0,2 1-323,5 0 0,1 1 0,0 0-1093,-3 1 1,0 1 0,-4-1-547,-3-1 1,-2-1 982,9 3 1,-4-2-1,-5-2 1,-7-6 0</inkml:trace>
  <inkml:trace contextRef="#ctx0" brushRef="#br0" timeOffset="55004">19580 5338 16041,'-35'2'1524,"2"0"-2561,-6 2 0,-6 0 1048,8 0 0,-1-1 1,-1 0 631,0 0 0,-1 1 0,-3-1-603,7 0 0,-3-1 1,-1 1-1,-1-1 1,0 0-148,-3 1 1,-1-1 0,-1 0 0,0 0 0,0 0 126,6 0 1,0 0-1,0-1 1,0 1 0,0 0-1,1-1 2,-6 1 1,0 0-1,0 0 1,1-1-1,0 1-208,3-1 0,0 0 0,1 1 0,0-1 0,2 0 188,-3 0 1,2 0 0,0 1 0,-2-1 6,1 0 0,-2 0 0,0 0 0,-2 0 0,-1 0 9,2 0 1,-1 0 0,-1 0 0,0 0-1,-1 0 1,0 0 5,6-1 0,0 1 0,-1-1 0,0 0 0,0 1 0,0-1 0,0 0-183,0 1 0,0-1 0,0 1 0,0-1 1,0 1-1,0-1 0,1 1 166,-7-1 1,1 1-1,-1-1 1,2 0-1,1 1 1,2-1 45,-3 1 1,3 0-1,0 0 1,-2 0-37,2-1 1,-3 1 0,1 0 0,1 0 0,3 0 234,-3 0 1,3 0 0,-4 0-225,5 0 0,-5 1 0,-3-1 0,1 1 0,1 0 1,6-1-18,-6 2 0,5-1 0,-5 0-2,10 0 0,-4 1 1,-1-1-1,-1 1 1,0 0-1,2-1 26,-5 2 1,0 0 0,1 0 0,0 0 0,3 0-36,0 0 0,3 0 0,0-1 0,-2 1 9,0 0 0,-2 1 0,0-1 0,2 1 0,5-1 714,-6 1 1,3 1-724,2-1 0,-1 1 0,-1 1-96,2-1 1,-1 0-1,0 1 96,1-1 0,-1 0 0,2 0 0,-11 2 0,-1 0-313,10-1 1,-2 0 0,1 0 326,3-1 1,0 0 0,-2 1-10,-2-1 1,-2 1 0,-2 1 0,-2 0 18,0-1 1,-3 2 0,0-1-1,0 0 1,2-1 5,0 0 1,2-2 0,1 0 0,-2 1-3,5-1 0,-2 2 0,0-1 1,2-1-1,4-1-28,-13-1 0,6-2-17,10 0 0,1-2 45,-3 2 0,-1-2 645,6 1 0,0 0-707,-2 0 1,1 0 2201,-9 0-2202,-3 1 1,-3-2-932,13 1 1,-1 0 964,-1 0 0,-4 0 0,2 0 22,-3 0 1,1 0-40,-1 1 1,-4-2 30,4 1 0,-5 0 0,0-1 0,3 0-458,4 0 1,3 0 0,-3 0 443,-3 0 0,-5-1 0,2 1 0,5-1 28,-3-1 0,1 0 17,3-1 0,-3-1 0,1 1 364,-5-2 1,0 0-403,11 2 1,0-1 0,2 1 994,1 0 1,2 1-1014,-6 2 0,1 0 851,-9 1-840,9 0 0,2 0-34,0 2 79,2 1-45,-8 5-1669,-2 0 1680,15-3 0,1-1 12,-13 3 10,5-2-10,9 0 1677,11-3-1542,-1 1 32,11-3-179,1 0 0,28-9 12,12-7-23,-14 6 0,3-1-730,3-3 0,4-2 0,-5 2 730,-8 3 0,-1 0-28,16-7 1,-3 0 39,-17 6-35,-1-2 57,-8 6-34,-2 0 56,-6 3-157,-1-1 2365,0 1-2264,0 1 3276,0 4-3156,0-1-86,0-2 65,0 0-54,0-4 0,1-1-45,-1-2 0,1-1-45,4-11 112,-3 11-67,2-7 0,-3 14-78,-1 3-191,0-1-3008,-17 33 3186,3-10 0,-3 2 98,0 1 1,-3 3-1,-1 2-555,-4 2 1,-3 3-1,1-1 1,1-2 558,4-5 0,1-2 1,0 2-12,-7 7 0,-1 1 0,7-7 0,5-6 123,9-10 23,5-6-1,2-3-100,16-14 0,8-6 1679,2 1-1724,3-3 0,1 0 0,3 6-12,-6 8 1,2 3 0,18 10 11,-18-1 0,-1 1 1561,-5 5 0,-1 2-1567,4 4 1,2 2-540,-1-4 0,2 1 0,-1-1 545,6 4 0,1 0-847,2-3 1,4-1 0,-4-3 846,-6-5 0,-1-2 16,10 2 1,2-3-778,-1-4 0,-4-3 705,6 1-303,-15 0 0,-2-1-1243,-7 2-37,6 2 1,2-2 818,7-6 1,10 6 0,-29-7 0</inkml:trace>
  <inkml:trace contextRef="#ctx0" brushRef="#br0" timeOffset="61659">13371 1410 11582,'10'-25'1638,"0"0"0,6-9-3985,-15 30 3153,-16 25 1,-7 14-1021,9-13 0,-2 1 374,-3 6 1,-3 3 0,1-2 591,0 2 0,1-1-573,0 2 0,1 1-513,3-4 0,0 3 0,3-1 379,-2 13 0,3-1 516,-1-1 1,5-2-562,7-8 0,10-6 22,21-12 1,12-6-1,-1-3-22,-4 0 0,3-3-9,-5-1 1,5-1 0,0-1 0,-5-1-407,4-6 1,-1-4 414,3-4 0,3-4 0,-6 2 0,-12 7 0,-1 1 0,14-12 0,0 1 0</inkml:trace>
  <inkml:trace contextRef="#ctx0" brushRef="#br0" timeOffset="62518">13525 1748 14339,'-35'0'1092,"-1"0"0,5 0 0,5 1-1958,6 0 1528,14 0-1362,38 0 1,26-2 995,-21-1 1,4-2 0,2 0 0,0 1-58,1 0 1,-1 1 0,4 0 0,4 0-202,-15 0 1,3-1-1,3 0 1,2 0-1,0 0 1,1 0 0,-1 0-1,-2 1 1,-1 0-312,2 0 1,-2 1 0,-1 0-1,0 0 1,0 0 0,2 0-1,3 0 274,-5 0 0,1 0 0,2 0 0,0-1 0,2 1 1,0 0-1,0 0 0,1 0 0,1 0 0,-1 1-3,-2 0 0,2 0 0,1 0 0,1 0 1,0 0-1,0 1 0,0-1 0,-1 1 0,-1 0 1,-1-1-1,-1 0 0,-3 1-119,6-1 1,-4 0 0,-1 0 0,-1 0 0,0 0 0,0 0 0,1 1 0,2-1 120,-2 0 0,3 1 0,1-1 0,0 1 0,1-1 0,-1 1 0,-1-1 0,-2 1 0,-3-1 0,-4 0 224,14 0 0,-7 0 0,-1 0 0,6 0-224,-9 0 0,5 0 0,1 0 0,1 0 0,-1 0 0,-2 0 0,-3 0-289,7 0 1,-3 0 0,-1 0 0,3 0 284,-5 0 0,5 0 0,0 0 1,-1 0-1,-3 0 0,-6 0 4,14 0 0,-8 0 651,-7 0 1,-3 0-663,10 0 208,-20 0-164,-13 0 1002,-6 0-665,-2 0 1899,0 1-2280,5 2 33,0-1-10,4 3 3174,-3-4-3029,11 1-113,3-2-5,9 1 1,4 0-592,2 0 1,3 0 573,3 0 1,2 1-63,-5 0 0,1 0 0,-1 0 77,-3 1 1,-2-1-1,2 1-551,7 0 1,1 0-1,-2 0 514,5 1 0,-3-1 0,-7 0 0,-6 0 168,-1-2 1895,-16 0-1313,-6-1-442,-9 0-364,-6 0-1822,-3 0-699,-6 0 605,2 0-280,-1 0-269,2-3 2521,-19-19 0,19 14 0,-10-12 0</inkml:trace>
  <inkml:trace contextRef="#ctx0" brushRef="#br0" timeOffset="62822">18051 1421 18037,'-23'-17'3276,"4"10"-1499,24 22-864,14 7 0,4 2-2319,-5-7 0,0-1 1585,15 12 1,1 0-91,-11-9 1,-2-1 376,1 0 1,0 1-333,3 8 1,-1 2-1259,-7-1 0,-2 1 1168,1-1 1,-4 1 39,-10-2 0,-6-2-171,-6-5 0,-7-1 109,-11 3 1,-8 2-1,-2 0-189,1-2 0,-2 2 1,-2 0-1,0 0-181,7-4 1,1 0 0,-2 1-1,1 0 1,-1 0-309,-2 3 1,-2 0-1,1 1 1,0 0 0,2-1 327,-2 2 0,1 0 0,2-1 1,2-2-1,5-2 0,2-2 1,1 0-1,-10 5 0,0 0 1</inkml:trace>
  <inkml:trace contextRef="#ctx0" brushRef="#br0" timeOffset="76302">3841 12354 13969,'1'7'3276,"10"5"-277,-5-10-1117,10 4-1164,-3-15-450,0-2-3525,2-12 3839,-3-10-1457,-5 1 1031,-2 2-1475,-20 8 1453,-20 19-1113,-8 11 984,13 1 1,-1 3 675,5 3 0,-2 7-572,1 2 1,-5 7 0,-2 3 0,0 2 0,4-2-43,1 2 0,2-1 0,1 2 0,-2 1-67,2-6 0,-1 1 0,-1 1 0,0 1 0,3 0 0,4 2 9,1 5 0,2 3 0,4 0 0,3-1 0,6-2-32,6-3 1,6-1 0,3-2-1,-2 1 23,-3 2 0,-1 1 0,2-1 0,6-5 0,11 3 0,7-6 0,0-6-34,3-8 1,3-6-10,7-3 1,6-2-1,-2-2-544,-10-3 1,-1-3 0,2 0-300,6 1 1,3 0 0,-3-8 885,0-12 0,-2-6 0,-7 3 0,-14 11 0,-2-1 0,12-14 0,0-1 0</inkml:trace>
  <inkml:trace contextRef="#ctx0" brushRef="#br0" timeOffset="78000">4050 13005 22003,'-19'33'454,"41"-25"0,9-6-454,-5-7 0,3-3 29,4 0 1,3-2 0,-1-3-41,-6-3 0,-2-3 0,-4-1-849,-2-2 0,-2 0 860,11-6 0,-12 2-3103,-40-2 3416,-9 30 1,-5 10 50,1 4 1,1 7-569,4 6 0,1 6 0,6 1 245,10-5 0,3 2 0,4 0-41,1-1 0,3 1 0,8-2 22,11-1 0,9-3 1,4-6-327,7-9 0,3-7 1,1 0 97,-3 3 1,0 0 0,1-6-387,-3-7 1,2-4 0,-2-3 0,-5-4 206,-6-6 0,-5-3 1,-1 0 731,9-6 1,-4 1 492,-10 1 1,-9 10-561,-10 20 33,-6 25-190,5 5 1,1 2-271,2-7 1,0 0 168,0 7 1,2-1 22,7-4 1471,5-15-1191,18-25-7,-1-14 1,1-5-319,-6 9 0,0 0 0,7-14 0,-2 1-1784,0 3 1784,-12 26 1952,0 12-1717,-10 27-84,-1-7 0,0 2-78,2-2 0,0 0 650,1-1 1,0-2-701,10 9 3253,-1-22-3182,9-15 0,2-7-1293,-7 0 1,-1-2 1198,17-10 0,-1-4-107,-11-1 0,-4-2-488,1-1 1,-2-8 195,-9 7 0,-1-6 0,-1-4 1,-1 1-1,-1 4 48,2-4 0,-3 2 0,1-3 348,-2 0 1,1-5 0,-1-2 0,-1 4-1,-2 8 193,-2-7 1,-6 16 583,-8 23-416,3 47-196,6-11 1,1 7 0,1 1 1,2 6 1,1 2-1,0 2-652,1-9 0,0 0 0,0 1 0,1 0 488,0-1 0,0 0 0,0 1 0,1-2 0,1-1 0,0 0 0,1-2 0,1-3 668,4 9 1,4-3-669,5 3 0,4-5 441,0-11 1,2-6-397,9-4 0,1-9 130,-7-11 0,-1-8-213,-3-6 1,0-7 0,-3-2 551,0-13 1,-3-3-571,1 3 0,-3 0 164,-7 4 1,-4 5-109,-3 12-45,-4 21 57,-3 17 44,-1 15 67,0 3-45,6-3 1,4 1 2287,7 8-2243,9-5 0,6-3-112,-5-20 1,4-5 21,7 1 1,4-1 0,1-4-945,-1-3 1,-1-4-1,1-1 918,-1 1 1,0-2 0,-1-1-1,-2-2 0,0-1 1,-5-2-1252,-3-4 1,-5-3 1243,9-18-464,-19 8 0,-4-2 509,-5-11-45,-4 15 0,-3 2 33,-13 3-184,-11 15 1,-2 6 251,-8 6 844,1 6 0,3 8-973,20 7 0,6 3 289,-1-3 0,4 0-300,6 0 0,5-3 50,12-1-73,7-22 1,4-6 27,6-7-56,2-5 1,0-6 72,-10 1 0,-3-2-61,13-10 246,-8 16 168,-21 32-689,7 8 0,3 2 353,5 5 33,-2-6 1,2-4 11,6-8-45,17-8 84,-8-23 0,0-8-84,-7 7 0,0-2-298,-5-5 0,0-4 0,-4-1 270,-3-6 0,-5-1 438,-4 10 0,-2-1 1,0-5-429,-3-1 0,0-7 0,-2-1 0,0 1 0,0 4-457,-1-2 1,-1 5 0,0-4 474,0-4 0,0-5 0,-1 3 0,-2 12 1653,-9 0-1687,-5 72-190,13-9 1,2 4 0,0 2 279,-1 1 0,1 2 0,1 1-56,1 4 0,1 1 0,3 1-370,3-3 0,3 2 1,1-2-1,-3-3-499,0 4 1,0-1 402,4 4 0,1 4 1,-4-12-2812,-9-12 2457,-9-13 1,6-8 0,-6-5 0</inkml:trace>
  <inkml:trace contextRef="#ctx0" brushRef="#br0" timeOffset="78196">5154 12828 15010,'40'-12'-656,"0"-1"1,0 0-1,3 1 1,0-1 0,0 1 245,1 1 0,0 1 1,-4 1-1,0 1 1,-4 0-1,-5 0 0,0 0 1</inkml:trace>
  <inkml:trace contextRef="#ctx0" brushRef="#br0" timeOffset="79841">8744 12064 18621,'4'38'364,"0"1"0,0-1 0,0 1 0,-2-2 0,0 3 0,0 1 0,-1 0 0,1 0 0,0-2-250,1 0 1,1-1 0,0-1 0,0 0 0,-1 2-109,-1 7 1,0 3 0,0 0 0,-1-2 0,-1-6 30,-1-1 0,0-4 1,-2 0-1131,-1 6 1,-1 0 0,-2-2 976,-4 4 0,-2-2 211,2-1 0,-5-10-358,-12-22 0,-3-13 263,2-19 0,2-10-275,4 11 1,0-1 0,2-2 300,1-5 0,2-2 1,3 0-251,3 1 1,3-1-1,1 4 174,-1 4 0,3 2 50,0-20 1155,20 56-1065,11 15-79,-2-5 0,4 4 0,-1-2-17,1-1 1,3 0-133,4-2 1,7 3-1,1-1 1,-5-6 126,1-4 0,1-3 331,-6-2 0,5 1 1,0-3-1,-4-7-1413,-3-11 1,-3-6 0,-2 0-35,7 4 1,-4-4 784,-2-15 0,-7-3 2106,-16-6-1904,0 2 0,-1-2 1469,0 11 1,-1-1-938,0-8 0,2 7 2431,1 20-2553,8 46-1181,-1-5 1,4 3 954,4-4 1,3 1 0,1-2-67,1 0 0,2-3-86,7 1 1,4-7 45,2-14 0,0-10-1009,0-15 0,-2-4 1031,2 9 1,-3-3 39,-7-11 0,-9-2-1252,-12-1 1980,-4 13 748,-6 8-1218,-4 18-889,-4 13 1,1 4 742,-2 20-112,2-16 0,2-1-34,5 9 68,1-22 1621,16-20-1554,2-13-116,3-4 0,6-6 0,-3 4-30,7-9-90,-1-2 1,-2 13 145,-15 31 2108,5 34-2119,-4-7 1607,-7-7 1,0 1-1541,6 14-485,-2-18 486,4 3-2846,19-43 2778,-15-5 0,0-3 5,3 0 1,-1-1 135,0-3 0,-4 1-253,2-4 11,-10 16 56,-4 10-1695,-5 22 1752,1 9 1783,6 10-1807,-1-11-2040,23-4 2052,9-15-22,6-2 22,-21-5 0,1-6-191,9-14 1,-4-5 1510,2-5-1326,-6 1 1,-4 0 435,-15 5-587,-3 12 505,-8 50 2810,3-10-3080,-2 11 1,2 1-79,9 4 73,9-21 0,5-3-62,17 0-1072,0-29 1,8-13-1,-6 0-578,-12 4 1,-2-2 545,7-8 1,4-5 0,-10 0-547,-14 1 1,-6-1 982,1-6 1,-2 1-1,2-8 1,-5 5 0</inkml:trace>
  <inkml:trace contextRef="#ctx0" brushRef="#br0" timeOffset="80052">10829 11877 16400,'-11'38'1092,"0"-1"0,2 2 0,2 3-3,6-4 1,1 4-1,2 0-1909,1-7 1,2 1 0,0 1 0,-1-1 489,0 0 0,-1 1 1,1 0-1,1 0 363,3 10 1,1 0 0,0-4 593,0 4 0,-1-3-627,0-3 0,-1 0-147,0 4 1,1-3-514,0-1-1043,0 2-1574,-3-89 2621,-2 7 1,-1 12-1,-1 1 1,-1-1 0</inkml:trace>
  <inkml:trace contextRef="#ctx0" brushRef="#br0" timeOffset="80248">10853 12511 13025,'34'-13'390,"0"0"0,0 1 0,0-1 0,1 1 0,0 0-730,5 1 0,0 1 0,-3-1-842,2 1 0,-4-2 1001,-2-7 1,-8 0 0,-15 9 0,-6-8 0</inkml:trace>
  <inkml:trace contextRef="#ctx0" brushRef="#br0" timeOffset="80418">10448 12270 14529,'42'-16'-3277,"-10"4"0,-38 11 2642,-16 1 0,8 0 0,-7 0 0</inkml:trace>
  <inkml:trace contextRef="#ctx0" brushRef="#br0" timeOffset="80568">9528 12421 20350,'34'11'-820,"-1"-4"1,13-4 0,-18-3 0</inkml:trace>
  <inkml:trace contextRef="#ctx0" brushRef="#br0" timeOffset="81372">12995 11983 4220,'-36'5'1092,"0"1"0,1-1 0,14-2 2184,60-10 0,0-4-3358,-9 2 1,8-1 0,2-1 0,-1 0-13,6-2 1,0-1 0,0 1-131,-11 3 0,1-1 0,0 1 0,-3-1-869,8-1 1,-3 1 0,-14-4 123,-23-14 2530,-8 7-1007,-11 10 1,-6 4-1014,-15 5 1210,1 7-139,17 12 1,1 5-244,7-1 1,1 2 941,0 13 0,3 7-894,6-7 0,4 5 1,1 2-1,1 0-697,1-3 0,1 1 0,1 1 0,0 0 0,-1 0 280,-1 0 0,0-2 0,0 2 0,0-1 0,1 2-14,1-1 1,1 2 0,1 2 0,-1-3 0,1-2 0,-2-6-236,4 13 0,0-5-827,-5-3 1,2 0-1,4-17 1036,28-43 0,-26 11 0,2-10 0,0-1 0</inkml:trace>
  <inkml:trace contextRef="#ctx0" brushRef="#br0" timeOffset="81973">13642 12068 8504,'0'42'468,"0"1"0,-1 0 0,1-2 0,0 4 0,0 2 0,0-2 0,0-4 599,0 0 0,1-3 0,0 2-1087,0 1 1,-1 3-1,1-1 1,2-6-15,4 8 1,5-14 224,15-23 1219,6-13-1410,-15-13 0,-1-8-142,0-1 1,0-5-1,0 3 136,0 1 1,0 0-18,3-10 1,0 8 968,1 26-790,-9 22 1,-1 6-157,10 13 95,-7-9 1,4 1-35,8-8 1,5-4-169,2-6 0,2-4 107,6 2 0,4-6 15,-2-13 0,3-7 0,-5-3-12,-15 0 1,-4-1 0,1-1 33,8-2 1,2-1-1,-9-2-220,-8-16 0,-13 3 408,-16 10 1501,-3 8-1586,-5 49 0,2 20-182,11-13 1,4 3 41,-3-4 0,0 2 0,7-1-45,9 0 0,8-2 1,3-5-1027,10-2 1,4-4 211,-9-2 0,1-1 1,4-4 766,4-11 1,5-5-1,-2-3 1,-5 2 0,-6 2-1,-2-2 1,20-7-1,0 0 1</inkml:trace>
  <inkml:trace contextRef="#ctx0" brushRef="#br0" timeOffset="82288">15105 12511 19258,'-28'12'631,"0"0"0,1 0 1,6 4-252,10 25-330,6 3 1,4 1-1690,3-17 1,2-1 1525,1 17 1,4-3 112,17-8-525,1-20 1,7-3 0,-1-7 557,2-16 1,0-9-586,-4 7 0,1-2 1,-7-5 635,-5-19 0,-13-3-67,-12 3 0,-8 4-17,-1 12 0,-5 4-45,-6 3 0,-5 1 0,2 4-6,2 0 1,-1 4-466,-4 1 1,-4 2 0,7 6-1127,-2 16 1642,15 6 0,5 1 0,5-1 0,6 12 0</inkml:trace>
  <inkml:trace contextRef="#ctx0" brushRef="#br0" timeOffset="82651">15530 12525 22249,'33'-30'740,"-2"16"-740,-6 27 0,0 10 56,0 10 0,-4 4-1695,-3 2 1,-4 1 1145,0-1 0,-3 0 538,-4-5 0,-5-4 815,-8 1-704,-13-8 158,-11-18-309,11-16 1,0-5-1,3-1 1,3-5-21,4-6 0,4-7 1,4 2-110,11-12 1,6 1-51,-4 0 1,3 1-337,9 8 0,4 5-1129,-4 11 1,1 6-1,-2 4 1,0 2 818,20-4 1,-19 10 0,-15 2 0</inkml:trace>
  <inkml:trace contextRef="#ctx0" brushRef="#br0" timeOffset="83552">16085 12583 10080,'3'44'1507,"25"-24"0,8-9-611,-8-12 1,1-5-886,4 2 0,3-1 0,-3-3-214,4-10 0,-7-5 309,-7 0 1,-6-5 5,-10-14 0,-8 0-34,-6 14 1,-5 2 806,-10-4 1,-5 7-796,-16 13-565,14 12 1,-2 5 519,3 10 0,2 4 671,0 0 0,4 3-654,5 7 0,7 3-294,6 6 0,10 2 228,7-10 1,7 0-1,2-1-11,-1-2 0,1 0 0,6-5-805,6-7 1,8-3 0,0-4 0,-4-4-154,6-3 1,-2-9 1006,-5-2 0,1-5 0,-9-4-387,-14-4 0,-5-4-275,1-11 0,-2-2 1922,-3 5 0,-1 1-953,-1 3 1,-1 4 937,-2-1-293,-1 70 476,0-20 0,0 2-1421,3 5 0,0 2 0,1-2 3,-2-6 1,0-1-22,11 18-1591,18-62 1574,-13-1 0,0-4 38,6-1 1,0-3-17,2-10 0,-2 1 801,0-2-501,-1 19 30,-17 46 1,-3 11-236,-2 8-123,-1-1 0,3-3 135,8-8 2290,7-19-2313,8-10-112,-3-18 0,2-11 56,4-10 0,-2-2-45,-3 6 0,-1 4-203,-1 4 0,-3 13 841,-1 54-515,-13-16 1,3 3 25,15 7 1,9 3 0,1-7-736,4-9 1,3-4 335,-5 1 0,2 1 0,-2-7-1112,2-10 1,-5-7-1927,-2-12 2457,-7-15 1,-12 11 0,-5-3 0</inkml:trace>
  <inkml:trace contextRef="#ctx0" brushRef="#br1" timeOffset="-101080.19">17191 14350 24575,'0'0'0</inkml:trace>
  <inkml:trace contextRef="#ctx0" brushRef="#br0" timeOffset="-81410.19">21944 2513 9801,'1'-5'3276,"0"2"-726,-2-9-5827,-2 5 2037,-1-8 2918,-2 6-446,-5-3-455,-13-6 0,-11-4 0,2 2-191,1 1 1,-4 0-478,5 3 1,-5-2 0,-3-2 0,2 2 0,4 4-1194,-7-2 1,2 2 1101,6 2 1,-3-1 0,1 2 44,-1 2 1,1 1-1,0 2-46,-6 0 0,0 1-489,3 0 0,-1-1 0,2 2 488,0 2 1,2 2 11,9 0 0,-1 0 50,-15 2 1,-7 0-1,2 2 143,9-1 0,2 2 0,-3-1-216,2 0 1,-2-1-1,0 1 1,-2 3 0,3 1 1,-2 3 0,0 0 0,1 1 0,3-1 0,-6 3 0,2 1 1,-1 0 447,-1-1 1,-2 2 0,1-1 0,4 0-449,4 0 1,3-1-1,3-1-913,-3 2 1,2-1 905,-11 7 0,1 1-292,9-5 0,0 2 295,-3 3 1,-2 3 0,1 0 509,5 0 0,1 0 0,-2 2-510,3-2 0,-2 0 0,0 2 0,0 0-380,-1 2 1,0 2-1,0-1 1,2-1 372,-4 3 0,2 0 1,0 0-5,0 1 1,1 0-1,2-1 437,-1 5 1,1 2-434,4-4 0,-1 3 0,2 1-11,1 1 0,0 0 1,2 2 8,2-4 0,0 3 1,1-1-1,1-1-209,0 4 0,2-2 0,1 0 215,2-2 0,2 1 0,2 1 3,1-3 0,1 2 0,1 0 0,-1-1-3,1 6 0,-1-2 0,1 4 11,1-11 0,-1 3 0,0 1 0,1-1 1,-1 0-166,-1 7 0,0 0 0,0 0 0,0-2 176,0-5 0,0-1 1,0 0-1,1-1 309,-1-2 0,-1 0 0,1 0 0,0 3-309,0 2 0,-1 3 1,0 1-1,1-2 1,1-5-99,0-1 0,1-4 1,0 4 75,-1 8 0,-1 5 0,1 0 0,1-7 891,1 0 1,2-2-889,-1-5 1,0 2 0,0 1-1,2-1 1,0 1 0,-1 0-1,1-2 1,-1 0 0,1 1-4,1 4 0,1 2 0,2 1-452,1-4 1,2 2 0,0 0 0,0-3 447,-2-1 0,-1-2 1,2 2 248,1-2 0,1 4 0,1-3 0,-2-6-245,-1-5 0,2-2-506,2 6 1,4 2-1,-1 0 517,5 8 0,0 0-7,-5-9 0,1 1 0,2 0-1,3 0 1,1-1 0,0-3 12,9 4 1,2-2 292,-9-7 0,0 0 0,1-1-309,9 3 0,2-3-426,-2-7 1,3-2-1,-3-2 426,-3-1 0,0-1 0,3 0 0,4 0 0,-5-2 666,-5-4 1,-1-2-639,16 1 0,3-1-14,-13-1 1,-1 0 0,1 0-11,0-2 0,0 1 0,0-1-4,13-1 0,-3-1 306,-13-1 1,-1 0-296,0 0 0,1-1 0,11-2 1,0-1-1,-10 2 0,0 0-50,10-2 0,-2 0 44,-12 2 1,1-1-10,13-4 1,5-2-1,-3 1 4,-7 2 0,0-1-8,7-1 1,3-1 0,-5 0-82,-13 5 1,-2 0 88,13-5 0,1 0 0,1-2 0,1-2 4,-8 4 0,1-2 0,-1 1-227,6-3 0,-3-1 234,-2 1 1,-3 0 946,-10 5 0,-2 0-953,-1 1 1,1-2-885,5-5 1,1-1 883,1-1 1,0-2-3,0-1 1,1-3 0,-1 2-4,1-2 0,0 0 304,4-6 0,-2-1-299,-5 5 1,-2 0-765,3-4 1,0-1 752,0 1 1,1-2 5,-6 5 0,1-2 0,-1 0-12,-2 4 1,-1-1 0,1-3 6,0-1 1,2-5 0,0-2-1,0 1 1,-2 3 507,2-4 0,-1 2 0,1-4-502,-4 6 1,1-5 0,1-1 0,0-1 0,-2 1 0,-2 5-381,-1-1 1,-2 3-1,-1 0 1,1-1 375,2-5 0,1 0 0,-1-2 1,0-3 5,-4 6 1,0-3 0,-1-2-1,0 1 1,0 2 0,-2 5-1,1-5 1,-2 4 0,1-3-2,-1 1 0,1-4 1,0-1-1,0 1 0,-3 7 506,-1 4 1,-1 4 0,-1-4-503,0-2 1,0-3 0,0-3 0,0-1-1,-1 0-256,1 4 1,-1-1-1,0-1 1,1 0-1,-1 1 1,0-1 251,1-6 0,-1 0 0,1 0 1,-1-1-1,0-1 4,-1 6 0,0-2 1,0-1-1,0 0 1,-1 1-1,0 2 1,-2 5-7,-1-5 0,-1 5 0,-1 1 0,0-2-3,1-6 0,0-2 0,-2 0 1,-4 2-43,-5 0 0,-3 2 0,-3 1 0,-1 5-149,-3 0 0,-3 4 0,0-1 168,4 4 0,-1-1 1,-1 0-1,-1 4-400,-5 0 0,-1 4 1,-5 3-395,-1 6 1,-4 2 0,-1 2 0,4 1 409,4 0 0,3 0 1,-2 2-1,-10-2 1,-3 1-1,11 2 0,3 3 1</inkml:trace>
  <inkml:trace contextRef="#ctx0" brushRef="#br0" timeOffset="-78050.19">10452 3313 13375,'-3'-14'1456,"-1"1"-4733,-11 2 1690,2 1 1465,-6-4 1030,3 1 531,-1 0-1349,-2-1-1567,-1-2 1634,-2 1-79,-3-1 270,-1 2 797,-3 0-1111,-1 0-1540,-5 2 1584,0 2 1,-3 0-57,12 4 1,0 1 746,-16-4 1,-1 1-753,0 4 0,-1 2 12,7 1 1,-1 0 0,0 0 0,-1 0 0,-1 0 0,1 1-350,-4 0 1,0 0-1,3 1 359,-8 1 1,2 2 272,16-2 0,0 1 1,-5 2-126,0 3 0,-5 3 0,-5 2 1,-1 1-1,1 1 0,3-2 1,5-1-106,-9 3 0,6-1 0,-5 3-262,10-4 0,-5 0 0,-3 2 0,0 1 0,2 0 0,4 0 0,6 0 243,-4 8 1,7 0-1,1 0-11,-2 1 1,-1 0 0,1 0 397,-1 2 1,-1-1-1,-1 3-338,0 1 0,-3 3 0,2 0 0,2-3-236,8-6 1,1-3-1,0 2 177,-3 3 0,-1 1 1,0 1-1,2-1-203,-1 5 0,2-1 1,3-1 199,-3 10 0,2 2 459,1-4 1,0 3 0,3-2-471,5-1 0,3 1-13,2-7 1,1 1-1,0 0-9,0 8 0,1 1 24,2-6 0,-1 2 0,1-2-662,0 7 1,1 1 645,1-8 0,0 4 1,1 0-1,0-4 214,0 7 1,2 1-235,-2-12 1,1 2 0,0 2 0,1 3 27,2-1 1,2 5-1,1 1 1,0 0 0,0-3-1,-1-4-22,1 7 0,0-5 1,1 4-1,-1-6 0,0 5 0,1 1 1,0 1-1,0-2 0,1-4-271,2 1 1,2-3 0,-1-1-1,0 1 288,1 4 0,1 1 0,-1 0 0,1 0 274,-1-1 0,1 0 0,0-1 0,-2 0-288,0-3 0,-1 0 0,0-1 0,-2-1-123,0 1 1,-1-1 0,-1-2 152,1 6 1,0-1 311,-2-5 1,1 1-1,-1-2-311,0 1 0,0-2-12,-1-1 1,1 1 5,3 7 1,0 2-510,3 1 1,0 0 508,0-2 0,0 0 699,-1-5 0,2 2-660,-1-5 1,2 2-1,-1-2 19,1 2 1,1-1-91,-2-2 1,1 2 0,-1-4-8,-2-5 0,1-1 101,11 16 291,-5-10-235,6 7-68,-8-12 359,8 6 1,1 0-359,1 0 186,-2-3 1,1 1-42,8 5 1038,-12-13 1,1-1-1229,-2 0 0,2 0-538,13 4 1,-1-2 514,0-4 0,-7-4 1,0-1 33,4-1-34,1-3 1,4-2-6,8 0 0,1-1-17,-3 1 0,3 0-9,-10-3 1,3 0-1,-1-1 1,-2 0-265,6 1 1,-2-1 279,-4 0 1,2-1 0,-1 0-1,-1-1 1,-1 0-1,-2-1-7,2-2 0,0 0 1507,7-1 1,-1 0-1508,-13 1 0,1-1-1168,15-6 0,0-1 1168,-19 6 0,1-1 11,16-5 0,1-1-1083,-10 0 0,0-2 1094,2-1 1,0-1-23,1 0 0,0 0-352,-6 1 0,1 0 1,-5 2 362,10-7-6,-8 5 1,0 0 5,1-4 6,6-6 0,1-3-12,-9 7 1,-1 0 395,-2 3 1,1-1-1,-1-1-401,9-10 0,-2-2 438,-9 11 1,0-1-1,-1-1-438,0 2 0,0 0 0,0-3 0,4-6 0,0-3 0,1-2 0,-3 2 0,0 0 0,-2 0 0,0 0 5,-1 3 1,0 0 0,0-1 0,-1 1-642,3-9 0,-1-1 0,-3 2 662,-6 4 0,-1 1 0,-2 1-243,4-11 1,-1 1 244,-5-1 0,-3-1-10,-3 9 1,-2-1 0,1 2-14,-1-2 1,0 0 193,1-2 0,-1-3 0,0 5-194,-1 3 1,0 2 16,0-11 1,-1-3 14,1 10 0,-1-1 1,0-1 55,0 4 0,-1-1 1,0 0-1,0 2-78,-1-5 0,1 1 0,0 2 129,-1 1 1,0 2-1,-1-1-129,0-3 0,-1-1 0,0 3-788,1-1 0,0 0 791,-1-1 1,0-2 0,0 3-19,2 8 0,-1-1 22,0-2 1,-2-3 0,0-1-12,-1-4 0,-2-1 0,1 0 410,0 1 0,0 0 1,-1-1-428,1 3 0,-2-2 1,0 1-1,1 1-446,-2-2 1,-1 1 0,0-2 451,1 5 0,0-1 0,-1 0 0,-2-1 14,-1-1 0,-2-2 0,0 2 0,2 3-18,-1 1 0,1 2 0,-1 1 509,-1 0 1,-1 1 0,-1 0-536,-7-4 0,-1 0 1,1 4-59,5 4 0,-1 0 88,2 2 0,-3-3 0,-2 1 0,3 3-23,-12-3 1,2 3 44,0-1 1,-1 1 1064,3 3 1,-1-1-1082,-1 0 0,2 1-936,11 6 1,1 1 940,-5-3 0,1 0 0,-3-3-99,1 1-24,-1 10 2250,-13-3-2794,15 20 1,-8 9-1,-3 5 1,1 2 0,3-1 402,-1 4 1,3 2 0,0 0 0,-2 0 0,1-5 0,-3 0 0,1-1 0,1 0 0,5 1 0,3 5 0,0 1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7:17:14.471"/>
    </inkml:context>
    <inkml:brush xml:id="br0">
      <inkml:brushProperty name="width" value="0.09071" units="cm"/>
      <inkml:brushProperty name="height" value="0.09071" units="cm"/>
      <inkml:brushProperty name="color" value="#FFC000"/>
    </inkml:brush>
    <inkml:brush xml:id="br1">
      <inkml:brushProperty name="width" value="0.09071" units="cm"/>
      <inkml:brushProperty name="height" value="0.09071" units="cm"/>
      <inkml:brushProperty name="color" value="#00B0F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9956 576 9233,'3'-5'2431,"-1"1"377,-2 4-1923,1-2-426,0 1 2817,0-1-120,-1 0-2707,0 2-136,0 11-134,0-1 6,-1 12 95,0 9-4,0-4-91,-1 9 0,1 2-17,-1 6-112,0-7 0,1 1 34,-1 7-1109,2-16 0,0 4 1,0 0 1113,-1 10 0,1 1-80,0-10 0,-1 1 0,2 1-734,0 5 0,1 2 1,1-3 718,1 5 0,1 1 7,0-4 1,0 3-1,1-2 4,-1-8 0,0-1 1,0 1-220,1 5 1,0 1 0,0-3 207,0 2 0,-1-2 986,1 5 0,-1 0-937,-1-10 0,0-1 0,0-2 1172,0-4 1,0 0-1200,1 17 1,0 0-1356,0-13 0,-1-2 1344,-1-4 1,0 0 463,1 9 0,1 1-453,-2-6 1,0-1-12,-1 17-11,2-6-2139,-2-6 2162,0 0-46,0-10 285,0 1-206,-1-17 2257,0-4-2279,0 1-2377,-1-3 2343,0-14 0,0 11 0,0-11 0</inkml:trace>
  <inkml:trace contextRef="#ctx0" brushRef="#br0" timeOffset="2076">9735 2381 10608,'-3'-6'3276,"-4"2"0,6 4-1324,-4 0-798,5 0 12,-1 0-461,16 0-256,4 0-214,10 0 34,1 1 0,0-1-79,1 1-151,-3-1 1,0 0-3317,-1 0 3381,-3 0 1,2 0-2283,17 1 2228,-16-1 1,0 0 50,11 1-45,-8-1-1495,1 0 1484,2 0 238,-8 0 0,0 0-283,14 0 885,-15 0 0,1 0-868,4 0 0,0 0-427,-3 0 1,-1 0 403,5 0 0,-1 0-5,15 0 44,-11 1 1,-1 0-11,7 0-23,-5 1 0,-2-1 1365,-1-1-1343,0 1-960,-7-1 0,2 0 1011,11 0 0,2 1-447,1-1 0,-1 0 374,0 0 0,-2 0 775,-11 0 0,-2 0-741,8 0-1529,-2 0 1529,-1 0 55,9 0-44,-8 0 1494,7 0-1505,-11 0-1472,11 0 1527,6-2 1203,-1 1-1258,-2-3 5,-15 2 0,0-1 29,18-2-63,-16 3 1,-1-1 17,12-1-1,-10 2-22,-2 0 0,1 0 0,8 0 0,-7-1 0,-1 2 18,1-1-7,14-2 11,3 0-11,2 0 1,-3 0-724,-20 2 1,1-1 722,7 0 1,0 0 716,-4 1 0,0-1-706,3 0 0,-2 1-1309,4-2 1326,-8 2 1,1-1 4,14-1-27,-14 1 0,1 0 1511,9-1-1461,-1 0-786,-4 0 0,1 1 730,-7 0 0,0 1 0,4 0 1,0-1 21,12 1 79,-16 1 1495,-2-2-1529,-3 1-1539,-5 0 1573,14-1-56,7 2 1472,1-2-1516,2 2-1,1-1-11,1 1-187,0 0 209,-6 0-11,3-1 12,-11 1-12,5-1 11,-17 2-11,-7-1 146,-1 0 2108,-4 0-2230,1-1 457,-3 2-458,-1-1 2237,0-1-5548,-2 0 0,-6-3 2457,-4-3 1,2 4 0,2-3 0</inkml:trace>
  <inkml:trace contextRef="#ctx0" brushRef="#br0" timeOffset="3721">13164 2557 16714,'0'-7'2936,"0"2"-2062,0 3-437,0 1 78,0 0 673,0-1-3762,-3 2 2787,-18 15 0,-3 2-30,2 3 0,-5 4 0,1 1-854,1 0 1,0 1 0,1 0 703,-1 0 1,0-1 0,1 1 29,0 1 1,1 0-1,3-4-1355,-7 9 1471,3-8 1371,11-11-1516,9-13-12,3 1-3299,0-1 0,6-8 3258,5-6 1,-3 2 0,3 1-1</inkml:trace>
  <inkml:trace contextRef="#ctx0" brushRef="#br0" timeOffset="4172">12843 2601 20177,'0'17'3276,"5"-2"-4915,8 6 1,5 1 684,10 8 1598,1-1 0,2 2-425,0-4 0,0-1 251,-2 0 0,2 1-325,-3-4 1,1 0 0,-4-3-56,10 8-40,-9-6 1,-3-3 83,-11-9-89,-4-2 2994,-6-6-6316,-1-2 0,-1-9 2505,-7-10 0,5 6 1,-6-4-1</inkml:trace>
  <inkml:trace contextRef="#ctx0" brushRef="#br0" timeOffset="6576">10390 1983 12927,'-2'-4'3036,"0"1"-1960,2 3 751,-2-2 1377,35 9-2834,-17-5 16,10 2 1,4 0-263,0-3 1,0 0 110,12-3-1649,-5-1 1,-4-2 1502,-7-4-1001,0-3 1,-1 0 1011,0-1-22,-2 1 1,1-2 78,-1 0 0,-1 1 356,10-7-469,-11 6 1,-3 1 2302,-3 1-2134,11-15 2931,-1-1-3111,4-5-1587,-12 8 0,-1 0 1643,5-12-22,-8 12 1,0-2 21,-1-5 1,-3 2-56,3-7-29,-6 10 1,-1 3 5,2 1 45,1-10-31,4-10-14,-3 7 0,-2 12 1,-1 0 32,5-14-32,-2 5 10,1-3 0,2-7-22,-4 18 0,5-18 12,-6 24-12,2-7-1981,2-2 1981,0 0 0,0 1 0,2-3 11,4-11-11,1 0 0,-2 5-1528,3 4 1528,-10 17 1517,6-6-1517,-6 12-23,7-2 12,-4 2 0,11-3 11,-8 6-34,16-2 12,-10 5 33,11-1-33,13 5 22,-18 2 0,15 3 2268,-24 0-2279,9 5-11,4 3 22,-5-1-2269,9 11 2269,-17-9 2302,8 9-2246,-1 6-45,-9-11 23,4 7-12,-11-13 34,10 14 909,2 10-943,-1-1 23,-1 2-2521,1 2 2532,-3-6-11,4 7-12,-4-13 23,0 6-233,-1-5 188,1 5 1630,-5-10-1540,0 2 2211,0-2-2290,0 2-2869,-1-2 2903,-2-1-1737,4 13 1703,-4-11 23,0 4-45,-5-14-1039,2 9 1061,0 2 1540,3 6-1562,1 4 2291,-1-9-2291,-1-4 0,-3-8 0,-2-7 22,2 6 3254,2 0-3149,-1 0-82,2-1-67,4 6-2878,-4-6 2945,5 6-45,-5-8-12,3 5 24,6 5 21,-2-4-22,2 2-2442,-7-11 2453,6 2 1,-1-3 1916,4 1-1939,0-3-2245,3-1 2245,7-2 0,4-1-351,-7 0 1,2 0 243,5 0 1,1 0-1533,7-2 1,-3-2 982,7-9 1,-18 8-1,-3 0 1,-3-7 0</inkml:trace>
  <inkml:trace contextRef="#ctx0" brushRef="#br0" timeOffset="10696">22600 543 10731,'-3'-2'1983,"1"0"-213,2 2-358,-2-13-874,1 10 470,-2-10-716,2 12 560,0 1-57,0 12-100,1 8-247,0 3 0,0 5 62,0 9 0,0 2-398,0-6 0,0 1 11,0-3 0,0 2 1,0 1-1072,0 1 0,0 0 1,0 0 1092,0 10 1,0-1-93,1-7 0,-1 1 0,1-3 14,0-3 0,0 0-1090,0 12 1,1 4 1097,-1-6 0,0 3 0,1-2-269,-1-7 0,0-2 0,0 2 205,0 3 0,0 0 1,-1 2 51,0 3 0,1 0 1,-1-1-34,0-11 0,0-1 0,1 1-16,-1 10 1,0 3 0,0-2-418,2-6 1,-1 0-1,1-4 436,0 3 1,1-2 419,0 7 0,0 0-442,-1-13 1,1-1-406,-1-1 0,1 0 422,0 9 0,0 1-11,-1-7 0,1 2 15,-2 6 1,1 5-1,-2-5-15,1-7 0,-1-1 688,0 12 1,0-1-717,0 6 213,0-29-191,0 0 2217,0-13-4043,0-4-1462,0-28 2457,0 13 1,0-15 0,0 22 0</inkml:trace>
  <inkml:trace contextRef="#ctx0" brushRef="#br0" timeOffset="11741">22158 2539 13944,'-7'0'3276,"0"1"0,5-1-1681,-1 0-1046,12-1 134,35-3-526,-7 1 40,-5 1 1,2-1-131,-1 1 0,0 0-1549,6 1 0,0 0 1515,2 0 1,-1 0-1,0 1 1,1 0-565,-4 0 0,3 0 0,-1 0 568,-3 0 1,-1 0-1,3 0-21,1 0 1,2-1 0,2 1 0,1-1-317,-6 0 0,3 0 0,-1 0 0,-1 0 0,-2 0 318,5 0 1,-3-1 0,2 1 6,-4-1 0,3 1 0,-2-1 1,-5 1 24,-5 0 0,-2 0 55,5-1 0,2 0 0,-2 0 47,-1 0 0,0 1-91,16-2 1,-1 0-17,-21 1 0,1 1 40,13 0 1,5 0 0,-3 0-75,-8 0 1,1 1-1,11-1 0,5 1 0,-5-1 28,-9 1 1,-1 0-22,2 0 1,3 0 0,-2 0 9,1 1 0,1-2-17,-2 1 0,4 0 0,0 0 0,-4-1 163,8 0 0,-1-1-171,-5 1 1,2 0 0,-2-1 11,-3-1 0,-1 0 0,-2 0 7,6-1 1,-2 1-1,1-1 0,1 0-5,2 0 0,-3-1-17,5-2 5,-17 3 1,-1 0 5,8-2 12,2 0 630,-19 3-653,7-1 67,-22 3-2767,-1 0-577,-21-5 2457,6 2 1,-9-3 0,15 4 0</inkml:trace>
  <inkml:trace contextRef="#ctx0" brushRef="#br0" timeOffset="13464">22851 2142 11011,'-4'0'1188,"1"0"235,3 0-202,7 5-829,-1-1-134,4 3 840,6-2 213,8-14-1075,-1 0-1686,-1-8 0,-1-4 1854,4-13-326,-9 13 0,-2 0 146,4-13 0,-3 2 1,0 0-435,3-4 221,-3 5 0,2-2-1038,1 9 1,1 2 1099,3-1 0,1 1-51,-2 0 0,1 0 12,13-2 0,-2 4-12,-8 8-22,-2 1 0,-2 3 0,-4 5 22,14 0-10,-15 2 207,10 3-152,-18 1 0,-1 2 157,2 5 11,1 3-66,3 6 2245,-1 3-2313,-3-4 123,3 7 22,-4-10-224,0 2 326,7 1-248,-3-6-10,4 5 45,1 2 3141,-4-6-3003,2 3-127,11 0 33,3-6-101,1 0-11,-4-6 1,1-3-609,17-11 541,0 5-1590,-16-3 1,-3-1 1600,2 1-11,6-2 11,11 3-2152,-19 5 2118,12-1 280,-19 5-257,-6 3 79,10 13-12,-4-2-34,4 4 57,0-5 11,-6-8 2178,4 0-2256,-4-5-2157,23-2 2134,-16-4 0,21-1-34,-14-6 23,-12 5-471,2-1-2795,-16 5 2457,-5 0 1,1 2 0,-2-2 0</inkml:trace>
  <inkml:trace contextRef="#ctx0" brushRef="#br0" timeOffset="14813">23277 1024 11342,'-4'-3'3276,"0"-1"-6553,9-19 4131,14 4-873,-3-2 0,2 1 220,20-3 535,-9 11 0,-1 1-601,9 1 33,1 3 0,1 2-79,2 2-9,-10 2 0,0 0 77,13 1 78,-3 10 11,-7-3 2359,-10 10-2314,-19-5 258,-1 12-403,-1-9-34,-1 11-56,0-18 157,3 2-134,-2-8 3197,6 1-2735,19-3-1413,11-8 872,-15 5 0,1-1 22,1-3 0,-1-1-22,13-5 22,-10 1 1,-1 0-3066,13-8 3048,-14 7 1,-1-1-1,-4 0 1,-1 1 17,10-5-800,-9 5 0,-1-1 799,5-5-22,-2 1 0,-6 4 11,-6 7 12,-1 0-12,-3 3 11,-2 1 1,-3 3 2200,-1 0-2245,1-1 22,2 0 11,5-1-11,4 0 3276,2-2-3171,7 0-105,-2 0-11,1 0 0,-6 2-12,2 2 1,-2 0-12,1 3 23,-1 3 11,-1 9 11,8 9-11,-5-6 61,7-4 1,0-3-28,-4-6-34,20 3 0,-18-8-11,-7 0 11,2 0-11,-7 0-34,4 0-3232,7 0 551,10 0-551,12-2 1638,-18 0 1,0-1 982,5-1 1,-2-1-1,4-1 1,-5 0 0</inkml:trace>
  <inkml:trace contextRef="#ctx0" brushRef="#br0" timeOffset="18434">27178 1156 11437,'0'-5'3276,"1"-24"0,-1 22-2299,1-19-484,-1 27 303,-10 45-2467,7-20 1727,-3 4 0,2-1 411,3-4-434,9 12-44,6-12 11,13 4-1430,0-23 1,1-6 1429,7-4 0,-8-2 0,-2-3 951,-6-10-962,3-17-2291,-9 3 2302,0 0 56,-10 13-45,-2 14 1989,-1 7-2034,1 19-2290,7 7 2318,0-5 1,3 0 5,5 5 2268,8-4-2257,4-19-323,-1-4 222,5-6-2530,3-23 2497,-18 5 123,3-7 2172,-14 16-2385,-6 12 213,-3 8 0,-3 3-1979,-7 15 1957,5-5 2290,-1 0-2223,18-10-45,3-9 34,10-2-68,-1-1-2257,10-1 2258,-7 8 2324,3 4-2291,-11 7-2291,6 8 2369,-1-11-55,2 3 0,7-22 2038,-11-11-2061,4-6-23,-9-9-1616,-7-2 1,-1-3 860,-1 2 0,-1 0 744,1-8 1,0 1 1127,-3 11 1,0 5-647,-2-2-303,-6 20-134,-1 14-801,-3 21 1,0 10 996,3-4 1,1 0-147,-2 9 1,0-1 1111,4-10 1,0-4-1118,-1 7-2313,-1 0 2257,1-10 22,1-5 471,3-12-504,4-28 2234,2 8-2318,7-7 0,3 1 50,1 8-112,12 0 124,-20 32 3309,-5-4-3230,-13 13 1,-4 2-3324,8-8 3225,-8 0 1,4-3 51,13-13 0,4-5-1110,38-11-1501,-7-5 1507,-11 5 1,0-1-858,3-9-1316,-11 5 5216,-8 4 1337,-2 2-1348,-7 7-1604,-2 1 405,0 5 851,0 28-1345,0-8 34,15 18 3007,-3-28-3082,14-6-182,-5-12-24,13-12-1627,-13 2 1,0-2 1479,11-10 215,-3 0-56,-24 21 0,-3 2 269,-2 14-134,0 3-113,0 6 12,0-4 3242,3-7-3116,1-3-104,19-1-2130,4-8 1861,7-5-123,-2-7 179,-8-2-2757,6-6 2948,-10 8 112,-2 1 66,-13 10 203,-4 16 957,0-2-1338,3 9 67,5-6 22,23-2 2633,4-5-2723,7-3-3121,-12-9 3245,-16-13-474,-9-9 407,-12-2-68,-9 2-56,-14 16 1,-5 6-106,-1-1-489,1 5 1,4 4-2252,10 12 2879,6 12 0,7-13 0,5 4 0</inkml:trace>
  <inkml:trace contextRef="#ctx0" brushRef="#br0" timeOffset="18885">28914 1208 13699,'-27'21'-78,"6"-2"2329,24-2-2475,11-10 1263,2 0-1678,22-16 1488,-21 4-872,9-5-55,-22 9 55,5 1 3299,-3 3-3014,7 1-3116,23 0 2966,-15-5-90,21-5 57,-25-7 179,2-28-113,-11 18-100,-5-17-45,-16 28-78,-9 5-3031,-19 6 3109,13 13 0,1 2 0,-10-6 0,1 17 0</inkml:trace>
  <inkml:trace contextRef="#ctx0" brushRef="#br0" timeOffset="19146">29334 974 22316,'-1'38'-5,"1"0"1,-1 0 0,0 0 0,-1 2 0,0 1 0,0 1 0,-1 0 0,0 0-652,1-3 1,0 0-1,0 0 1,-1-1 0,0 1 290,-1 3 1,0 1 0,0-1 0,-1-3 0,0-7 0,-1 0 0,0-7 0,-4 16 0</inkml:trace>
  <inkml:trace contextRef="#ctx0" brushRef="#br0" timeOffset="19914">27582 2097 18283,'-9'41'280,"-1"0"0,3-9 0,1 2 0,0-3-1026,2 4 0,1-2 757,0 1 1,-1-3 469,-1 15-481,4-26-22,0-10-169,3-14 251,3-10-116,3-17-1537,-2 2 1,0-3 1592,0-2 0,-1 0 39,1-4 1,0 2-1191,4-8 1947,14 76-662,-7 2-56,-3-5 1,1 5-1,0-4-28,-2-8 1,2-2-12,11 8 1,1-5-1349,7-6 1387,9-3 68,-15-20 1660,-4-8-1728,-2-13-439,-4-11 361,-12 2 0,-1-3-28,-2 9 0,0-2-6,-1-9 1,-2 0-1071,-2 7 0,-1 6-1417,-4 8-756,-3 9 2650,2 42 1,4-10 0,2-3 0</inkml:trace>
  <inkml:trace contextRef="#ctx0" brushRef="#br0" timeOffset="20251">28174 2314 17319,'0'-8'3026,"-10"26"-6303,12 16 2051,4-4 1,6 0 1924,2-9 0,6-5-739,18-8 1,1-8 39,-2-12-6,-11-3 1,-7-4 865,-15-4-849,-23-9-2302,-12 8 2280,-7 2-68,-2 12 1821,14 8-1742,5 7 0,10-4 0,4 5 0</inkml:trace>
  <inkml:trace contextRef="#ctx0" brushRef="#br0" timeOffset="20470">28464 2132 18474,'5'30'1092,"0"0"0,1-3 0,0 2-2731,3 9 1,0 1-1,-5-5 1,-1-1 982,1 1 1,-2-2-1,-5 5 1,-2-33 0</inkml:trace>
  <inkml:trace contextRef="#ctx0" brushRef="#br0" timeOffset="20622">28476 2376 15560,'43'-11'-328,"-1"0"0,0 0 0,-6 3 1,3 1-1,-4 1 0,-5 2 1,12 5-1,-15 0 0,-1 0 1</inkml:trace>
  <inkml:trace contextRef="#ctx0" brushRef="#br0" timeOffset="21283">29116 2100 13405,'-1'-5'3276,"0"1"-3353,0 35 0,0 22 413,1-12 0,1 3-329,-1-6 1,-1 2-1,1 0-293,1-2 0,0-1 1,1-7 375,0 0 1157,-1 6-1336,-1-67-32,-2 7 0,-1-2 87,2-6 1,-1-2 994,-2-1 0,1 0-983,1-2 0,2 1-23,3-9-11,-1 19 0,2 5 11,9 9 45,16 37-825,-3 5 0,1 3 830,-3-5 1,0 2 12,-5-5 1,1 2 0,0-3-727,9 4 0,-1-4 753,8 2 808,-12-8 1,-3-11-826,-12-34 0,-5-12-434,0-6 387,-4 14 1,-1-4-1,-1 3 969,1 6 0,-1 2-1757,-2-3 0,0 1-2470,1-5 0,-1 7 2529,4 30 0,0-2 0,0 5 0</inkml:trace>
  <inkml:trace contextRef="#ctx0" brushRef="#br0" timeOffset="21715">29688 2287 21040,'-20'21'100,"1"0"1,4 19-1740,26-19 1,8-2 497,14-4 0,3-6 1141,-11-4 0,0-3 704,7-3 1,-3-7-885,-9-13 1,-6-6 195,-7-1 1,-4-1-17,0-5 0,-4 0 22,-9 4 1,-4 4-2036,-16-2 2052,7 16 0,-1 3 1820,-8-1-1859,-9 12-11,19 14 5,11 6 1,3 5-7,-1 16 336,5-13 1,5 2-840,12 2 0,9-4-1124,5-11 1,3-2 1454,1 4 0,0-4 0,-5-12 0,-2-4 0,-8-3 0</inkml:trace>
  <inkml:trace contextRef="#ctx0" brushRef="#br0" timeOffset="22884">30075 2179 20557,'-5'42'109,"0"1"0,0-1 1,-3 4-1,9-13-266,25-23-56,-8-26 1,-2-7-3065,6-8 2722,-8 10 1,-1 0 543,3-4 870,-5 5-680,-3 5-67,-5 8-112,-1 4 34,-2 12-1966,0 31 2010,0-3-78,0-13 0,0-1 2268,0 3-2222,0-13 178,12-10-191,3-7-33,13-10-1134,-8-2 0,1-2 1145,1-2 1,-1 0-12,12-12 910,-9 7-876,-22 22-34,-2 6 56,0 4-1562,12 21 1596,-3-13 1785,12 12-1786,17-26 1,3-8-933,-3-2 843,5 0 0,-3-5 0,-15-8-321,-11-5 1,-4-1 320,-3 4 1962,-5-18-2024,-22 46 1,-5 9 28,0 10 27,4-8 0,2 1-2045,10 17 2051,18-21 0,3 2-185,19-22 0,5-8 118,0 0 379,-3 2 0,-4-1-312,-13 4-123,-10 9 123,1 11 2278,2 1-2189,22 21 528,4-14-601,-14-6 1,1-2 38,18-3-33,1-15-1240,-17-8 0,-1-6 1156,-1-6 1,-3-4-12,-1-5 0,-3-1-123,-8-2 1,-5-2 101,0 9 1,-1-1-1,-2 1-64,-1-12 0,0 1 208,0 1 0,-1 5-50,-6-4-542,-5 67 1,-1 16 613,10-16 1,1 3 277,-5 8 1,-1 5 0,4-2-279,6-1 1,6 1-468,5 3 1,3 4 0,2-3-699,-2-9 1,0-2 0,2 1 964,4 6 1,1 1 0,-2-6 0,-2-8-1,-2-6 1,0-6 0</inkml:trace>
  <inkml:trace contextRef="#ctx0" brushRef="#br0" timeOffset="25759">31701 1089 15739,'0'-4'2028,"0"0"-5305,-28 41 2160,12-8 1863,-6 8 0,0 4-651,11-12 0,2 0-90,-2 4 1,2-2-6,-3 10 23,7-16 911,4-18-620,0-4-258,3-25-40,4 0 1,2-3-12,-2-4 1,2-3 5,1-4 1,2-4-1,0 1 974,-2 4 1,-1 0 0,1 0-938,2-3 1,-1-1-1,1 4 196,-1-5 1,2 6-245,10 0-22,-5 32-12,-2 11 34,-4 28 0,-10-3-1601,-5-8 0,-5 0 1627,-10-2 0,-6 0 1,0-3-148,1 0 1,-2-2 123,-2 2 1,-3 0 0,4-4 8,-14 1 32,7-3 1,17-8-101,16-2 3150,15-4-3116,26-1-2515,-8 9 2537,12 6 0,-12 11 22,2 5-11,3-3 0,1 0-1151,-13-10 1,0-2 1142,1 1 1,3 0 0,-3-3 1,-2-6 1,-1-2-776,9 0 1,2-4 724,0-8 0,-1-3 608,-5 1 0,-2-3-569,-2-6 1,-6-3-1446,-9-17 1440,-5 8 0,-3-1 11,-5 2 0,-3 1 0,2-1 0,-3 4 1405,-19-6-1416,-18 27-608,19 13 1,0 5 612,-3 11 0,2 4-16,5 1 0,10 1-127,23 5 0,11-3-456,9-5 1154,2-15 0,4-9-807,-7-15 1,-2-6 206,-4 1 1,-2-1 184,1-2 1,-2 0 570,-1-9-828,-18 28 2458,-2 6-2346,0 8 11,0 19 0,3-16 2803,4 8-2826,34-27-250,-8-11 273,-8 6 0,-1-1 0,0-12 336,-16 8 8,-4 5-367,-3 3 23,-5 9 11,-6 11-1185,2-3 1163,-1 6 11,7-9 0,1-1 11,7-3 45,30-3-56,-7-6-1443,12-6 1,3-3 1408,-18 1 1,-2-1 33,10-3 0,-3-1 359,2-5-225,-19 10 750,-9 3-794,-5 7-45,-2 0-12,-15 0-22,7 1-22,-10 1-45,13 3 11,4 1 3321,2 0-3283,6-2-3270,24-3 0,3-15 0,8-1 0,-9-17 1698,-11-1 1405,-9 5 1,-2-4 0,-1 1 867,0 2 1,-2-2 397,1-10 0,-1-5 0,-6 9 535,-11 4-865,-17 39-678,16 21 0,3 8 1052,-3 6 0,3 4-1211,7-7 0,4 1 1,3-4-1565,5-11 1,2-1 85,-1 12 1,6-5 1552,8-23 0,1-5 0,-6-2 0,9-1 0</inkml:trace>
  <inkml:trace contextRef="#ctx0" brushRef="#br0" timeOffset="26255">32996 1197 16905,'-12'28'425,"5"-6"-425,1 9 79,31-14-225,4-13-123,-2-8 1,2-4 262,3-8 0,-3-2 163,5-10 168,-15 7 0,-7 2-79,-15 7 360,-7-2-606,2 9-23,-8 0 1,6 6-45,-7 20 0,17-7-723,20-1 0,9-2-248,7-8 1,3-3 622,-8 0 1,1-1 0,1-2-679,9-3 1,3-1 0,-4-1 596,-1-1 0,-1 0 776,3-1 1,-1 1 705,-15 3 0,-5 1-919,-12 5-67,1 0 0,-10 0 0</inkml:trace>
  <inkml:trace contextRef="#ctx0" brushRef="#br0" timeOffset="29486">16902 627 10406,'0'-7'3276,"0"2"-1163,0 5-1384,-1-11-12,0 7 112,0-8 774,0 12 525,0-1-1411,-1 1 617,1-1-774,-1 1 168,1-2-133,1-1-383,0 1-55,0 0 22,0-1-78,0 1-90,0-1 146,0 2-258,0 0 101,0 12 23,0 3 55,0 23 1,1 7-63,-1-13 1,0 0-17,0 14 0,1-1 5,-3-11 1,0-4-618,0-6 612,-1 3 213,2-25-202,1-9-1598,3-15 0,0-5 1564,5-13-22,-1 11 1,1-4-1,0 3 39,0 7 1,2 0-23,10-13 0,0 4 28,2 8 353,11 0-420,9 35-632,-5 16 699,-13-12 0,-2 3 0,-6 2 0,-4 2 3003,1 11-3014,-6 0-2864,-4 12 2875,-9-14 23,-7 10-12,2-25 735,-2 0-724,10-12 46,1-1-68,2-7-34,9-19 11,1 2 1,2-1-122,1-1 0,1 0 127,4-3 1,0 2 4,12-7-10,-12 16 0,0 2-415,9-3 392,2 3 22,-12 12 3034,-1 4-3011,0 7-11,-4 11 0,-1 5 22,2 11 202,-4-5 0,-2 0-213,-4 4-3201,0 11 3157,-3-9 129,1-4-1284,-1-12-773,2-14 1972,18-13 0,-13 6 0,13-10 0</inkml:trace>
  <inkml:trace contextRef="#ctx0" brushRef="#br0" timeOffset="29891">17716 799 13924,'-3'1'1473,"25"-8"1,10-6-1328,-7 1-64,1-2 0,4-3 0,-6-1 97,-5-23 213,-5-1 191,-31 26 0,-7 5-370,-5 10-141,1 7 1,2 3 342,1 15-1642,6 10 0,3 4 1306,-1 3-74,3-4 1,7-1-1216,16-13 1,8-4 1231,21 5-795,-4-9 0,5-3-866,2-10 1,2-5 1091,4-6 1,-3-2 0,-16 6 0,-3-1 0,16-12 0</inkml:trace>
  <inkml:trace contextRef="#ctx0" brushRef="#br0" timeOffset="30695">18247 687 13158,'-29'6'560,"0"1"0,-8 10 0,4 6-431,19-4 1,2 2-125,-5 4 1,1 0 881,5 13-853,36-17 991,-6-5-1586,14-17 1,3-8-840,-15-1 0,-1-3 1378,6-1 0,-2-2 22,1-10 129,-16 13-95,-5 9 556,-4 8-119,-11 39-415,7-14-45,-6 16 101,25-30-45,27-29-56,-3 1-11,-4-7 0,1-5 1144,-5 1 0,-3 1-1144,-5 4 0,-1 2 5,3 2 1,-2 8 253,-7 30 1838,-2 4-1845,-6 0 0,-1 1-140,3 3-112,-2 0 538,8-19-437,6-29-101,3 2-6,7-19 1,-2-2 5,-1 3-6,-6 1 0,-3 12 18,-10 33 67,-4 15-68,-1 8-2878,4 3 2732,3-17-525,1-4 660,16-15 0,2-4 0,-12 1 0,5-4 0,1 0 0</inkml:trace>
  <inkml:trace contextRef="#ctx0" brushRef="#br0" timeOffset="30882">19158 762 20378,'28'0'-547,"0"-1"1,12 1 0,-15 0 0,-2 0 0,-4 0 0</inkml:trace>
  <inkml:trace contextRef="#ctx0" brushRef="#br0" timeOffset="31089">19193 895 20412,'38'-2'-410,"0"1"0,0-1 1,-6 0-1,-1-1 1,19 1-1,-7-2 0,-23 0 1</inkml:trace>
  <inkml:trace contextRef="#ctx0" brushRef="#br0" timeOffset="31446">19727 676 15504,'-8'17'1092,"1"10"0,0 8 0,0-2-513,2-3 1,-1 2-513,-1 7 1,0 6-1,0-6 11,2-8 1,1-1-409,-1 8 1,0 4 0,0-4 329,1-4 0,1-1 539,-3 17 0,2-7-3677,2-24 203,2-23 2935,5-19 0,2-5 0,-3 7 0,2-3 0,-1-1 0</inkml:trace>
  <inkml:trace contextRef="#ctx0" brushRef="#br0" timeOffset="31891">19671 655 18630,'-6'37'848,"1"1"0,0-10 0,1 0-2487,2 4 1,3-2-409,10 8 2852,3-19 0,4-3-772,5-7 1,3-6-716,0-2 0,0-6 697,3-13 0,1-8 0,-5 2-10,-6 4 1,-3-2 20,3-3 0,1-4 1,-4 4 6,-6-6 392,-5 5-201,-3 14-224,-1 3-23,-1 11 113,0 39 776,3-15 1,0 1-861,0 3 0,2 0-1072,8 4 1,4-5-1233,10-9-979,7 2 0,-11-16 2654,-10-5 0,-8-1 1,-2 0-1</inkml:trace>
  <inkml:trace contextRef="#ctx0" brushRef="#br0" timeOffset="32874">17121 1836 13544,'5'0'2195,"-2"0"-1708,25-17 1,4-6-297,-10 7 907,19-10 0,-13 1-314,-40 16-784,-4 3 151,-23 16 1,-5 8-1791,19-8 1,1 2 1703,-15 7 1,2 2 24,7 5-808,14-5 1,2 3 700,8 1 1,4 1 16,-2-1 0,6-1-8,14 2 1,10 0-1,0-4-149,-1-3 1,2-2 150,11 9 0,-2-2 6,-3-1 258,-42-3-180,-13-6 720,0-5 1,-6 0-94,-14-4 1,-8-2 0,3-1-988,1-3 1,1-1 281,0 3 0,-1 0 0,7-6-431,9-7 0,13-5-2846,41-22 2621,-2 1 1,-2 21-1,1 3 1,-1 3 0</inkml:trace>
  <inkml:trace contextRef="#ctx0" brushRef="#br0" timeOffset="33110">17559 1583 16344,'0'-4'2130,"0"0"-1694,-6 35 1,-1 18-325,3-26 0,1 0-1031,-2 11 0,-2 6 0,-1 0 833,-2 6 0,-2 0 0,1-5-486,1-7 1,0 0 128,-2 5 0,0 3 1,0-9-2662,0-8 2607,-2-12 1,8-6-1,-1-6 1</inkml:trace>
  <inkml:trace contextRef="#ctx0" brushRef="#br0" timeOffset="33244">17496 1897 15213,'41'-19'-74,"1"1"0,-16 2 0,-2 4 0,5 12 0</inkml:trace>
  <inkml:trace contextRef="#ctx0" brushRef="#br0" timeOffset="33773">17827 2040 15202,'18'-32'563,"0"0"0,0 0 0,9-14 0,-16 15-98,-32 32 0,-7 10 72,5 4 1,1 3-409,-12 4 0,1 1-34,11 3 1,5 3-80,6 9 1,5-1 6,4-4-1662,17-8 1,8-8 543,1-27 1,2-10 1,1 2 1,0-2 0,-1-2 390,4-9 1,-3-2 426,-1-4 1,-2-1 150,-8 8 1,-2-1-539,-3 1 1,-1-3 0,0 3 801,-1-3 1,-1 0 971,2-7 1,-3 4 780,-5 5 884,-17 44-2127,6 13-202,-2 2 0,1 5-209,5 3 0,3 4 1,2-3-1331,-1-2 1,3 1 1093,-1 0 1,2 3 0,1-6-10,3-9 1,2-2-438,3 3 0,6-4-1196,10-8 1,3-4 1091,-5-3 1,-1-2 0,2-4 0,-3-4 0,-5-7 0</inkml:trace>
  <inkml:trace contextRef="#ctx0" brushRef="#br0" timeOffset="33949">18589 1788 18940,'44'0'-140,"0"-1"0,4 1 0,-5 0 0,-12-1 0,2 1 0</inkml:trace>
  <inkml:trace contextRef="#ctx0" brushRef="#br0" timeOffset="34108">18584 2009 16614,'32'-1'-897,"-1"-1"1,-1 0-1,3-1 897,5-5 0,3-2 0,-5 1 0,-12 4 0,-1 0 0,20-5 0,-1 0 0</inkml:trace>
  <inkml:trace contextRef="#ctx0" brushRef="#br0" timeOffset="34596">19814 1743 13465,'27'-30'3276,"-14"7"-3361,-40 22 348,-2 3 1,-2 1 406,5 0 1,0 0-531,-9 3 0,-1 2 478,11-2 0,1 2-405,-13 10 0,1 3-709,15-8 1,1 0 495,-8 8 0,4 2-23,14-1 1198,33-2 1,11-4-1198,2 0 10,7-2 1,1-4 0,-18-12 0,-3-3 123,5-1 476,-5-8-566,-27 2-1613,-28 2 0,-9 5-48,12 0 1,-3 3 1637,-5 2 0,-8 2 1,-1 1-1,9-1 1,8 0-1,2 1 0,-15 5 1,-1-1-1</inkml:trace>
  <inkml:trace contextRef="#ctx0" brushRef="#br0" timeOffset="95017">1124 694 19190,'3'37'1092,"0"0"0,-2-4 0,1 3-854,-1 2 0,0 4 0,0-2-1331,-1-3 1,0 0 0,1-3-72,0 6 0,1-2 1745,-2-4 1,2-4-3859,9 5 2457,-5-37 1,2-7 0,-5 0 0</inkml:trace>
  <inkml:trace contextRef="#ctx0" brushRef="#br0" timeOffset="95557">1493 904 14686,'5'43'546,"1"0"0,-1 0 0,0-6 0,0 3 0,-1-3 0,0-7 2730,0 9-3115,-1-9 1,-1-5 152,-1-16-303,-11-42 67,2 12 1,-1-4-46,-1-11 1,-1-7-1,2 4-562,-2 4 1,2 1 567,-2-12 1,4 5-18,12 20-22,14 3-23,22 16 113,-5 5-1444,-9 6 0,-2 6 2104,-5 20 1301,-16 7-1721,-18-16 0,-9 0-639,-2-8 0,-5-2 0,2-1 314,-5 1 1,1-1 58,-4-1 1,7-4-2049,16-8 2084,9-2-2610,11-5-415,8-1 2925,24-13 0,-20 11 0,9-6 0</inkml:trace>
  <inkml:trace contextRef="#ctx0" brushRef="#br0" timeOffset="95944">1726 968 13671,'4'-3'3276,"-1"0"-3724,-6 33 504,3-15 1525,1 29-1447,22-34 1,4-5 601,3 5-731,3-8 1,1-7-1080,-9-9 0,-5-5 1186,-7-2 0,-3 0-51,2-1 1,-7 0 61,-18-1 0,-9 4-156,-18 8-23,10 6 0,2 7-1547,6 20 1,5 4-774,-4 6 1205,11-2 1,9-2 816,29-5 0,-19-11 0,18-2 0</inkml:trace>
  <inkml:trace contextRef="#ctx0" brushRef="#br0" timeOffset="96418">2023 1002 19123,'9'29'819,"-1"0"0,1 9 0,-1 6 0,0-4-726,-1 2 1,0-1-1187,0 3 1,-1 3 0,0-9-1280,-3-4 1462,1-1 1750,-3-24 574,-1-13-1403,0-12-472,-4-13 1,-3-10-1,1 2 472,1 5 1,0 0-9,-2-8 1,-1-5 0,1 4 136,0-4 0,4 5-135,7 13 1,1 2 719,-2-5 0,6 6-765,17 22 1,4 10 67,-9 3 0,-1 4 11,6 5 1,-4 4 55,-11-1 0,-8 0-28,-13 1 0,-6-2-55,-15 13 1122,8-18 0,-3-2-2081,-2 0 1,1-3 946,-3-2 0,-5 5 0,30-19 0</inkml:trace>
  <inkml:trace contextRef="#ctx0" brushRef="#br0" timeOffset="96572">2620 1130 19572,'-5'5'0,"0"-1"0</inkml:trace>
  <inkml:trace contextRef="#ctx0" brushRef="#br0" timeOffset="98148">2642 936 8680,'-3'-2'3276,"1"1"-6553,2 1 3668,-3-29 484,2 19 1105,-3-23-1352,4 27 2505,-1 1-3021,0 6 247,-1 8 190,2 12 112,-1 5 0,2 7 0,-1 3-314,0 6 1,0 4-1,0 2 1,0-1-253,0-1 0,0-1 0,0 0 1,0 2-58,0-2 0,0 0 0,0 1 0,0 2 0,0 2-249,0-9 0,0 4 1,0 1-1,0 0 0,1 1 1,-1-2-1,0-2 1,1-3 225,-1 1 1,1-3 0,0-2-1,-1 2 1,1 4-47,0-4 1,-1 5-1,0 3 1,1 0-1,-1 0 1,1-2 0,-1-5-1,1-4 49,1 8 1,-1-7 0,1 2-346,-1 3 1,-1 3 0,1 0 0,-1-4 333,1 0 1,-1-3-1,1 0-7,-1 8 0,1 0 0,-1-5-6,0-7 1,0-6-6,1-5 1327,-1-6-1864,0-13-1091,-1-34 1,1-19 1091,-1 22 1,1 0 0,0-19 0,-1 3 0,1 9 0</inkml:trace>
  <inkml:trace contextRef="#ctx0" brushRef="#br0" timeOffset="98777">2590 861 9275,'-10'-4'1132,"2"1"1565,7 3-1319,1 3 1053,15 5-3446,23-2 1463,7 1-286,-15-5 0,3-3-348,7-1 1,3-2 237,-12 0 0,1 0 1,2 0-84,5-1 1,1 0 0,-1 0 11,-5 0 0,-1 0 1,-3 0 12,2 1 1,-5 1-63,1 0 1820,-23 3-1819,-4 0-897,-1 0-380,-5 2 1975,0-1-631,-11-3 0,10 1 0,-4-3 0</inkml:trace>
  <inkml:trace contextRef="#ctx0" brushRef="#br0" timeOffset="99020">3166 737 11885,'-2'-5'3276,"0"1"-1252,2 4-220,10-5-538,18 22-1109,-5-8-107,-4 10 1,-3 4-3328,-8 23 1638,-16-2 1,-6 3 1091,5-13 1,-3-2 0,-4 4 0,-1-6 0,4-9 0</inkml:trace>
  <inkml:trace contextRef="#ctx0" brushRef="#br0" timeOffset="99472">2705 1757 16714,'-39'-17'3276,"9"5"-2563,30 11-545,5-2-3445,35-5 2952,-15 2 1,1 1 324,7-2 0,1 0 429,-4 1 1,0 0-531,-1 2 0,-1 0-1187,-2 0 0,-1 1-351,0 0 1,-2 1-1203,4-1 2841,-18 0 0,-7 1 0,-2 1 0</inkml:trace>
  <inkml:trace contextRef="#ctx0" brushRef="#br0" timeOffset="99754">2992 1566 18014,'-10'0'1894,"13"10"-1547,16 15-291,2 3-1695,-8 2 1,-6 2-793,-9 8 792,-3-6 1,-5-1 1329,-5-9 0,-2-4 0,-3 6 0,1-6 0</inkml:trace>
  <inkml:trace contextRef="#ctx0" brushRef="#br0" timeOffset="100241">2769 2386 18238,'-13'1'2185,"5"0"-2006,30-3-89,2-3-1729,4 0 1,3-1 1033,-4-1 0,1 0-2,0 0 1,-1 0-952,-2 2 1,-2 0 1009,9-4 1,-16 5-1,0-1 1</inkml:trace>
  <inkml:trace contextRef="#ctx0" brushRef="#br0" timeOffset="100481">3013 2265 17140,'-7'5'3081,"17"31"-6023,-2-9 2936,0-3 1,0 1-6,-4 2-1628,-6 0 1,-4 1 818,-3 10 1,-1 7 0,3-31 0</inkml:trace>
  <inkml:trace contextRef="#ctx0" brushRef="#br0" timeOffset="100929">2759 3200 15527,'-4'1'3276,"1"0"-1656,-3 1-802,5-1 1311,21 1-1793,4-5-275,0 0 1,4-1-1155,2-4 1,3-1 0,-2 1 1046,-2 0 0,-1-1-83,18-4 0,-3 2-890,-10 4-1346,-10 3-912,-8 3 2457,-8 1 1,-4 0 0,-3 0 0</inkml:trace>
  <inkml:trace contextRef="#ctx0" brushRef="#br0" timeOffset="101188">3191 3075 18350,'8'33'-1093,"1"0"1,-7-4 0,-3 1 450,-3 1 0,-3-3 0,-8 4 0,9-21 0</inkml:trace>
  <inkml:trace contextRef="#ctx0" brushRef="#br0" timeOffset="101797">2529 3272 13330,'0'-4'3276,"0"1"-2910,0-2 1315,0 4-236,3 6-1019,0 4-3000,7 32 3100,-4-3-375,-2-13 1,0 3-572,-2 3 0,-1 3 0,0 1 535,0-1 1,-1 0 0,0 2-83,0 5 1,0 2 0,0-1-31,-1-3 1,0-1 0,-1 0 26,-1 8 0,0 1 0,0-4-783,0-3 0,0 0 753,0-2 0,0 1 0,1-5 0,0 4-218,0 4-3059,0-23 1625,2 2 1652,1-21 0,-1 0 0,2 0 0</inkml:trace>
  <inkml:trace contextRef="#ctx0" brushRef="#br0" timeOffset="102063">2581 4264 17369,'5'0'2185,"-1"-1"-3824,16-8 1,7-4 1472,-2 1 0,2-1 278,11-5 0,2 0-463,-10 6 0,1-1 0,0 2-171,13-1 1,-1 2-1118,-2 0 1,-3 1 982,-5 3 1,-5 1-1,-8 3 1,-18 1 0</inkml:trace>
  <inkml:trace contextRef="#ctx0" brushRef="#br0" timeOffset="103881">3136 4015 12861,'-5'-6'2387,"2"2"-401,3 4-1941,-1 6 954,5 3-797,-3 20-2655,2 12 1601,-7 0 1,-12-3 1093,-14-22 1,-13-5 0,-1-6-1,10-7-242,13-11 0,2-7-567,-9-2 0,-8-5 0,4-5 0,12-8 567,17 10 0,8-6 0,4-3 0,5-4 0,3-1 0,2-2 0,0 1 0,0 1 0,-2 2 0,-3 3-217,0-3 0,-2 3 1,1 1-1,-1 1 0,1-1 1,0-2-1,2-2 217,-3 5 0,1-1 0,1-1 0,0-2 0,0 0 0,1 0 0,0-1 0,0 0 0,0 0 0,0 0 0,-1 1 0,1 1 0,0-1 0,0 0 0,0 0 0,0 0 0,0 0 0,0 1 0,-1 0 0,1 0 0,-1 1 0,-1 1 0,3-7 0,-1 1 0,-1 1 0,0 1 0,0 0 0,0-1 0,0 0 0,1-1-33,-2 3 1,1 0 0,1-2 0,-1 0 0,1 0 0,-1 0 0,0 2 0,-1 0 0,-1 2 0,-2 3 32,2-7 0,-2 3 0,0 1 0,-2 2 0,-1 1 0,0 1 0,-2-6 0,-1 1 0,-2 2 0,0 1 0,1-3 0,-2 1 0,-2 2 0,-1 1 0,-2 2 0,-1 3 0,1-1 0,-6 7 466,-20 5 0,-3 6-466,3 0 910,3 5 0,-1 1-910,-5 0 511,-2-5-511,-6-5 2975,2-4-2975,14 6 0,1 0-245,-4-4 245,6 6 0,4-1 0,11 4 0,14-24-314,1 15 314,12-19 0,-3 22 0,8-3 0,2 0 984,3-1-984,-3 1 0,0 3 0,-5 5 0,4 2 200,-9 5-200,-2 1 0,-9 4 0,-6 13 263,0 1-263,0 7 0,-2-3 0,2 0-2403,-1-4 2403,1 1 0,0-5 0,0 2 0,0-6 0,-2 2 0,-1-6 0,0-1 2775,1 0-2775,1-1 0,1-3 0,20-18 0,-8 6 0,19-19 0,-13 16 0,-2 2 0,-1 5 0,4 0-1402,-7 6 1402,5-3 0,-9 6 0,7 2 0,-7 0 0,6 0 0,-9 0-3277,0 0 0,-2-1 4823,-1 1-1165,-2-11 1144,0 6-684,-4-10-595,-9 12-3504,-16 2 3348,-2 9 33,-7 6-28,14 4 1,2 2-897,-9 15 801,12-14 0,3 0 23,5 6-2015,30 6 1992,2-17 0,0-2 0,1-2 2003,17-7-2003,-12-3 0,3 1-1007,2 2 0,-1 1 1018,-5-2 0,-3 2 524,15 11-524,-33-2 286,-21 5 1,-12 2 265,2-6 1,-3-1 0,-1 1-452,2 0 0,0 0 0,-3 0-569,-13 1 0,-3-1 0,8-4-1000,3-2 745,-5-5 712,73-26 0,-16 9 0,14-8 0</inkml:trace>
  <inkml:trace contextRef="#ctx0" brushRef="#br0" timeOffset="104075">3904 827 19224,'0'36'-820,"0"0"1,0 0 0,-2 12 0,0-3 163,-1-7 1,0-4-1,-2 4 1,1-25 0</inkml:trace>
  <inkml:trace contextRef="#ctx0" brushRef="#br0" timeOffset="105312">3688 1487 12781,'8'-7'3276,"-2"2"-2495,-8 5 92,-4 0-817,-3 0-45,-5 0-3288,-26 18 3185,1 3 125,15-6 1,0 1-34,-7 11 22,15-8-55,6 9 22,4-11-12,11 6 23,7-13-11,15 0 0,7 0-6,-6 1 0,1 1-6,7 2 1,-2 2 34,-1 17 167,-50-5-50,-3-12 0,-5-2-70,-6-3 1,-4-2 0,2-2-110,2 1 0,1-2 1588,-9 3 1,7-8-1539,20-19 0,6 13 0,5-13 0</inkml:trace>
  <inkml:trace contextRef="#ctx0" brushRef="#br0" timeOffset="105629">3896 1714 16871,'3'37'216,"-1"0"1,1-4 0,-2-6-3494,-4-14 916,11-7 3770,7-4-1499,12-11-1549,-4 0 1,2-3 1208,10-7 1,0 0 0,-22 11 0</inkml:trace>
  <inkml:trace contextRef="#ctx0" brushRef="#br0" timeOffset="106541">3652 2242 15191,'-7'-24'1490,"0"1"0,-20-14-1143,3 30-156,-11 5-1830,12 7 1,0 4 1526,-1 4 0,1 2 547,-2 2 0,2 2-524,-6 16-2236,21-3 2314,14-15 11,4 5-11,8-4 0,9-3 0,4 2 651,4 4 0,1 2-640,1-3 0,-2 3-644,-8 1 1,-1 3 0,-6 0 688,-8 0 0,-6 2 56,-1 11 0,-10 0 149,-12-15 0,-8-3 0,1-2-200,-1-1 1,-2-4-34,-13 5 0,0-11-835,11-18 0,4-11 849,9-17 0,3-3 0,-6 17 0,3 0 1,12-13-1,1 1 0</inkml:trace>
  <inkml:trace contextRef="#ctx0" brushRef="#br0" timeOffset="107066">3865 2492 16053,'-3'-6'2432,"1"1"-2544,12-22 56,-1 20-90,21-13 113,-17 40 33,7 3-3277,-24 21 3269,-4-21 1,-2-1-4,-4 17-146,0 1 113,18-27-36,13 3 7,4-6 1,3 2-815,12 17 870,-15-15 1,-3 2 10,-8 9 1,-9 1-567,-27 9-1067,5-6 1,-3 0 982,-2-7 1,0-4-1,-11 10 1,18-15 0</inkml:trace>
  <inkml:trace contextRef="#ctx0" brushRef="#br0" timeOffset="107569">3739 3102 16602,'-43'8'926,"-1"0"0,9-4 1,2 3-507,1 15 0,4 5-403,13-8 0,2 1-17,-5 0 0,5 0 22,22 16-895,17-22 0,11-4 0,-3-1 862,-8 2 0,1 0-736,10-1 1,6 0 0,-12 2 735,-14 8 134,-29 11-116,-10-14 1,-8 1-1,1-2-213,0 1 0,-2-3 68,1-1 0,-2 0 0,6-4-77,3-6 1,11-2-1,6-1 1</inkml:trace>
  <inkml:trace contextRef="#ctx0" brushRef="#br0" timeOffset="107930">3810 3316 9139,'10'37'48,"1"-1"1,-2-2-1,2-9-37,5-18-22,14-12 819,-8-16-864,5-3 1122,-15-9-606,-7 4 1784,-3 21-1874,4 47 71,-1 3 1,0 4-603,-3-15 0,1 1 1,-1 1-97,1 11 1,1 2 0,-2-9-1,-2 1 1,0-12 0,0 0 0</inkml:trace>
  <inkml:trace contextRef="#ctx0" brushRef="#br0" timeOffset="108484">3586 4211 7917,'6'-33'385,"1"-1"0,1 3 0,-6 10 2370,-21 27-1657,-10 20-964,10-4 0,-1 5 0,1-2-112,1 1 1,1 1-7,-4 8 1,8 1-512,24 7-340,15-14 0,4-1 1425,-13-5 1,0-1-670,15 3 1,-3 0-366,-21-1 1,-5-1 948,-5 3 2370,-7 19-1598,-23-25 1651,-9-6-2928,8-3-124,3-6-3153,22-15 2457,9 2 1,-1-3 0,6 6 0</inkml:trace>
  <inkml:trace contextRef="#ctx0" brushRef="#br0" timeOffset="108902">3719 4497 14708,'0'-7'1794,"0"1"-876,0 6-200,0 7 558,2 13-816,-1 1-141,2 4 1,1 0-320,5-4 0,4 10-605,19-50-118,-16-1 0,1-3-916,0 3 1,0-1 1636,-2-7 1,-1 9 483,0 20-572,7 35-57,-14-11 0,-1 1 0,1-2 0,-1-1 1,-4 5-1</inkml:trace>
  <inkml:trace contextRef="#ctx0" brushRef="#br0" timeOffset="116639">956 1686 12232,'-14'4'1816,"2"-1"-1570,10 2-134,1-2-79,1 3 79,4-2-3389,3 2 3144,33 1-191,-13-4 0,3-2 425,3-1 0,4 0 1,-2-1-515,11-3 0,-1-1 446,-11 0 1,0 0 0,-2 0-1,4-3 1,2 1-9,-3 1 0,5 1 1,-1 1-1,-4-1 388,4 1 0,-2 0-413,5 0 0,3 0 0,-9 2 2180,-11 2-2113,-8 3 493,-9-2 683,-3 2-1153,-5-2 1154,0-1-1244,3 0 1635,-3 0-1791,3 0 144,-7-1-3265,3 1 1620,-3 1 1657,8 0 0,-2 1 0,3-2 0</inkml:trace>
  <inkml:trace contextRef="#ctx0" brushRef="#br0" timeOffset="118220">4410 766 11201,'0'3'3227,"0"0"49,0-3-2898,5 0-289,7 0 94,14-2 0,9-1 0,-2 0-155,-7 2 0,0-1-10,9-1 1,5 0 0,-5-1 20,-3 2 0,-4-1-691,13-1 652,-16 1 0,-1 1 0,-1-1 0,-3 1 0,-10 0-90,-3 2-638,-7 0-2549,0 0 2457,5-3 1,-4 2 0,3-1 0</inkml:trace>
  <inkml:trace contextRef="#ctx0" brushRef="#br0" timeOffset="118687">4904 512 15448,'-7'-3'1804,"0"1"-1143,7 2-1754,0 0 1,0 0 0</inkml:trace>
  <inkml:trace contextRef="#ctx0" brushRef="#br0" timeOffset="119708">4807 511 16400,'-10'-3'572,"1"0"-561,8 4 112,0 7 101,0 5-3501,0 11 3484,1 15 1,0 5 42,0-18 0,0 1-228,-1 5 1,1 4-1,1-3-45,0-5 0,1-1 157,3 15 1,1 5-705,0-5 1,2 3-1,-1-2 600,-1-6 0,0-1 0,0 1 387,2 7 0,-1 0 1,-1-4-379,0-3 0,-1-4 251,0 2 0,0 0-245,0-1 0,1 2-601,-1-5 1,0 2 0,0-1 577,1 4 1,0 1 10,2 9 1,-1-1 996,-2-13 1,0-1-869,1 10 1,0 6-411,-2-5 0,-1 5 1,1 0-1,-1-3 251,0-3 1,0-3 0,0 3 10,-1 3 0,0 4 0,0-2 0,-1-6-9,0-2 1,-2-2-6,1 0 0,0 3 0,0 0-8,0 3 1,0 1 0,-1 0 10,0-1 1,0 0 0,0 2-4,-1-6 0,1 2 0,-1-1 0,0-4-40,-1 9 1,0-2 31,0-6 1,1 1 0,-1 0 7,1 7 0,-1 0 0,1-3 0,0-2 0,0 1-39,0-7 0,1 5 0,0-1 0,0-2 39,0 10 0,1-2 556,0-6 1,0 1 0,0 0-561,0-1 0,0 1 1,0 1-480,0 0 0,0 2 0,0 0 0,0-3 483,0-4 0,0-3 0,0 1 0,0 11 0,0 2 0,0-7 1016,0-12 1,0 0-1017,0 18 0,0 0-916,0-16 1,0 0 915,0 14 0,0-2 11,0 0 362,0-2-362,0-13 1,0 1 49,0 2 1,0-1-40,0-1 1,0 0-1,0-1 1,0-2 33,0 6-23,-1-1 12,1 1-11,-1 18-12,1-14 0,0 8-10,0-22-12,0-4-1860,0-7-639,-6-35-778,-2-9 3118,0-2 1,0-1 0,0 2 0,-1 0 0</inkml:trace>
  <inkml:trace contextRef="#ctx0" brushRef="#br0" timeOffset="120872">5179 429 11213,'5'-6'2230,"-1"2"-1905,-2 26 369,-2 8-302,1 4 1,0 1-113,-1 6-146,1-15 0,-1-4-3190,0-8 3202,0-6 269,0-2 739,0-4-11,0-8-1098,0-3 33,0-10-22,0-16-45,3-10 6,0 21 0,0 0-12,1 0 1,2 1-1124,7-3 1,3 0 1139,1 4 1,2 1-18,0-2 1,1 2-6,2 5 0,1 5-33,16 4 21,-9 6 24,2 8 246,-13 24 648,-8-7-761,3 16 2634,-10-16-2583,-2 2 0,-1-1-196,2 1-6,-1 0 1,0-3-2651,1-11 2645,2 3-3026,5 4 75,-2-4 2962,5 7 0,-9-14 0,-1-2 0</inkml:trace>
  <inkml:trace contextRef="#ctx0" brushRef="#br0" timeOffset="124767">2142 214 8053,'-5'0'2644,"2"-1"-2184,3 1-24,-2-1 47,1 1-405,-2 5 0,3 7 23,0 12 112,0 7-34,1 7 0,0 3-1818,1-15 1,-1-1 1603,2 16 0,0-1 46,1-3-11,0-8-3277,2 4 3043,-4-19 0,0 3 0,-2-17 0</inkml:trace>
  <inkml:trace contextRef="#ctx0" brushRef="#br0" timeOffset="125340">2501 277 9400,'1'-7'382,"-1"2"21,-39 22-381,25-6 505,-9-1 1,1 4-506,14 18-144,6-8 156,6 7 309,6-14-332,12-7 1,4-3-1699,1 3 1687,-1-2 0,-1-1 11,-8 1 1,-4 2 111,-7 10-2179,-24 10 2241,0-9 0,-3 0-135,-1-3 1,-2-1-18,-2-1 1,-1-1-17,4-5 0,2-1 1243,-11 3-1260,5-3-673,16-6 673,12-12 0,-1 7 0,2-6 0</inkml:trace>
  <inkml:trace contextRef="#ctx0" brushRef="#br0" timeOffset="125670">2565 198 13296,'6'31'-14,"0"0"0,0 0 0,-1 3 0,-1-2-642,3 3 1,-1-4-1,-4-14 1,-2 7 0</inkml:trace>
  <inkml:trace contextRef="#ctx0" brushRef="#br0" timeOffset="125820">2609 329 12848,'0'-6'-347,"0"2"-113,35-10 0,-26 11 0,27-11 0</inkml:trace>
  <inkml:trace contextRef="#ctx0" brushRef="#br0" timeOffset="126373">2767 347 13454,'40'-20'-5,"-1"1"1,0-1-1,-6 5 1,-1 0 0,-8-1 26,-9-11 135,-40 16-23,6 1-89,-4 12 0,-1 6-2304,6 8 2281,1 5 494,14-2-472,44 2-66,-10-12 22,-5-1 0,1-4 11,-4-10 0,-1-5-11,8-13 0,0-3 0,-9 3 23,-13 14 1754,-1 6-1766,0 0 68,18 4-79,2-4 0,3 0-45,-3 0 0,3-1 45,13-4 0,6-4 0,-9 2 0,3-1 0,-4 0 0,0 0 0</inkml:trace>
  <inkml:trace contextRef="#ctx0" brushRef="#br0" timeOffset="127335">5426 1055 11526,'2'-3'3276,"0"-1"-1835,2-12-1059,-2 12 447,-28-6-505,6 18-251,-2 0 0,0 0-3218,-1 8 3436,-2 9-1208,12-6 917,0 5-12,10-9 46,8 5-155,15-1 1,4 0 120,5 7 17,9 1 0,-1 0-17,-11 1 56,4 4 985,-24-11-357,-22 0-594,3-9 10,-16 5-88,10-13-2007,-13-6-1282,10-35 0,-1 7 2621,17 1 1,5 1-1,1 7 1,2 4 0</inkml:trace>
  <inkml:trace contextRef="#ctx0" brushRef="#br0" timeOffset="127570">5640 952 18698,'42'-3'-325,"-1"-1"0,1 0 0,0 0 0,0 0 0,-12 2 0,-10 2 0,1 0 0</inkml:trace>
  <inkml:trace contextRef="#ctx0" brushRef="#br0" timeOffset="128263">5510 2122 16389,'-13'-11'1165,"-1"1"-1075,5 10 112,-5 0 190,-1 4 12,-14 12-348,10 9-56,-3 2-3277,27 11 2257,17-14 1020,6 4 871,6-8-871,-8-5-654,-6-2 0,-1 0 654,2 3 11,6 8 113,-23-7 2810,-24 2-2934,3-2-11,-20-4 11,7-34 0,2-5 0,5 15 0,0-14 0,1 1 0</inkml:trace>
  <inkml:trace contextRef="#ctx0" brushRef="#br0" timeOffset="128465">5585 2011 10786,'40'-14'-656,"1"1"1,-1 0-1,-7 1 1,-1 0 0,-6 4-165,1 6 1,-21 2 0,-3 0 0</inkml:trace>
  <inkml:trace contextRef="#ctx0" brushRef="#br0" timeOffset="129153">5550 3109 13835,'0'-7'2274,"0"2"-2207,0-7 168,0 9 819,-10-10-1782,-8 23 1142,-6-1 307,-3 9-26,-7 12-617,17-10-55,-8 11-12,21-2-2225,9-9 2214,6 8 750,10-12-750,14 7-1317,-8-5 0,-1 0 1306,11 9 16,-15-10 1,-5-1-6,-11-3 45,-3 5 1666,-4-6-1566,-13 6 57,0-10-12,-27 0-223,19-9 2730,-11-6-5974,15-22 2457,9 2 1,1-1 0,8 14 0</inkml:trace>
  <inkml:trace contextRef="#ctx0" brushRef="#br0" timeOffset="129333">5633 3061 19146,'31'-17'-410,"0"1"0,0 0 1,-2-3-1,-2 4 1,0 8-1,-5 4 0,-14 3 1</inkml:trace>
  <inkml:trace contextRef="#ctx0" brushRef="#br0" timeOffset="130002">5723 4098 17958,'-44'3'2644,"5"5"-2353,24 15-33,4 2 0,3 2-1309,-2 15 1051,3-16 0,4-1-2998,14 10 2493,8-20-279,13 2 403,2-5 381,-12 2 101,-8 2 657,-11 4 632,-17 17 1509,-3-7-2877,-6 7-111,-2-15-3188,11-22 2457,1-31 1,7 15 0,5-20 0</inkml:trace>
  <inkml:trace contextRef="#ctx0" brushRef="#br0" timeOffset="130165">5840 3978 12018,'37'-27'-410,"0"1"0,0 0 1,-3 1-1,-1 1 1,-7 5-1,-3 4 0,-8 3 1</inkml:trace>
  <inkml:trace contextRef="#ctx0" brushRef="#br0" timeOffset="135235">6029 574 17622,'-7'0'1703,"5"0"-1210,8 0 336,30 0-549,7 0-235,-9 0 0,3 0-19,-1 2 0,2 0 1,-3-1-27,-5 0 0,-1 0 0,18 2 0,-8 0 0,-23-2 22,-2-1-22,-11 0-1093,-2 0 1,-1 0 0</inkml:trace>
  <inkml:trace contextRef="#ctx0" brushRef="#br0" timeOffset="135597">6399 398 15907,'35'18'889,"1"-1"0,-3-1 0,-3 2-2528,-6 2 1,-3 3 799,-8-3 1,-1 1 927,5 4 1,-4 1 1555,-14 14-1578,-14-9-585,-11-2 0,-5 0 484,11-10 1,1-1-320,-13 10 0,-1 0 29,12-8 0,2-4 1,1 1-1,-5 3 0</inkml:trace>
  <inkml:trace contextRef="#ctx0" brushRef="#br0" timeOffset="137199">7443 525 11504,'2'-5'3115,"-1"1"-594,-1 4-1838,1-7-144,-1 5-237,-31 25-11,8-2 0,-2 3-162,-7 6 1,-1 0-33,11-9 0,-1-1 0,-1 2-1120,-10 9 1,-3 1 0,4-3 1022,7-5 0,1 0-1093,-6 9 1,-2 4 0,9-7 272,12-8 1,1 9 0,11-29 0</inkml:trace>
  <inkml:trace contextRef="#ctx0" brushRef="#br0" timeOffset="137548">7012 660 15400,'22'25'680,"0"0"1,3 1 0,1 2-1,0-1-962,-2-2 1,-1-2-1,0 0 282,1 1 0,0 1 0,-1-2-1106,11 11 0,-5-3 1016,-5-7-918,-5-6 160,-9-9-944,-10-9 1792,1-8 0,-1 6 0,0-5 0</inkml:trace>
  <inkml:trace contextRef="#ctx0" brushRef="#br0" timeOffset="138049">6954 368 17700,'-16'0'2477,"3"0"-2466,13 0 134,10 0-1784,18 0 1,7 0 1476,-11 0 0,3 0 195,17 1 1,5-2-463,-5 0 1,1-2 0,-3 1 428,-8 0 0,0 0 0,5-1 0,3 0 0,-8 0 0,-5-1-1517,-7 0 1584,-12 3 1495,-3 0-1562,-7 1-3277,-2 5 3255,-21 29 1,15-21 0,-14 21 0</inkml:trace>
  <inkml:trace contextRef="#ctx0" brushRef="#br0" timeOffset="138761">6479 1614 14708,'-5'-4'3276,"8"0"-6553,23 4 2593,5 0 1320,-7 0 1,2 0-570,20-1-694,-22 0 0,1 0 627,11-1 0,2 0-510,-4 0 1,1 0 509,-2 0 0,-1 0 850,-6 0 1,-4 1-1289,4 0 438,-12 1 0,-3 0 0,-9 0 0</inkml:trace>
  <inkml:trace contextRef="#ctx0" brushRef="#br0" timeOffset="139115">6845 1451 18082,'-6'-4'1187,"24"8"-4464,10 10 1633,11 3 1745,-2 4-545,-15-5 1,-2 2 824,5 22 230,-9-19 1,-5 0-556,-16 4 0,-9 0-364,-9-4 0,-4-1-443,5-4 1,-1 0 515,-4 1 1,3-4-3043,7-5 3093,8-3 0,4-4 1,4-1-1</inkml:trace>
  <inkml:trace contextRef="#ctx0" brushRef="#br0" timeOffset="139537">7681 1470 11189,'-32'25'631,"-1"-1"1,7-5-1,0 2-377,2 8 0,1 4 0,2-3-198,2-6 0,1 0 428,-1 1 1,-1 2 0,2-4-485,-8 7-832,-3 7-2445,15-20 0,-1 2 3499,14-27 1,1 6 0,0-7-1</inkml:trace>
  <inkml:trace contextRef="#ctx0" brushRef="#br0" timeOffset="139833">7336 1518 15896,'2'-4'3276,"-1"1"-2146,12 20 0,5 11-587,-1-9 0,4 1-1636,8 9 1,5 4 0,-2-3 963,-1-3 1,0-3 275,-5-4 1,1-1 0,-3-2-148,11 9 23,-7-4-46,0 1-436,-14-9-830,-1-2-1988,-11-18 2457,-7-8 1,3 3 0,-3 0 0</inkml:trace>
  <inkml:trace contextRef="#ctx0" brushRef="#br0" timeOffset="140235">7214 1386 18216,'15'-7'1725,"0"2"-1516,19-1 0,14 1 1,-6 1-182,-12 0 0,0 0-28,9 0 0,5-2 0,-5 1 5,-4-2 1,-6 2-6,1-1-79,10-3-783,-37 8-2415,-3 1 2894,-7 4 0,5-3 1,-6 3-1</inkml:trace>
  <inkml:trace contextRef="#ctx0" brushRef="#br0" timeOffset="140837">6312 2774 17913,'-22'-22'2174,"4"5"-493,16 17-863,1 0-415,0 0-168,10 2-167,6-1-1,14 1-30,0-3 0,7-3 1,-3-1-296,-4 2 0,0-1 250,11-2 1,3-1-1,-5 0-1574,-14 2 0,-2 0-54,18-4-425,-23 5-618,-14 4 2679,-7 0 0,3 0 0,-3 1 0</inkml:trace>
  <inkml:trace contextRef="#ctx0" brushRef="#br0" timeOffset="141230">6541 2570 13715,'-4'-2'3276,"2"0"-5649,21 5 3449,23 14-1348,-17-2 0,2 2 317,-1 1 0,-1 2 517,-5 0 0,-4 3-310,-5 17 1,-6 0-85,-7 4-135,-7 0 1,-8-2-692,-10-20 1,-4-4-850,4-1 0,1-1 753,1-2 0,3-4-2523,5-3 3397,14-9 0,2 1 1,1-1-1</inkml:trace>
  <inkml:trace contextRef="#ctx0" brushRef="#br0" timeOffset="141704">7772 2557 21107,'-34'-10'1927,"7"9"-1445,-12 26-124,7 8-123,10-9 1,-4 4-1,1-1-1495,-5 6 1,0 0 1262,5-6 1,0 1 0,2-2 284,1-1 0,3-4-322,1 1-3243,6-3 530,6-10 685,2-2-660,4-6 2722,0-13 0,0 10 0,0-10 0</inkml:trace>
  <inkml:trace contextRef="#ctx0" brushRef="#br0" timeOffset="141986">7413 2553 15907,'3'-3'1638,"17"26"0,3 11 454,-1-3-2912,-3-3 1,5 6 0,1 2 0,-5-7 277,-5-6 0,0-1 542,3 3 0,1 2 0,-4-2-446,2 19-2831,-10-22 0,1 7 3258,-16-33 1,6 2 0,-6-5 0</inkml:trace>
  <inkml:trace contextRef="#ctx0" brushRef="#br0" timeOffset="142285">7234 2462 18429,'24'-9'946,"1"-1"1,14-6-947,-13 9 0,4 1-26,6 0 0,5 1 0,-6 0-763,-10 2 0,-1 0 191,10-3 0,3 1 1,-11 8-223,-14 25 1,-6-19 0,-2 18 0</inkml:trace>
  <inkml:trace contextRef="#ctx0" brushRef="#br0" timeOffset="142854">6527 4023 17992,'-28'1'3276,"4"-1"-1163,23 0-2113,4 0 45,8 0-11,11 0-3311,10 0 2982,-2-3 0,7-3 0,-4 0 283,-6 2 1,1 0 297,4-2 1,3-1 0,-3 2-1374,11-2-224,-23 4-45,4 1-1921,-24 7 2922,0-3 1,0 4 0,0-5 0</inkml:trace>
  <inkml:trace contextRef="#ctx0" brushRef="#br0" timeOffset="143348">6853 3809 20289,'-24'-1'1277,"6"4"-863,22 10 326,15 18-2160,4-1 1436,-9-11 1,1-1-1285,2 2 0,1 0 1268,-3 0 0,0 0 11,10 13-1955,-6 8 2022,-21-17 1,-4 0-102,-6 10 23,0-9 0,-5-1-588,-17 3 0,-2-5-454,2 2 61,0-2 1,7-3-1267,19-11 2247,19-4 0,-7-2 0,10-2 0</inkml:trace>
  <inkml:trace contextRef="#ctx0" brushRef="#br0" timeOffset="143698">7807 3809 12814,'-27'34'456,"1"0"0,0 0 0,0 1 1,-4 1-1,0 1 0,0-2 1,3-3-236,4-5 0,3-3 0,-1-1-249,-11 11 0,3-4 1473,3-1-4722,22-26 2457,7-8 1,1-2 0,0-1 0</inkml:trace>
  <inkml:trace contextRef="#ctx0" brushRef="#br0" timeOffset="144037">7466 3820 21555,'27'33'545,"0"0"0,0 0 1,0 0-1,-6-6 0,-3-3 1,2 2-485,2 0 1,3 1-1,0 1 1,-3-1 94,4 6 1,-2-1 0,-4-5-157,-5-8 0,0 0-17,14 23 1,-5-13-2751,-20-31-510,-2-20 0,-5-4 2457,-6-19 1,4 25 0,-3 2 0</inkml:trace>
  <inkml:trace contextRef="#ctx0" brushRef="#br0" timeOffset="144575">7183 3749 22642,'-39'0'1187,"9"0"572,32 0-1344,31-2-3692,6-5 2946,-11 4 1,2-1 347,-3-2 0,0-1 441,-2 2 0,0 1-430,1-2 0,6 0-8,5-1 0,8-1 0,4 0 0,-1 0 0,-6 1-693,-4 0 1,-4 2 0,4-1 674,3-1 0,7-1 0,1 1 0,-4 0 1,-10 2-9,-4 1 1,-7 2-18,11-1 426,-14 2-156,-12 0 2493,-7 1-2818,-2 0-3199,2 0 0,2 0 2457,3-4 1,-2 3 0,-1-4 0</inkml:trace>
  <inkml:trace contextRef="#ctx0" brushRef="#br0" timeOffset="206673">9837 8366 12244,'-6'-1'2431,"1"0"-571,5 1-1311,-4-2-11,3 1 1008,-5-1-907,6 2 1501,-2 0-1355,9 0-696,-2 0-22,8 0 1,-3 0 77,7 0-66,2 0-1,7 0-3324,14 0 3324,-3 0-56,2 0-1538,3 0 1589,-14 0 0,0 0-62,13 0 17,-5 1 0,1 0-258,-6 2 0,-2 0 269,-1-1 1,2 1-37,3 0 1,4 1 0,-2-1-10,2 1 1,0 0-1,7 0 1,1-1 721,-12 0 0,-2 0-728,-1-1 1,0 0-800,2 0 0,0 1 811,-1-1 0,0-1 0,-3 1 0,1 0-542,17 0 1,-1 0 541,-19 0 0,0-1 4,8 1 0,5 1 0,-4 0 1,-5-1 1,1 1-3,0 1 1,2-1 0,-2 1-10,3 0 1,-1-1 10,2 2 1,2 0-129,7 1 1,-2 0 122,-17-2 0,-1 0 5,18 1 1,2 1 5,-6-2 1,0 0-18,3 1 1,0 0 769,0-1 0,3 0-753,-2 0 0,3-1 0,-6-1-284,-11 0 0,-2 0 276,5-1 1,4 1 0,-5-1 1988,13 1-1981,-3 0 1,1 0-1,-15-1 0,-1 0-11,15 1 0,-2 0 0,2 1-957,-6-2 0,2 0 974,2 0 0,0 0 278,0 0 1,0 0-274,2-1 1,0 1-123,-5-1 0,-1 0 100,-5 0 0,0 0 17,12 0 0,3 0-21,-12 0 0,1 0 1,-2 0 8,3 0 1,2 0 8,-2-1 0,5 1 0,0-1 0,-5 1 14,1-1 0,-3 1-23,15-1 1,0 0 33,-6 1 0,-3 0-19,-10 0 0,-1 0 13,5 0 1,0 0 2094,14 0-2089,-17 0 0,0 0 1037,7 0-1076,-7 0 0,-2 0 0,0 0-1181,4 1 0,2 0 1198,-9-1 0,0 1 0,9-1 0,0 1-1403,4 0 1447,-4-1 1,1 1-6,6-1-34,-8 1 1,6-1-1,-3 1 305,0-1 1,-1 1-323,1-1 1,1 1-6,4-1 0,-1 0 28,-8 0 0,0 0-17,-2-1 1,2 0 2,2 0 1,3-1 0,-4 1-3,11-3-7,-6 2 1,0-1 5,-4 1-1154,-1 1 1177,-4 1 0,0-1 1430,8 0-1453,-9 1 1,0 0-12,1-2 11,-4 1 0,2 0-1499,13 0 1504,-14-1 1,0 0 1494,1 1-1477,-2-2 74,-4 1-29,-4 0 122,-2 0-133,-12 2 2267,0 0-1943,-2 0 1812,-8-1-2204,-15 6 0,-2 1 0,5-4 0,-3 3 0,-1 0 0</inkml:trace>
  <inkml:trace contextRef="#ctx0" brushRef="#br0" timeOffset="207334">15456 8913 11840,'0'-7'3276,"0"2"-3859,0 5 1848,-59 43-116,28-15-1078,6-8 0,-3 2 0,-1 3-50,-2 6 1,0 3-1,2-2 57,-1 2 1,-1 1-72,3-4 1,-3 2 0,5-3-475,4-3 1,4-5 365,0 1 583,5-5-1827,7-10-313,6-8-1189,0-6-430,3-17 2457,2 0 1,-1-1 0,0 12 0</inkml:trace>
  <inkml:trace contextRef="#ctx0" brushRef="#br0" timeOffset="207660">15036 9028 12242,'28'33'675,"1"0"0,-8-9 1,1 1-1,-1-1 630,7 5 1,-2-2-1227,-3-3 0,-1-2 792,2 3 1,0-3-794,8 6-78,-16-14 779,6 2-4056,-20-15 2505,-2-16 0,0 12 0,0-12 0</inkml:trace>
  <inkml:trace contextRef="#ctx0" brushRef="#br0" timeOffset="208305">15663 8780 11414,'0'-7'3276,"0"1"-781,0 6 781,0 0-345,-10 0-1967,-14 1-617,-8 4 45,-6 2 1,-10 2-1,4-1-381,8 0 1,0-1-12,2 0 0,-5 1 0,-1-1 0,6-1-1639,-5 0 1,0-1 818,3-2 1,-5 1 0,-1-2 0,4 1-274,4 0 1,2-1 0,-2 0 623,-4-2 1,-4 0 0,2-1 0,9 0 0,-10-1 0,10-5 0</inkml:trace>
  <inkml:trace contextRef="#ctx0" brushRef="#br0" timeOffset="212305">10058 5397 11930,'2'-25'1277,"1"0"0,1-18-3206,-1 38 2612,-2 0 677,0 3 1194,-1 1-1109,0 18-871,0-3-394,0 16 11,0-7 44,0 7 0,0 3 373,0 4-535,0-4 0,0 0 84,0-1-1550,0-2 1,0 1 1476,0-2 0,-1 0-39,1 6 1,0-1 108,-1-6 0,0-1-143,-1 14-2009,2 0 2070,-1-12 1,1 2-554,-1 9 0,1 1 543,-1 0 0,1 2 473,0-11 1,-1 0-1,1 2-498,0 3 1,0 2-1,0-3-191,0-1 0,0-1 160,0 10 0,0-1 10,0-11 1,0-1 16,2 2 1,0 1-23,-1-1 1,0 1 16,1 9 0,-1-1 33,-1-14 1,0-2-57,0 4 1,0 2 27,0 0 1,0 1-549,1 4 0,0 0 532,-1-7 0,0 1 34,1 4 0,0 1 16,0 7 0,0-1-34,1-10 1,-1 0 666,0 11 0,0 2-667,0-10 1,0-1-740,0 3 1,-1 0 744,0 2 0,0 0-33,0-2 0,0-2 744,0-9 0,0-2-728,0-1 1,0 1 773,0 9 1,0 1-797,0-6 0,0-1 123,0 6 1,0-2-124,0 2 11,0-1 0,0 13 0,0-10-11,-1 11 17,-1-16 0,0 0 190,-1 1 0,0-1-207,0 0 0,0 0-1057,0-1 1,1-1 1123,-1 11-67,1-7 2147,0 2-2091,0-9-1272,1 3 1205,-1 1 308,1-2-275,-1 11 2745,-1-13-2779,1 9 12,0-19 12,-1 6-12,1-10-23,-3 16-10,2-17 1966,0 4-2123,-3 3 112,2-4 66,-1 1-66,2-4 56,3-8 10,0-2-10,-2 10 22,1-4 0,-1 8 0,1-4 0,-2 8 34,-1 3-46,1-4 12,-1-3 23,4-14-124,0 1-3176,-1-13 0,-2-20 0,-1-7 1638,2 11 1,-2-1 1078,0 3 0,1 2 0,-1-5 0,-1 4 0</inkml:trace>
  <inkml:trace contextRef="#ctx0" brushRef="#br0" timeOffset="212871">8349 6763 8563,'-11'-32'3276,"2"6"-2372,9 37 362,10 31-1507,-3-10 0,0 5 0,1-1 280,2 9 0,0 1-28,-1-7 0,-1 1 1,1 1-142,0-4 0,-1 0 0,-1-5 119,4 14 539,-1-6 0,-2-11-774,-7-29-3031,-3-40 2979,-4 5 1,-2-2 0,5 9 0,0 0 0,-4-3 0,1 0 0</inkml:trace>
  <inkml:trace contextRef="#ctx0" brushRef="#br0" timeOffset="213192">8344 6778 3895,'5'-37'1092,"-1"1"0,1 2 0,2 7 1100,8 14-1632,24 1-414,-14 6 280,21 9 823,-27 7-734,-1 20-145,-18-7 0,-5 2-348,-2-1 1,-4 0-18,-7 6 1,-3-3-1110,-2-13 1,0-3 547,-12 7 556,5-31 0,22 10 0,0-12 0</inkml:trace>
  <inkml:trace contextRef="#ctx0" brushRef="#br0" timeOffset="214572">8815 6679 15224,'-30'-26'552,"1"0"1,2 3 0,3 9-49,3 23-2143,4 6 1,1 5 794,4 2 0,3 1 849,-4-1 1,3 1-1072,3 21 1133,25-23 1044,4-5-1083,5-16 0,2-5-39,2-6 0,7-13-123,-26-18 100,-9 12 0,-1-1 28,2 2 1,-2-1-1,-3-7 1,-1 1 10,-2 11 1,0 2-6,-6-20 23,-3 2-23,6 26 22,0 3 23,4 11-12,2 16 2292,0-1-2247,4 11 1,3 4 1559,2-7 0,0 1-1440,4 10 0,5 0-1794,6-4 1,3-4 1606,5 3 51,-10-13 0,2-7-1090,-2-15 0,0-8 1061,2-7 1,0-4-23,0 3 1,-1-4 10,0-14 0,-6-4-128,-10 3 0,-4-1 106,0 2 0,-4 0 16,-5-5 1,-3 4-17,-2 6 2175,-5 11-2153,9 26-2151,3 6 2129,-3 16 34,5 0 223,1 14-207,3-13 1,2 2 61,3 19-6,1-1 1,2 3-46,-2-15 1,1-1-40,1 14 1,1 0-18,-3-12 1,-1 3 8,-1-3 0,1 4 0,-1 1 0,0-3 856,1 10 0,0 2-870,-2-6 0,1 5 0,0 0 0,-1-4 3,0-8 1,-2-2 0,1 0-698,1 3 0,0 2 0,-1-4 683,2 1 0,0-5 11,3 8 2093,4-26-2071,-1-6-2025,28-23 2014,-15 2-6,-3-1 1,-2-1 347,-3-7-274,-5-2 33,-7-9-34,-11-3-11,-5 2-55,-10 1 32,-3 13 90,-1 2 1,-2 0-22,-7-6-35,7 7 1,1 0 178,1 1-145,3 0 236,-2-4-192,9 6-32,2-4-124,10 7-79,5-15 57,12 5-12,0-6 2291,9 12-2257,-5 6-2738,6 1-539,1 4 0,1 0 3193,2 2 1,-15 3 0,0-1 0</inkml:trace>
  <inkml:trace contextRef="#ctx0" brushRef="#br0" timeOffset="-213288.73">15419 9724 20031,'0'12'-820,"0"-5"1,0 2 0,0-6 0</inkml:trace>
  <inkml:trace contextRef="#ctx0" brushRef="#br0" timeOffset="-209165.73">10318 7971 13218,'-2'9'2096,"0"-2"-1715,2-7 2895,0 0 0,8 2-2691,9-1-282,24 5-163,-18-3 0,2-1-1640,15 2 0,0 0 1646,-7-1 0,-1-1-130,0 0 1,1 0-1090,1-1 1,1-1 1161,-3-1 1,0-1-62,0 1 0,1-1 11,5-2 1,0-2 38,-6 0 0,0-1-44,1 0 0,-1-1-776,-3 2 0,0-1 815,1-3 0,-3 1 1255,3-2-1289,-8 2 1,-1-1 2124,2-1-2131,0-1-2152,7-5 2164,-6 2 1825,6-4-1848,-9 5-1829,6-5 1874,9-8-35,-2-2-16,-14 12 1,-1-1 17,4-5 0,-2 1 22,6-6-51,-9 8 1,-1 1 230,-1 1-135,7-9-62,-5 5 0,1-2 6,-1 1 0,0-1-16,5-6 0,0 0-18,-5 7 1,0 0 32,2-6 1,1 0-34,-4 2 1,0 0-1,-1 0 0,0 1-762,-1-3 1,0-1 778,4-7 0,0 0 739,-6 11 1,1-2-757,6-11 0,2-5 0,-3 8-11,2-4 6,-1 1 1,2-1-13,-3 9 1,-1 4 1696,2-6-1675,-2 6 1,2-2-6,-1-3 1,0 0-12,-5 8 0,-1 0-98,8-12 1,-2 1 97,1-5-2009,-2 1 2003,-7 14 1,0-1 5,8-16 198,-9 18 0,-1 1-209,8-14 1800,0 2-1789,0-3 211,-2 10-211,-5 9-33,6-9 33,6-12-2137,0 0 2148,-2 3 254,-7 12-265,-4 9-1551,10-13 1551,-2 6 11,4-5 1484,-6 13-1495,-7 6-34,14-11 23,-1 4-1495,8-9 1506,-9 11 1517,-5 1-1528,-3 5 11,4-4-11,-4 4 11,1-1-11,-1 3-1,18-5 12,-11 6-11,23-5-11,-26 9 2313,3-1-2269,10 9-22,-4 2 3276,9 4-3218,-12 2 0,-1 1-58,4 6 0,8 9-3277,-16-11 3184,-3 2-2186,4 12 2279,-4-4 11,4 9 23,-8-14-787,1-1 0,0 0 775,3 8-22,-3-8 0,-1-1 1528,1 1-1500,0 1 0,1 1 2003,7 12-2015,-7-12 1,1-1-6,5 5 12,2 3 3253,2 2-3232,-7-12 0,1 1-11,-1-1 1,-1 0-1,1-1 1,0 0-34,6 12 401,-2-5-379,-5-9-3299,11 16 3274,-9-13 37,9 15-12,-14-18-22,0 1 34,0 2-1,-2-1 1,0 1-34,3 7 5,-5-7 1,1 2-1079,2 5 1,0 2 1145,-1-3 0,1 1-34,3 11 1,1-1 10,-4-12 0,-1-2-50,3 10 1467,-2-5-1455,-2-8 10,2 7 23,-2-9-23,0 2 2298,6 21-2264,-5-14-50,-3-7 0,0 1-6,1 3 78,0-2 0,0 1-805,2 8 732,-2-8 1,0-1 84,1 1-57,-1-1-21,2-1-515,2 6 503,-3-8 45,2 6-34,-2-10 67,7 13 1254,-3-10-1299,5 10-33,-6-14 56,0 2-1627,14 18 1605,-9-12-17,-2-5 0,0-2 27,1 3-21,1-3-1893,-3-3 1927,5 4-57,-5-6 0,5 6 0,-5-6 0,8 5 0,3 4 0,8 3 0,-6-6 0,5 2 0,-6-3 0,0-1 0,-2 0 0,-7-5 0,0-1 0,9 5 0,-9-5 0,5 3 0,1-5 0,0 0 742,0-1-742,2 1 0,-1-1 0,-5-4 0,1 1 0,21 2 0,-13-4-74,15 4 74,-20-5-732,5 1 732,-5-1 0,2 0 0,-2 1 0,22 1 0,-18-1 0,15 1 64,-27-2-64,22 3 1900,0-1-1900,10 2-95,-10-3 1,-3 0 94,-4 0 1558,-2-1 0,-2 0-1558,-10-1 0,8-1-2534,-8 1 2534,2-1 391,-7 0-3668,1-1 0,-5 1 2457,2-2 1,-8 2 0,0 0 0</inkml:trace>
  <inkml:trace contextRef="#ctx0" brushRef="#br0" timeOffset="-188915.73">3917 6907 15179,'-4'-6'1491,"1"1"-607,3 5 652,0 0-707,-19 41-146,9-12-1503,2 2 1,-2 9 0,0 1 0,2-5 703,1 0 1,0 0 215,1 0 1,-1 6 0,1 0 0,-1-4-57,1-5 1,-1-2-1,1-2 40,0 4 0,-1-3 546,0 3 1,1-11-194,4-21 157,0-6-2302,0-9 1708,0-33 687,1 25 1,1-3-666,0-10 0,-1-1 623,1 5 0,0-1-656,5-8 0,1-3 0,0 3 5,-1 3 0,2 1 6,2-4 0,2-2 0,2 7-1087,2 13 1,1 4 1074,10-10 2041,14 16-2018,-13 23 0,1 5 215,11 1-238,-10 2 1,-2 1 178,-5 3-151,-6 2 1,0 3 6,2 9-12,-5-7 0,-2 0 23,-6 5-1024,-3-10 1,-1 1 1050,-2 6 1,0 0 21,0-2 0,0-1-190,-1 5 1,-1-5-1160,0-5-1557,1-4 1180,2-18 1643,0-9 0,0 5 0,0-6 0</inkml:trace>
  <inkml:trace contextRef="#ctx0" brushRef="#br0" timeOffset="-188578.73">4479 7164 14786,'-7'-1'3272,"2"1"-1937,15-3-422,20-4 0,5-1-857,7-1-56,3-1 0,0 3-3277,-7 10 2457,-11 12 1,-11-4 0,-16 4 0</inkml:trace>
  <inkml:trace contextRef="#ctx0" brushRef="#br0" timeOffset="-188321.73">4503 7445 11985,'35'-5'291,"1"-1"1,-5 2-1,-1-1-1930,5 1 1,-1 0 982,8-2 1,-9 2-1,-4 0 1,-11 1 0</inkml:trace>
  <inkml:trace contextRef="#ctx0" brushRef="#br0" timeOffset="-187683.73">5456 6986 17319,'-12'-14'3276,"-23"16"-2663,19 8-177,-19 15-3713,23-9 3087,0 9 257,6-7 894,1 5-950,5-7-2279,0 0 2346,7 7-1572,12 2 1516,3 1 1484,9-3-1506,5-1-135,-14-6 1,0-1 134,14 11 2129,-3 4-1636,-23 1-45,-13-11-101,-9 11-21,-12-16-248,-1-5 1,-4-3-217,0-3 1,0-3-485,0 0 1,1-4-1018,3-11 1,6-7 982,11-5 1,6-2-1,-5-10 1,7 0 0</inkml:trace>
  <inkml:trace contextRef="#ctx0" brushRef="#br0" timeOffset="-187128.73">5635 6903 23840,'-6'-1'1984,"1"1"-2560,34-2 0,16 0 598,-5-2 142,-8 1 1,5 1 0,-3-1-160,-7-1 1,-1 0-1433,18-3 1,0 0 1442,-9 1 1,0 1-221,10-2 0,-1-1 238,-17 4 0,-2 0-574,16-5 1425,-21 3-627,-6 1-590,-13 1 332,1 3 1922,-1-1-1922,1 2-648,0-1-854,0 1 1502,1 0 0,-2 0 0,0 0 0</inkml:trace>
  <inkml:trace contextRef="#ctx0" brushRef="#br0" timeOffset="-173287.73">13333 1078 8165,'9'-23'0,"-2"6"-23,-7 16-447,1 1 448,4 2 22,4 4-1639,13 7 1,4 2 943,13 7 768,-10-7 0,0 0-1292,13 2 1432,-15-9-123,-3-2-90,-10-3 100,-8-3 282,27-28 741,-7 5-1162,-2 0 0,-1-2 39,6-11-505,-6 4 1,1 0 230,-3 7 0,-1 0 268,1-1 0,-1 1-1916,8 3 1944,-23 27-44,0 8-12,-9 8-154,-9 3 0,5-10 0,-4-2 1</inkml:trace>
  <inkml:trace contextRef="#ctx0" brushRef="#br0" timeOffset="-172588.73">13305 1206 8198,'-1'-4'527,"1"0"-550,1 4 68,5 2-90,2 1 45,22 11 56,4 4-44,1-1-3289,-4-1 3274,-13-9-773,-2-1 1112,-1-1-213,-5-3 560,21-19-705,-1-4 5,-4 3 0,5-5-334,1-4 1,5-6 0,1 0 0,-5 3 733,-8 8 1,-2 3 0,2-3-424,8-7 1,4-4 0,-1 1 0,-4 5-1166,-2 2 1,-6 5 1192,3-2 12,2-1-44,-28 22-304,-1 1-2230,-6 20 2578,-7-9 0,5 11 0,-3-17 0</inkml:trace>
  <inkml:trace contextRef="#ctx0" brushRef="#br0" timeOffset="-167483.75">12084 17529 0,'-36'19'0,"0"0"0,3-2 0,7-2 2520,16-6-2464,-3 2 1352,5-4-1430,-1 1 22,6-5-11,3 9 870,0-5-859,0 7 3276,3-6-3175,-1-2-101,1 0 0,0-4 11,-1 1-33,0-1-23,-2-1-1658,0 0 1681,0-8 22,-1 1 0,0-4 11,0 3 291,0 4 23,1 1 415,0 1-706,-2 1-23,0 0 67,-1 0-67,1 0-11,0 0 0,0 0 0,1 0-22,-1 0 33,-1-5-22,-2-4 11,0-4 0,0 3 0,3 4 0,1 4 0,0 1 0,0 0 0,1-1 146,-1 1-135,-1 1-11,0-1 0,0 0 0,0 1 22,1-1 90,0 1-56,-1-1 224,0 1-213,1 0 12,-1 0-57,1 0 45,-2 0-67,2 0-89,-2 0-370,8-2 201,-2-1 258,5-9 0,-4 7 0,-2-4 0</inkml:trace>
  <inkml:trace contextRef="#ctx0" brushRef="#br0" timeOffset="-163654.75">22626 5225 11705,'0'-3'2343,"0"1"-349,0 2-851,0-5-572,0 3 886,0-3-505,0 5-3178,0 12 2898,-1-2-291,-1 13-236,-1-1 454,0 13 1,1 5-1443,0-16 1,1 0 1072,-1 22 0,0-1-107,2-20 0,0 2-417,-1 5 0,1 5 0,0 3 0,1-3 376,0 6 0,1-2 0,0 2-49,-1-1 1,0 1 0,0 1 0,2 0-19,0-5 1,1 1 0,0 0-1,1-2 1,-1-1-13,2 11 1,-1-3 0,1 2-51,-1-7 0,0 2 0,0 0 0,0 1 51,-1-4 1,0 1-1,-1 1 1,1-2 0,-1-4 99,0 0 0,-1-4 0,1 3-113,-1 2 1,1 3-1,0 1 1,0 1 10,-2 6 1,1 2 0,-1-2 0,0-4-14,0-7 0,0-4 0,0 4 133,0 8 0,-1 5 0,1-2 1,0-6-123,-1-5 0,0-1-392,0 5 1,0 2-1,0-2 381,-1-3 0,0 0 154,0 0 1,1 1 0,-1-4-150,0-10 1,-1 0-18,0 20 1,-1 4 27,1-3 1,1 1 534,-1-14 1,1 2 0,0 0-538,0 5 1,1 2 0,-1-4-20,1-2 1,0-2 15,0 8 0,0-1 0,0-14 0,0-2 11,-2 22 17,-1-6 0,0-1-28,1-15 0,0-1 218,-1 12 0,-1-5-263,2-15 45,1-8-34,-1 2 787,2-8-4030,-1 0 2905,1-21 1,0 14 0,0-14 0</inkml:trace>
  <inkml:trace contextRef="#ctx0" brushRef="#br0" timeOffset="-162644.75">22001 8268 19829,'14'-7'3276,"1"1"-2529,27-6-464,-13 5 1,3 0 0,1 0-1377,0 0 1,1 1 0,1 0 950,6-2 0,1-1 1,0 1 208,-5 2 0,0 0 0,-2 1-744,3-1 1,6-1 725,-9 1 1,8 0 0,5-1 0,3-1 0,-1 1 0,-4 0-1,-5 1-117,-1 0 1,-5 1-1,1 1 1,4-2 73,1 0 0,4-1 1,4 0-1,1 0 1,0-1-1,-4 2 1,-3 0 1,7 1 0,-4 0 1,-3 1-1,-2 0-472,-2 0 1,-4 0 0,3 1 468,3-1 1,4 0 0,-1 0 0,-6 1 10,2 0 1,-2 0 22,-5 1 0,2 0 1,3 0-1,-1 0-31,2 0 1,2 0-1,-1 0 1,1 0 344,-2 0 0,0 0 0,0 0 0,2 1-349,-1 0 1,3 1-1,0 0 1,-2 0-1,-4 1-310,3-1 0,-3 1 0,0 0 313,8 0 0,1 1 1,-2-1 766,1 0 0,0 0-767,-6-1 1,2 0-1,-3 0 32,1 0 1,0 1-40,0-1 0,4 0 0,-5 0 5,-5 0 1,1 0-523,5-3 1,4 0-1,1 0 491,-9 2 1,1 0 0,0 1 0,-1 0 397,12-3 1,-1 0 0,1 2-373,-10 1 0,1 0 0,0 1 0,-2 0-318,3 0 1,-1 0 0,-2 0 317,11 0 0,0 0 592,-13-1 0,2 1 1,-1-1-586,2 0 0,0 0 1,3 0 73,-2 0 0,4-1 0,-1 1 0,-1 0-74,5 0 1,-1 0-1,6 0-278,-11 0 1,5 0 0,4 0 0,0-1 0,-1 1 0,-5 0-1,-6 0 267,2 0 1,-6 0-1,3 0 49,7 0 0,6 0 1,1 0-1,-2 0 0,-9 0-62,0 0 1,-4-1-639,0 1 0,3-1 655,5 0 0,5 1 0,-6-1 421,-8 1 0,-2-1-403,4 1 1,2 0 0,-9 0-97,-11 0-550,-9-2-558,-27-8 1186,-17-5 0,-12-3 0,6 1 0,16 7 0,-1-1 0,-13-4 0,1-1 0,-1 1 0</inkml:trace>
  <inkml:trace contextRef="#ctx0" brushRef="#br0" timeOffset="-161662.75">24160 6000 16692,'-3'35'1092,"0"1"0,1-2 0,-1-1-574,1-8 1,0 2-1612,0 6 1,1 4 0,-1 0 727,1-3 0,0 0 1,0 0 360,0 1 0,0 1 1,1-2-553,1 6 1,2-8 286,4-13-2389,13-7 349,-1-19 670,2-8 1,1-4 1398,-2-5 0,0 0 0,-3 5 0,-2 2 0,9-15 0</inkml:trace>
  <inkml:trace contextRef="#ctx0" brushRef="#br0" timeOffset="-161264.75">24407 6278 12826,'0'-3'3276,"0"0"-938,-7 43-1767,1-16 320,-6 19 0,0 2-757,2-13-112,1-3 1,3-11-3300,5-23 2941,16-30 325,-1-6-474,0 12 1,5-4 0,0 4 461,0 2 1,3 2 16,7-8 1,1 4 5,5 10 112,-11 24 0,-1 5 11,-1 7 33,-5 0 1,-1 4-725,-6 17 0,-4 3 579,-2-14 1,-1 0-12,2 12 0,-2-1-805,-3-4 805,6-32 0,-4 4 0,4-15 0</inkml:trace>
  <inkml:trace contextRef="#ctx0" brushRef="#br0" timeOffset="-160876.75">25105 6134 18720,'-28'8'1092,"0"0"0,0 13 0,2 5-618,5 0 0,4 3-1567,4 2 1,2 5 0,7-4-21,7-5 0,4-2 1101,-2 7 1,4-3 1420,25 0-2653,0-22 1,3-5 180,-12-3 0,1-2-321,17-1 0,0-4-67,-15-2 0,-2-3 1198,10-10 0,-2 0 0,1 2 0,-16 5 1,0 0-1</inkml:trace>
  <inkml:trace contextRef="#ctx0" brushRef="#br0" timeOffset="-160077.75">25469 6198 10674,'-15'29'683,"-1"1"1,2-3-1,4-1-279,7 19-247,6-21 0,2-1 1316,7 13-1439,11-9-312,24-27 274,-19-9 0,2-4 1,0-1 20,11-7 0,-3-4 39,-9 1 0,-1-4 0,-6 1 722,-6-3 1,-9 2-723,-10 1 0,-7 4-1178,-19-3 1738,-12 15 0,-5 5-95,19 3 0,0 1-460,-17 3 1,3 5 1849,8 10-1911,6 9-945,12 3 1,5 5 568,10 4 1,4 2 441,-4-6 0,5-1-856,11-1 0,5-8-78,15-17-225,1-13 1,7-7 0,-4 1-547,-6 1 1,0-2 1198,8-2 1,3-3 0,-6-3 2019,-9-8 0,-7 0 1696,4-7-1973,-13 14 0,-4 5-704,-9 12 17,-6 28-381,1 1 0,-3 14-95,3-13 1,0 1-108,1 6 810,-1 6-798,4-26-1,19-25-50,-2-3 1,1-2 5,3-1 0,1-1-732,3-5 0,-1-1 726,-7 9 1,-1 0-7,5-3 1,-1 3 34,3-2 470,4 30 111,-23 26-565,-1-5 1,-1 1-40,-2-3 0,0-2-471,4 17-940,0-18 943,7-14-1885,2-9-924,5-6 1638,3-7 1,2-2 818,16-11 1,-1-3 0,-18 11 0</inkml:trace>
  <inkml:trace contextRef="#ctx0" brushRef="#br0" timeOffset="-158599.75">26559 6126 13890,'-37'10'1434,"4"4"-1065,8 12 23,7 4 1,3 3 1015,-1 6-1403,5-6 1,2-2 1074,8-3-1013,30 5-67,-6-17 1076,11-6 0,3-5-1076,-14-8 0,1-4-105,12-8 1,6-5-1,-5-1-153,-6 0 1,-2-4 61,-3-1 0,2-4 0,-1-2 0,-6 2 258,-3-9 1,-5-1-89,-2 3 0,-2-2 0,-2 0 20,-4-7 0,-4-1-537,-4 11 0,-2-3 1,-1 1-1,2 3 554,-1-5 1,0 1-1,-2 2 0,-2-1 0,2 10-11,0 15-28,0 31 0,1 11 2073,-4 16-1922,5-4 0,-1 7 0,2-2-56,1-3 1,1 2-40,2-5 0,0 6 0,0 0 0,2-6-868,1 1 1,2-2 842,-2-2 1,1 2 0,3-6 2383,12 2-2342,3-10-12,8-17 1,5-7-1211,-5-10 1,0-6 1125,7 2 1,-2-4 27,-9-9 1,-7-3 68,-7 7 0,-3 0-46,-2-4 0,-2 1 1778,2-7-1778,-4 6-56,-1 20 84,-7 29 0,-2 13 2918,4-4-2929,-3 8 0,0 1-17,7-3 11,1-1-2992,8 2 3014,1-13 1,10-3-23,5-17-11,3-6-2016,5-10 2004,-8-5 1,-1-6-804,-1-9 1,-3-5 806,-5 7 1,-1-2 0,-2 1 7,0-8 0,-3 2 44,-5 5 1,-2 5 23,-1 5 123,0 10-135,-15 27-45,3 4 22,1 0 1,-1 2 1573,1 17-1585,5 1 6,5-8 0,1 0-6,6 4-16,-3-9 0,3-4 16,8-11 45,30-11-67,-22-12 0,1-3 1123,6 1 0,-1-2-1140,-5-8 1,-2-4-1130,-4-2 1,-1-1 1139,-2-1 1,0 1 107,-2 4 1,-2 2-103,5-11-79,-12 31-33,3 2-1450,27 29 1584,-8-5 544,-2 0 1,1 2-567,3 10-132,-14-12 0,-4 1 148,-8 2 1,-7-1 11,-6-3 0,-4-3 0,-2-2 0,-4-5-17,-19-10 1,-1-8-12,2-5 22,8 2 0,3-3-797,6-9 539,15 11 1906,10 1-1637,34 21-260,-4-6 0,3 0 227,-5 1 0,1-1 1079,6 0 1,2-5-1170,1-7 1,2-5 0,-5 0 530,-8 1 1,0-1-610,8-2 0,2-3 0,-8-5-1471,-14-21 1,-11-6 1590,-2 16 1,-3-1 0,1 0 84,0 0 1,0 1-1,-1 1-333,-3-12 1,-4 17 553,0 35 331,2 29-298,1 9-805,9-3 1,2 0 524,2-4-11,0-10 0,2-3 0,2-7-963,4-5-2314,7-19 2457,-7-8 1,0-3 0,-14 1 0</inkml:trace>
  <inkml:trace contextRef="#ctx0" brushRef="#br0" timeOffset="-158283.75">27910 5537 10808,'9'25'216,"1"0"1,20-10 0,4-10-2,5-22-81,-3 1 1,-4-2 1758,-14-8-1501,-8 2-334,-12-7-136,-7 17 1329,-11-3-1822,-4 25-2706,-8 26 3247,14 5 0,3 3 0,3-17 1,1-2-1,3 10 0,-1 0 0</inkml:trace>
  <inkml:trace contextRef="#ctx0" brushRef="#br0" timeOffset="-157505.75">28296 5966 16524,'22'36'1771,"0"1"776,2 1-2386,-5-8 0,4 5 0,-4-4-156,-5-10 1,0 0 68,4 9 1,3 3 0,-3-16 59,3-35 758,-3-4-892,-7-2 0,-1-3-1189,0-9 1,-2-2 1199,-1-4 0,-1 1 305,0 7 0,-1 1-305,-2 3 0,-1 6 79,-2 18-157,2 7 100,2 10 12,4 8 56,6 7-28,8-4 0,5 0-12,8-7 1,2-1-51,-2 2 0,3-3-569,0-10 0,3-5 0,-5-4 580,-6-5 1,-3-3-12,9-2 0,-5-3-11,-16-1 0,-6-3-736,-6-5 0,-5 1 714,-5 0 22,-9-10 1516,-7 40-1404,-1 18 1,3 10 887,10 4 0,3 3-961,-5 1 0,7 1-688,14-10 1,8 0 0,4-6 666,10-10 1,6-6 0,-1-1-19,9 7 0,0-3 651,-6-8 1,2-3 0,-4-2-859,-3-2 0,-2-2-1432,8-4 1,-2 0-1,-12 3 1,-1 0 982,4-1 1,-4 1-1,-9 2 1,-6 1 0</inkml:trace>
  <inkml:trace contextRef="#ctx0" brushRef="#br0" timeOffset="-138484.75">4064 8697 11582,'-4'-7'2768,"2"1"-2196,2 6-359,0 0 380,-5-1 1256,-4 39-1031,-1-14-661,4 5 0,1 3 380,-2 9-1891,1-5 0,0 5 1585,1-10 1,1 1 0,-1 0-612,-1 2 0,1 0 0,0 1 447,0-1 0,0 1 1,1 4-209,-1-1 1,1 6 0,-1 1 0,1-1 0,0-4 245,0 2 0,1-4 0,-1 5-63,0-5 1,1 6 0,-1 2 0,0 0 0,0 0 0,1-5-253,0 6 0,1-3 0,0 0 0,-1 0 226,1 2 1,-1 1 0,0 0 0,1-1 288,0-3 0,0-1 1,0 0-1,0 2-272,0-6 1,0 2 0,0 0 0,-1-1-1,1 0-128,-2 5 1,-1-2 0,1 1 0,-1-1 94,1 1 0,1 0 0,-1 0 0,-1-1 31,0 2 0,-1 0 0,0-1 0,0-3-2,0 2 1,0-3 0,1 0 520,0 1 1,0 0 0,0 1-495,1-3 0,0 0 0,0 1 0,1-2-236,0 0 1,0-1-1,1-1 195,0-1 0,0-1 0,0 1 89,-1 12 1,1 1 0,0-3-44,-2-3 1,0-1-59,2-4 1,-1 2 0,0-2 85,-3 7 1,-1-4-67,-2 3 5,4-16 0,0-2 106,-2-6 551,4-12-685,1-5-3277,-1-7 0,1-13 0,-2 1 2457,-1-9 1,3 17 0,0 3 0</inkml:trace>
  <inkml:trace contextRef="#ctx0" brushRef="#br0" timeOffset="-138018.75">3365 11927 17311,'-9'-4'1512,"4"6"-4013,24 34 2860,-6-7-275,-1-2 0,1 2 1578,1 7-1304,-2 1-819,-2-4 1,1 1 583,-4-7 0,1-1-78,1 6 0,0-1-648,-2-6 0,-1-4 603,-1-6 1517,1 2-1528,7-24-42,8-15 1,4-5 52,-6 10 0,1-2-198,10-11 0,4-6 0,-4 6-1441,-12 14 1,0 1-1,10-10 1,-3 5 818,-15 17 1,-6 3 0,-3 0 0</inkml:trace>
  <inkml:trace contextRef="#ctx0" brushRef="#br0" timeOffset="-137102.75">3431 13691 10933,'0'-4'3276,"0"2"-1186,0 2-1395,-5 39-90,-1-4-1425,1 0 1,-2 10 0,-1 2 0,2-6 720,0 1 0,-1-1 180,2-5 0,-2 6 1,1-2-1,1-7 547,1-5 0,1-3-500,1 3 1,0-2 140,0 0 124,1-11 518,3-36-847,2-9 0,3-12 1,1-3-1,0 7-633,-1-3 0,1 0 611,0 1 0,0-6 0,2 0 0,1 4 88,4 1 1,2 4 0,-1 4-81,-2 5 0,0 1-50,1-1 0,3-3 0,-1 9 172,5 10-104,0 6-1938,3 4 2397,10 26-604,-18-4 1,-1 4 221,0 2 1,-3 3 657,-2 5 1,-4 0-636,-4-7 0,-1 0-865,-1 12 0,0 2 792,-1-3 1,1 0 601,-1 0 0,0-1-697,0-8 0,0-2-101,0 15-2857,3-14 795,3-2 2163,21-33 0,-16 3 0,12-12 0</inkml:trace>
  <inkml:trace contextRef="#ctx0" brushRef="#br0" timeOffset="-136814.75">4001 13919 18944,'-6'-3'2331,"1"0"-2320,5 3 101,18-27-3389,18 9 2700,-5-1 0,1 0 397,-7 11 1,-1 3-137,20-1-2961,-34 36 2457,-10-8 1,1 10 0,-7-18 0</inkml:trace>
  <inkml:trace contextRef="#ctx0" brushRef="#br0" timeOffset="-136598.75">4081 14142 18821,'-4'0'3276,"0"0"-2675,4 0-635,37-28-1605,-14 14 1,3 0 254,6-8 1,3-1 290,2 4 1,3 0 0,-2 1 682,-9 5 0,0 0 1,-2 0-1,15-6 1,-3 1-1,-15 7 0,0 1 1</inkml:trace>
  <inkml:trace contextRef="#ctx0" brushRef="#br0" timeOffset="-136062.75">5226 13424 20591,'-29'18'698,"0"0"1,9-8 0,-1 3-1932,-15 15 1,0 3 1444,10-11 1,1-2 338,-1 2 0,-1-1-361,-12 7 1,1-1-1392,9-6 1,1-1 1194,1 0 0,3-2-140,4-3 146,18-10 52,22-1 1,18-4 0,-2 0-37,-4-2 1,0-1-17,7 2 0,4 1 0,-1-2-17,8-2 1,-7-1 782,-1 3-811,-12 1 0,-3 2 45,-13 1 22,-4 0 3148,-6 0-3193,-2 0-246,-2 0-3008,-7 0 0,-14-8 2457,2-5 1,-3 2 0,15-1 0</inkml:trace>
  <inkml:trace contextRef="#ctx0" brushRef="#br0" timeOffset="-135775.75">5091 13438 19045,'-5'25'819,"0"0"0,2 5 0,1 4 0,0-1-2458,1 13 1,0 1 1566,1-11 1,0 2 0,-1 1-105,0 5 0,0 0 0,0-3 187,-1-3 0,1 0-120,-1 1 0,-1 4 0,1-6 120,-1-6 0,1-2 17,-2 7 0,0-1-73,1-9 0,-1-4-2531,1 3 1090,-2-3 1486,17-55 0,-9 22 0,8-23 0</inkml:trace>
  <inkml:trace contextRef="#ctx0" brushRef="#br0" timeOffset="-135284.75">5583 13758 14181,'-22'23'439,"0"0"1,-1-1 0,-2 0 0,4 1 12,8 8 1,4 6 0,3-6-330,0 12 629,0-12 1,6-2-663,21-3 1065,21-25-1148,-14-11 1,3-5-1,-1-1 1020,6-7 1,-3-4-1002,-8 6 0,0-3 1,-8-2 90,-8-21 1,-13 1-40,-5 22 1,-5 1 1111,0-13 0,-5 5-1190,-24 14-3264,4 13 1625,1 15 1,0 4 1091,12-5 1,2 1 0,-7 3 0,3 1 0,12 0 0</inkml:trace>
  <inkml:trace contextRef="#ctx0" brushRef="#br0" timeOffset="-131631.75">8761 16359 15000,'27'5'1042,"-9"-2"-818,12 6-56,-3-7 0,1 0-557,-1-1 1,1 0 673,9 0 1,2-1-27,-6 0 0,2 0-110,-3-1 1,1 0 0,2-1-1141,7 1 1,1 0-1,3 0 1038,-2-1 1,2 0 0,1 0-1,-1 1-379,-6 0 0,-1-1 0,-1 1 0,1 0 332,-2 1 0,-1-1 0,1 0 0,3 0-214,0 0 1,2-1 0,3 1 0,0-1 0,-3 0 0,-3 1 232,0 0 1,-4 0 0,-1 0 0,5 0-15,1 0 1,4 0-1,2-1 1,0 0 0,-3 1-1,-6 0-63,3 0 0,-5 1 1,3-1 48,1 1 0,3 0 0,2 0 0,0 0 0,-1 0 17,2 0 1,-1 1-1,1-1 1,0 1-9,-3-1 0,2 1 0,-1-1 0,1 1 0,-2 0-97,6 0 0,-1 1 0,-1-1 1,1 1 102,-9-1 1,0 0 0,0 0-1,0 0 1,1 0 278,1 0 0,-1 0 0,1 0 0,1 0 1,1 0-294,1-1 1,1 0-1,2 1 1,1-1-1,-1 0 1,0 0-200,-1 0 0,2 1 0,-1-1 1,0-1-1,-1 1 0,-2 0 207,-1 0 0,-2 0 0,-1 0 0,0 0 0,1 0 4,1 0 1,1 0-1,0-1 1,-2 1 0,-3-1 21,6 0 0,-3-1 0,1 0-26,-6 0 0,0 0 0,0 0 0,1 0-19,10-1 1,1 0-1,0 0 19,0 0 0,-1 0 0,-2 0 0,-11 1 0,-2 0 0,0 1-4,1-1 0,0 0 1,0 1 29,-1-1 0,-1 1 0,4 0-24,5 0 1,5 0 0,1 0 0,-2 1 11,-6-1 0,-1 1 0,0-1 0,3 1 4,2 0 0,3-1 0,2 1 0,-2 0 0,0-1 7,3 1 0,0-1 0,-2 1 1,-1-1 347,-6 1 0,-2 0 0,0-1 0,0 1-359,-1-1 0,0 1 0,0-1 0,2 1 0,8-1 0,4 1 0,-1 0 0,-3 0-461,-4-1 1,-3 1-1,3 0 449,4 0 1,4 0 0,0-1 0,-6 1 23,-9 0 0,-4 0 1,4 0 40,-1 0 0,4 0 0,3 0 1,0 1-1,0-1-43,2 1 1,1 0 0,1 0-1,0 0 1,0 0 278,-1 0 1,-1-1-1,1 1 1,0 0-1,3 0-299,-7 0 1,3 0 0,0 1 0,1 0 0,-1-1 0,-2 1 0,-3-1-363,7 1 0,-4 0 0,-1 0 0,2-1 358,-2 1 0,1-1 0,1 0 0,-2 1 0,-2-1 18,9 1 1,-2 0 0,1-1-3,-3 0 1,2-1 0,0 1 0,-3-1 5,-4 1 0,-2-1 1,2 1 50,4-1 1,4 1 0,-2-1 0,-4 0-74,4 0 0,0 0-254,-10 0 0,3 0 0,1 0 0,-2 0 280,7 0 0,0 0 1,-1 0-31,2 0 0,-1 0 1,-1 0 3,5 0 0,-8 0 874,-17-1 763,-4 1-1245,-14-1 1417,-3 0-5086,-16-1 0,-10-2 2457,-8-3 1,10 2 0,11 1 0</inkml:trace>
  <inkml:trace contextRef="#ctx0" brushRef="#br0" timeOffset="-130942.73">17104 16882 15095,'-33'30'468,"0"0"0,0-1 0,-1 1 0,3-1 0,0-1 0,1 1 0,0-1-780,1 0 1,0-1 0,1 0 0,1-1 370,-3 4 1,1-1 0,0 1-653,-2 1 0,-1 1 1,3-4 558,8-6 1,0-1 27,-13 12 1,7-8 880,24-21-4152,10-22 2457,12-21 1,-6 11 0,3-6 0</inkml:trace>
  <inkml:trace contextRef="#ctx0" brushRef="#br0" timeOffset="-130572.73">16584 17009 19403,'18'34'546,"-1"-1"0,1 0 0,2-1 0,2 2 0,0 0 0,-1-3-447,0-3 1,1-3 0,0 2-70,4 6 0,2 1 0,0-2 11,-4-7 0,0-2 0,-1-1-1351,0 2 0,-1-1 1310,5 4 0,-2-3 34,-9-3-2824,-12-16-487,-13-19 2457,0-6 1,-3-1 0,6 6 0</inkml:trace>
  <inkml:trace contextRef="#ctx0" brushRef="#br0" timeOffset="-129957.73">16290 16815 18910,'-9'-4'3276,"1"1"-2506,10 3 81,27 0-2086,5 0 1358,-5 0 1,2 0-5,-3-1 1,2-1 22,13-2 0,6-2 0,-3 1-419,-15 0 1,-1 1 0,3-1 291,2 0 1,4 0 0,2-2 0,-1 1 0,-2 1-607,-1-1 0,-1 0 0,-1 1 0,-1 0 695,7-1 1,-1 0 0,-2 1 466,13-2 1,-10 2-146,-20 3-124,-17 2-302,-3 0 266,0-1-333,1 0 11,1-1-3221,13-10 0,4-5 1638,-2 1 1,1-1 982,0-4 1,-1 2-1,4-5 1,-5 1 0</inkml:trace>
  <inkml:trace contextRef="#ctx0" brushRef="#br0" timeOffset="-128909.73">28116 8429 8781,'28'-22'3276,"-8"4"-2396,-39 28 0,-20 14 0,3-1-662,8-5 1,-2 1-152,2 0 0,-6 4 0,-3 2 1,2-1-1,5-3-224,3-1 1,3-1 0,-2 2 172,-8 5 1,-3 4 0,0 0 0,6-5 342,1 0 0,2-2-370,2-1 0,-2 1 0,8-5-2395,10-4 1297,12-16 874,10-10-1726,12-15 322,-1-1 1,0-1 1091,-4 4 1,-1 1 0,1 0 0,-3 2 0,-1 0 0</inkml:trace>
  <inkml:trace contextRef="#ctx0" brushRef="#br0" timeOffset="-128558.73">27807 8300 14630,'-4'-1'3276,"1"-1"-3492,4 31 0,5 13 1124,5-7-804,-5-5 1,1 5 0,2-5 829,3-7 0,4 0-632,6 7 1,5 5 0,-1-2-751,-4-4 1,-1 0 0,2 0 473,5 6 0,0 1 1,-1-3-27,1 3 0,-4-3-6,-7-8 0,-2-2-16,3 10 22,-4-5-67,-10-18-236,-3-8 1585,-1-3-2921,0-18 1,0-10-1639,-2-12 2621,0-2 1,-1 0-1,1 6 1,-3 5 0</inkml:trace>
  <inkml:trace contextRef="#ctx0" brushRef="#br0" timeOffset="-128088.73">27653 8248 19639,'-41'-16'2129,"14"2"-1681,39 9-180,11-1-1907,17-2 1,5 0 1627,-14 2 1,2 1 38,0 0 0,7-1 0,0 0 0,-4 2-682,8-1 0,-1 2 684,-7 0 1,4 0 0,0 0 0,-4 0-527,7 1 0,-2-1 552,-7 1 1,0 0-1,-3 0 358,15-2 1592,-10-3 74,-21 3-1810,-3-2 2400,-11 5-2681,0-1-438,0 1-962,-1 0 1306,1-2-3172,-6 1 2457,-14-2 1,10 4 0,-10-2 0</inkml:trace>
  <inkml:trace contextRef="#ctx0" brushRef="#br0" timeOffset="-123735.73">9784 15982 16983,'-19'-3'2970,"5"1"-2410,14 2-560,0-1 89,4 0-55,5-1 291,21-5-3602,-2 0 2946,-1 1 1,1-1 530,9-2-156,-13 2 1,-1 1 45,10-4-12,-6 2 1,2-2-267,-3 1 1,0-1 187,4 0 0,-1-1 1378,-5 2 0,-1 1-1311,-1-1 0,2 0-570,2-1 0,1 1 514,0 0 1,0-1-12,-2 2 0,1-1-1184,9-3 0,0 1 1184,-6 1 0,0-1-11,12-4-1,2-3-396,-12 3 0,0-2 0,-2 1 408,-2 0 0,0 0 5,11-7 0,-4 1 40,-3 1-62,-5 1 0,0 0 639,6-8-583,-8 8 0,-1-1-39,0-2 17,-7 7 0,1-2-23,5-7 1,2-1 33,-1 0 0,1 0-25,-2-1 1,3-1 0,-3 2 7,-4 4 0,0 1-11,4-7 0,-2 1 45,-1 0-541,-3 1 1,1-1 546,-1 4 0,-1 0-46,3-5 1,0 0 38,-1 3 1,-1-1 28,-1-1 0,-1 1 636,-1 4 0,-1 0-653,1-2 0,0-1-692,4-7 1,-1 2 668,4-7-33,-2 4 0,0 1 1507,2-2-1473,3 0-34,-6 9 0,1-3 56,5-6 0,-1-1-732,-4 7 1,1-1 719,4-10 1,-2 0 713,-8 12 1,-1 0-692,0-4 0,1-3 1,-1 2-199,0 1 1,-1 1 107,1-10 1,0 2 44,-3 7 28,0 5 1,2-4-40,2-2 1,2-2-46,-1 2 0,0 0 34,1-1 0,0 3 0,4-4-566,-6 12 0,1-2 566,0 1 0,-1-1 0,1 1 0,0-1 747,-2 2 0,0 0-719,4-9 0,0 0 739,-2 4 0,0-1-767,3-5 0,-1 0-71,-4 8 0,-1 1 94,4-11 0,-1 0 781,-5 12 1,0 0-749,5-12 0,-1 1-56,0-2-1243,-2 0 1,0 0 1242,2-6-11,-3 6 0,-1 2 742,-3 4-743,1 0 1,0-2 11,2-12-865,0 6 0,2-1 842,-3 9 1,0 2 22,-1 4 0,0 0-405,7-11 0,0 1 405,-4 12 0,0 1 737,2-4 1,1 1-805,4-10-664,-4 9 0,1 1 731,2-4 0,-2 3 0,0 1 1507,1 2-1530,-3 3 1,1-2 1854,11-13-1832,-11 14 0,1 0-2102,16-16 2102,-12 16-34,4-3 2226,-7 9-2192,17-9-594,-3 7 1,1 0 593,-6 2 0,1 2-789,14-4 0,-1 3 733,8 3 1799,-4 2-1787,-4 3-1735,2 2 1756,4 2 1,4 0 22,-15 0 0,1 0-235,9 3 0,4 1 0,-5 2 246,-9 1 1,-2 2 466,-2 0 1,2 1-1,0 2-450,10 10 0,-2 3 11,-6-1 1,-1 2 1,-7-5 0,-1 2 1,-2-1-42,-1 1 0,-2 1 95,8 13 0,-2-1-89,0 2 5,-7-8 1,-1 0 2244,-1 2-2217,-5-8 0,1 1-11,0 1 0,-1 0 0,1 0 0,-1 0-28,0-2 0,-1-1 39,-1 2 1,1-2 61,5 14-1082,-5-11 0,-1 0 981,4 12 123,-3-8 0,-1 1-123,-3-8 0,0 1 56,4 15 0,0 0 34,2 5-85,-5-16 1,0 0 5,5 12 150,-3-5 0,2 5 0,-2-2 356,0-6 1,0 0-470,1 7 1,0 3-1,-2-5-48,-2-12 0,-2 0-874,3 7 0,-2 4 915,0-4 0,0 1 1,-1 1-20,1-1 0,-1 1 1,0-1 546,0 0 1,0-1-1,0 1-513,0 5 0,0 1 0,0-3-255,0-6 1,-1-1 226,2 17 0,2 2-425,2-3 1,1-2 418,0-6 1,0 0 10,3 7 1,0-1 991,-2-11 1,-1-3-1004,6 13-1898,-1 1 1920,-2-8 1,1 2 184,-3-8 0,0 1-229,2 4 0,1 0 84,2 4 0,-1-4-61,2 2-23,-5-10 0,2 3-697,2 1 0,0-2 775,2 4 652,-2-4 1,-1-2-731,-2-4-1435,8 19 1435,-4-2 453,-7-10 1,2 5-1,-1-3-436,-1 1 0,-1-1 1062,2 6 1,0-1-1080,-3-9 0,-1-4-2116,0-4 2116,2 7 2158,-6-17-2114,1 1 1,8 11 221,-3-7-266,6 10 0,-3-8 11,9 15 2057,7 4-2057,-2 0-56,-1-7-1409,-8-7 0,-1-1 1454,2 1 33,1 2 1,0 1-90,2 3-46,-3-6 1,-1 2 101,7 7 853,5 4-853,-6-5 2881,-2 2-2847,4 2-3127,-1 3 3049,-9-16 44,1-1 248,-5-8-237,-1-2 23,10 3-79,-3-2-1935,16 6 2036,-14-8 2178,9 4-2234,0-1 0,16 3 11,-21-5 1,0 0-1175,8 2 1,-1 0 1140,13 4 22,-7-2 2268,-11-6-2234,18 1-79,-20-4 90,17 3 11,-13-6-101,-6 0 45,4 0 3276,-9 0-3160,-7 0-60,9-1-67,-7 0 11,15-3 34,-4 0-34,-5 0 33,1 1-66,-1 1 66,-2 1-33,3 0-3277,-4 1 3229,-8 0 48,2 0 12,-3 0 111,4 0-22,-3 0-101,3 0 0,-4 0-56,3-2-426,-3 2-381,1-1-1579,-4 2 2442,-6 12 0,3-8 0,-2 8 0</inkml:trace>
  <inkml:trace contextRef="#ctx0" brushRef="#br0" timeOffset="-118418.73">22441 11268 12356,'8'-3'1255,"-2"0"269,-6 3 78,0 0-1412,0 29 1144,-2 3-1027,0 1 1,-1 6 123,-1 0 1,0 3-1119,0-1 1,-1 4 0,1-1 835,1-1 0,0-1 1,-1 2-30,2-5 0,-1 1 1,0 0-1,1 1-487,0 1 1,1 1 0,0 0 0,0-1 480,0-4 1,0 0 0,0-1 0,0 0-40,1-1 1,0 1 0,-1-1 0,1-2-13,0 1 1,0-1-1,0 4 58,1-3 1,-1 5-1,0 2 1,1 1-1,-1-2 1,1-5-111,-1 5 0,0-4 0,0 7 33,0-8 1,1 7 0,-1 4 0,0 3 0,0-1 0,1-3 0,-1-3 0,0-8-463,0 4 0,0-6 0,0 3 429,0 9 0,0 5 0,0 0 1,0-8 38,0-3 1,0-2-18,0-2 1,0 3-1,0 1 1,0-1-12,0 6 1,0 0-1,0 0 361,0-4 0,0 1 0,0 0 0,-1-2-365,1 1 1,0-3 0,0 0-509,-2 0 0,0 0 0,1 0 509,-1-1 0,1 0 0,-1 1 10,-1 8 1,0 2 0,1-3-26,0-10 0,0-1 0,1-1 848,-2 12 0,1-1-790,1 1 0,0 0-517,1-13 1,0 1-1,0 2 499,0 7 1,0 2 0,0-2-34,0-9 1,0-1-1,0 3 296,0 9 1,0 4-1,0 0 1,0-5-267,0-9 0,0-3 0,0 4 6,1 5 0,0 7 0,1 2 0,-1-3 0,0-7 3,1 6 1,0-3-48,0-3 1,1 3 0,0-1-392,1-1 0,0 0 0,0-1 418,-1-6 0,-1-1 0,1 2 421,1 8 1,0 2 0,-1-3-441,0 6 1,-1-5 316,0-12 0,-2-2-323,2-1 1,-1 0 11,-1 4 0,0-2 28,0 1 2223,-1 9-2268,-2-5-140,-1 1 140,0 1-2214,1-2 2236,0 8 1096,2-18 1,-1 2-1108,-1 11 0,0 0-11,-1 8 0,-1-4-2214,4-14 2214,-1-4 108,1 1-97,-2 2 2258,1-15-2292,-3 9-1601,-1-1-1653,-4-13 0,1-4 2825,1-22 1,6 7 0,1-1-1</inkml:trace>
  <inkml:trace contextRef="#ctx0" brushRef="#br0" timeOffset="-116366.73">22037 16486 12725,'-23'-5'3276,"2"1"-1611,14 4-958,-1 0-226,5 0 898,1 0-1099,2 0-3314,17 0 3230,5-2 1,3 1-97,19-1-744,-5-1 0,7-1 0,-5 1 655,-12 1 1,-1 1 2,7-2 1,2 0 0,-3 1 35,-8 0 1,-1 1-726,11-1 1,6-1 766,-8 2 1,4 0-1,1-1 1,-3 1 40,0-1 1,-3 1 0,2-1-105,11 1 1,2 0 0,-2 0-4,-13 0 1,-1 0-1,0 0-15,4 1 1,1-1-1,0 0-391,0 0 0,-1 0 0,1 0 391,-2 0 0,0 0 1,-3 1 569,-2-1 0,-1 1-564,-1 0 0,4-1 220,11 1 1,7 0-1,-3 0-211,-13-1 0,-2 1 1,3-1-5,3 0 0,6 0 1,1-1-1,-1 0 1,-7 0-1,10 0 1,-3-1-23,-6 0 0,3-1 0,-3 1 28,7-2 0,-1 0-14,-10 2 1,0 0 0,0 0-11,-1 0 0,1 0 0,-1 0-8,4 0 0,1 0 0,-2 0-214,11 0 1,-2 0 217,-6 1 0,-1-1 0,3 0 0,2 0 5,3 0 1,1 0-6,-6 1 0,-1-1 0,-8 0 0,1 0 0,1 0 26,1 1 0,1-1 0,-1 0 0,-3 0 0,-1-1 1,0 1-22,14-2 1,2 0 53,-6 0 1,1 0 0,-1 0-214,6-1 0,-2 0 215,2 0 1,-2 0 610,-2 1 0,-5 0-571,3 0 11,4 0 0,2 1-101,-21 1 1,1 0 38,19-1 0,-1 0-50,-4 1 34,-11 2 0,3 0 232,10 0 0,2 0-266,-9 0 0,0-1-448,-3 1 0,1 0 0,0 0 487,9-1 1,0 1-37,-12-1 1,1 1 0,-1 0 7,15-1 0,-2 0 0,-10 1 1,0 1-1,7-1 0,1 1 11,1 0 1,0 0 547,-1 0 1,1 0-560,-2 0 0,3 0 1,-5 0 1122,-2 0 0,-1 0-1131,-3 0 1,1 0 0,-1 0-4,1 0 0,-1 0 5,1 0 1,0 0-1123,9 0 0,1 0 1139,-8 0 0,0 0-16,3 0 0,2 0 31,-2 1 0,3 1 1,-2-1-341,6 0 0,0 1 325,-3-1 1,2 1-1,0 0 79,-2 0 0,1 1 0,-2-1-30,-4 0 0,0-1 0,0 1-53,0 0 1,0 0 0,2-1 39,-5 0 1,3 0 0,-1 0 0,-3-1 47,10 1 1,-2-1-85,-10 0 1,2 0-1,1 0 79,2 1 0,2-1 0,-1 0 23,-5 0 0,0 0 1,0 0-103,-1 0 0,0 0 1,1 0 48,6-1 0,1-1 0,-2 0-15,3-1 0,-2-1-34,-1 1 1,1-1 5,5 0 0,-4 0 6,-4 2-1,8-1-55,-25 0 22,-4 2 625,-10 0-670,2 1 2268,-6 0-5500,0-9 2457,-1-4 1,0 2 0,0-1 0</inkml:trace>
  <inkml:trace contextRef="#ctx0" brushRef="#br0" timeOffset="-113902.73">29155 16612 19650,'-12'3'2532,"-5"8"-1994,-9 21-96,4-7 1,-1 2-1427,-2 3 1,-1 0 1027,1 1 1,1-1-39,1-2 0,3-1-2275,-6 11 2252,10-12 0,1-1-196,0 3-358,-2 5-964,15-28-1742,12-19 0,-3-6 2457,6-19 1,-7 18 0,-4 2 0</inkml:trace>
  <inkml:trace contextRef="#ctx0" brushRef="#br0" timeOffset="-113643.73">28784 16596 15583,'-4'-2'1479,"1"1"1797,3 1-1992,13 45-646,2-20-1731,2 3 1,5 5 0,2-4 589,11 1 1,2-3 502,-13-8 0,0 0 0,2 1-397,5 2 1,1 1 0,-5-4-30,1 4 180,-5-4 1,-5-1-1559,-10-6-348,-5-2 2152,-1-4 0,-2-2 0,-1-3 0</inkml:trace>
  <inkml:trace contextRef="#ctx0" brushRef="#br0" timeOffset="-113298.73">28741 16533 17924,'21'-7'1468,"1"3"0,3 0-1424,16 1 1,4 2-45,0-2 0,-1 0-22,-2 1 0,-2 0-1617,-12 1 1,0 1-1,4-1 1,-2 1-1639,-1 0 3223,-8 0 1,-10 0 0,-4 0 0</inkml:trace>
  <inkml:trace contextRef="#ctx0" brushRef="#br0" timeOffset="-109993.73">22763 16085 14711,'-18'-1'2039,"10"-1"-728,30 6 188,13 0-1040,5 2-2005,-4-2 1,0-1 1679,3 0-11,-7-1 1,0-1 944,1-1-850,-9 0 1,2-2-1023,10-5 0,1-4 916,1 2 0,0-3-71,-8 1 0,0-2 0,0-1-446,5-3 0,-1-1 0,-2 1 416,-2 1 1,-1-1 796,8-4 1,-1-2-708,-6-2 0,-3-2-262,-4 5 0,-1 0 194,7-8 1,1-3 22,-9 9 1,1-1-1,-3 0-28,4-2 0,-2-2-28,-1 3 0,1-2 0,0-1 30,1-9 0,-1-2 0,-1 3-30,-1 2 0,-1 0 22,-2 1 0,0-1 1,-2 4-35,-4 9 1,0 1 17,9-20 0,1-2-257,-8 15 0,1 0 251,0-1 0,0-3 0,-1 4 5,-2 3 1,0 1 16,7-16 1,1-1-40,-2 4 1,1 0 23,-2 4 0,1-2 1,0-1-3,-1 3 1,0-1 0,0 0-1,-1 2-5,4-9 0,-1 0-11,-2 5 0,0-3 0,-2 6 16,-4 9 1,-2 2-280,7-21 0,1-2 251,-3 8 1,1-1 22,-3 7 0,1-1 0,-1 2-23,2-2 1,-1-1 37,2-3 0,0-3 0,-1 4 732,-3 5 1,1 0-748,3-10 0,1-4 0,-1 2-776,0 1 1,-1 2 775,-2 6 0,1 0 5,1-4 1,0-1-17,2-1 0,0 0-6,1-4 0,1-2 522,-5 16 1,0-1 0,1 0-529,-1-3 1,1-1 0,0 1-67,3-7 0,1 0 89,0-3 0,2 0-4,-6 13 1,0 0-1,1 0-7,1-1 0,0 1 0,-1 1-12,1 0 1,0-1 18,1-1 0,2-2 1,-1 1 3,2 0 0,-1 0 0,1-1 0,0 0-23,-1 6 1,-2 3-1306,6-11 1350,0 0-55,-1 1 1549,-2 2-1533,-1 9 0,1 1 17,5-4-23,-4 5 1,3-1 11,9 3 0,2 2 11,-9 4 0,1 1 0,9-5 0,3 0-759,4 5 1,-3 2 691,-3 2 825,1 1 1,1 1-799,-13 4 1,-1 1 39,2-2 0,1 0-22,-1 2 0,-2-1 22,14-1-12,-11 2 1,0 0 1816,18 0-1811,-17 0 1,-1 1 3095,6 0-3090,3 11 0,0 3 0,3 4-12,1 0 1,2 5 18,-15 0 1,-1 4 0,1 2-11,-5-3 0,1 3 0,0 1 0,0-1 7,6 6 0,1 1 0,-1 3 4,-8-8 1,0 2 0,-1 2 0,-1 0 0,-1-2-677,-2 3 0,-1-1 1,-2 0-1,1 1 668,1 0 0,1 1 0,0 0 0,-2-1 4,3 9 0,0-1 0,-3-3 46,0-5 0,-1 0-9,0-2 0,1 1 1,0-2-578,-2-4 0,0 0 536,1 4 0,2 2 0,-2-5 101,5 8-56,-4-13 0,1 2-40,-2-1 1,-1 1 50,4 9 0,-1 0-160,-4-8 1,-1 0 131,-1 0 0,-1 1-464,2 9 1,-1 0 491,-1-7 0,0-1-17,2 8 0,-1-1-39,-3-14 0,1 1 168,4 14 0,0 0 1192,1 5-1310,-2-5 1,1 1-818,-4-13 0,0-2 806,1 2 0,-1 1 296,3 8 0,0-1-335,-1-8 0,0 2-412,3 2 0,1 2 0,-1-4 445,-1-5 1,-1-1-247,5 7 0,1 3 0,-1-4 213,5 10 591,-6-15 1,0 3-533,2 4 1,1 4 0,-1-2 254,2 1 1,-1 1-315,0-2 0,0 2 0,0-1 50,6 7 1,-2-3-12,-5-11 0,0 0 634,2 5 1,0-2-674,-5-7 0,0-1-856,3 2 1,1 1 855,8 11 34,-10-14 0,1 1-387,8 6 0,-1-1 375,-6-9 1,-1 0 683,7 7 0,2 1-678,4 0 0,-2-2 28,-2-3 221,-2-2 1,-1-1-255,-1 0 55,4 4 2275,-5-5-2275,12 8-21,-13-13 3012,8 4-3052,-5-5 0,1 0-2535,15 5 2523,-14-6 1,0 0-6,13 4-2573,-5-3 2573,8 2 56,-7-2-56,10 2 34,1-3-34,-8-1 0,-11-3 0,-2-1 67,4 2-330,-3-2 1,1 0 240,6 2 44,14 3 2247,-20-6-2269,0 1-1107,-1-1 1,1-1 1106,7 2-759,-2 0 1,1-1 758,6 1 1584,10 2-1584,-23-5 0,0 1-753,3-1 1,-1-1 752,16 2 33,0-2 1518,-13 0-1518,9-1-55,-1 1 22,-2-1-1517,-5 0 1506,-10-1 1483,-3-2-1595,1-2-3154,14-6 2705,-3 0 1,-1-1 0,6 0 0,9-7-1</inkml:trace>
  <inkml:trace contextRef="#ctx0" brushRef="#br1" timeOffset="-20526.73">14745 528 9521,'-1'-3'2263,"0"0"-1613,1 3-224,-13-6-113,9 4 1693,-13-4-1994,16 5 32,-3 1 214,11 9 67,1 1-3269,15 20 3185,-9-5 0,1 1-230,8 14 0,-11-14 1,-1-2 525,5 0-246,-6-13 349,8-8-1489,-2-17 0,2-9 961,6-4 0,4-5 0,1-3 19,-2 2 0,1-2 0,0-1 1,0 1-132,-2 4 0,-1 0 0,0 1 0,-1 0-549,6-7 0,-1 0 1,-5 5 576,-7 9 0,-4 4-465,2 0-2840,-26 33 2457,-7 4 1,-7 13 0,13-20 0</inkml:trace>
  <inkml:trace contextRef="#ctx0" brushRef="#br1" timeOffset="-19235.73">14787 511 14036,'8'-26'1603,"0"5"-1391,-5 22-10,3 6-3479,4 4 3495,3 8 1,1 3-39,6 7 367,-4-5 0,0 0-367,3 4-2213,6 7 2235,-2-8 66,-3-4 438,-5-12 2280,-9-9-2785,6-8-1218,13-20 1,6-9 1031,-6 9 0,1-1 0,2-3-9,-2 3 1,1-2 0,2-2 0,0 1 0,-1 2 344,0-1 1,-1 2 0,1-1-1,1 0-358,2 0 0,3-3 1,0 1-1,-1 2 1,-5 3 34,8-6 0,-2 2-21,-2 3 1,1 0-1,-7 4 139,-3 4 571,-9 4-403,-6 8-314,-3 1 2987,-5 5-3076,0 0-3188,14 0 2605,-2 0 1,4 0 0,-6 0 0</inkml:trace>
  <inkml:trace contextRef="#ctx0" brushRef="#br1" timeOffset="-18013.73">8167 5349 3163,'0'-43'739,"0"7"-526,-4 30-168,0 3 1896,-3 1-1829,1 2 112,1-2 684,-1 0-24,2 0-850,1 0 691,0 1-725,2 1 1340,-2-1-1363,1 4-797,-11 19 1,8-14 0,-7 13 0</inkml:trace>
  <inkml:trace contextRef="#ctx0" brushRef="#br1" timeOffset="-16240.75">5920 6303 12188,'17'-13'1748,"-5"-11"-1603,-6-5-44,-12-5-12,-17 11 1,-11 2-1183,6 8 1,-3 2 0,-2 0 842,-5-4 0,-2 1 0,-1 1 345,-1 4 0,-1 2 0,-3 0-64,9 2 1,-3 1-1,-1 0 1,0-1-1,-1 1-366,-3-2 1,0 0 0,-1 0 0,0 0 0,0 1 345,7 1 0,0 0 0,-1 0 1,1 0-1,0 1 0,0-1 22,-4-1 1,1 0 0,0 0 0,-1 1-1,-3 2-208,3 3 0,-4 1 1,0 1-1,-2 2 0,2-1 1,2 1-1,3 0 175,-6 1 0,5 0 0,-1 1 0,-4 0 2,10-1 1,-3 0 0,-3 0 0,-1 0 0,1 1 0,1 1 0,4-1 0,4 1 11,-5 3 0,6 1 0,1 1 0,-4 1-115,-2 1 0,-2 2 1,-3 1-1,-1 1 1,1 1-1,0 1 107,4-1 1,1 1-1,-1 0 1,1 1-1,0 1 1,-1 0-1,1-1 129,-1 1 0,1-1 0,-1 0 1,0 0-1,1 2 0,1 1 1,1 1-108,0 2 1,0 2 0,0 2 0,2 0 0,1 0-1,4 1 1,3-2 26,3 2 1,3 0 0,4 1-1,0-1 1,1 0-20,-5 8 0,1 1 1,2-1-1,2 0-28,5-3 1,2-1-1,1-1 1,1-1 17,1 0 0,2-2 0,0 3 13,1 0 1,1 3-1,1-1 1,0-1-18,2 1 1,1-2-1,0 2-22,0-3 0,1 2 0,0 0 0,2-3 52,2-3 1,1-2 0,2 2-12,7 8 0,2 3 0,4-2-91,-4-10 0,1 0 0,3 0 1,4 0 69,1-1 1,4 0-1,3 0 1,2 0-1,0 0 1,-1-3 8,0-1 1,0-1 0,0-2 0,1 0 0,0 0 0,1-1-27,0 0 1,-1 0 0,1-1 0,1 0 0,2-1 0,3-1 29,-5-5 1,2 1-1,3-2 1,2 0 0,-1 0-1,0-2 1,-2 0-1,-2 0 1,-4-2 223,4 1 0,-4-1 1,-2-1-1,1 0 1,5 0-253,-3-1 1,3 1-1,3 0 1,0 0 0,1-1-1,-2 0 1,-3-1 0,-4-2 27,6 0 1,-6-1-1,0-2 1,5-1-250,1 1 0,3-1 0,3-1 0,0 0 0,0 0 1,-3-1 228,1-1 0,-1 0 1,-1 0-1,1-1 1,0 1 7,-1 0 1,2 0 0,0 0 0,0 0 0,-2-1 0,-3 0-22,5-3 0,-2 0 0,-4 0 0,-1-1 19,-1 1 0,-3 0 0,2-1-14,-1 1 1,2-2 0,1 0 0,-1 0-207,-2 0 1,1 0 0,-1 0-1,0-1 204,0 1 0,0 0 0,0 0 0,-1-1 348,5-1 0,-2-1 0,1-1-332,-6 0 1,0-1 0,1-1-1,-1-1-43,2-3 0,0-2 1,1 0-1,-1 1 21,-1 1 0,0 0 0,0 0 1,1-1 17,-3-1 1,2-2 0,0-1-1,-2 1 1,-4 2 2,2-2 1,-4 2 0,0 0 486,7-5 1,0 0 0,-3 1-495,0-5 1,-4 0-732,-5 0 1,-4-2 730,-1-3 0,-1-4 199,-2-2 0,0-4 0,-1 2-199,-4 12 1,-2 2-1,1-1 495,1-6 1,0-1 0,-1-2-432,-2-1 1,-2-4 0,0 1 0,-2 5-37,1-5 0,-3-1-363,1 11 0,-1-4 1,0-3-1,-3 1 1,-2 4 373,-6 1 0,-3 3 1,-1 1-1,1 1-35,1-1 0,1 2 0,-4-2-13,-5-6 1,-4-4 0,-2 2 0,2 5 4,3 8 1,0 4 0,-1-1 306,-4-5 0,-1-1 0,-1 3-307,5 5 1,-1 2-1,-1 0 19,-3-1 0,-3 0 0,0 0-447,-6-1 1,-1 0 0,0 0 420,-2 0 0,1 0 0,-2 1 15,1 1 0,-1 1 0,-1 2-1,7 3 0,0 2 0,-3 1 0,-3 2-24,6 4 1,-2 1-1,-3 1 1,-1 1-1,0 0 1,1 0-1,3 1 253,-4-3 1,3 0-1,0 1 1,-2 3-1,-4 4-243,8 2 0,-5 4 0,-4 3 0,-1 2 0,-1 1 0,1 0 0,3 1 0,2-2 0,5 0 0,7-3 0,-9 4 0,9-2 0,-3 4 0,0 3 0,1 1 0,-1-1 0,0 0 0,0 0 0,0 1 0</inkml:trace>
  <inkml:trace contextRef="#ctx0" brushRef="#br1" timeOffset="-15830.75">5525 13056 606,'13'35'-122,"-1"1"1,1 0 0,0 1 0,-1 0 0,-3-7 121,-1 6 0,-1-5 0,-6-22 0</inkml:trace>
  <inkml:trace contextRef="#ctx0" brushRef="#br1" timeOffset="-14715.75">5876 12961 3502,'7'-33'462,"0"0"1,-1 0-1,4-11 1,-8 3 321,-22 7 0,-10 4-504,-3 4 0,-5 2 253,9 4 1,-1-1-1,-7 3-484,3 8 1,-6 1 0,-4 2-1,-2 1 1,1 1 0,2 0-1,6 2-129,-2-1 1,5 3 0,0-1 0,-6 1 80,3-1 1,-3 0 0,-3-1-1,-2 1 1,0 1 0,0 2-1,0 4 36,2 3 1,-1 2 0,-1 4 0,-1 0 0,2 2 0,1-1 0,1 0 0,4-2-38,-4 0 0,4 0 0,2-1 0,-1 2 0,-5 1 0,6-3 0,-3 2 0,-3 1 0,-1 1 0,0 0 0,1 0 0,2-1 0,4 0 0,3-1 14,-5 3 0,5 0 0,1 0 0,-2 1-1,-1 1 1,-2 0-1,-1 2 1,0 0 0,-2 1 17,2 0 1,-2 0 0,0 2-1,0-1 1,-1 1 0,1 0-174,6-3 1,-1 0 0,1 1 0,0-1 0,-1 1 0,2-1 0,-1 0 141,-3 3 0,-1-1 0,1 1 0,0-1 0,2 0 0,3-1 190,-5 4 1,4-1-1,1 1 1,1 1-189,2 0 1,2 2 0,1 1 0,1-2 0,-1 2 1,0 0 0,1 2 4,2-2 1,0 2-1,0 0 1,2-1 240,1 0 0,2-1 1,1 0-250,0-2 0,0 2 0,1 3 44,1 4 1,0 6 0,-1 3 0,2-1 0,2-3-15,2-1 1,2-3 0,0 1 0,0 1 43,-2 2 0,-3 1 1,2 2-1,2 0 0,6 0-48,6-3 0,5 2 0,3 0 1,2 0-1,1-3 0,-1-2-4,4 4 1,1-4 0,1-1 0,1 3-16,-3-5 1,0 2-1,1 1 1,1 0-1,1-2 1,2-3 23,5 0 0,3-1 1,1-3-1,0-2 1,-2-2-297,4 2 0,0-4 1,1 1 286,0-2 0,2 1 1,1 0-1,-2-4 281,2-1 1,-1-3-1,-1 0-303,2-1 0,0 0 0,-1-1-45,1-1 1,0 0-1,0-1 60,-2-1 0,0 0 0,5-2 2,-3-1 1,5-2 0,2 1 0,-1-2 0,-3 0-10,-4 0 1,-2-1-1,0-1 1,2 0 4,6 0 0,3 0 1,2 0-1,-2-2 1,-3-1-14,5-3 0,-4-2 0,2 0 114,-10 0 0,0 0 0,2-1 1,3-2-111,-4 0 1,4-2 0,2-1 0,1-1 0,0-1-1,0 1 1,-3 0-202,1-1 0,-1 0 0,-2 0 0,1 0 0,1-1 1,1 0 199,-1 1 0,2-1 0,1 0 0,0 0 1,-1-1-1,-2 1 0,-3 0-3,3-2 0,-2-1 0,-2 1 0,-1 0 0,-2 1 268,7-4 1,-3 2 0,3-3-269,-1 0 0,3-2 0,2-2 0,-2 2 0,-3 1 0,-5 3 0,-3 1 0,0 0 0,3-2 5,2-2 1,4-3 0,2-1-1,0 0 1,-4 1 0,-4 2-6,1-2 0,-5 2 0,3-2 6,-5 2 1,3-2 0,0-1 0,-1 0 0,-1 1 19,6-9 0,-2 0 0,-1 1-26,0-1 0,0 1 0,-2-1 36,-5 4 0,-1-1 0,-2 0 9,-3 1 0,-2-1 0,-1-5-21,-4 2 1,1-4 0,-1-3-1,-1 1 1,0 3 22,0 1 1,-1 2 0,0 0-1,-1-3-45,0-2 0,0-3 1,-1-1-1,-1 2 1,-2 4 139,-2 2 1,-2 3-1,-1-1-75,0-2 0,-1-2 1,-1-1-1,-2 0 313,-2-1 0,-2-1 1,-1-1-1,-2-1-329,-1 0 1,-1-2 0,-2 0-1,0 0 1,-1 2-13,-1-2 0,-2 2 0,-1 0 1,-5-2-238,3 8 0,-4-3 1,-2-2-1,-1 1 1,-1 1-1,2 2 1,2 4 227,-3-3 1,2 5 0,0 0 0,-4-2 229,2 2 1,-2-3 0,-2-1 0,-1 1-1,2 3 1,2 5-254,-10-3 1,3 7-1,-1 1-7,-3 2 0,-1 2 0,-1 3-482,1 1 0,-1 2 1,-5 6 239,12 6 0,-4 2 1,-3 3-1,-1 2 0,-1 1 1,2 2-1,2 0-305,-3 4 1,3 3 0,-1 1 0,2 1 0,-2 1 0,-1 0 341,6-5 0,-3 2 0,0-1 0,0 1 1,0 0-1,2 0 0,2 0 0,4 0 0,-3 5 1,2 1-1,3-1 0,3-1 0,4-1 0,-4 6 1,-1 0-1</inkml:trace>
  <inkml:trace contextRef="#ctx0" brushRef="#br1" timeOffset="-5092.73">15798 8595 13835,'5'-2'2341,"0"1"-88,-5 1-1032,7-11-582,-6 6 66,6-9 1021,-11-3-336,-33-8-1043,4 0-280,3 11 0,-5 2-1545,-3 2 1,-3 3 1617,-2 0 0,-2 2-129,0-1 1,1 1 21,2 2 1,3 3-1169,13 1 1,-2 3 1194,-11 4 0,-6 4 0,1 0-356,10-1 1,1 0 0,-1 1 306,1-1 0,-1-1 1,-1 3-1,-1 1 89,1 2 1,-2 2 0,1 1 0,1 0 0,4-1-71,-1 1 0,4-1 0,-2 2-132,-4 1 0,-3 3 0,0-1 0,8-1 119,1 3 0,7-1 1545,-5 12-1557,8 1 1,2 1-305,7-14 1,1 2 309,-4 13 1,3 1-12,6 6 22,2-13 0,4 2-26,3-3 1,4 1-1,-2 0 60,1 7 0,1-1-49,0-9 1,3 1 0,2-1-453,8 2 0,3-1 1,-2-3 444,-1-3 0,1 0 0,3 3 0,4 2 0,-3-5 678,-3-9 0,-1-2-661,11 3 0,3 0 22,3-3 0,1-2-11,0-1 0,0-2-28,-2-2 0,2-4-322,-6-6 1,3-2-1,-1-2 333,-5 0 0,-1-3 1,1 1 284,7-2 1,0 0 0,-1-1-275,3-6 1,0-4-456,-3 1 0,3-2 1,-5 1 432,-5 3 0,-1-1 0,4-2 0,3-1 0,-7 2 1309,3-9-1264,-8 0 0,1-2 325,-4 0 0,0-1-359,4-3 1,-2-3 375,-4-3 0,-3 0-326,-9 6 1,-2 0 654,1 0 1,-2 1-622,-5 0 1,-3 2-91,-2 9 1,-4 1-1049,-9-9 1,-8 0 1019,-5 8 1,-6 2 0,-2 2-6,7 4 0,-1 3 0,-1 0 0,-1 1 134,0 0 0,-1 1 0,0 1 0,-1 4-926,-2 4 1,-2 3 0,1 3 0,2 1 460,-6 3 0,2 2 1,3 0-1,-8 0 0,5 0 1,7 3-1,1-1 1</inkml:trace>
  <inkml:trace contextRef="#ctx0" brushRef="#br1" timeOffset="-3801.73">16642 8129 18910,'-3'29'1401,"4"3"-1065,9 3-1975,1-5 1,3 0 917,0-9 0,3-1 962,8 6 0,4-5-595,1-14 0,2-7 522,6-11 1,2-9 101,-4-4 1,2-6 0,-1 0-264,-3 2 1,-1-2-1,1 0-308,-4 3 1,1-1 0,0 1-1,-2 4 295,7-4 1,-3 6 22,-4 4 0,-3 6 1341,-2 14-1358,-6 7 101,9 20-90,-7-3-11,6 12 546,-12-11-1039,4 14-2784,0-19 2457,0-3 1,-6-18 0,-7-9 0</inkml:trace>
  <inkml:trace contextRef="#ctx0" brushRef="#br1" timeOffset="-3322.73">18175 7393 14050,'-5'29'952,"0"1"1,1-1 0,-2 3-1367,-1 5 1,-2 4-1,1-2 414,1-5 0,1-2 0,-1 1 7,-2 6 1,0 1-1,2-3 747,-2 0 1,3-4-856,-1 6-3166,4-17 690,1-5-311,2-25 2888,6-28 0,-4 17 0,4-14 0</inkml:trace>
  <inkml:trace contextRef="#ctx0" brushRef="#br1" timeOffset="-2999.73">18123 7398 16243,'0'-3'1619,"9"24"1,7 13-1739,9 3 0,3 2 276,-6-4 0,1 2 0,1-2-1250,-1-6 1,0-1 0,1-3 1302,13 5 1,-2-6 114,-4-7 1451,10 0-308,-19-55-1958,-14-1 0,-2-5 490,2 2 0,0-2-477,-5 1 1,-2-4-1,-2 4 231,-4 6 0,0 2-844,3-1 1,-3 14 1089,-12 33 0,12 0 0,-2 30 0</inkml:trace>
  <inkml:trace contextRef="#ctx0" brushRef="#br1" timeOffset="-2789.73">18642 7540 17308,'0'-6'370,"0"2"-3647,11-4 3160,-2 6 1,3-5 0,-6 7 0</inkml:trace>
  <inkml:trace contextRef="#ctx0" brushRef="#br1" timeOffset="-2569.73">18931 7414 15426,'1'35'1092,"-1"0"0,3 2 0,2-2-4369,8 4 0,-2-10 1631,0-9-1313,-9-27-318,0-7 2853,-2-11 1,0 9-1,0 0 1</inkml:trace>
  <inkml:trace contextRef="#ctx0" brushRef="#br1" timeOffset="-2340.73">18934 7283 10966,'0'-29'3276,"12"18"0,20 28-2184,-5 4 0,4 5 0,0 1-1527,-6-3 0,0 1 1,0 0 482,5 5 1,1 1-1,-5 0-42,1 4 0,-14 2-438,-19-8 1,-11 1-1,-4-2-438,-6 1 0,-6-3 0,-2 2 768,4-3 0,-2 2 0,-1 0 0,0-1 0,2-4 0,-4 1 0,1-4 1,2 0-1,3-1 0,0 0 0,0 0 0</inkml:trace>
  <inkml:trace contextRef="#ctx0" brushRef="#br1" timeOffset="-1273.73">17391 15874 8646,'-39'-15'523,"-1"0"0,5 0 0,-3 6-126,5 12 1,-3 5 0,-2 2 0,4 0-331,3-3 0,2 1 0,-4 1 243,0 1 0,-4 2 1,-2 1-1,-2 1 1,-1 2-1,2 3-165,5-1 1,-1 3 0,-1 1-1,0 2 1,1 1 0,0-1 0,1-1-1,2-1-153,-3 1 1,3-2 0,0 0-1,1 0 1,-1 2 0,-1 1 18,1-1 0,-2 1 0,-1 1 1,-1 0-1,2 2 0,1 1 0,3 1 1,4 1 7,3 5 0,2 3 0,4 1 1,1 1-1,2-1 0,0-1 1,2-4-12,-4 6 0,2-4 1,2 1-1,1 4-14,0 0 1,0 5-1,1 3 1,2-1-1,2-3 1,4-6 473,5 2 0,5-5 0,4 2-473,2-3 1,3 3-1,3 0 1,2-1-1,2-1-233,3-4 1,2 0-1,3-3 1,0 1 0,-1 0 237,-2 2 0,-1 0 0,0 0 0,3-3 0,5-4 8,-1-7 0,4-2 0,3-2 0,2-3 0,-1-2 0,-1-2 0,-2-4-15,3-4 0,-3-5 0,0-3 1,1-1-1,1 1-1,-2 3 1,2 1-1,0 0 1,1-2 0,0-2-1,-1-3-47,-4-3 0,0-3 1,1-2-1,0-1 1,-2-2-1,0 0 0,-2 0 1,-3 1 27,5-5 0,-4 1 0,-2-1 0,0-2 0,1-2 10,-2 3 0,1 0 1,1-2-1,-1-1 1,-2-2-1,-3-1 0,-5-3 45,-6 1 0,-3-3 0,-3-3 0,-2 0 0,-3-1 0,-1 0 0,0 1 0,-2 2-4,-1-6 0,-3 2 1,-2 0-1,-1 0 1,-1 0-1,0-2-20,1 3 1,-1-3 0,0 0 0,-1 0 0,-1 2 0,-2 2 0,-1 3-3,-4 0 0,0 1 0,-3 4 1,-1 2-1,-4 2 13,-4 2 1,-4 3 0,-2 3-1,0 1 1,3 3-16,-3-3 0,2 4 0,-3 1 336,-3-1 1,-4-2 0,1 6 0,6 13-1157,8 17 1,3 11 0,4 5 0,4-2 454,3 2 1,4 0 0,0 1 0,-7 9 0,0 1 0,6-4 0,16-5 0,-1 1 0</inkml:trace>
  <inkml:trace contextRef="#ctx0" brushRef="#br1" timeOffset="-803.73">17829 16603 19190,'34'-8'1267,"6"-11"-1228,2 13 0,3 1-28,-8-7 0,0-1-34,-3 3 1,1 0 0,-3 0-1617,-2 2 1,-1 0 1143,14-4 0,-4 2-88,-17 6-1165,-6 1-1529,-3 2 2457,-3 0 1,-3 1 0,-2 0 0</inkml:trace>
  <inkml:trace contextRef="#ctx0" brushRef="#br1" timeOffset="-87.73">18750 16288 17722,'-5'5'2712,"0"7"-2028,4 19-135,-1 5 0,1 3-1021,0-2 1,0 0 471,-1 1 0,1-1 11,0-9 1,1-6 302,0-13-18,0-10-263,0-13-3136,0-15 3108,0-9 1,0-3-212,0 16 1,0 0 205,0-16 0,0 4-1542,0 11 1508,2 9-1540,4 10 1484,15 15 821,-4 5 1,3 4-729,5 5 1,3 3 0,-1-2-194,0 1 1,0-1 189,11 9 0,-4-5 1931,-5-15-1774,10-6-146,-16-11 45,7-10-33,-20-11-967,-5 1 1,-3-4 948,-3-4 1,-2-1 72,-5-10 1,-2 1-107,2 10 0,-2 1-533,-3 2 1,0 5-2717,5 14 0,9 23 2457,7 13 1,1 3 0,-2-15 0</inkml:trace>
  <inkml:trace contextRef="#ctx0" brushRef="#br1" timeOffset="449.27">19414 16204 11441,'-4'-3'751,"1"0"-431,3 3 1293,-2-1 759,2-2-1577,-2-1-118,0-2 263,-2 0 1010,-13-3-1478,3 4-293,-10 0-2966,-6 10 2854,11 4-11,-8 7-11,17 4-23,6 3-1106,4 2 1,2 1 1083,6 8 5,3-1 1,1-1-28,9-3 27,9 5 1,2 0-6,-9-9 1128,1-1 1,-4-2-1140,-17-11-34,-2-4-426,-1 1-974,-2-5 1445,-17-20 0,12 13 0,-12-14 0</inkml:trace>
  <inkml:trace contextRef="#ctx0" brushRef="#br1" timeOffset="800.27">19263 16153 12607,'-6'-7'3276,"1"1"-1608,5 6-1052,78 30-2104,-52-16 0,0 2 1510,6-2 1,3 0-1,-3 4-309,-7 4 0,-3 3 1,-4-3 319,4 9 261,-6-3 1,-3-1-261,-11-9-789,-13 14 895,-20-11 0,-8-2-504,7 1 0,-2 0-729,2-6 1,-2-2 0,4-1 436,5-4 1,5-1-1,1 1 1,15-7 0</inkml:trace>
  <inkml:trace contextRef="#ctx0" brushRef="#br1" timeOffset="969.27">19702 16451 18843,'0'0'0</inkml:trace>
  <inkml:trace contextRef="#ctx0" brushRef="#br2" timeOffset="68199.27">10967 3316 14607,'-5'1'3276,"18"-1"-2237,30-3-883,-18 1 1,2-1-1250,7-1 1,3-2 0,2 0 976,0 0 1,0 0 0,1-1 163,2 0 1,-1 0-1,4 0-384,-3 1 1,3 0 0,2 0-1,1 0 326,-10 2 1,3 0 0,1 0 0,-1 0 0,-1 0-1,-2 0 10,6 0 0,-3-1 0,0 1 0,2 0 2,3-1 0,4 1 1,0 0-1,-5 0 1,-10 1 1487,9-2-1132,2 1-1718,-44 1 1371,-2 2 1495,0-1-1506,0 0-1350,0 2-1553,4-2 2336,14-1 0,-9 2 0,8-1 0</inkml:trace>
  <inkml:trace contextRef="#ctx0" brushRef="#br2" timeOffset="69502.27">24044 4064 12804,'-5'9'1815,"1"-1"-1625,3-7 1110,1 0-4577,20 0 2818,24-9 526,-17 4 1,6 0-285,-2-1 1,7 0 0,5-2 0,1 0 0,-1 1 0,-5 0 241,-1 1 0,-3 0 0,0 0 1,5 0-61,-3 0 0,4 0 1,2 0-1,1-1 1,0 1-1,-2 0 1,-3 1 36,7-1 1,-3 0 0,-1 1 0,1 1-6,-6-1 1,0 1 0,0 0 0,2 0 0,5-1-158,-3 1 0,4 0 1,3 0-1,1 0 0,2-1 1,0 1-1,-1 0 0,-3 0 1,-2 1 160,4-1 1,-2 0 0,-3 1 0,1 0 0,1 0 0,4-1 120,-9 1 0,2 0 1,1 0-1,2-1 0,0 1 1,1 0-1,-1 0 1,-1 0-1,-1 0 0,-2 1-126,8 0 1,-1 0 0,-1 1 0,-1-1 0,-2 1 0,-1 0 0,-3 0 169,8-1 0,-3 0 0,-2 0 1,1 0-109,-3 1 0,4 1 0,-2-1 1,-5-1-1,-9-3 1051,6-13-1109,-37 7 328,-3-6-317,1 12 2340,0 3-2362,2 0 316,0 1-260,1 0 2848,1-1-2893,-3-2-22,1-2 10,-1 1 35,0 0-23,3 1 0,-2 0 11,1-2-89,0 3 33,1-1-775,-39 22 1,30-14 0,-29 14 0</inkml:trace>
  <inkml:trace contextRef="#ctx0" brushRef="#br2" timeOffset="71281.27">2943 12682 8803,'7'38'409,"-1"1"1,1 0-1,0 0 1,-1 1-1,0 1 1,0 2 0,0 1-1,-2 1 49,-1-4 1,0 2 0,-2 1 0,1 0 0,-1 1-1,1-1 1,0-2-405,0 3 0,0-2 0,1-1 1,-1 1-1,0 0 0,0 3-40,-1-4 0,0 2 0,0 1 0,0 0 0,0 1 0,0-2 0,0-2 0,0-2 53,0 4 0,0-3 1,1-2-1,-1 1 1,0 3 7,1-5 0,-1 2 0,0 1 0,1 1 1,-1 0-1,1 0 0,-1-1 14,1 6 1,-1-1 0,0 1-1,1-1 1,-1 1 0,0 1-10,0-3 0,0 2 0,0 1 0,0-1 0,0 0 0,0-2 0,0-2-56,0 4 1,-1-2 0,1-2 0,-1 0 0,1 0 17,-1-2 1,1 0-1,-1 0 1,1-3-1,0-4-36,-1 11 0,2-5 501,0 7 0,0-5-485,2-5 1495,-2-19-1494,0-6-1726,-2-11-1574,-16-26 0,3 4 1799,0-3 1,-1-3 1477,3 1 0,1 1 0,0-5 0,0 1 0</inkml:trace>
  <inkml:trace contextRef="#ctx0" brushRef="#br2" timeOffset="72512.27">2614 12809 15415,'30'-14'655,"0"1"0,1 2 1,5 1-1,2-1 0,2 0-1311,-1 2 1,1 0-1,2 0 1,0 0 0,1 0 520,-4 1 0,0-1 1,1 1-1,0-1 0,1 0 1,-1 1 148,3-1 1,0-1 0,0 1 0,1 0 0,-2 0 0,0 1-208,0-1 0,-3 1 0,1 0 0,1 0 0,6-1 199,-9 2 1,2 0 0,3-1 0,2 1-1,0-1 1,2 0 0,0 1 0,-1-1-1,-1 1 1,-1 0-56,-1 0 0,0 1 0,-1 0 0,0 0 1,0 0-1,0 0 0,1 0 0,0 0 1,1 0 50,1 0 0,2-1 0,0 0 1,1 0-1,0 1 0,0-1 0,-1 0 1,0 1-1,-3 0 0,-1 1-29,5-1 0,-3 1 1,-1 0-1,-1 0 1,0 1-1,0 0 1,2 0 19,0 0 0,1 1 0,1 1 0,0-1 0,0 0 0,-2 1 0,-2-1 0,-2 0 29,3 0 0,-3-1 1,-1 0-1,0 0 1,2 0 25,-2 1 0,2 1 0,2-1 0,-1 1 0,0-1 0,-3-1 0,-4 0 148,5-3 0,-4-1 0,-2-1 1,-3 2-175,10-2 0,-1 1 479,-9 0 0,2 0 1,-4 1-446,-3 3 0,-5 0-535,-8 1 568,-5 0 1895,-7 1-1827,-1 1-269,-1 16 605,-1 22 0,1 7-261,0-11 0,0 5-12,0-6 0,1 5 1,1 5-1,-1 1 0,1 1 1,0-2-272,0 3 0,1 0 0,-1 0 0,1 1 0,-1-1 0,1 1 97,-1-2 1,1 1 0,-1-1-1,1 1 1,-1 1 0,0 1-17,0-5 1,0 1 0,0 2 0,0-1 0,0 2-1,0-1 1,-1 0 0,0 0-169,0 1 0,-1 1 1,0 0-1,-1 0 1,1 0-1,0-1 1,-1-2-1,1-1 140,-1 3 0,1-3 0,-1-1 0,1 0 0,-1 0 0,0 3 221,0-1 0,1 2 1,0 1-1,-1 1 1,0-2-1,-1 0 1,-1-3-202,-2 6 0,-2-1 1,-1-2-1,1-3 1,1-5-7,1-4 1,1-5 0,-2 4-23,-2 11 1,-2 7-1,1-3 1,1-16 2248,2-14-2243,1-7 3276,4-6-3198,1-4 48,-1 1-103,-8 1-79,-15 9 33,-2-1-1616,-2 0 1,-9 3 1640,5-5 1,-7 1 0,-7 0 0,-2 1 0,-2-1 0,1 1 0,2-1-178,4 0 0,2-1 0,1 0 0,-2 1 0,-1 0 0,-4 0 0,-5 1 201,16-3 0,-4 1 1,-3 0-1,-1 1 0,-3 0 1,0 0-1,-2 1 0,-1-1 1,0 1-1,0 0 0,0-1 1,1 1-1,1-1 0,2 0 1,2-1-1,1 0 1,4-1-229,-11 3 0,3-1 0,3-1 0,1 0 0,1 0 0,0 0 0,-1 0 0,-1 0 0,-3 1 202,4-1 0,-3 1 0,-2 0 0,-1 1 0,-1 0 0,0 0 0,1-1 0,2 1 0,1-1 0,3-1 0,3 0 0,4-1 26,-8 1 1,6 0 0,3-1 0,0 0 0,-4 0-208,-3 1 0,-3 1 0,-1 1 1,0-1-1,4-1 0,4 0 166,-4 0 0,5-1 1,-2 1 321,-6 1 1,-6 2-1,9-3 1,22-6-420,20-5 101,25-6 696,5-2-707,13-3-124,-12 5-246,-7 1 2369,-12 4-2526,-5 1-706,-13 2-2022,-21 2 0,8-3 2457,-14-10 1,24 6 0,3-6 0</inkml:trace>
  <inkml:trace contextRef="#ctx0" brushRef="#br2" timeOffset="73316.27">1698 11656 7267,'-4'39'1092,"-1"0"0,1 3 0,1 0 546,1-3 0,1 5-983,-2-5 0,0 7 1,-1 3-1,0 1 0,1-1-580,0-6 0,1-1 1,0 0-1,0 2 1,-1 0-1,1 1-19,-1 0 0,1 0 0,-1 2 0,0 0 0,0 1 0,1-1 0,0-2 38,0-3 0,0-2 0,0-1 0,1 0 0,0 3 0,0 3 0,1 6-62,0-15 0,1 2 1,0 4-1,0 3 1,1 1-1,-1 2 0,1 2 1,0 0-1,0 2 1,0-1-1,1 1 1,-1-1-1,0 0 0,1-2 1,-1-1-1,0-2 1,0-2-1,0-2 0,-1-4-29,2 12 0,-1-6 0,-1-2 0,1-2 0,0-1 0,0 1 0,0 1 0,0 4 0,1 4 2,-1-11 0,0 3 1,0 3-1,0 1 0,0 2 1,1 1-1,-1 1 1,1 1-1,-1 1 0,1 0 1,-1-1-1,1 0 1,0-1-1,-1-1 0,1-2 1,0-2-1,0-1 1,0-3-1,0-3 30,1 15 0,1-4 0,0-3 0,0-2 0,0-1 0,0-2 0,0 1 0,0-1-232,0 7 0,-1-2 0,1 0 1,0-1-1,0 0 0,-1 2 200,1-2 0,0 1 0,0 1 1,0 0-1,-1-1 0,1 0 1,-1-3 1,-1 1 1,0-1-1,0 0 1,0-2 0,-1-3-1,0-3-5,0 4 0,-1-5 0,0 1 65,2 12 0,-1 1 1,-7-23-3343,-22-44 0,10-20 3071,6 7 0,0-9 1,0 0-1,3 6 1,3 7-1,1 2 1,-1-4-1,1-1 1,0 1-1</inkml:trace>
  <inkml:trace contextRef="#ctx0" brushRef="#br2" timeOffset="76110.27">1717 11698 10518,'-4'-13'3276,"2"5"-905,17 13-2136,-1 1 124,15 1-3636,14-4 3389,-13-3 0,4-1 1,-1-1-46,9-1 0,2-2 275,-2 0 1,3 0 0,-3-2-287,-9 1 0,-2-2 0,3 0-433,7-1 0,4-2 1,0 0-1,-1 1 433,-7 2 0,-2 0 0,1-1 1,7 0-200,-8 2 1,5-2-1,3 0 1,2 0 0,2-1-1,0 1 1,0-1-1,-2 1 1,-2 1 151,4-2 1,-1 2-1,-1-1 1,0 1 0,0-1-1,1 1 1,2-1 94,-6 1 0,-1 0 1,1 0-1,1 0 0,0 0 1,1 0-1,2 0 1,0 0-1,1 0-102,-5 1 1,2 0-1,1 1 1,2-1 0,0 0-1,1 0 1,0 0-1,-1 0 1,0 1 0,-1-1-1,-1 1 1,-1 1 0,-3-1-169,8 0 0,-2 1 0,-2-1 1,-1 2-1,0-1 0,0 0 1,2 0-1,2 0 167,-8 0 1,1 1 0,1-1 0,1-1 0,0 1 0,1 0 0,0 0 0,0 0 0,0 1 0,-1-1 0,0 1 0,0 1-5,4-1 1,1 1 0,-1 0 0,1 0-1,-1 1 1,-1 0 0,1 0 0,-1 0-1,-1 1 1,0-1 2,1 0 0,-2 1 0,1 0 0,-2 0 0,1 0 0,-1 0 0,1 0 0,0 0 0,0 0 3,1 0 1,0 0 0,1 0 0,-1-1 0,1 1-1,-1 0 1,0 0 0,-1 0 0,0-1-9,0 2 1,-1-1 0,0 0 0,-1 1 0,0-1-1,1 0 1,1 0 0,1 0 5,-3 0 0,2 0 0,1 0 0,1-1 0,0 1 1,0 0-1,-1-1 0,-2 1 0,-1-1 0,-3 1 3,5 0 0,-4-1 1,-2 1-1,1 0 0,3-1 1,6 0-9,-13 1 1,4-1-1,2 1 1,3-1-1,2 0 1,1 0-1,2 0 1,0-1-1,0 1 1,0 0-1,0 0 1,-2 0-1,-1 0 1,-2-1-1,-3 1 1,-3 1 8,11-2 1,-4 1-1,-2-1 1,-2 1 0,-1 0-1,1-1 1,2 1 0,3-1-5,-5 1 0,1-1 0,2 1 0,0-1 0,1 1 0,1-1 0,0 0 0,-1 1 0,1-1 0,-1 0 0,-1 1-7,-1-1 1,0 1 0,1-1 0,-1 0 0,0 1 0,0-1 0,0 1 0,-1-1 0,0 1 0,0-1 0,0 1 7,4-1 1,0 1-1,-1 0 1,0-1-1,0 1 1,0 0-1,0-1 1,0 1-1,0 0-2,1-1 0,0 1 0,-1-1 0,1 1 0,0-1 0,0 1 0,1-1 0,0 1 0,2-1 0,-7 1 0,0 0 0,1 0 0,1-1 0,0 1 0,1 0 0,-1 0 0,0 0 0,1-1 0,-2 1 0,0 0 0,0-1 1,3 1 0,1-1 0,-1 1 0,-1-1 0,0 0 1,0 0-1,0 1 0,0-1 0,-1 0 0,0 1 18,2-1 0,-1 0 0,0 1 0,-1-1 0,0 1 0,1-1 0,0 0 0,0 0 0,2 0-21,-5 1 0,2-1 0,0 0 0,1 0 0,0 1 0,0-1 0,0 0 0,-1 0 0,-1 0 0,-1 0 0,-1 1 6,3-1 0,0 0 0,-2 0 0,0 0 1,-2 0-1,1 0 0,-2 1 0,1-1-4,8 0 0,-1 0 0,-1-1 0,0 1 0,0 0 0,1 0 178,-4 0 0,1 0 1,0 0-1,0 0 1,0 0-1,1 0 1,-1 0-191,1-1 1,-1 1 0,1-1 0,0 1 0,0-1-1,0 0 1,1 0 18,-4 1 0,0-1 0,1 0 0,-1 1 0,1-1 0,0 0 0,-1 1 0,1-1-7,0 0 0,0 1 0,-1-1 0,1 0 0,0 0 0,0 1 0,1-1 0,2-1-5,-5 2 1,3-1-1,0-1 1,2 1-1,-1 0 1,0-1 0,-1 1-1,-1 0 1,-2 0-1,-3 0-192,7 0 1,-4 0 0,-1 0-1,-1 0 1,0 0 0,2 0 196,0 0 0,2 0 0,0 0 0,0 0 0,0 0 0,-2 0 0,-2 0 213,2 0 1,-1 0-1,-2 0 1,0 0-1,-1 0-213,10-1 0,-2 0 0,1 0 0,0 0-243,-6 0 1,0 0 0,0 0-1,1 1 1,-1-1 235,0 0 0,0 0 1,1 1-1,-1-1 0,-1 1 7,-1-1 0,-1 0 0,0 1 0,0-1 0,2 0 4,5 0 1,2-1 0,1 1-1,0 0 1,0 0 0,-7 1 1,1 0-1,-1 0 1,1 0 0,0 0-1,0 0 206,0 0 0,-1 0 0,1-1 0,0 1 0,1 1 0,-1-1-211,2 1 0,1 0 0,0 0 0,0 1 0,-1-1 0,0 1-117,3-1 1,0 1 0,-1 0 0,0 0-1,0 0 126,-5 0 0,-1 0 1,1 0-1,0 0 1,0 0-1,-1 1-9,6-2 0,0 1 0,0 0 0,0 0 0,1-1-2,-1 1 0,2-1 0,0 0 1,0 0-1,-3 1 0,-3-1 2,-2 1 0,-3 1 0,-1-1 0,3 0 0,-3 0 0,2 0 0,1 0 0,2-1 0,1 1 0,2 0 2,-4 0 1,2 1-1,2-1 1,2 1-1,-1-1 1,0 1-1,-2 0 1,-1-1 0,-5 1 1,7 0 0,-6-1 1,-1 1-1,2 0 1,4-1-21,-5 1 0,3 0 1,3 0-1,1 0 1,0-1-1,1 1 1,-1 0-1,-2 0 1,-2 0 7,8 0 1,-1 1-1,-2-1 1,-1 1 0,0 0-1,0-1 13,-4 1 0,-1 0 1,0 0-1,0 0 1,1 0-1,3 0 4,-2-1 1,3 1 0,2 0 0,1 0 0,-1 0 0,-1-1 0,-1 1-1,-3 0-9,6 0 0,-3 0 0,-1 0 0,1 0 0,3 0-10,-7 0 0,3 0 0,1 0 1,2 0-1,-1 0 0,-1 0 1,-3 0-1,-3 0 10,11 0 0,-6 1 0,0-1 0,4 1 222,-9-1 0,3 0 0,1 0 0,2 0 0,-2 1 1,-2-1-1,-4 1-220,4 0 1,-5 0 0,0 0 0,5 1 2,2-1 1,4 1 0,3 0-1,0-1 1,-2 1 0,-3 0-361,3 0 1,-4-1-1,1 1 1,3 0 350,-3-1 0,3 1 1,3 0-1,-1 0 0,-2 0 1,-5-1 3,-1 1 0,-5-1 0,0 0 0,3 0 70,3 1 0,3 0 0,1 0 1,-1 0-1,-2 0-40,-1-1 1,-2 1 0,0 0 0,5 0-28,-8 0 0,4 0 0,1 0 1,1 1-1,0-1 0,-3 0 0,-2 0-3,6 1 0,-4-1 0,0 1 0,2-1-12,-1 1 1,1-1 0,1 0 0,2 1 0,3 0-125,-7-1 0,2 1 0,2 0 0,1 0 1,1 0-1,0 0 0,-1 0 0,0-1 134,-3 1 1,-1 0 0,0-1-1,0 0 1,1 1 0,0-1-1,1 1 1,2 0 40,-6-1 1,2 0 0,2 1 0,0 0-1,1 0 1,-1-1 0,1 1 0,-1 0-1,-1-1 1,-2 1 0,-1-1-39,8 1 1,-1 0-1,-1 0 1,-1-1 0,-2 1-1,0 0 1,-1-1-112,-1 1 1,-1-1 0,-1 0 0,-1 1-1,0-1 1,1 1 131,8 0 1,0 1-1,0 0 1,-1-1-1,-1 1-11,1-1 0,-2 1 1,0-1-1,3 0-7,-3 1 1,1 0-1,1 0 1,2-1-1,2 1 65,-6 0 0,3-1 1,1 1-1,1 0 0,-2-1 1,-1 1-1,-3-1-65,1 1 1,-4-1-1,-1 0 1,2 0 0,4 1 13,-5-1 1,2 0 0,2 1-1,3 0 1,0-1 0,0 1-1,0 0 1,-1-1 0,-1 1-56,0-1 1,-1 1 0,0-1 0,0 1 0,-1-1 0,-1 1-1,0-1 1,0 0 36,0 1 0,-1-1 0,-1 1 0,0-1 0,0 0 0,1 1 0,0-1 8,6 1 0,1 0 0,1 0 0,0-1 0,-2 1 0,-2 0 0,-4-1-3,4 2 1,-3-1 0,-3 0 0,1 0 13,0 0 1,0 0-1,0 0 1,3 0-16,-1 0 1,3 1-1,2 0 1,-2 0-1,-2-1-99,0 1 1,-3-1 0,1 0 0,4 1 99,-3-1 1,5 1-1,1 0 1,1 0 0,-3-1-1,-4 0 6,-1 1 0,-3-1 1,-2-1-1,3 2-7,-1-2 1,2 2-1,0-1 1,-2 0 0,-2 0 318,6 1 1,-3 0-1,-1 0-323,-2 1 0,-1-1 0,3 1 14,2 1 0,3 2 0,1-1 1,-4-1-15,-6 0 0,-1-1 0,1 1 0,1 0 0,3 0 0,-1 1 0,-5-2 739,-1 0 0,-3 0-728,10 2 1,-2 1 16,-12-4 0,-1 1-23,3 1 1,-3-2 2238,-7 0-2221,-11-4 559,-3-1 1653,-2 0-2235,0 4 3276,2 3-3025,-1 7-3528,4 3 3315,2 7 0,2 2 62,4 11-16,-3-7 0,3 4 13,-2-2 0,0 3 1,0 1-461,-2 0 1,0 2-1,0 1 1,0-1 381,-1-1 1,1-1-1,0 1 1,-1 0 8,0 4 0,-1 2 0,0-2 0,-2-4-861,0 10 1,-1-1 914,-1-1 0,1 3 0,-1-2 19,-1-10 1,-1-1-1,1 1-68,1 8 1,-1 1 0,-2 6-170,-2-14 0,0 5 0,-2 3 0,-1 1 0,1-1 0,-1-3 0,1-4 138,0 2 1,0-5 0,0 0 0,-1 5-2,1-2 1,-1 4-1,0 2 1,0 1 0,-1 0-1,-1-1 1,-1-2-32,-1-1 1,-2 0-1,-1-2 1,0 0-1,1-1 1,0 0 44,0 0 1,1-2 0,-1 0 0,1 1-1,-2 2-15,0 1 0,-1 2 0,0 2 0,0-1 0,0-1 0,1-3 172,-1 2 0,2-2 0,-1-1 1,-1 2-160,0 0 0,-1 2 1,0 1-1,-1-1 1,3-4-91,-3 8 1,1-4-1,0 3 81,1-6 1,-1 3-1,-1 0 1,2-1 0,0-4-28,2-2 1,1-3 0,-1 3 10,2 1 1,-1 4 0,0 2 0,0-2 0,1-2 25,-1 5 1,1-3 0,0 3 74,1-5 0,0 3 0,-1 1 0,2-2 0,0-4-89,1 0 0,2-4 0,-1 4-194,0 6 1,0 4 0,0 2 0,1 0 195,0-10 0,2 1 1,-1-1-1,0 1 1,1-1-3,-1 0 0,0 0 0,0 0 0,0 1 0,1 1-2,0-1 0,0 4 0,0 0 0,0-2 0,1-1 0,0-6 2,-1 3 0,2-6 0,-1 4 95,-1 3 1,1 4-1,-1 0 1,1-6-96,-1 5 0,1-4 408,-1 0 0,0 0-408,0-2 0,0 1-12,0 3 1,0 4 0,0-3 17,0-3 0,0 0-6,0-2 0,0 3 0,1-1 11,0-2 0,1-1 0,0-2-28,-1 0 1,1-2 529,1 15 1,0-5-514,0-8 124,3-22-91,-2-3 34,0-7-67,-1 0-369,1-19-338,0 6 1609,0-16-4179,1-2 2457,0 11 1,0-3 0,0 17 0</inkml:trace>
  <inkml:trace contextRef="#ctx0" brushRef="#br2" timeOffset="77616.27">1756 16387 13913,'0'-3'1580,"0"1"291,0 2-1457,-2 33-3691,4 8 3753,1-10 1,1 7-1,0 1 1,1-3-347,-2-5 1,1-3 0,2 6-176,1 5 1,2 8 0,2 3-1,-1 1 1,1-3 0,-3-7 59,1 1 0,-1-6 0,2 4-4,-1 1 0,2 5 0,0 1 0,0-2 1,-1-6-9,-2-6 1,0-3 0,0 0-484,3 12 1,1 1-1,-1 2 488,-1-5 1,0 1-1,-1 0 1,1-2-9,1 6 0,-1-1 0,0 0 0,0 3 0,0 0 0,-1-6 0,-3-10 0,-1-3-11,0 7 0,0-1-23,1 10 34,-4-18 0,0-3 1315,-1-3-4592,-1-3 3219,0-11 1,0-1 0,0-7-1</inkml:trace>
  <inkml:trace contextRef="#ctx0" brushRef="#br2" timeOffset="79439.27">2203 18131 14887,'5'0'416,"-1"0"-3693,39 0 3498,-2-3 0,8-2 1,0 1-133,-8 1 1,-2 0 0,5 0 247,-7 0 1,4-1 0,1-1 0,-1 1 0,-3 0-294,6-1 1,-4 0 0,5-1-247,-4 1 1,2-1 0,3 0 0,2-1 0,2 1 229,-9 1 0,2-1 0,2 1 0,1-1 0,1 1 1,-1 0-1,-1-1 0,-1 1-237,1 0 0,-2 0 1,0 0-1,-1 0 0,1 0 1,1 0-1,1 0 210,-1 1 0,3-1 1,1 0-1,0 0 1,-1 1-1,-1 0 1,-2 0-1,-3 1 8,3 0 0,-5 1 0,-2 0 0,3 1 0,6-1-5,-8 1 0,3 0 0,3 1 0,2-1 0,1 0 0,2 1 0,0 0 1,-1-1-1,0 1 0,-2-1 0,-2 1-61,0 0 1,-2-1 0,-1 1 0,-1 0 0,1-1 0,0 1 0,2 0 0,1 0 0,4 0 53,-9 0 0,2 0 0,1 0 0,2 1 1,2-1-1,0 0 0,1 1 0,0-1 1,1 0-1,-1 1 0,1-1 0,-1 1 1,-1-1-1,-1 1 0,-1-1 0,-1 0 44,6 1 0,-1-1 0,0 1 0,-1-1 0,-1 1 1,0-1-1,0 0 0,-1 1 0,0-1 0,-1 1 0,1-1 1,-1 1-44,2 0 1,0 0 0,-2-1 0,0 1 0,0 0 0,0 0 0,0 0 0,2 0 0,1-1-1,3 1 3,-8-1 1,3 0-1,1 0 1,2 0-1,1 0 1,1 0-1,0 0 1,0 0-1,-1-1 1,-1 1 0,-1 0-1,-2-1 1,-2 1-1,-2-1 1,-3 1-4,9-1 0,-5 0 1,-4 0-1,0 0 1,0 0-1,2 0 1,4 0 95,-4 0 1,3 0-1,2 0 1,1 0 0,1 0-1,0 0 1,1-1 0,-1 1-1,0-1 1,-2 0 0,-1 1-93,2-2 0,0 1 1,-2-1-1,0 0 1,0 0-1,-1-1 1,0 1-1,0 0 1,-1 0-115,3 0 1,-2-1 0,1 1 0,-2 0 0,1 0 0,1-1 0,0 1 0,1 0 111,-1-1 0,2 1 0,1-1 0,1 0 0,-1 1 0,0-1 0,-1 0 0,-1 0 0,-2 1 60,1-1 1,-2 1 0,-1-1 0,-1 1-1,1-1 1,2 0 0,2 0-59,-3 0 0,4-1 0,1 0 1,1-1-1,1 0 0,0 1 1,-1-1-1,-2 1 0,-2 0 0,-3 0-4,6 0 0,-4 0 0,-2 0 1,0 1-1,2-1 0,3 0 3,-5 0 0,4-1 0,2 1 0,1-1 0,2 0 1,-2 0-1,0 1 0,-3-1 0,-3 1 0,-4 0-1,3 0 0,-4 1 0,-3-1 0,1 1 0,4-2-114,-1 2 0,3-2 0,2 1 0,1-1 0,1 0 0,-2 0 0,-1 1 1,-3 0 110,6-1 1,-4 1 0,0 0 0,1-1-1,4 0 0,-6 1 1,4 0-1,2-1 1,2 1 0,0-1-1,0 0 1,-2 1-1,-4 0 1,-3 0 2,3 1 0,-5 0 0,-2 0 0,1 0 0,1 1 55,1-1 1,1 0 0,0 0 0,2 0 0,0 0 0,1 1-53,0 0 0,2 0 0,1 0 1,0 0-1,0 1 0,-3 0 1,-1-1-9,-1 1 1,-2 0-1,-2 0 1,2 0-1,6 0 3,-7 1 1,5 0 0,3-1 0,2 1 0,1-1 0,0 1 0,-1 0 0,-2 0 0,-4 0 0,-4 1 1,5-1 0,-5 0 0,-2 1 0,1 0 0,2-1 1,1 1 1,3 0-1,2 0 1,-1 0 0,0 0-1,-2 0 1,-5 0 219,4 0 0,-5 0 0,-1 0 0,6 0-223,-4 0 1,4 0-1,3 0 0,0 0 1,0 0-1,-1 0 1,-4 0-332,10 0 1,-3 1 0,-1-1-1,5 1 336,-11-1 0,4 1 0,1-1 1,1 0-1,-1 1 0,-2 0 1,-4-1 285,2 1 1,-4 1-1,0-1 1,6 1-289,-4 0 0,5 0 1,3 1-1,2-1 1,0 1-1,1 0 0,-2-1 1,-3 1-4,3-1 0,-1 1 0,-2-1 0,1 1 0,0-1 1,3 1 1,-3-1 0,2 1 0,0 0 0,2 0 0,-1-1 0,1 1 0,-1 0 0,0 0 4,-3 0 0,1 0 0,0-1 0,0 1 1,-1 0-1,-1 0 0,0 0 0,-3-1-6,4 1 0,-2 0 0,-2 0 0,0 0 1,1 0-1,2 0 2,-2-1 0,2 1 0,1 0 0,-1 0 0,1 0 0,-2 0 0,-2 0-19,5 0 0,-2 0 0,-2 0 0,2 0 0,1 1 20,1-1 1,2 1 0,1 1 0,0-1 0,-2 0 0,-3 0 0,3 0 1,-3-1 0,-1 1 0,4 0-2,-3 0 1,3 1 0,2-1 0,0 0 0,-3 1 0,-4-1-2,7 0 0,-5 1 0,6 0-195,-10-1 0,4 1 0,3 0 1,1 0-1,0 0 0,0 0 196,-6-1 1,2 1 0,-1-1-1,1 1 1,-1 0 0,1-1 0,-1 1 153,1-1 1,-1 1 0,0 0 0,1-1 0,-1 1-1,1 0 1,1-1-154,-4 1 1,1-1 0,0 0 0,1 1 0,-1-1 0,0 0 0,0 0 0,-2 0-111,3 1 1,-1-1 0,-1-1 0,1 1 0,-2 0 0,0 0-1,0-1 108,1 1 0,-1 0 0,-1 0 0,1 0 0,-1-1 0,2 1-2,3 0 0,0 0 0,1 0 1,1 0-1,0 0 0,1 0 6,0 0 1,1-1 0,1 1 0,1 0 0,-2 0 0,-2-1 0,-3 0-14,7 1 1,-5-1 0,1 0-1,4 0 172,-8 0 1,4 1 0,2-1 0,1 1-1,0-1 1,1 0 0,-2 0-164,-6-1 0,2 0 0,0 0 0,0 0 0,-1-1 0,-2 0 0,-1 1 0,-2-1-304,12 1 0,-5 0 0,1-1 1,4 1 303,-6 0 0,5-1 0,2 1 0,1-1 0,-2 1 0,-4-1 0,-4 0 477,8 0 0,-5 0 0,2 0-480,-8-1 1,2 1 0,1 0 0,2 0 0,0-1 2,-4 1 0,1-1 0,1 0 0,0 0 0,1 0 0,-1 1 0,-2-1 0,2 0 0,-2 1 0,0-1 0,0 0 0,0 1 0,1-1 0,4 0 0,0 0 0,0 0 0,1 0 0,0 0 0,0 0-202,1 0 0,0-1 0,0 1 0,0-1 0,-2 1 0,-3-1 199,5 1 0,-4-1 0,0 0 1,3 0 2,-2 0 0,3 0 0,2 0 0,0 0 0,-3 0 0,-4-1 2,-3 1 1,-5-1 0,0 0 0,7-1 2,-4 1 0,5-1 0,4-1 0,2 1 0,1-1 0,0 0 0,-2 0 0,-2 0 0,-5 1-5,6 0 0,-5-1 0,-1 1 0,1 0 0,5-1-28,-6 1 0,2-1 0,3 1 0,1-1 0,1 0 0,1 0 0,-1 0 0,-1 0 0,-2 0 30,2 0 1,0 0 0,0 0 0,0-1 0,-2 1-1,-1 0 1,-1 0 0,-3 0 3,4 0 1,-4 0 0,-1 0 0,1 1 0,4-2-7,-2 1 0,3 0 0,3 0 0,0-1 0,1 0 0,-3 1 0,-2 0 0,-5 0 0,5 0 0,-5 0 0,-2 0 0,1 0-9,1 1 1,0-1-1,1 0 1,2 0 19,1 0 0,2 0 0,2 0 1,-1 0-1,-2 1 3,0-1 0,-1 0 0,-1 0 0,2 0-12,0 1 0,1-1 0,0 0 1,0 1-1,-4 0 93,-2-1 0,-3 2 0,0-1 0,4 0-54,1 0 0,4 0 0,1 0 0,3 0 0,-1 0 0,0 1 18,-5 0 0,0-1 0,0 1 1,1 0-1,0 0 0,0 0 0,-1 0-45,1 0 1,-1 0-1,1 0 1,-1 0-1,1 0 1,0 0-1,0 0 10,2 0 0,1 0 0,0 1 0,0-1 1,0 1-1,-1-1 0,-2 1 13,1-1 0,0 1 0,-2 0 0,0-1 0,-1 1 0,0 0-37,2 0 0,-2-1 0,0 1 0,0 0 0,1 0 248,4-1 0,1 1 0,0 0 0,-2 0 0,-5 0-245,-2 0 1,-5 0 0,3 1-445,10-1 1,2 0-1,-3 0 448,-10 0 1,-2 1-1,1-1 315,7 0 1,1 1 0,-3-1-312,-1 0 0,0 0 22,7-1 1,4 1 0,-2 0-31,-14-1 1,-2 1 0,2 0 22,9-1 0,3 0 1,-3 1-347,-7-1 0,-2 0 0,-3 0 331,-1 0 1,-1 0 680,6 0 1,-2 0-402,-2-2 662,-21 3-262,-3 0-445,-4 0 2168,-1 1-2280,0-6-100,-2 0 3242,-3-9-2723,-3-1-2115,-5-10 1,0-9 1507,7 4 1,0-4 0,2-2 0,-1 1-258,-1 1 0,0 2 0,0-2 1,1-5 158,1 2 1,0-6 0,0-4 0,0 0-1,1 2 1,1 3 0,0 7 0,0-1 0,1 5-1,0-2 1,-2-9 0,0 0 0,0 0-1,0 1 1</inkml:trace>
  <inkml:trace contextRef="#ctx0" brushRef="#br3" timeOffset="-129954.46">28511 16548 24575,'33'-17'0,"5"-5"0,-4 3 0,3-1 0,0 0 0,3 0 0,-6 4 0,3 0 0,1 0 0,-2 1 0,-2 2 0,-2 2 0,4-1 0,5-1 0,5-1 0,0 1 0,-6 4 0,6 3 0,-4 2 0,-8 0 0,1 0 0,-1 1 0,6 2 0,-3 3 0,-13 0 0,1 3 0,3 3 0,3 3 0,-2 2 0,3 9 0,-1 3 0,4 2 0,-3-1 0,-7-1 0,-5-2 0,-3 3 0,-3 11 0,-7-9 0,-1 3 0,0 5 0,-5 6 0,0 2 0,-1 1 0,0 3 0,-2-8 0,-1 2 0,-2-2 0,0-7 0,-1-2 0,-1 0 0,0 6 0,0 0 0,-1-2 0,-3 4 0,0-3 0,2-2 0,0-1 0,0-4 0,0-2 0,-7 14 0,2-3 0,0-2 0,-2 0 0,2-8 0,-1-2 0,-4-4 0,-8 3 0,-11 1 0,14-16 0,-1-2 0,3 2 0,0-1 0,-2-5 0,2-1 0,-5 0 0,-6-3 0,-3 0 0,0 0 0,2-5 0,-1-1 0,-5-1 0,6-1 0,-7-2 0,4 0 0,2 0 0,-1-1 0,-1 1 0,-5-3 0,0 1 0,4 0 0,-6-2 0,1 0 0,-1 0 0,-4-2 0,10 3 0,1-2 0,-1-13 0,4-2 0,16 10 0,-6-11 0,-3-2 0,2 6 0,9 2 0,2-5 0,1-5 0,2-3 0,0-6 0,2-2 0,5 14 0,2 0 0,-1-1 0,1-8 0,0-1 0,1 3 0,1 0 0,2 1 0,2-10 0,2 4 0,3 8 0,7 7 0,-6 15 0,9-2 0,-8 11 0,8-7 0,-10 6 0,-3-1 0,0 4 0,-2 1 0,3 2 0,4 3 0,0 3 0,0-1 0,-4 3 0,-4-6 0,-7 0 0,-15-2 0,10 0 0,-9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7:22:46.352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2731 1693 17004,'1'40'1092,"-2"-4"0,-2 8 0,-1-5-1615,1-5 0,-1 0 586,0 9 1,-1 5 0,-1-5 31,1-10 0,-2-2-504,-1 12 1,-1 1 452,0 0 1,-1-1-239,2-5 1,1-3 204,0-8 1,2-5 294,3-12-462,2-10-3121,0-2 2827,0-14 0,0 10 0,0-9 0</inkml:trace>
  <inkml:trace contextRef="#ctx0" brushRef="#br0" timeOffset="231">3054 2313 23112,'-3'-10'-2207,"0"0"2207,4 5 0,-1 2 0,1-2 0</inkml:trace>
  <inkml:trace contextRef="#ctx0" brushRef="#br0" timeOffset="1063">4483 1521 16973,'0'-10'1614,"0"2"-589,0 26 1,0 13-343,-2 3 1,0 3-221,0-5 1,-1 2-1,0 1-381,-1 0 0,-1 1 1,0 0-1176,-4 4 1,0 1 0,-1 0 1093,2-4 0,0 0 0,0-1 315,0 0 0,-1-1 0,1-2-311,1 3 1,1-5-1842,1-3 1825,1-5-258,2-9-1311,0-3-1300,2-8 2880,0-24 0,0 16 0,0-16 0</inkml:trace>
  <inkml:trace contextRef="#ctx0" brushRef="#br0" timeOffset="1675">4917 1933 16131,'3'0'3276,"-26"38"-1425,-5-4-1728,8-7 1,-2 1-1745,-5 0 1,3-3 1631,5-5 917,-7 8-748,24-27-214,19-26 0,11-11-341,-6 8 364,5-8 0,3 1-1866,1 11 1877,-12 13 2182,6 6-2149,-13 15-1946,9 22 2115,-9-12 0,1 2-688,4 6 0,2 0 643,3 2 0,2-2 691,-6-7 0,2-7-260,11-9 1,-1-9-477,-1-16-34,-9 0 1,-3-9-453,-10-5 0,-3-7 1,-4-2-1,1 6 368,-1 1 1,-1 1-12,2-1 0,0-6 1,-2 2-1,-4 10-162,-17 2-3098,5 59 2621,2-12 1,10 5-1,3 0 1,2-8 0</inkml:trace>
  <inkml:trace contextRef="#ctx0" brushRef="#br0" timeOffset="2178">5632 1633 18554,'-19'40'567,"-1"1"0,1-1 0,1 2 0,1 0 0,2 2-1387,7-8 1,1 1 0,1 0 0,1-3 717,0-1 1,0-2 0,0-1 134,-2 18 1,1-7-613,4-14 1576,1-17 228,15-28-1231,0-3 1,1-6-116,3 0 0,2-4 1,-1 3 114,2-3 1,1 2-74,4-7 1,-1 14 78,2 45 2086,-5-3-2075,-8 19 1,-4 6 957,-6-12 0,-1-1-980,1 0 0,-1 0-3266,-2 12 0,6-40 2457,1-9 1,-1-3 0,-2-3 0</inkml:trace>
  <inkml:trace contextRef="#ctx0" brushRef="#br0" timeOffset="2880">5923 2136 14204,'0'4'3276,"38"-18"-2697,-18 1-299,8-5 0,0-4-3557,-9-13 3199,-2 1 470,-11 6 849,-7 14-749,-10 7-2525,-9 11 2236,-5 7 32,-3 13 45,9 5 56,5 4-168,4 2-96,7-9 1,1 1-99,1 11 14,4-13 1,2-2 2255,7 5-2266,8-5-2312,17-7 2189,-4-7-393,-10-7 0,1-3 1370,15-8-2193,-14-4 0,0-4-278,-2-4 1,-3-2 1417,0 1 0,-2-1 221,2-19 302,-15 21 2768,-4 6-2846,-1 8-212,-2 5 2570,-3 12-2235,-3 7 57,-2 9 89,2-1 0,0 1 814,0 5-1173,-3 13 23,9-30 873,5-8-895,17-22-135,1-3 6,-5 0 0,2-2-6,5-7 0,0 0 22,3-4-39,-7 9 0,-2 3 17,-7 13 0,-3 5 583,8 31-303,-7-8-241,0 1 0,0 1 2214,-1 5-2253,0 17-2525,-2-12-752,3 5 0,2-21 2971,11-10 1,-9-3-1,3-3 1</inkml:trace>
  <inkml:trace contextRef="#ctx0" brushRef="#br0" timeOffset="4466">7643 1767 10673,'6'-7'3276,"-2"1"-897,-4 6-116,0-3-1194,0 3 1250,0-3-1984,0 2 404,0 0 239,0-3-698,2 0-190,1-3 67,9-10-124,-5 5 35,4-7-57,-6 10 157,-1-4-45,-2 8-179,0-3 95,-2 28 0,-4 13-1076,-4 0 1,-2 3 1118,4-5 0,0 2 0,0 0-69,-3-2 0,-1 0 0,0 1 58,0 0 0,0 0 0,1 0-929,0 0 1,0 0-1,0 0 858,0-1 0,0 0 0,1-2 6,-2 9 0,1-5-40,1 1 0,4-7 483,15-16-2365,8-10 277,14-22 1,3-10 1091,-16 10 1,-2 0 0,12-7 0,-5 2 0,-14 4 0</inkml:trace>
  <inkml:trace contextRef="#ctx0" brushRef="#br0" timeOffset="4730">7320 1929 8035,'-30'12'1638,"0"1"0,5 6-1687,43-19 0,14-6 26,11 0 1,2-1 305,-4 0 0,0-1-1319,3-2 0,-1 1-190,-12 2 0,-2 0 1226,1-2 0,-2 0 0,5 0 0,-9 0 0</inkml:trace>
  <inkml:trace contextRef="#ctx0" brushRef="#br0" timeOffset="5298">7965 1702 16064,'-15'41'655,"1"1"0,-1 0 1,3-8-1,-1 0 0,3-1 419,1 10 0,1 3-937,3-10 0,-1 4 0,1-1 0,1-6-31,2-3 1,0-2-62,-1 10 0,-1 4 0,8-20-57,15-40 1,4-13-739,5-4 750,-4 4 0,0 1-213,4 3 269,-7 29 126,1 2-126,3 19 0,0 3-1823,6-5 1795,-1-4 0,1-3 39,1-11-33,1-6 28,-2-16 0,-2-6 5,1-3-34,-4-12 0,-10 0 225,-30 18 270,-5-1-450,-5 44 0,-1 14-1441,7 2 1357,1-1 1,6-1-73,20-5-1561,21-6 1,11-4 545,-9-10 1,2-3 0,1 0 623,7 4 1,2 0 0,-3-4 0,4-3 0,-5-3 0,-1-1 0</inkml:trace>
  <inkml:trace contextRef="#ctx0" brushRef="#br0" timeOffset="5564">9155 2074 19762,'-14'35'468,"1"0"0,-1-1 0,0 1 0,1 2 0,1 0 0,0 1 0,2 0-139,2 2 1,3 0 0,1 1-1,-1-1-329,0-3 0,0-1 0,-1 1 0,0 0-820,-3 3 1,-1 1 0,0-2 0,1-3-384,-1 8 0,-1-2 1203,0-4 0,0 2 0,2-10 1387,2-11-2709,4-22-1955,11-39 1638,2 4 1,1-5 1169,-3 10 1,-1 0 0,1 2 0,3-7 0,-1 5 0,0-8 0</inkml:trace>
  <inkml:trace contextRef="#ctx0" brushRef="#br0" timeOffset="5835">9075 2046 8382,'23'-33'1092,"0"0"0,-1 5 0,0 10-567,17 44-234,-22 1 0,-3 2-90,1-5 1,-3 0-81,-3 5 1,-8 0 567,-21-3 0,-6-4 413,-3 1-1102,-2-3 0,-5-5-1172,1-10 1,2-5-2106,-3-10 2621,8 4 1,6-2-1,16-7 1,6 5 0</inkml:trace>
  <inkml:trace contextRef="#ctx0" brushRef="#br0" timeOffset="6232">9694 2011 20356,'-32'0'498,"0"1"1,-2 10-1,-2 6 1,7 1-482,10-3 0,2 3-29,-8 11 1,-1 6 0,13-6-3266,31-1 1877,2 13 890,6-37 0,3-8 352,-5 0 0,1-4-324,6-9 0,3-7 0,-5 1 571,-6-3 1,-2-1-30,5 2 0,1 0 0,-12 1 371,-21-2 1,-11 7-410,-28 12-90,-1 5 17,20 9 1,5 7-3227,9 21 3068,11-1 1,0-7-1,7-11 1</inkml:trace>
  <inkml:trace contextRef="#ctx0" brushRef="#br0" timeOffset="6775">9980 2103 9128,'-10'33'819,"0"0"0,0 0 0,-3 11 0,1 1 273,4-8 0,-1 0 0,1 3-675,0-2 1,0 2 0,0 1 0,-2 1-674,0 0 1,-2 0 0,0 2 0,-1 1 256,2-8 1,-1 2 0,0 1 0,0-1 0,0-1 0,0-3 16,-1 3 1,1-3-1,0-1 1,-1-2-16,-3 11 1,1-2 0,1-16 455,4-19-459,7-21 0,10-30-11,-2 18 0,2-5 7,2-3 0,2-4 1,1-5-1,-4 9 0,1-3 0,1-2 1,-1-2-1,0 2 0,0 1 4,1 1 0,-2 1 0,1 1 0,1-1 0,0-4 4,0 1 1,1-5 0,1-3 0,0 1 0,0 2 0,-1 3 0,-1 6 337,4-5 0,-1 7 0,0-1-350,1-8 1,2 0-1,0 10-81,18 5 78,-14 24-23,5 12 12,-7 9 2290,-2 12-2240,-7 5 0,-3 2-2252,1 9 2269,-5-8 0,-2-2 11,-6-5 157,-21 5-628,-1-18-2229,-11 3 2644,-6-26 0,26 4 0,-6-4 0</inkml:trace>
  <inkml:trace contextRef="#ctx0" brushRef="#br0" timeOffset="7780">11014 1966 13690,'-12'33'485,"0"0"1,0-2 0,2 0-1541,4 6 1,2-2 1122,-1 5 214,5-6 0,4-5-226,6-15 1235,11-2-1134,19-23-135,-10-10 1,0-5 360,0-3 1,-1-2-384,0-4 0,-2-3 231,-12 7 1,-1-1 0,-3 5 3044,2-7-3270,-4 5 1,1 10-1825,5 34 1862,-4 1-44,11 15 68,-9-4-35,-5 1 1,-2 2-259,0-1 247,-3-2 0,-3-3-10,-6-12-12,-6-3-3277,-20-4 501,9-9 2776,-13-6 0,23 2 0,4-2 0</inkml:trace>
  <inkml:trace contextRef="#ctx0" brushRef="#br0" timeOffset="8114">11032 1561 16636,'-4'28'425,"0"1"1,0 10-56,25-28-224,0-13 22,12-14-3445,-7-9 3367,-3-7 437,-13 1 791,-13 10-1094,-7 3-2369,-16 5 2112,1 5-40,3 16 0,0 6-241,1 14-1325,8 12 1,4 5-1,7-13 1,4 0 982,3 16 1,2-4-1,1-7 1,4-6 0</inkml:trace>
  <inkml:trace contextRef="#ctx0" brushRef="#br0" timeOffset="8817">12057 1555 20199,'-4'43'348,"-1"1"1,0-1-1,1 0 1,-1 0 0,1 0-1,-1-2 1,1-5 0,0 0-1,0 4-346,-1 1 0,0 4 0,0 3 0,-1-2 0,1-4 0,1-8-220,-1 6 1,1-8 284,-2 11 266,6-37-434,0-49-1527,1 9 1577,1-1 1,0-3 22,0 10 0,2 0-893,3-3 0,1-2 0,1 1 909,5-1 1,0 1 5,3-8 1,2 6 105,15 9-145,-6 22 1,1 6-1671,14 15 1715,-16-9 0,-2 2 0,-2 20-331,-28-9 1,-7 0 369,-7-5 1,-4 0-24,1 4 1,-5-1 129,-16-7 0,0-4 44,11-2 136,-15-2-2,44-5-245,2 0 10,16 8-10,0 1-68,16 10-48,-1-1 1,4 0 21,-4-4 0,2 0 0,-1-1-192,9 5 0,0-1 41,5-1 0,-6-5-3111,-11-6 3191,3-3 1,-17-1-1,1-1 1</inkml:trace>
  <inkml:trace contextRef="#ctx0" brushRef="#br0" timeOffset="9271">12559 2081 21364,'8'38'829,"0"0"0,0-9 1,-2 0-2469,-7 3 1,-2-2-510,-1 8 1171,-1-9 1101,2-12 1199,10-30-1300,4-6-148,7-8 1,4-9-1,0 3 130,-1 3 1,0 1-10,1-4 1,2-2-1,-1 12 273,6 18 1982,-13 23-1915,-11 17 1,-3 7 867,1-6 0,-2-1-1204,-1 1 0,0-1-1585,0-7 1,3-6-1693,4-13 0,14-21 2621,0-5 1,0-2-1,5-8 1,4-4 0</inkml:trace>
  <inkml:trace contextRef="#ctx0" brushRef="#br0" timeOffset="9619">13195 2100 23135,'-15'30'423,"0"-1"0,0 1 0,-4 6 0,6-2-379,8-7 1,6-3 0,9 2 89,21-15-1773,-3-10 1,2-6 1229,-3-4 1,-2-4 447,3-10 0,-5-3-699,-10 2 1,-7-2 685,-16-6 0,-10-4 0,-1 6-49,2 8 1,-5 4-79,-5-1 1,-5 0-1,3 10-1126,-12 18 286,23 5 0,5 4-2208,10 14 3149,9-3 0,1-1 0,-2-3 0,8 13 0</inkml:trace>
  <inkml:trace contextRef="#ctx0" brushRef="#br0" timeOffset="10119">13631 2098 23314,'-24'33'299,"0"0"0,4-9 0,4 1-1938,11 3 1,7-3-735,9-5 2463,1 3 1364,13-21-1398,18-18 93,-13 0 0,1-3-138,-7 4 1,0 0-1,1-4 0,-3 3-213,-11 8 214,-5 23 3124,0 1-3047,6 10 1,2 0 45,4-4-68,0-4 0,1-4 79,6-12 122,17-14-21,-16-9 0,-1-4 256,-4 5 1,-2-3-493,1-9 0,-6-5-1650,-10-4 1,-9 2 1480,-4 12 0,-2 2-89,1-8 0,-6 6-1392,-14 19 1,-2 8 818,3 5 1,-10 4 0,32-5 0</inkml:trace>
  <inkml:trace contextRef="#ctx0" brushRef="#br0" timeOffset="10918">14240 2066 15705,'-7'34'3276,"1"0"-6553,0-1 3191,-2 13 1265,3-14-1134,0 4 862,4-19-717,1-8 616,0-6-710,4-10-85,4-10-11,6-7 0,5-6 0,-1 1 0,3 0 0,0 0-654,0-1 1,2-1-1,-3 5 654,9-4 0,-11 21 158,-10 18 43,2 5 191,3 28-662,-8-16 0,1 1 276,-2-1 0,2 1-1099,7 2 1,4 2 0,3-7 545,5-12 1,1-3 0,1 17 0,-1-6 0,11-26 0</inkml:trace>
  <inkml:trace contextRef="#ctx0" brushRef="#br0" timeOffset="11188">15309 1686 17935,'0'-6'2499,"0"1"-3722,1 39 1,1 19 1396,0-29 0,1 1-130,-1 12 1,1 7 0,0-2-507,1 5 0,0-2 439,-1 0 1,-1 2-1071,-5-11 1,-3 2 0,1-4-547,1-1 1,-2-4 982,-6-5 1,0-7-1,4-13 1,2-4 0</inkml:trace>
  <inkml:trace contextRef="#ctx0" brushRef="#br0" timeOffset="11606">15193 2026 16700,'45'1'658,"0"0"0,0 0 1,-4 4-1,-4 3-653,0 5 1,-10 5 73,-22 15-3356,-5-8 2613,-5 3 1,-1 0 2360,3 8-1618,-4-10 0,5-3 589,25-10 0,6-8-635,2-3 74,4-1 0,1-6 554,5-17-67,-16 0-247,-11-2 0,-6-1-201,-10-10-1321,-21-1 1,-10 1-378,5 15 0,-3 4 459,1 0 1,-3 1 0,3 3 436,-1 4 1,4 3-1,-6 4 1,21 0 0</inkml:trace>
  <inkml:trace contextRef="#ctx0" brushRef="#br0" timeOffset="12217">16428 1672 8181,'3'-27'1638,"-1"0"0,-29-9 0,10 49 0,-2 9-868,-6-3 1,-1 2 59,3 12 0,5 2-623,4-7 1,3 5-139,5-2 1,0 6 0,2 3-1,0 1 1,0-3-48,0 2 1,1-2-1,1 1 1,0 2-23,0 2 0,0 2 0,0 1 0,1-1 0,1-3-108,0-4 0,1-1 0,0-1 0,1-1 108,0 11 0,1-2 0,-1-1-4,-2-2 0,-1-2 1,0 0 3,-1-1 0,0-2 0,-2-1 101,-1 5 0,-4-5-152,-3-13 1,-2-4-1126,-6 3-2101,-17-22 2457,17-20 1,-1-2 0,13 5 0</inkml:trace>
  <inkml:trace contextRef="#ctx0" brushRef="#br0" timeOffset="12750">15941 2296 19818,'37'-23'274,"0"0"1,-1-1-1,1 1 1,-3 1 0,-2 1-1,2 1-274,-1 6 0,4 0 0,-1 1 0,-4 3-6,5-1 1,-2 3-180,8-2 0,0 1-1454,-8 3 1,0 0-1,2 0 1,-3 0-1639,10-3 6553,-30 4 0,-23 4-1162,-17 21-1386,-1 3-140,12 1 1,4 3-141,2 7-202,0 9-3178,27-8 3246,17-10-1337,-4-12 1,3-5 1044,-4-4 1,0-3-18,2-4 1,-2-3 73,8-11-804,-19-1 0,-3-2 848,2-15 477,-9 9 1,-4 0-489,-14-16-44,-6 0 2106,-13 8-2163,-4 7-1104,3 17 1,-1 5 912,-15 17 152,18-6 0,4 3 1799,0 25-5048,21 10 2457,23-19 1,-11 5 0,12-24 0</inkml:trace>
  <inkml:trace contextRef="#ctx0" brushRef="#br0" timeOffset="13617">17369 1599 21230,'-16'43'589,"1"0"1,-1 0-1,3-8 1,0-1-1,3 0-526,3-2 1,3 0-1,0 1-1156,1 6 1,0 3 0,2-3-77,2 4 0,1-2 1169,-1-6 0,1-1 0,2-4 1409,15 9-1437,16-38 0,7-16-431,-14-2 1,-1-7 0,1-2 399,-1 4 0,1-3 0,0-1 0,-3-1-456,-2-5 0,-2-2 1,-2 0-1,-2 1 660,-2-1 1,-4 2 0,-1 2-135,3-7 1,-8 15 447,-21 42-179,6 5 0,0 4-327,-5 8 0,1 2 159,3-5 0,2 2-523,4 5 1,3 0 410,0-12 0,2 0 705,1 10 1,10-7-656,20-22 1,5-10 758,-12-2 0,0-4-876,18-7 0,-1-9-555,-17-5 0,-3-6 1,-3 3 688,-2 7 0,-2 0-50,9-18 0,-5 6 1209,-15 23-1036,-10 36 1,-3 15-45,6 4-87,5-8 1,3 5 0,3-6-72,3-11 0,4-5 45,10 6 1,4-6-12,16-14-4,-11-10 1,4-4 0,-4 0-8,-7-1 1,-1-1-1,5-2 0,2-2 0,-9-2 937,-13-21-948,-5-1-427,-15 11 0,-5 2 471,-5-4-44,1 10 0,-4 5-776,-5 12 0,0 7 725,4 4 1,2 3-12,-7-2 1,3 3 1479,-4 21-3581,16-7-1114,7 8 2457,10-10 1,-2-2 0,6-14 0</inkml:trace>
  <inkml:trace contextRef="#ctx0" brushRef="#br0" timeOffset="14127">18564 2015 23392,'-10'32'257,"-1"0"1,1 0 0,-6 9 0,7-7-123,20-8-90,14-22-34,7-14-11,2-11 0,0-5-599,-10 7 1,-1-1 592,2-4 1,-1 5-2879,-1 12 3041,-17 36-536,1 4 513,3 8-853,13-21 1,5-4 909,4 0-186,0-2 1,2-7-442,-2-15 0,-2-11 620,-6-12 1,-3-4 522,5 4 0,-6-5-741,-13-4 1,-7-5-1,-6 6-549,-9 8 1,-6 4-511,1 3 1,-2 0 0,-2 5 545,-17 3 1,0 8 0,15 5 0,2 1 0,-16-3 0</inkml:trace>
  <inkml:trace contextRef="#ctx0" brushRef="#br0" timeOffset="14928">20248 1817 19930,'-13'28'900,"0"0"0,1 1 1,1-1-722,2 0 0,2 1-106,-1-1 0,-1 2-1166,1 2 1,-1 4 0,1-4 638,2-8 0,1 0 884,-4 15 0,3-8-396,6-25-2090,2-7 2157,14-28-815,-3 3 0,1-4 725,1-3 1,1-1 763,1-7 0,-1-3-753,-1 3 1,1-3 0,-1 3-636,1 2 0,-1 0 613,-2 6 0,1-2 0,-3 7 34,3 4 11,-6 46 0,0 13-40,1-4 1,0 3 507,0-4 0,-1 2 0,2-1-513,3 9 0,3-2-731,8-2 1,3-5 736,-11-12 0,2-3 27,9 6 1,1-5 1572,1-16-1416,1-19 1,0-10 94,-14-1 0,-2-6 0,0 1-285,4 1 0,-1-1 0,-2-1-584,-5-6 0,-3-3 0,-3 2 337,-2 2 1,-1 0 0,-1 6-1393,0 0 1,0 15 1091,-1 45 1,1-2 0,-1 8 0,1 0 0,-1 0 0</inkml:trace>
  <inkml:trace contextRef="#ctx0" brushRef="#br0" timeOffset="15758">21168 1898 15998,'-21'-42'3276,"-15"18"-4915,15 35 1,1 8 1784,-5 6 0,3 3 643,3-1 0,4 2-716,3 8 0,7 1-694,9-8 0,5-3 655,5-3 0,3-3-18,2-2 1,2-7 27,3-8 0,1-10-26,3-16 1,1-11 0,-5 1-19,-6 7 0,-1-1 751,6-10 0,1-5 0,-9 2-718,-15-2 1,-8 3-2198,-3-4 2164,0 13 0,-2 6-56,-11 16 45,-14 22 29,22 10 1,2 9 0,2-2-25,-3 0 1,6 1 16,12 6 0,8 3 0,4-8-124,1-16 1,5-5 112,17 0 0,1-6 2150,7-13-2268,-12-3 1,1-5 643,3-9 1,-1-5-527,-6 8 0,-3-5 56,-9-6 0,-4-6 0,-5 5 101,-5 0-129,-4-2 0,-5 9-162,-9 35 122,6 1 422,-4 13-387,10 18-2878,8-11 2855,0 11 90,4-19 1005,-3-9-1005,4 10-541,4 10 462,-3-5-11,2 4 0,-6-9-57,0-4-3220,3 0 2457,4-9 1,-8-7 0,2-4 0</inkml:trace>
  <inkml:trace contextRef="#ctx0" brushRef="#br0" timeOffset="17045">21907 1916 19291,'-13'35'1072,"0"-1"0,1-3 0,2-2-2711,4-2 1,1-3-375,-2 7 969,-1 8 1145,6-29 1211,1-7-1222,1-6-56,1-6-51,12-23 0,6-6 546,-9 16 0,0 1-540,5-7 0,2-3 0,-1 4 11,10-6-112,-8 14 0,1 7 100,9 26 24,-2-2-1,-17 10 0,-5 6-6,-2 7 1,-3 0-84,-3-8 1,0-1 93,2 6 1,0-3 1226,-10-1-1199,8-20 3232,1-4-2340,3-4-936,0-8 0,5-6-1523,7-13 0,4-5 1482,-1 5 0,3-1 0,0 1 29,5-12 1,4 1-790,-3 10 0,3 1 0,-3 7 723,9 4 66,7 12 24,-25 21-737,-10 10 0,-3 4 781,2 8-56,-2-7 0,0 0 1607,0 0-1523,4-10 0,6 0 977,12-7 1,3-2-1062,-3 3 0,3-3-707,3-7 0,3-4 1,1-3 717,-1-7 0,0-4 1,-2 1-7,10 0 1,-2-2 726,-10 0 1,-1-4 0,-4-1-705,-6-10 0,-5 1-897,3-4 914,-8-12 307,-19 32-302,-11 6 0,-6 5 1171,-2 12 0,0 3-1210,-3-7 0,3 4-1395,0 20 0,7 4 1384,12-12-12,-1 16 893,16-34-870,5-3-2173,20-3 2089,-6-6 1,2-2 272,13 1-233,2-9-57,-27 19 101,-1 31 0,-2-9-715,1 5 1,5-1 804,25-9 58,-20-8 0,1-2-142,5-9 0,-1-6 52,10-8-58,-11-3 0,0-6 184,-5-5 0,-2-5 0,0 0-201,5-6 1,-2-3 1,-6 5 0,-2-4 1,-2-2-70,-6 0 0,-2-4 0,-1 0 1,0 7 72,1-3 0,0 2 0,1-12 0,0-4 0,-10 26-87,-12 41 0,-1 13 227,7 6 0,1 4-479,-2-5 1,-2 2-1,3 0 421,6 1 0,3 0 0,1-2 299,-1 3 0,6 2-370,6-2 0,6 5 1,2 0-1,-1-4-1104,1-2 1,-1-3 0,3 1 272,-1 1 1,2 2 0,1-2 0,-1-6 163,8-3 1,-4-8-1,-9-7 1,-4-7 0</inkml:trace>
  <inkml:trace contextRef="#ctx0" brushRef="#br0" timeOffset="17554">24528 1652 17431,'4'-7'2376,"-2"0"-1558,-2 7 56,-2 40-135,-2-3-1832,1-5 1,-1 5 0,0 2 794,0 5 0,-1 1 1,1 0 297,0-2 0,1 0 0,0 0 447,-1 1 0,1 0 1,4-6-2087,6-6 1,4-8-1639,5-8 640,14-28 2637,-15-14 0,-4-3 0,3 3 0,-1-17 0</inkml:trace>
  <inkml:trace contextRef="#ctx0" brushRef="#br0" timeOffset="17888">24586 1648 19706,'32'22'933,"0"0"1,-5-4 0,1-1-654,9 5 1,1 0-119,-7-5 0,-1 0-50,0 0 0,1 2-1205,-5-1 1,1 2 0,-3 0 649,4 9 1,-3 1 515,-1 6 0,-7 1 497,-12-11 0,-11-2-223,-17-3 0,-12-3 1,1-3-1201,0-2 1,-2-3 867,-4 1 0,-3 0 0,0-2-11,8-4 0,1 0 0,2-2 1,-4 2 1,2-1-12,-8 1 1,3-1-3272,4 0 0,21-2 0,22 0 2706,20-2 1,-8 0-1,1 0 1</inkml:trace>
  <inkml:trace contextRef="#ctx0" brushRef="#br0" timeOffset="18112">25237 1942 15860,'0'35'896,"0"1"1582,-1-4-2478,1-1-1639,-1-1 1,1-2-1639,-1-2 3259,2 13 1,0-37-1,0-3 1</inkml:trace>
  <inkml:trace contextRef="#ctx0" brushRef="#br0" timeOffset="18263">25304 1633 14439,'0'26'0,"-1"-1"0,1 17 0</inkml:trace>
  <inkml:trace contextRef="#ctx0" brushRef="#br0" timeOffset="18721">25541 1939 10590,'24'-22'1092,"1"0"0,1 1 0,-2 10-359,5 35-733,-2 1 5,-14-3 1,-3 1 1430,-3 15-1430,-10-4 0,-4-1 293,-8 6-305,2-10 0,-3-3 6,-12-10 34,3-9 0,-3-4-12,2-7 0,0-2-11,1 3 1,1-2 928,-12-22-1085,29 18 44,2-1 101,10 10-909,18 6 909,14 2-168,6 2 397,-20-6 0,2-1-1868,15-6 1,1-5 1091,-11-7 1,-1-2 0,7 8 0,-4-2 0,-5-18 0</inkml:trace>
  <inkml:trace contextRef="#ctx0" brushRef="#br0" timeOffset="19371">25972 1600 11694,'6'-42'3276,"-7"23"-490,-8 41-1998,0 4 0,0 9 1,1 1-1279,2 5 0,1 2 0,0 0 523,-2-1 1,0 0 0,2 0-737,3 4 1,3 0-1,3-6 798,7-9 1,3-5-12,-3-2 0,3-5-17,26 4-73,-7-35 1,-1-8-710,-12 8 0,-1-2 670,14-12 1,-2-3 16,-17 8 0,-3 0-308,2-10 0,-1 1 124,0-1 1838,0-2-1559,-21 61 146,2 4-45,-5 10 33,6-10-33,5 5 626,0-12-760,3 10 2903,3-19-2803,19 1-229,19-11 95,-2-6-1436,-12-10 0,0-6 1425,-7-12 0,-2-4 482,0 3 1,-2 0-439,-2-2 1,-3 3-2162,-2-2 2117,-8 23 113,-3 10-35,-3 10 39,-4 11 1,0 3-96,1 0 0,1 0-11,-3 1 0,1-1-3277,2 12 2647,5-37 1,0 2 0,0-9 0</inkml:trace>
  <inkml:trace contextRef="#ctx0" brushRef="#br0" timeOffset="19508">26275 1650 6921,'0'0'0</inkml:trace>
  <inkml:trace contextRef="#ctx0" brushRef="#br0" timeOffset="19710">25414 1690 15409,'33'0'619,"-1"0"0,1 0 1,13 0-1,2 0-1712,-3 1 1,4-1 0,-4-1 623,3 0 1,-2-1 0,-8 2 0,2 0 0,-7 0 0,3-4 0</inkml:trace>
  <inkml:trace contextRef="#ctx0" brushRef="#br0" timeOffset="20372">26767 1367 11690,'-13'35'1092,"0"1"0,1-2 0,1 1-1072,5-8 0,2 3 271,-1 9 1,0 6-1,0-1-344,2-7 0,0-1 1,-1 2 59,0 7 1,0 1-1,0-2 511,1 0 1,1-3-530,0-11 0,-1-5 1085,1 2-817,0-2-257,1-33-11,13-24 880,-2 8 1,2-3-870,1 0 0,1 0 0,2-1 0,0 0-40,0 6 1,1 4-739,22-7 677,-5 7 2889,1 24-2816,-17 16 0,-5 8-136,-3 13 1,-3 2 146,4-8 0,-6 1-78,-17 9 0,-10-8 28,-9-24 33,7-6 1,-1-7-1391,2-16 0,4-5 1413,4 0-34,-6-16 525,20 30-1164,9 3-963,10 11 392,4-3 162,4 2 1,7 2 0,-1-3 700,5-3 1,0 0 0,6 4 0,-3-1-1,6-7 1</inkml:trace>
  <inkml:trace contextRef="#ctx0" brushRef="#br0" timeOffset="21967">27255 1915 19336,'-11'31'179,"0"0"0,1 0 1,-6 7-1,6-7-3456,15-10 1006,14-14 2699,17-4-472,3-9 955,4-6-1029,-17-11 1,-3-5 5,-7 5 1,-1-1 144,5-5 1,-4 3 3040,-9 7-2537,-18 48 1030,2 5-1422,1 3 1,2 0-1789,10 0 1733,7 4-46,11-29-2415,21-9 2354,-17-9 1,0-3-237,2 2 1,-1-2 44,-1-5 1,-3-6-690,-6-6 1,-2-8 0,-2-2 758,-1 0 1,-2-4-1,0 0 1,0 0 137,0 3 0,0 1 0,0-1 0,-1-1-55,-2 0 1,0-2 0,-1-1 0,-1 4 0,-1 7-24,1 2 0,-2 5 1531,-1-18-1274,-11 71-763,2-8 0,0 6 767,2 3 1,1 9 0,1 3-1,0-1 1,1-6 580,1 7 0,1 0-762,-1 1 1,0 8 0,1-4 0,5-12-3,13-4 102,11-12-102,-5-9-68,9-10-470,-6-11-45,-4-14 1,-2-6 1428,-5-2 1,-1-1-791,2 0 0,-2 1 483,-4-8-203,-16 46-168,-2 15 78,-4 7-22,3 2-106,4-7 0,1 1 5,2 10-11,4 2-1671,28-21 1536,-4-22 1,3-7-1,-3 7 1,0-3-787,10-14 1,-4-3 987,-3-7 1338,-5 6-1528,-16 14-1394,-9 32 1875,0 8 1058,0 8-1332,4-8 0,6-2 727,9-8 1,3-3-896,-4 3 0,2-2-1012,18-5 0,0-9 1073,0-22-83,-15 11 0,-4-3 1017,-7-7 1,-6-2-1002,-1-17-1046,-10 3 1,-8 1 995,-8 13 0,-4 2 28,4-8 0,-3 6 240,-7 16 0,-1 11-190,0 14 1,4 6 591,9-1 1,2 2-643,-5 4 0,4 1-968,9-4 1,9-2 989,34 8-89,6-9 11,-12-14 0,2-4-67,-5-4 0,2-6-175,16-12 1,-2-6 268,-18 10 1,0-1 28,4-3 0,2-3 0,-6 2 0,3-10 100,-1-5-111,-13 18 1711,-1-2-1656,-11 25-21,0-5 78,0 7 212,18-9-200,28-10 996,-4 1-1064,-5-3 0,-2 2 3231,-6 4-3015,9 13-3538,-24 8 3252,5 17 58,-9-16-33,5 4 56,17-8-2319,-10-7-841,9-7 3104,-20-20 0,-10 10 0,-1-8 0</inkml:trace>
  <inkml:trace contextRef="#ctx0" brushRef="#br0" timeOffset="22158">27446 1595 20389,'40'-1'0,"-1"0"0,1 0 0,0 0 0,2 0 0,0 0 0,0-1 0</inkml:trace>
  <inkml:trace contextRef="#ctx0" brushRef="#br0" timeOffset="22310">28290 1555 17230,'0'0'0</inkml:trace>
  <inkml:trace contextRef="#ctx0" brushRef="#br0" timeOffset="22609">29434 2087 21689,'-6'41'-656,"0"-1"1,0 1-1,-1-4 1,-2-1 0,-4-7-1,-11-8 1,-1-7-1,-5 5 1,1-6 0</inkml:trace>
  <inkml:trace contextRef="#ctx0" brushRef="#br0" timeOffset="23815">4575 3460 19975,'14'-31'2364,"6"35"-1793,-10 24 1,-5 13-357,-2-4 1,-1 4 0,-2 3 0,0-1-964,-2-3 0,0 0 1,-2 1-1,1-1 750,-1 3 1,1 1 0,-2-1 0,1-3 247,-1-1 1,-1-3 0,2-3-246,0 3 1,4-4-2727,11 11 2721,4-11-822,15-26-612,2-17-205,-6-4 1,1-5 1296,-1-7 0,-1 0 1,-4 9-1,-2 0 1,6-19-1</inkml:trace>
  <inkml:trace contextRef="#ctx0" brushRef="#br0" timeOffset="25002">4312 3864 10291,'-27'5'1462,"0"1"1,10 3-1362,36-15 0,14-3-101,-2 2 0,2 0 1272,7-7 1,0-1-1285,-8 2 1,0 0-501,0-1 1,2 0 0,-1-1 461,5-2 0,0 0-167,-6 2 1,1 0 0,-2 0-737,-3 0 1,-1-1-191,3-8 0,-3-1 2028,0-9-549,0-2 72,-38 32 746,1 34 1392,-6 6-2216,11-9 1,2 5 91,1 3 0,2 5 0,-1-3-947,1-1 1,-1 1 565,1 2 0,0 2 0,0-4 32,0-7 0,2-3-62,2 11 0,1-3 56,8 5 737,4 3-737,1-53 1,2-10-208,-4 3 0,0-2 134,5-7 1,-1 0 2135,7-9-2220,-9 28 270,-6 12 3071,5 14-2988,-2 5 1,3 3-594,4-5 1,1 0 334,-2 3 1,3-5-1144,16-12 0,-1-9 1160,-6-13-17,-3-1 1,-2-3 17,-7-13-35,-11 0 1,-3-2-78,-4-12 89,-1 15 0,-6 8-2154,-41 32 2187,31 9 1,2 3-1,-10 4 1,3 3-558,14 18 0,9-1 524,5-8 753,-2-6 0,7-6-804,21-21 1,6-11-760,-9-2 0,0-3 597,-1 3 0,1-1 0,-2-1-34,1-8 1,-3-2-259,-3-6 1,-4 1 2830,3-3-2090,1-7 234,-25 47 224,-9 19-537,4-8 1,1 2-136,-3-1 1,1 0 803,1 8-736,2-15 134,22-34-236,2-10 1,1-5 5,-2 6 1,1 0-726,0-1 0,0-2 1,-2 5 640,10-1 325,-4 14 45,-10 25-787,-8 15 1,-4 7 517,0-8 1,0 1-35,0 5 1,0 1-1617,-2-3 1,0-5 818,6-6 1,-4 5 0,3-23 0</inkml:trace>
  <inkml:trace contextRef="#ctx0" brushRef="#br0" timeOffset="25165">6449 4334 19549,'-23'30'0,"-1"1"0,1-1 0,1-6 0,2-1 0,8 1 0,-1 0 0</inkml:trace>
  <inkml:trace contextRef="#ctx0" brushRef="#br0" timeOffset="29463">7697 3470 18698,'-4'-5'2532,"-2"9"-1916,-1 13-28,-2 4 1,-1 6-2149,-3 11 0,-2 2 1722,-1 2 1,0 1-96,4-10 0,0 2 1,-1-2 321,-2 6 1,-1 2-327,2-4 1,0 2 0,1 0-773,1-4 0,1 0 0,0 0 727,0 2 1,1 1 0,1-4-41,1 0 1,2-5 21,3 1 190,47-39-167,-9-5-23,1-1 0,3-2 52,-12 2 0,1-1-1145,1-1 1,3-4 0,0-1 1192,0-5 1,0-2-1,-2 3 1,-4 6 0,0 1-1,-3 0 1,4-9-1,1-1 1</inkml:trace>
  <inkml:trace contextRef="#ctx0" brushRef="#br0" timeOffset="30162">8048 3663 13947,'0'-4'3276,"0"1"-558,-12 38-1080,1 7 0,-2 5-3277,2-9 1,-1 2 1633,2-3 0,0 2 1,1-4 155,2-7 0,-1-1-351,-5 17 1,1-1 277,1-1-45,-1-8 1,6-11 213,26-46-361,-2 3 114,-1-1 0,3-3-6,6-7 1,1 0-40,-6 10 1,-1 1-18,2-6 0,0 5-584,3 13 702,-8 49-51,-8-18 1,1 3 5,4 16 0,2 1-75,-4-13 0,0-2 86,-1-3 0,2-4-22,7-3 45,10-13 0,12-20-40,-11 2 1,-1-3-97,-3-2 0,-2-2 91,-2-2 0,-1-2-597,-4-2 0,-3-2 647,-4 3 1,-1 0 5,8-17 1385,-11 17-1497,-7 38 224,-5 32 2111,5 1-2262,0-19 0,3-1-1933,20 7 1894,11-22-12,1-2-448,-1-10-1157,-17-15 1,-3-6 818,0-7 1,5-13 0,-19 25 0</inkml:trace>
  <inkml:trace contextRef="#ctx0" brushRef="#br0" timeOffset="30382">7380 3755 10872,'44'-10'-2,"0"0"1,0 1 0,0-1 0,-2-1 0,-2 1 0,-4 3-1,0 1 1,-1 0 0</inkml:trace>
  <inkml:trace contextRef="#ctx0" brushRef="#br0" timeOffset="31235">10240 3930 13341,'7'0'2365,"-2"0"-517,30-25-1130,-24 14-321,9-4 1,-3-1 1518,-16 2-1277,-35 7-393,5 3 60,-4 15 1,-8 10 0,7-2-352,-1 6-1048,17 2 1,2 7 0,12-4 1034,19-10 1,9-3 57,1 10 0,5-1-764,1-8 1,4 0-1,-4-3 769,-7-3 1,-1-1-6,13 5 0,-7 0 123,-19-3-134,-32-4 0,-13-2 202,-9 3 108,9-6 1,-11-1 0,-1-1 0,5-2-282,7-3 1,3-1 0,-2-1-12,-12 1 1,-2 0-1,6-2 10,7-3 0,7-2-40,-1-3-3254,20 6 0,30 3 0,11 8 3064,11 0 0,0 1 0,-8 1 0,-9-2 0,0 0 0</inkml:trace>
  <inkml:trace contextRef="#ctx0" brushRef="#br0" timeOffset="32291">10897 4023 10141,'-13'-22'819,"0"0"0,-19 11 0,-9 6 0,5 5 158,13 5 0,0 3-977,-13 1 0,-5 1 0,8 2 56,5 9 1460,6 2-1538,7 9-801,9-2 789,9-2 929,11-10-1175,9-12 0,6-6 371,-5-5 0,2-2-354,6 2 0,-2-3 207,-6-4 0,-5-3-1840,6-25 2243,-13 23 2110,-2-11-2435,-14 30-1817,-5 20 1907,3 22-124,6-4-433,16-13 0,8-5 417,1-14 0,3-6 290,4 0 1,1-2-711,-5-5 0,0-4-568,-1-10 0,1-5 1,-3 2 981,-3 4 1,-1-1 33,2-4 0,2-2 0,-5 3 1478,-2-4-615,-8 5 44,-11 22 1506,-7 8-2122,-6 20 40,3 10 0,1 0-298,0-5-33,0 3 0,8-10-1387,15-33 1398,2-6 34,14-11 2223,0-2-2268,1-4 0,-1 0-1077,-1 3 1043,-3-1 1,-3 11-1083,-9 54 1396,-7 1-263,-1-9 0,0 0 5,-3 12 68,0-21 156,6-5 653,2-13-899,9-9 2269,3-12-2258,6-12 0,0-4 1059,2 1-1070,-3 1 0,-4 4 0,-14 17-246,-5 10 279,-2 27-2644,1 13 2611,1 4 0,4-5 11,0-20-11,1-8 0,8-4 597,0-7-1830,7-7-347,-1-5-59,6-2 1,2 0 982,7-3 1,-11 6-1,-3 2 1,-9 5 0</inkml:trace>
  <inkml:trace contextRef="#ctx0" brushRef="#br0" timeOffset="32617">12001 4009 22048,'-6'38'409,"0"1"1,1-1-1,-1 0 1,0 1-1,-1 6 1,0 0 0,1-2-1,1-5-142,1 4 0,1-1-1087,0-5 1,-2 5 0,0-1 0,0-3-339,-1 8 0,0 1 1507,1-10 0,-1 3 1,1-1-1,1-9-382,-2 5 443,0-8-3625,9-54 772,2-4 919,-1 4 1,0-3-116,4-14 1,0-2 1091,-2 6 1,1 0 0,-1 3 0,0 3 0,0-5 0</inkml:trace>
  <inkml:trace contextRef="#ctx0" brushRef="#br0" timeOffset="32900">12029 3977 18384,'37'1'620,"0"1"0,10 15 0,-8 5-172,-13 12-62,-6-5 1,-6-1 487,-16 1-4151,-12-3 3473,-15-7 0,-7-3-101,3-6 1,-2-1 361,-9 2 1,0-1-447,11-7 1,1-3-1158,4-4 1,2-2 148,-12-5-650,6-3-426,20 3-549,20 6-655,7-1 3068,14 0 0,-11 3 1,0 0-1</inkml:trace>
  <inkml:trace contextRef="#ctx0" brushRef="#br0" timeOffset="33820">12410 3543 14701,'2'-25'1638,"0"-1"0,-6 11 1638,-3 38-2278,0 3 0,0 6-2637,2 12 1,3 5 1684,2-9 1,2 3 0,1-1-44,0-2 1,2-1 0,3 0-481,2-1 1,2 0 0,3-8 526,4-7 1,3-8-38,19-9-47,-12-24 1,-3-7-696,3-10 746,-10 12 0,-3 2 1901,-8 4-2086,-9 35 2838,-7 22-2614,1 5-1385,3-6 0,0-3 1419,2-10-34,14 10-33,2-39 21,15-6-44,-2-9-873,5-9 1,0-3 838,1 3 12,-7-1 0,-3 9 1747,-11 22-1669,-1 23 1064,0-5-1064,3 3 0,2-3 11,9-6-33,11 5-12,-10-16 0,2-4 1142,16 1 0,0-2-1198,-8 1 0,1-3-976,3-2 1,2-4 0,-7-5 1009,-12-13 0,-4-3 0,8 5 0,-8-1-776,-22-9 0,-13 8 782,-8 26 0,-4 8 16,1-4 0,1 4 23,1 10 0,1 8 0,5 2-74,6 5 0,5 2 0,0 0 46,-4 8 0,2 3 103,7-13 0,0 3 1,1 1-1,1 2-102,-1 0 0,1 3 0,0 1 0,-1-1 0,0-3 452,-2 8 0,-1-3 0,-2 4-480,1-9 1,-2 5 0,0 1 0,-2 0-1,0-5 1,-1-7-1192,-10 7 1,-2-6-439,-2 11 1,0-16 1213,-2-45 0,22 3 0,-2-21 0</inkml:trace>
  <inkml:trace contextRef="#ctx0" brushRef="#br0" timeOffset="34020">12825 3624 21510,'2'2'-1024,"-6"-6"1,14 14 0</inkml:trace>
  <inkml:trace contextRef="#ctx0" brushRef="#br0" timeOffset="35066">14563 3590 16871,'-10'34'546,"0"1"0,1 0 0,-1-1 0,-1 4 0,1-2 0,1-1 113,2-2 1,2-1 0,-1 1-1753,-2 9 1,0 2 0,1-4 79,1-8 1,1-1 1023,-4 19 1,2-9-391,6-30-2898,1-15 0,7-20 2474,0-1 0,1-3 0,-2 13 0</inkml:trace>
  <inkml:trace contextRef="#ctx0" brushRef="#br0" timeOffset="35538">14517 4140 9478,'-7'-25'975,"0"1"0,-6-21-414,2 22 0,-4 1 385,-8-1 1,-2 1-700,3-1 0,-3 2 78,-4 9 1,-4 2 0,2 7-164,2 10 1,2 3 421,-8-2 1,2 4-479,2 21 0,7 5-265,12-9 0,1 0 164,-3 6 1,2-1-23,6-9 1,6-3-74,26 12-202,5-25 1,5-4 371,-4 2 1,3-4-901,-1-7 1,7-3 0,-1-3 0,-5 1 272,1-2 1,-1-1 0,12-3 0,-5 1 0,-18 5 0</inkml:trace>
  <inkml:trace contextRef="#ctx0" brushRef="#br0" timeOffset="35792">14850 3967 23292,'-4'28'227,"1"0"1,-5 9 0,0-4-239,1-10-3266,-6 11 2860,12-40 1,1 5 0,0-9 0</inkml:trace>
  <inkml:trace contextRef="#ctx0" brushRef="#br0" timeOffset="35926">14876 3679 16692,'0'0'0</inkml:trace>
  <inkml:trace contextRef="#ctx0" brushRef="#br0" timeOffset="36417">15094 3988 10535,'15'-27'1092,"0"0"0,0 3 0,-6 6 2184,-8 13-2242,-1 4 1152,0 21-2253,10 21 174,-3-13 0,1 1-107,1 0 0,2-1-1002,-2-5 1,1-2 978,4 23 915,-8-14-814,-10 3-723,-20-23 0,-12-5 1,2-1 688,5-1 1,-2-1-37,-2 0 1,-7-1-1,0 0 1,6-1-592,-3-2 0,4-1 499,-1 1 0,4-1 1128,-1-2-1795,25 5-888,29 1 1,15 0 1091,-11-4 1,1 1 0,8 2 0,-2 0 0,6-6 0</inkml:trace>
  <inkml:trace contextRef="#ctx0" brushRef="#br0" timeOffset="37100">15442 3594 19527,'-9'40'691,"-1"-1"0,1 0 0,0-1-479,2-7 1,2 3-149,-1 7 1,1 8-1,0 2 1,1-7-84,0-10 0,1-4 1,4 2-802,2 9 1,3 5 0,2-3 0,4-14-1643,17-10 2182,2-20 0,0-9 1364,5-18-1269,-8-4 0,-2-4 228,-9 7 1,-2 1-5,5-7 1,-4 2 161,-8-3 897,-8 31-919,-11 24-133,4 4 21,0 10 0,2 2 2909,5-4-2987,0-3 0,6-3-2976,25-6 2728,10-10-189,-18-6 0,3-4-1191,17-14 1,-1-8 1599,-13-1 0,0-4 46,-3 3 1,1-2-1,-3 1 1444,-3-4 0,-4 2-1328,2-3 460,-18 30-202,-7 26-197,-1 6 1,1 2-185,1-8 0,1 1-11,-1 9 0,1-3-23,2-3-3243,2-14 2883,5-27 1,-4 9-1,3-12 1</inkml:trace>
  <inkml:trace contextRef="#ctx0" brushRef="#br0" timeOffset="37235">15974 3782 17151,'0'0'0</inkml:trace>
  <inkml:trace contextRef="#ctx0" brushRef="#br0" timeOffset="37404">15135 3800 15907,'37'0'-60,"0"0"0,6-1 1,4 0-1,-8 1 0,-14-1 1,-3 1-1,21-1 0,-1-1 1</inkml:trace>
  <inkml:trace contextRef="#ctx0" brushRef="#br0" timeOffset="38008">16231 3535 10567,'0'34'546,"0"0"0,0-1 0,0 10 0,0 5 0,1 0 0,-1-4 121,0-4 0,-1-3 0,1 2-667,-1 2 0,1 4 0,-2-2 0,-1-7 1295,-3-3 1,-1-4-1313,0-4 0,1 0 888,-5 16-815,5-21 949,2-6-1039,5-37-536,11-19 536,-6 17 1,0-1 27,5-4 0,1 2-83,7-13 89,2 6-1930,0 6 1874,8 7-11,-6 12 67,7 2-45,-7 16 39,-2 13 1,-2 6 5,4 11-17,-6-4 0,-4 1 17,-7 5 0,-6-4 90,-17-14 0,-5-1 22,-2 0-107,-3-7 1,0-4 117,0-8-123,4-2 0,4-6 0,5-3-591,4-6 591,4-1 1853,2 3-2447,3 3-2683,5 5 638,5 6-51,7 5-587,7 2 3815,3-1 0,-11-4 0,-1-1 1</inkml:trace>
  <inkml:trace contextRef="#ctx0" brushRef="#br0" timeOffset="39561">16615 4154 8608,'8'-31'1092,"0"0"0,-1 2 0,-2 3 1545,-2-8-1931,-3 17 976,0 6-1537,-5 21 1034,-1 8-1000,0 8 0,1 1-1578,-2 7 1399,4-9 0,1 0 0,6-3 78,40-10-78,-11-8-86,-1-11 0,7-6 1,-7 0 74,4-9 11,-3 0 0,-7 0 224,-20 9 33,-4 4 13,-15 42-170,10-6-83,-3 0 0,5 0 73,37 0-90,-3-12 821,-4-11 1,2-5-828,10-9 0,-2-5 428,-15 5 1,-1-2-445,13-10 0,-4-3-1,-19 6 1,-4-5-901,0-11 0,-2-8 0,-1-2 900,-2 10 1,-1-2 0,-1-1-1,1 2 38,2-13 0,-1 1 0,-2 6-127,-6 0 0,-3 19 213,-3 50-40,0 10 1,0 5-11,4-5 0,2 2 49,1 5 1,0 4 0,1-5-973,1-2 0,0-2 864,1-1 1,1 3-1,1-7 8,6 1-428,29-13 19,-7-32 0,2-7 101,-3 7 0,-1-4 185,2-16 0,-1-9 0,-5 4 123,-8 8 0,-3 1 28,6-10 0,-4 4-28,-9 14 142,-12 34 294,-8 19-178,0 4 556,5-16 1,3 0-580,11 14-224,7-20 2314,16 3-2359,-2-25 0,6-10 1,-3 1-338,-4 2 0,0-1 337,4-4 0,3-2 1,-6 0 3168,0-15-2967,-7 1 45,-12 21-457,-10 12 569,-9 24-135,-4 10-890,18-5 1,6 6 0,2-5 699,7 8 33,6 3 1,5-8 474,10-32-469,-6-13 1,-1-5-436,4-6 396,-9-2 0,-4-4 377,-14-15-426,-20 14 1,-9-4 0,1 5 48,4 7 0,-3 4-27,-16-1 1,-8 2-1,4 12 21,10 21 1,3 8-547,-9 0 1,5 4 506,14-2 1,7 3-1595,13 7 1,6-2-862,8-2 1368,1-5 1,3-6-1222,15-18 1260,-3-11 1,6-6 0,-4 1 39,-6 1 1,0 0 1470,7-5 1,3-3-1,-7 1 949,-12 1 1,-3 0 270,4-9 0,-2 1 1638,2-3 0,-1-5-752,-20 35-1527,-11 24-560,-3 13-392,4-13 0,1 2-1767,-3 17 1767,16-20-45,10-13 0,11-18-6,4-11 1,3-5-926,3-4 1,0 0 930,-2 0 0,-1 1 0,-5 3 0,-4 4-79,-11 13 79,-4 6 157,3 24 1166,-5-2-1312,4 18 56,-5-13-55,9 2-1727,-1-15 1363,3-5 352,-7-27 0,-7 9 0,-2-7 0</inkml:trace>
  <inkml:trace contextRef="#ctx0" brushRef="#br0" timeOffset="39770">17063 3720 3278,'35'-6'-547,"0"-1"1,0 1 0,5 0 0,-8 0 0,-9 1 0</inkml:trace>
  <inkml:trace contextRef="#ctx0" brushRef="#br0" timeOffset="39904">17714 3618 15919,'4'0'2700,"0"0"-5977,2 1 2989,-3-1 1,3 0 0,-4 0 0</inkml:trace>
  <inkml:trace contextRef="#ctx0" brushRef="#br0" timeOffset="40503">19232 3323 10215,'-16'36'297,"-1"0"1,1 1 0,0-1 0,-1 0 0,1 0 0,1 7 0,1 1 0,0 1-1,2 0 1,2 0 0,4-3 357,4 0 0,2-2 1,4 0-1,0-1 0,-1 1-526,0-1 0,0 1 0,1 0 0,1-3 0,2-2 211,6 8 0,3-4 1,4-3-793,7-2 0,3-3 0,0-4-1187,-1-3 1,1-2 545,1-2 1,3-1 0,-1-6 817,-2-11 1,-4-5 0,7 2 0,-7-4-1</inkml:trace>
  <inkml:trace contextRef="#ctx0" brushRef="#br0" timeOffset="41508">19983 3936 15762,'0'-5'2264,"0"1"-1984,16-18 123,-11 10-3680,11-20 3244,-24 6-491,-20 2 759,-5 3-157,9 13 1,-2 4 106,-4 8 0,-1 6-184,-5 14 1,1 4 15,6-7 0,3 3 1,6 2 1,3 6 0,8-3-53,10 3 1,8-3 261,6-3 1,5-4-268,1-2 0,4-6-320,3-11 1,4-10-735,-2-5 1,1-5 0,-1-5-1,-2-7 1,-2-5 0,0-1-1,2 1 1,1 1 0,-4-4 1015,-6-2 1,-3-2 0,-5-3 895,-6 7 0,-3-2 0,-1 1 0,0 4 366,2-3 1,-3 6 1791,-19-3-2271,12 80-490,0-13 1,-1 6 0,3 2 10,3 3 1,3 1 0,5-1-132,5-6 1,3-1 0,0 0-67,-5 2 0,-2 0 0,7-5 14,20 3 1,5-17-68,-4-31 1,-1-10-79,-6 9 1,-1-5-404,-3-15 0,-1-8 0,-6 1 935,-8 2 0,-3 2-386,0-5 0,-3 17 470,-12 67-452,6-15 0,1 4-60,1-2 1,-1 2 0,3-4-4,6 10 79,20-20 1173,-11-14-2932,11-5-1155,-13-11 2835,2-10 0,-8 12 0,0-4 0</inkml:trace>
  <inkml:trace contextRef="#ctx0" brushRef="#br0" timeOffset="41726">20428 3488 7930,'19'38'0,"-3"-8"0</inkml:trace>
  <inkml:trace contextRef="#ctx0" brushRef="#br0" timeOffset="42133">20687 3786 16143,'37'-7'1092,"0"0"0,1 9 0,-7 9-2731,-18 13 1,-7 7 1161,1 15 0,-5 0 494,-3-13 0,-4-2 760,-3 3 1,-4-4-621,-23-7 982,-11-14-1116,2-17-1102,22-5 1,3-2 1022,3-6 2224,7-1-2415,9 22-2021,21 18 2246,7-3-763,10 8-854,-11-15 1,2-6 1249,9-13 1,-2-2 0,7 6 0,-16-6-1,0 0 1</inkml:trace>
  <inkml:trace contextRef="#ctx0" brushRef="#br0" timeOffset="42805">21138 3564 10921,'7'-38'819,"0"-1"0,-1 0 0,-1 9 0,-1 4-668,2-1 560,-9 51 1,-3 19-380,3-4 1,-1 5-1,1 1-562,0-9 0,0 1 0,1 1 0,1 1 236,1-2 1,1 2 0,0 1 0,1-3 0,0-2 333,-1 3 0,1-3 0,2-1-292,3 4 1,2-1 0,3-13-49,13-22 16,1-12 1,0-7 661,-1-8 1,-2-2-735,1-2 0,-2-2 1007,-7 3 0,-2-2 0,-2 2-934,-2 2 0,-3 1-17,1 0 0,-2 3-34,-1 3 10,-4 17 58,-8 39 11,1 3-40,2-3 1,1 1 635,1-4 1,1-3-654,2-6 1,3-2-508,10 19 496,2-26-1949,25-3 333,-9-18 1,1-7-1,0-5 1,-1-4-1,3-2 1,-4-3 72,-10-4 0,-5 0 2199,-7 6 0,-1 1 1005,-2-3 0,-1 1 1638,1-4-1125,-3 19-1019,-8 41-773,3 7-130,0-4 1,0 0-197,1 7-27,2-17 0,0 0-18,0 1-525,0-2-2740,4-16 2457,2-7 1,0-5 0,-2-4 0</inkml:trace>
  <inkml:trace contextRef="#ctx0" brushRef="#br0" timeOffset="42972">21802 3614 14036,'-9'4'0,"2"0"0</inkml:trace>
  <inkml:trace contextRef="#ctx0" brushRef="#br0" timeOffset="43145">20877 3580 17375,'41'-1'-547,"-1"1"1,1-1 0,0 1 0,3-1 0,-2 0 0,1-1 342,-6 1 1,3-1-1,-3 0 1,-6 1-1,-4 0 1,-2-1-1,10-1 1,0 0-1</inkml:trace>
  <inkml:trace contextRef="#ctx0" brushRef="#br0" timeOffset="43690">22241 3371 18608,'-19'31'3276,"10"-4"-4369,2 10 1,0 11 0,0-2 964,1-9 1,0-1 0,1 2 185,-1 8 0,1 1 1,-2-2-59,-1-9 0,0-2 0,-1-2-451,-4 9 1,0-3 461,2-8 0,0-3 34,1 2 0,3-12-135,9-35 542,9-11-463,-1-1 0,2-3-57,-3 10 1,2 0-526,11-14 0,5 1 537,2 13 0,0 2 56,0-7 0,2 6-17,1 19 0,-1 13 22,-10 17 1,-4 8 5,-2 1 1,-4 4 14,-10-5 0,-4 3 0,-4-4 423,-10-1 1,-6-5-439,-1-4 0,-4-8 23,-6-11 0,3-10-1099,2-25-672,-2 7 98,40 0 1,9 2 818,18 4 1,4 2 0,-12 10 0</inkml:trace>
  <inkml:trace contextRef="#ctx0" brushRef="#br0" timeOffset="45112">22680 3768 21790,'-7'38'142,"0"0"1,0 0 0,2 11 0,5-7-3420,12-14 950,26-16 1216,-10-13 1089,17-7 270,-9-8-999,0-5-226,-16 4 0,-1-2 1246,8-11-157,-7 4 718,-12 43-416,-8 21 411,0-9 1,2 0-764,6-6 0,4-4-235,26 3 145,-14-19 0,1-5-6,5 0 1,0-5-1060,-2-8 1,0-6 0,-3-2-1,-5-2 1,-3-2 0,1-2 1001,4-3 0,0-2 1,-3-4 610,-8 0 0,-2-7 0,-3 0-1,-1 1 1,0 8-88,1-1 0,-1 1-264,2-15 0,-1-3 0,-3 28 462,-7 58 1,-2 21-329,3-22 1,0 0-1,1 2-276,-2 9 0,-1 3 0,2-2 80,0-8 1,1 0-1,1-4-101,1-1 1,0-1-1,2 6 1,3-2-62,7-9 0,2-3-1655,12 17 108,1-36 1,3-11 1089,-4-10 0,-2-6 330,-4 2 0,0-3 0,-2-1 625,-3-2 0,-1-1 0,-2 3 286,4-9 1,-9 15 2547,-24 35-2461,9 15 1,1 8-303,-1-7 1,-2 1-1,2-1-513,2 7 0,6-5 68,16 4-214,15-33 0,5-9-330,-13 5 0,1-5-126,9-11 1,5-8 0,-8-2 579,-8-6 0,-6-1 167,6-1 1,-3 3 3130,-8-12-1538,-31 76-526,10-7-966,-3 11 1,4 3-113,18 1-123,3 1 11,9-30 1,5-7 35,9-19 1,0-6-76,-11 10 0,-2-5-1018,-3-12 0,-3-9 0,-10 3 1029,-16 6 1,-7 1 5,3-10 0,-4 5-549,-11 14 1,-3 13 475,3 25 1,2 7 66,6-15 1,2 3-331,0 28 0,15 0-1303,21-27 1,7-3-1,-7 5 1,3-3 545,9-13 1,5-9 0,-1-1 1436,-1-5 1,-2-2 1022,8-3 0,-1-3 271,-3-8 0,-5 1 780,-8 6-1343,6-4-470,-25 35-2246,5 12 2123,19-3-370,-6-3-673,9-11 0,1-3 516,-6-2 764,-1-1 0,2 2-1682,2 7-2314,-1-3 2457,-2 3 1,-13-5 0,-8-2 0</inkml:trace>
  <inkml:trace contextRef="#ctx0" brushRef="#br0" timeOffset="45280">23068 3508 17129,'40'-5'-293,"-1"1"0,1-1 0,-9 1 0,-2 0 0,2 2 0,1-1 1</inkml:trace>
  <inkml:trace contextRef="#ctx0" brushRef="#br0" timeOffset="45408">23699 3436 14465,'0'-5'-2868,"0"2"2868,0 3 0,0 0 0</inkml:trace>
  <inkml:trace contextRef="#ctx0" brushRef="#br0" timeOffset="46432">25656 3610 13536,'-40'22'453,"1"1"1,6 5 0,-1 5 0,8-3-460,12-8 1,2 0-7,-14 17 1,13-3-293,33-20 1,10-7 353,-2-9 1,3-4-40,11 5 0,0-7-40,-11-15 0,-2-7 0,-5 1 40,-7 7 0,-4-1 458,3-17 0,-9 2-469,-22 8-263,-12 15 0,-3 7 129,-15 10 106,16 0 0,2 4 1426,3 22-3037,30-6 1,8-2-396,11-2 2222,2-2 1,4-5-1349,-6-14 0,2-6-479,14-5 1,2-5 545,-14 2 1,0-3 0,1-3 1911,0-4 0,2-3 0,-2-2 0,-1 0 273,0-4 0,-3-2 0,-1 0-808,-1 0 1,-2 0-1,-5 2 668,-5-1 1,-5 6 493,-4 2 514,-3 13-1194,-7 32 1,-1 12-599,3-9 0,1 6-31,1-1 1,-1 9 0,-1 6 0,1 5 0,-1 3 0,0 2 0,0-1 0,0-3 0,1-3 0,0-6-133,-1 4 1,0-6 0,1-1 0,-1 2 0,0 6-9,1-5 0,-1 5 0,0 4 0,-1 3 0,1 1 0,-1 1 0,1-1 0,-1-2 0,0-4 0,0-4 0,1-6-17,-3 7 0,0-7 0,0-2 1,-3 4-144,-1 1 0,-3 5 0,-1 1 0,-1-1 0,1-3 0,3-6 174,-7 10 1,0-5-12,-1 5 0,-3 0 0,1-22-575,0-44 1,3-15 597,9 12 0,2-2 163,-3-7 1,-1-6 0,5-3-196,7 6 0,3-4 0,3-1 0,2-2 0,2 1-152,2 3 1,2-1 0,3-1 0,0 1 0,0-1 0,-1 1 27,-2 0 1,-2 0-1,0 0 1,1 0-1,2 1 1,5 1-337,3 0 1,4 0 0,3 0 0,1 0 0,1 4 0,-1 2 0,-2 5 243,5 2 0,-1 5 1,0 2-1,0-1 1,0-2-1,0 0 0,-1 1 1,-2 4-1,5 4 1,0 0-1</inkml:trace>
  <inkml:trace contextRef="#ctx0" brushRef="#br0" timeOffset="46980">26861 3698 15605,'29'-29'587,"0"0"0,0-1 0,-4 2 0,-2 0 1,-3 0-1721,-2-5 0,-6 3 1391,-8-7 1308,-23 9-1488,-11 26-676,-2 8 1,-2 3 585,10 0 1,0 2 11,-7 0 0,5 6-809,12 16 0,9 2 842,10 3 613,1-3 1,3-1-647,15 0-729,5-2 1,1 0 705,-2-1 12,-1-5 0,-8-3 123,-28-10 73,-16-8 0,-6-4 1709,-15 6-1756,16-7 0,-3-2 1,2 0-274,-3-3 1,3-1 128,6 2 1,2 0 1575,-15-7-3082,34 10-1765,34 1 0,-3 0 2621,2 0 1,-2 0-1,-2 0 1,-5 0 0</inkml:trace>
  <inkml:trace contextRef="#ctx0" brushRef="#br0" timeOffset="47961">27376 3713 12725,'22'-32'819,"1"1"0,-8 0 0,-2-2 0,-3 4 2457,-5-9-1863,-4 7 1,-7 5-4691,-33 22 2684,5 13 1,-2 4 854,6-4 1,2 2-263,-8 9 0,5 3-1080,8 11 951,21 3 1,11-1-422,20-7-852,15-19 0,5-11 1402,-19-9 0,-2-6 460,-1-3 1,0-4 0,-6 2-439,-5-9 192,-7 2-23,-5 15 1348,-4 8-1539,-6 17 23,-5 25-51,13-4 0,5 0 28,1-11 0,4-1-465,3 7 0,6-8-1174,17-27 1,0-10 612,4-4 809,-17 4 1,2-5 0,-4 1 1350,-7 3 0,-2 0-1129,3-5 1,-3 0 2723,0-9-2337,-7 17 2884,-4 2-2680,-8 23-1933,-4 11 1,0 4 1408,2-2 1,0 0-53,-4 6 0,2-1-20,3 4 308,4-19-62,4-7-167,16-16-85,0-8 1,3-3 1643,-1 1 0,0-1-1576,3-3 0,-3 1-65,-2 3-244,-11 20-594,-6 13 852,0 10 0,-1 6-11,0-2-3098,0 6 3098,0-11 0,0-3 22,0-12 113,5-7-79,24-21 514,-7 4-576,-1 0 1,0-3-2297,2-8 2318,-5 7 1,-1 1 2184,0-2-2201,4-2-134,-19 24 112,-3 33-2235,0-11 2257,0 24 0,1-24 2257,0-5-2336,10-1-3198,4-7 162,14 1 3115,-3-7 0,-1-2 0,0 2 0,10-2 0</inkml:trace>
  <inkml:trace contextRef="#ctx0" brushRef="#br0" timeOffset="48484">28497 3485 16335,'0'-4'3276,"0"1"-1926,0 3-432,-21 42-2242,13-8 1,-1 2 1513,0-6 1,-2 0 0,1 3 16,2 2 0,1 3 0,-1 1 0,0 1-410,1-4 1,-1 2 0,-1 0 0,1 0 0,0-1 207,-2 9 1,-1-1 0,1 1 0,-1 0-26,2-8 1,0 1 0,0-1 0,0-1 0,1-5-9,-3 13 0,1-8-2793,-1-1 1981,14-42 1375,6-18-1723,6-13 577,-6 14 1,0-3-210,0-5 1,2-5 0,0-1 0,-2 2 0,1 1 0,-2 2 0,1-3 679,1-5 0,1-3 0,0-2 0,0 0 328,-2 3 0,0-2 1,-1 0-1,0 2 0,0 5 185,-1 2 1,0 4-1,0-3-216,1-6 0,1-7 0,0 5 0,-1 13 302,1 13-246,2 10 101,16 26-56,-8 2-96,-4-2 1,0 4-22,-5 10 0,-3 1 229,-3-9 0,-1 0 652,-1 6 0,-3-2-349,-10 0-1253,-32-18 569,5-6 340,10-4 0,1-6-329,9-11 0,3-3 0,-3 4 0,9-18 0</inkml:trace>
  <inkml:trace contextRef="#ctx0" brushRef="#br0" timeOffset="48782">28840 3188 15999,'0'-5'1638,"-14"22"0,-4 14-2463,9-4 0,2 4 1004,-5 4 0,-2 4 1,3 0-440,6-3 1,3-1-1,0 0 282,1 6 1,0-1 439,3-4-1,0-4-483,4 4-135,9-6-3120,14-14 2457,-4-11 1,-1-6 0,-14-5 0</inkml:trace>
  <inkml:trace contextRef="#ctx0" brushRef="#br0" timeOffset="49180">29019 3501 10831,'43'9'2880,"-2"-2"-3329,-8-18 696,3-19 1254,-9-5-829,-7-2 708,-25 14-1111,-9 16 1183,-21 12 1,-5 9-1145,15 3 0,2 6-114,-4 9 1,1 7-1,7-2-189,11-4 1,6 1 5,5 13 1,10-6-777,17-23 1,8-9-329,-7-3 1,2-3 0,-1 0-1,0 0 1,1 0 0,-1-3 545,3-2 1,0-3 0,-6 1 0,3-4 0,-7-3 0</inkml:trace>
  <inkml:trace contextRef="#ctx0" brushRef="#br0" timeOffset="50118">30021 3346 18138,'34'19'3276,"-7"0"-4369,-22 8 1,-7 10 0,-1-3 805,1-1 1,-1 0 308,0 10 1,0-3-776,-3-5 1089,2-22 1011,4-17-1313,0-9-826,6-14 0,4-5 764,2 1 0,3 1 618,2-8 1,1 1-609,0 9 1,3 5-364,12 3 381,-13 19 0,2 13 45,-14 16-17,-5-4 0,-1 2 1040,0 6 0,-1 0-923,0 10 349,7-12-517,15-60 46,4-4-631,-6 11 1,3-4 0,-1 3 567,0 2 1,0 3-39,2-8 0,0 6-1,2 20 213,-19 22 1,-4 7-135,5 13 17,-4-9 0,0 1-1656,-4-4 1,0-4-1639,1-1 0,2 11 2457,2-35 1,-3-1 0,1 0 0</inkml:trace>
  <inkml:trace contextRef="#ctx0" brushRef="#br0" timeOffset="50482">30751 3461 9732,'45'-7'418,"0"-1"1,-4 1-1,-6-3-328,-12-14 67,-10-2 101,-1 2 470,-12 5 824,-8 11-1394,-4 4 463,-11 10 1,-3 7-308,7 1 0,0 3-286,-6 2 0,3 3 785,10 0 1,5 2-820,7 6 1,8 0 16,10-7 1,2-1-276,-4 3 1,2-2-891,8-11 0,2-5-2123,6-5 3133,-4-3 1,-1-1 0,-2 1 0,14-2 0</inkml:trace>
  <inkml:trace contextRef="#ctx0" brushRef="#br0" timeOffset="51955">31383 3389 18563,'0'-15'2342,"0"2"-1603,0 12 371,0-3-1020,0 1 55,0-4 393,0 2 56,0 1-516,-5 1-78,-4 2-1639,-12 9 1,-3 5 1568,-6 4 92,3 1 1,2 2 11,1 12-57,9 1 1,3 4-241,4-8 1,3 1 262,-1 3 0,6-3-56,26 2-409,2-35 0,3-8 302,-7 6 1,0-5 29,5-17 1,2-10-1,-6 4 206,-12 11 0,-3 1-124,12-25 1,-10 15 39,-28 55 3057,6 1-3024,2 13 1,5 0 10,10-11-22,11 15-3057,4-37 2357,3-8 0,0-2-598,7-7 1152,-6 2 1,-2-1 188,0-12-65,-9 5 0,-1-1 291,3 0-202,0-4 919,-33 52-616,0 4 1098,4-10 0,-1 0-1288,-4 12 190,11-22 1469,1-2-1833,21-22 0,8-9-586,10-11 569,-5 8 0,0-2-84,-3 4 0,-4 4-107,-2 7 191,3 7 11,-17 33 1,-4 9-1,5-6 0,-3 6 0,5-5 90,20-21-274,13-16 195,-2-6-1415,-14-6 0,-2-8 1331,-7-7 1,-3-3 33,-1 7 0,-1 1 28,-1-8 0,-2 2 11,-4 0-11,-3 15-145,-1 2 235,-2 14-101,-8 27 2723,5 6-2712,3-10 0,1 1 0,9 20-1587,6-16 0,2 0 1654,2 10-33,-6-14 0,-2-3 224,-5-4 190,-44-9-2063,6-5 1273,0-1 0,-1-1-812,8-1 0,1-3 920,-14-10 1,2-2 0,3 5 0,9-4-1,1 0 1</inkml:trace>
  <inkml:trace contextRef="#ctx0" brushRef="#br0" timeOffset="52195">32310 2989 10925,'18'32'468,"1"0"0,-1 0 0,-1-1 0,2 3 0,0 2 0,-3 1 0,-3 0 74,-5 0 1,-3 1 0,-3 0 0,0 1-1,0-1-760,2 0 1,0 0 0,0 0-1,-3-1 1,-3 1-439,-5 0 1,-3 1-1,-3-1 1,-3-3 0,-2-4 459,-15 3 0,-6-7 1,3-3-1,4 1 1,1-3-1,0-5 0,1 0 1</inkml:trace>
  <inkml:trace contextRef="#ctx0" brushRef="#br0" timeOffset="54215">5113 5606 19045,'31'-29'3115,"-13"0"-2835,-3-6-56,-16 9 392,-42 10-3442,8 13 2893,0 3 0,-1 5 67,10 2 1,0 7-77,-1 9 1,-3 10-1,1 3 1,4-3-59,6-3 0,2-1 0,1 4-614,-7 7 0,-1 6 0,3-1 0,10-7 614,14-3 0,7-6-11,1-3 0,4-9-180,30-26-364,-14-9 1,1-5-405,1-7 0,1-1 757,-1-2 1,0 0-12,-4 0 0,-5 1 896,-8 3 1,-5 6-101,-3 12-381,-14 24 5,-1 24 0,0 7-196,0-9 1,6-3-613,17 2 0,8-9 668,9-19 623,1-12 1,0-6-691,-12-2 0,-1-2-593,2-1 0,1-2 522,-2-2 0,2-2 0,-2 0-52,4-5 1,0-2-17,-4 3 1,1-2 0,-3 0 580,0-5 1,-3-4-844,-6-3 0,-2-8 1,-1 0-1,-1 6 306,3-1 1,-2 0 175,-3 3 0,-1-8 1,-2 7-1,-5 24-14,-13 41 1,-3 16 83,9-16 0,1 2 713,-4 13 0,-2 6 1,4-2-652,5-2 0,3-1-73,0 2 0,0 1-179,1-2 1,0 2-1,0-1 39,0 4 0,0 1-234,1-8 1,0 1-1,0-3 223,0-1 0,2-3-902,4 3 0,4-4 1036,13-1-157,1-23 1,4-11-337,3-19 0,2-14 0,-2 1 660,-9 12 1,-1 0 0,1-2-291,0-3 0,2-2 0,-2 0 0,-4 4 324,-2-1 0,-3 3-257,0-2 0,-2 1 2829,2-6-2336,-4 6-403,-7 19-45,-22 16 1118,3 11-1196,-10 5 44,12 5-39,14-4 1,4 1-420,2 4 380,0-3 0,3-2 0,5-2 22,3 10-2644,-4 2 2713,-1 6-80,-6-13 0,-8-7 73,-15-9 0,-4-3 84,-8-1 85,6 2 0,2-6-3412,1-19 3159,47-19 0,-21 11 0,26-8 0</inkml:trace>
  <inkml:trace contextRef="#ctx0" brushRef="#br0" timeOffset="54518">6121 5778 17230,'6'-2'3276,"0"39"-1298,-6-12-1899,0 4 0,1 1-1718,3-5 1,2-1 1324,12 15 337,6-3 1015,6-19-792,8-27 1,2-8-2358,-2-5 2172,1 0 1,-6-4 95,-22-9-770,-19 2 1,-9 0 617,-7 11 1,-4 2 741,-4-7 0,-2 5-781,-3 12 1,-1 7-1606,2 6 1,0 5 1578,3 8 0,1 1 1,7-8-1,2 1 1,-8 19-1</inkml:trace>
  <inkml:trace contextRef="#ctx0" brushRef="#br0" timeOffset="55091">7375 5498 12995,'-8'-37'1092,"-1"1"0,-19 27 0,0 15 546,10 24 0,4 14-965,-3-10 0,-3 3 0,5 0-1451,7-1 0,3 2 0,1 3 881,2-2 0,0 5 0,2 1 0,-1 1 0,0-2 87,0-3 0,1-3 0,-1 2 0,-1 1 0,-1 5-205,0-6 0,-2 5 0,-1 3 0,-1 2 0,1 0 0,-1-1 0,1-2 0,0-3 0,1-5-540,0 10 1,1-6-1,0-2 1,-3 2 121,-1 5 1,-2 8-1,-2-2 1,1-14 0,0-22 137,-7-38 1,11 14 0,-7-18 0</inkml:trace>
  <inkml:trace contextRef="#ctx0" brushRef="#br0" timeOffset="55636">6814 6264 20412,'30'-28'-10,"0"1"1,0-1 0,1 4-1,4 0 1,1 1 0,-1 2-31,-1 3 1,0 3 0,2 0 0,2-1-508,-2 2 1,4-1 0,1 0 0,0 0 0,-4 1 0,-5 3-1093,7-3 1,-3 2 835,6-1 1,3 0 0,-13 1 3108,-16 2 832,-11 5-2218,-9 0 570,-24 41-1397,18-7 0,1 2-26,-5 0 1,3 2-837,9 6 0,9-5 881,23-9-12,5-5-66,-12-15 0,3-6-141,9-13 1,0-8-85,-8-7 1,-2-3 190,6 0 0,-7-3 41,-17 1 0,-8-3 0,-8 6 92,-14 8 0,-6 5-139,5-11 0,-1 9-106,-4 26 0,-2 11 0,6 1-347,0 11 906,5 6 1,4 0-3137,14-1 1896,11 0 1,-6-17-1,6-1 1</inkml:trace>
  <inkml:trace contextRef="#ctx0" brushRef="#br0" timeOffset="56084">8170 5546 19661,'-18'40'594,"-1"1"0,4-16 0,2-1-679,8 13 1,3-1 208,0-4-1763,1-8 1,1 1 1593,1 6 1,2 0 61,-1-6 0,2 0 65,6 4 1,5-6 387,30-16-470,-4-5 22,-8-14 1,-2-5 184,-3-9-274,2 0 45,-21 12-3255,-16 13 0,-1 1 2999,-6 0 0,7 0 0,1 0 0</inkml:trace>
  <inkml:trace contextRef="#ctx0" brushRef="#br0" timeOffset="56850">8227 5371 20871,'-6'-7'2813,"-6"26"-3906,3 8 1,-1 11 0,0-3 903,-1 2 0,1 2 260,-1 4 0,-1 3 0,2-4 629,2-8 1,1-2-675,1-2 0,0 3 1,1-1-716,-1 13 1,1-1 688,0-1 0,1-3 5,1-9 1,4-4-1475,12 2 1525,9-16 661,0-11 1,3-5-1060,5-9 0,1-7-419,-1-6 1,1-5 0,-2 1 535,2-4 1,-1-1 737,-6 5 1,-1-2 0,-4 3-514,-4 2 0,-4 4 342,3-10-196,-4 8 67,-10 17-67,-18 30 1175,9-4-1231,-3 2 0,1 0-12,3 12-1127,5-3 1,1 2 1082,1 10-34,2-15 0,3-4 2143,7-5-2132,7-15-2105,25-9 2077,-16-4 0,1-2-33,1 2 0,1-4-694,-1-5 0,0-5 0,-3-1 542,-4-12 1,-3-1 886,6 1 1,-4 0-742,-12-4 0,-5 3-425,-6 4-584,0 7-436,-1 14-158,-1 12-1618,-6 3 2457,2 0 1,-2 1 0,6-1 0</inkml:trace>
  <inkml:trace contextRef="#ctx0" brushRef="#br0" timeOffset="57882">8597 5547 15202,'5'-32'819,"1"0"0,0-1 0,-1-3 0,0 5 1899,5-1-1810,-9 26-886,-1 7 553,-9 24 0,-8 20 1,2-5-1558,5-11 0,1 1 998,-3 2 1,-2 6 0,0 0 0,2-3-733,2-4 1,1-2 0,0 2 715,2 3 0,0 2 0,1 0 0,0-2-208,-6 10 1,3 0 207,3-6 0,1 1 0,6-13 22,7-17 23,17-4-1081,16-6 1036,2-6-112,-18 1 0,0-2 1826,14-11-2050,1-5-862,-14 2 0,0-1 1119,-7 6 1,-2-3 39,8-11 0,-4-1 39,-2-4 17,-9 10 0,-3 2 117,-2 5 2336,-2 1-2347,-3 16-2246,-1 4 2347,-18 31-89,10-9 1038,-2 1 1,0 1-1174,7 5 112,6 16-90,4-22-22,7 7 168,30-30-317,-21-9 0,1-2 149,5 1 0,-1-4 1638,0-8 0,-6-6-1654,-9-5 1,-5-3-300,-1 7 1,-3 0 320,-6-7 0,-5 2-6,-14 1 0,-5 7-2687,0 9 2630,-16 9 35,20 12 0,1 5-18,-5 3 1,1 3-889,8 1 1,2 1 782,-7 21-113,17-13-974,4-1-407,21-11 1,8-3-1639,9 2 2621,4-9 1,0-3-1,-8-4 1,-4-5 0</inkml:trace>
  <inkml:trace contextRef="#ctx0" brushRef="#br0" timeOffset="58349">9251 5738 17756,'0'-4'3276,"0"2"-6553,-23 34 3153,13-8 185,-4 1 1,1 2 1482,7 6-1500,2-1-1419,3-5 1364,1-3 11,0-11 157,0-4 22,27-20-314,-6-7 1,3-4-40,5 2 1,0-1-636,-2-3 0,-3 2 764,3 1 1428,-18 16-1417,0 8 34,-2 7 23,2 7 33,10 16 123,11-2 56,4-2 2526,9-14-2570,-3-12-1241,-3-10 0,1-4 1106,5-6 84,-9 0 0,-5-3 106,-10-12-55,-6-6-102,-7-2 1,-3-3-101,0 17 0,-2-1-73,-3-15 1,-3 2-29,-10 8-1059,-6 18 1,-7 7 1170,-15 9 0,-1 5 0,17-7 0,1 1 0,-7 9 0,1-1 0</inkml:trace>
  <inkml:trace contextRef="#ctx0" brushRef="#br0" timeOffset="59059">10257 5810 15370,'24'-36'1092,"0"0"0,-5 6 0,-3 3 573,-4-2-600,-10 14-203,-2 12-616,0 2-212,-8 1-34,-15 15-11,2-2 11,-8 14 0,16-7-3277,4 21 2994,13-13 283,1-4 0,3-1-45,16 6 62,-1-6 0,2 1-1157,-2-1 0,1 0 1129,0 0 0,-1 0 33,9 12-1337,-23-15 2200,-52-5 355,14-8 1,-5-3-1167,-8-8 1,-7-4 0,5 0-414,4 1 0,2-3-575,-9-7 1,14-4 913,42-10 0,-7 16 0,15-3 0</inkml:trace>
  <inkml:trace contextRef="#ctx0" brushRef="#br0" timeOffset="59253">10855 6056 22866,'-1'-20'-1093,"-4"3"1,14 18 0</inkml:trace>
  <inkml:trace contextRef="#ctx0" brushRef="#br0" timeOffset="59616">11938 5407 19291,'-3'-5'3149,"-4"37"-4555,-2 11 0,0 4 1473,1-5 1,-2 2-473,2-10 0,-1 4 0,0 0 0,0-2 401,-2 2 1,1-2-1,-1-1-13,-2 11 1,0-4-1623,3-13 1,4-13 818,7-28 1,4-15 0,0 7 0</inkml:trace>
  <inkml:trace contextRef="#ctx0" brushRef="#br0" timeOffset="60020">11855 5472 16911,'0'-4'2712,"0"0"-1724,0 4 1701,56 51-3680,-32-24 1,2 0 1139,1 0 1,3 2-1,-2-1 406,3 6 0,0 1-429,-4-6 1,1 0 0,-2-1-324,3 0 0,0 0 204,-6-5 1,0 1-1,-1-6-1818,16-1 1946,-17-36-135,-1-5 1628,-6-20-1583,-7 3-1061,-5 5 0,-1-1 1016,0 5 0,-1 0-150,0-11 1,0-1 160,0 9 0,0 2 953,0 0 0,0 0-959,0-4 1,0 2-2135,0-9-1098,-3 20 504,-1 33 1244,-4 23-1798,3 3 2775,-1 4 0,3-18 0,1-3 1</inkml:trace>
  <inkml:trace contextRef="#ctx0" brushRef="#br0" timeOffset="60240">12628 5754 13531,'11'-20'-3277,"-2"7"2457,-5 18 1,-2-1 0,-1-1 0</inkml:trace>
  <inkml:trace contextRef="#ctx0" brushRef="#br0" timeOffset="60568">13009 5472 19897,'-2'38'468,"0"1"0,0-1 0,0 0 0,0 5 0,-1 2 0,1-3 0,0-7 605,0-8 0,1-3-1095,-1 10 0,-1-5-3255,2-18 0,0-19 0,1-18 2457,0-10 1,0 15 0,0 1 0</inkml:trace>
  <inkml:trace contextRef="#ctx0" brushRef="#br0" timeOffset="60872">13007 5366 20692,'21'28'815,"-1"1"0,1-1 0,4 6 0,-1 0-1908,-7-6 1,0 0 0,-2 1 528,4 13 0,-2 0 597,-2-8 1,-2-1 676,-2 0 0,-4-4-654,-7-12-25,-8-5 70,-4-5-79,-12-1 1,-5-4-102,-2 1 1,-2 1-260,7 0 1,0 0-1031,-3 0 1,3 2 714,6 11 0,19-12 0,5 4 0</inkml:trace>
  <inkml:trace contextRef="#ctx0" brushRef="#br0" timeOffset="61072">13429 5880 21924,'6'-8'-820,"-1"-2"1,-5 9 0,0-3 0</inkml:trace>
  <inkml:trace contextRef="#ctx0" brushRef="#br0" timeOffset="62702">14340 5846 15798,'5'32'2577,"28"-36"-2409,-16-10 0,1-6 34,8-13 0,-1-3-1841,-7 2 1,-3-1 1741,-3 4 0,-3 2 166,1-10 1287,-7 21-1456,-7 35 1,-1 14 251,1 7 0,0 6 1,2-2-398,-2 2 0,6-3-1594,16 9 1,6-18-1639,7-47 2621,-2-11 1,-3-1-1,-15 6 1,-5 3 0</inkml:trace>
  <inkml:trace contextRef="#ctx0" brushRef="#br0" timeOffset="62853">14665 5321 19751,'10'34'-547,"0"0"1,-3-5 0,-1-3 0,4 12 0,-8-18 0</inkml:trace>
  <inkml:trace contextRef="#ctx0" brushRef="#br0" timeOffset="64342">14752 5958 8444,'28'-23'354,"0"1"1,0 0 0,0-1 0,5-4 0,0-1 0,-7 3-215,-9 7 0,-5-2 286,0-17 0,-4-1 1177,2-5-1424,-6 9 0,-7 4 487,-32 11-677,13 13-34,-19 7 1434,26 10-1490,6 4 1021,15 26-1043,4-19 50,13 18-117,7-22 89,2 7 157,-3 5 0,-17-10 0,-2 2 241,-3 10 0,-3 0-129,1 8-95,-3-13 0,4-2-1184,26-9 1178,6-14-67,-13-3 0,1-3-776,5-10 1,-2-9 596,-2-10 0,-2-9 0,-3 2 635,-6 11 1,-2 3 0,0-3-420,5-14 1,-1-3 0,-8 9-49,-14 0-11,-6 19 2244,2 20-2334,-2 9 68,4-1-236,0 12 235,6-9-347,16 20 213,-7-18 33,14 12 56,-4-6 34,-5 2 56,2 6 34,-3 15-34,-3-12 56,6 8-45,-1-20 68,5-8-1214,11-12 1,2-4 1101,3-4-51,5-2 0,0-8-609,-18-3 1,-4-6-1,-1 2 670,2-1 1,-1 0 775,6-15 0,-6 1-742,-13 7-609,-17-4 856,0 20-191,-12-1 459,-11 44-178,10 10 82,8-11 1,3 1-431,6-1 0,3 0-1206,1 14 1211,2-14 1,2 2 517,4-4 1,2-1-512,4 21 1769,12-17-1809,3-22 0,2-6-972,9-7 972,-5 1 0,-1-3-5,6-15-85,-17 2 0,3-7 0,0-2 1,-3 4 66,-2 1 1,-1 0 22,8-12 0,1-4 0,-9 8 39,-12 5 213,-6 7-258,-8 15 2156,-1 6-2246,-8 29 2389,11 0-2354,-2 8 89,14-8 11,13 3-28,-3-9 0,1 0-16,10 13-2501,-2 2 2456,-19-14 4,-7-9 41,-6 3 33,-9-12 28,-7-2 0,-3 0-735,-17 0 701,17-1 0,1 0 6,-4 0 1190,22 0-3611,13-1 1025,8-1-1360,33-5 2210,-16 1 1,1 0 0,12-2 0,-1-1 0</inkml:trace>
  <inkml:trace contextRef="#ctx0" brushRef="#br0" timeOffset="64912">16419 5616 16280,'-6'-1'3276,"1"-1"-4578,-11 27 0,-1 17 1671,9-5 1,3 5 0,-2 1-168,-6 1 0,-1 0 0,3 1 99,5-6 1,2 1 0,1 1-1,1-2-260,0 6 0,2-1 1,-2 1-170,-2-6 0,0 1 0,0 0 0,0-2 131,0 5 1,1-1 0,-2-1-505,-3 4 1,-2-1 0,-1-13 489,0-20 1419,-2-8-2030,12-38 0,9-18-57,-4 18 1,1-1 0,1-1 573,0-8 0,1-1 1,1 0-20,-2 11 1,0 0 0,0 0 0,1 0-189,1-6 1,0-2-1,0 1 1,1-1 302,0 2 1,-1 0-1,2 0 1,0-1 81,2 5 0,0-2 0,1 0 0,0 1 0,-1 4-58,2-4 0,-1 3 0,3 3 18,7-5 1,2 14 22,21 33 366,-29 8 1,-1 5-362,5 0 1,-3 3-1,-6 17 1,-8 3 123,-6-1 0,-6-2 77,-6 0 1,-6-3-174,-1-6 1,-4-6-90,1-11 0,-2-9-555,-7-14 1,4-8-2723,8-11 1638,2 8 1,5-1 818,24-11 1,-5 19 0,4 3 0</inkml:trace>
  <inkml:trace contextRef="#ctx0" brushRef="#br0" timeOffset="65307">16789 5760 18821,'29'-13'92,"-1"0"0,1 0 1,13-9-1,-7-5-1731,-24-2 1,-5-1 398,8-8 2095,-10 10 1,-9 7-228,-34 29 347,6 24-479,9-13 1,1 3-449,12 6 1,4 5 0,4-2-302,4 5 1,4-2 229,-3 4 1,5-3-1306,9-10 1,6-8-312,17-13 1,4-9 1091,-9 1 1,0-2 0,5 1 0,-5-1 0,-7-4 0</inkml:trace>
  <inkml:trace contextRef="#ctx0" brushRef="#br0" timeOffset="66742">17402 5561 8960,'-31'17'655,"0"1"0,0-1 1,-2 13-1,3 6 0,9-3 983,12-4 0,4 1-1065,-4 13 1,6-3-916,10-16 1,7-5 341,12-9 0,6-7 119,3-3 1,2-5-505,-3-3 1,1-3-1,-3-3 49,4-4 0,-2-7 64,-6-4 0,0-7 0,0-2 0,-5 4 272,0-5 0,-3-1 36,-2 7 1,1-5 0,-1-1-1,-4 1 367,-6-9 1,-5 0 0,-1 6-354,2 10 1,-3 4 363,-9-3 1,-2 14 207,0 50 0,0 22-551,1-25 0,0-1 0,1 2-474,1 12 1,1 3 0,2-3 419,2 3 0,2-3 706,-1-7 1,2-1-702,-2-2 0,9-8-184,25-19 0,4-10-154,1-4 25,0-8 0,7-7 0,-9 1 1270,-17 4 0,-3-1-962,13-10 0,-5 3 207,-14 11-168,-9 11 3220,0 8-2584,-1 17 1,0 6-631,0-4 0,0 0-29,1 10 1,0 0 11,3 8-3194,5-16 3182,3-12-1846,4-3 1847,3-10-12,3-3-22,4-6-56,-5-10 0,4-8 0,-4 1 45,-4 2 0,-2-2 7,6-8 0,1-4 1,-6 4-8,-6-11 11,-6 7 2100,-2 25-2156,-2 31 3332,-1-3-3093,0 18-3460,0 0 3229,0 0 48,3 1 101,8-10 22,12-13-111,-2-7-1147,4-13 1,-1-6 1134,3-8-79,-7 4 1,-1-1 2347,2-12-2594,-2-5-1999,0-1 2312,-3 5-1583,-5 12 1584,-8 16 1393,-1 4-1393,9 6 22,4 2 23,4 2 56,20 3-46,5-9 2225,0 0-2247,1-9 0,-20-11 1,-3-3 3253,-2-1-3274,-6-4 0,-7 1-518,-16 14 527,-11 2 12,6 18 66,3 26 68,16 1-78,2-1-1707,14-22 1,3-6-1600,13-5 594,5-5-644,-19-5 2488,-15-6 0,-6 4 1,-1 1-1</inkml:trace>
  <inkml:trace contextRef="#ctx0" brushRef="#br0" timeOffset="66940">17363 5282 9653,'40'-6'-410,"0"0"0,-1 1 1,10-3-1,-5 1 1,-15 4-1,-5 1 0,-1-2 1</inkml:trace>
  <inkml:trace contextRef="#ctx0" brushRef="#br0" timeOffset="67093">18061 5213 16042,'0'0'0</inkml:trace>
  <inkml:trace contextRef="#ctx0" brushRef="#br0" timeOffset="67815">20075 5448 10976,'-37'-6'915,"0"-1"0,1 2 0,3 6 2220,-8 22-2659,12-3 1,0 4-1330,5 3 0,1 0 886,0 0 1,4 0-34,6-2 0,6-1 1002,10 11-778,30-14-190,1-3 696,-6-15 1,4-5-754,0-6 1,3-5 0,-1-2-1195,5-5 1,-1-4 1197,-7 5 0,2-1 1,-6-1-33,-3-6 1,-7 0 2337,-7-12-2203,-17 10 0,-6 3-2101,-10-1 2045,1 7 0,-2 6-6,-17 17-792,13 8 0,0 4 803,3 6 1,2 3-62,0 0 0,3 2 807,7 0 0,5 1-1015,9 18-263,23-25 1,8-5-914,2 0 0,4-4 870,-8-6 1,2-4-1,2-3-278,1-7 1,4-4 0,-2-2 0,-4 1 350,5-6 1,-2-1 0,-4 3 0,0 0 0,-6 2 0,-1-5 0</inkml:trace>
  <inkml:trace contextRef="#ctx0" brushRef="#br0" timeOffset="68207">20596 5259 11201,'6'-31'819,"0"0"0,1 0 0,1-14 0,-2 6 2457,-5 13-953,-4 5-2290,-4 28 102,-7 7 122,-3 13 505,3 14 0,3 7-1164,4-15 0,1 1 1,0 2 513,0 7 0,0 1 0,0 0 22,3-2 0,0-1 1,1 0-46,1-7 1,0-1 0,0 1-884,0 2 0,0 0 0,0 2 920,-1 2 0,0 3 0,0 1 0,-1-3-82,1 2 1,-1-1 0,-2 3 49,0-6 0,-1 4 0,-1 0 1,0-1-1,0-4-50,-1 0 1,0-5 0,-4 4 105,0-4 0,-2 3 1,-2 1-1,-1-2 0,-1-5 77,-4 1 1,-1-6 0,-1 1-524,2 5 0,-1 0 0,-2-10 301,-13-16 1,4-12 1960,9-21-2235,5 1 0,2-6-824,9-3 1,3-6 0,3 1-1,3 6 1,1 0 0,1-1 623,0-8 1,0-1 0,2 4 0,2 6 0,3 7 0,2 5 0</inkml:trace>
  <inkml:trace contextRef="#ctx0" brushRef="#br0" timeOffset="68346">20469 5841 8467,'40'-14'-328,"0"0"0,-1 1 0,1-1 1,-3 1-1,-1-1 0,-2 2 1,-8 3-1,4-1 0,-10 1 1</inkml:trace>
  <inkml:trace contextRef="#ctx0" brushRef="#br0" timeOffset="69110">21797 5451 13577,'28'-24'819,"0"-1"0,0 1 0,11-11 0,-10 7 1480,-22 17-1996,-11 3 472,-12 6-663,-14 4-2563,-8 6 2485,-3 3-556,17 2 1,0 3 622,-8 7 617,0 9-673,20-10-611,24 3 1,12 5 0,-1-3 582,-8-8 0,2-1 431,10 10 0,4 2 1,-3-5-483,9-3 73,-16-6 0,-7 0 129,-19 2 1484,-8 4-1267,-21-16 0,-16-7 0,5 0-1357,10 1 0,0 0 998,-7-1 0,-5 0 0,8-1 19,-7-4 603,8-2-3925,12-7 0,24 7 0,17-4 2621,12 9 1,3 3-1,-3-1 1,13 1 0</inkml:trace>
  <inkml:trace contextRef="#ctx0" brushRef="#br0" timeOffset="69616">22507 5589 20737,'1'-28'840,"0"0"0,-2-2 1,-4 2-617,-6 6 56,-11-4-219,-10 18 1,-6 5-1701,5 3 1,-1 3 1246,-8 0 0,1 3 397,11 2 1,5 6-805,5 11 0,6 2 721,-1 7 44,5-5 1,5-2-12,13-1-67,3-6-1502,15-10 0,4-4 673,9 1 554,-6-6 1,0-4 1484,4-8-1143,-13-8 0,-4-5 1148,3-16-711,-9 16 0,-4 1 269,-8-6 448,-20 27-1075,4 37-57,-6-7-5,13-2 0,6 0 17,9-1-157,16-1-885,2-11-594,14-3-370,-7-9 2017,7-14 0,0-2 0,-9 8 0,0-7 0,-1 0 0</inkml:trace>
  <inkml:trace contextRef="#ctx0" brushRef="#br0" timeOffset="70169">22788 5485 15235,'2'-6'3276,"-1"2"0,-1 4-6553,-35 100 2241,24-68 1036,-1 3 0,-3 8 0,6-14 984,6-22-682,17-14-470,16-21 145,-11 12 1,0-2 300,3-4 1,1 0-357,9-11-740,-12 13 1,-1 1 805,2 1 2270,2-1-2044,-17 65-2184,-5-12 1970,1-4 0,0-1-22,-2 3 55,1-22 281,20-9 1301,5-18-1677,4-9 1,1-2-63,-13 12 1,-2-1 128,6-8 1,-3 3 3252,-12 16-3381,-5 3 101,-1 12-3192,-1 28 3225,0-9-11,3-1 0,4-2-134,16-2-3131,7-1 1626,-2-14 1,2-2-1639,8-2 2621,-11-2 1,-3 0-1,-6-2 1,-4 0 0</inkml:trace>
  <inkml:trace contextRef="#ctx0" brushRef="#br0" timeOffset="70743">23523 5469 17248,'-3'-3'3276,"0"1"-2284,3 2 1530,-26 171-2410,21-130 0,0 2-659,0-6 1,0 6 0,-2 5 0,1 1 0,-1-2 0,1-5 200,1 3 1,-1-3-1,1-1 1,0-1 105,-1-1 1,0-1 0,0-1-1,0-1 240,-1 9 0,0-2 0,0-7 1102,-6 9-1136,10-35-1727,2-17 1066,10-31 263,-4 15 1,0-1 831,3-9 0,2-9-743,-3 5 0,1-8 0,0-3 1,0 1-1,-1 6 451,0-3 0,-1 5 0,1-5-106,-1 8 0,0-5 0,0-2 0,1 1 0,-1 2 0,-1 7 59,1-14 1,0 8-763,-2 5 1,3 2 1053,9 4 0,3 3-297,5 1-51,-2 14 1,2 7-6,5 17 34,0 11-229,-4 9 240,-5 5 348,-13-10 0,-3 2 55,-2 14 592,-4-15 1,-7-3-363,-17-1 0,-8-6-398,-4-7 0,-4-4-230,2 3 0,-1-4-50,4-9 0,5-7-571,-1-23-919,19 9-695,-2-15 2070,36 7 0,6 2 1,-14 7-1,11-2 1,1-1-1</inkml:trace>
  <inkml:trace contextRef="#ctx0" brushRef="#br0" timeOffset="71194">23976 5158 14003,'0'-8'3276,"0"1"-1314,0 7-1,-12 58-3146,8-24 1,0 3 1348,-1-5 1,0 2 0,1 0-65,0 11 1,3 1-344,3-14 0,1 2 0,5-3 288,10 4 0,4-1 192,-5 5 1,7-7-321,13-22 1,10-10 0,-6-5-708,-11-2 1,-1-4 747,5-1 1,4-1 0,-7-6-77,-5-17 1,-8-2 139,-7 13 0,-1 1-5,2-9 0,-6 4 1441,-16 11-1401,-7 20-472,-6 20 1,1 6 582,-1 7 89,4 1 1,4 2 1145,13 4-1274,20-1 0,9-1-38,-7-18 0,3-1-106,3 3 0,5 1 0,3-5-143,1-11 0,5-4 0,-1-3 1,-5 2-1,-1 1 0,-1 0 1,3-3-1,1 1 0,-1-1 1</inkml:trace>
  <inkml:trace contextRef="#ctx0" brushRef="#br0" timeOffset="72012">26378 5474 5900,'33'-23'655,"0"1"0,-1 0 1,2-1-1,-2 0 0,-17 5 2621,-35 3-584,-2-1-2713,-5 16 0,-5 6 211,-2 6 1,-2 4-1,4 0-190,5-1 0,1 1 478,-2 1 1,-3 2-1,8 2-523,12 6 1,9 0 490,9-5 1,5 1-408,-4 4 0,6 0-87,12-6 1,9-2 0,-1-1 47,-5-3 0,0 0 0,-1-1-64,2 1 1,-1-1-1,-1 0 1146,6 2 1,-15-2-896,-44-7 0,-25-3 0,3-1-625,15 0 0,-1 0 527,-5-1 1,-7 1 0,-1-1-1,3 0-544,-3-2 0,3 0 1,5-1 448,8 1 1,1 0-46,-20 0 1,12-1 1698,34 1-2478,37-3-538,-1-1 0,3-1 964,5 0 1,6-3-144,-12 1 1,7-2 0,4-2 0,0-1 0,-2 1 0,-6 1 218,6-3 0,-5 0 0,3 0 1,-4 3-1,4-2 0,1 0 1,-5 1-1,-8 2 0,12-10 1</inkml:trace>
  <inkml:trace contextRef="#ctx0" brushRef="#br0" timeOffset="72216">26905 5468 14417,'-17'31'575,"0"0"0,2-6 0,4-1 1956,8 19-2531,3-15-1088,3-5-2189,13 2 0,-1-14 0,12 1 2765,-5-19 1,-9 6 0,-2-6 0</inkml:trace>
  <inkml:trace contextRef="#ctx0" brushRef="#br0" timeOffset="72510">26966 5273 20927,'-36'29'269,"12"-15"-179,54 6 123,3-32-3490,-5-12 3206,-7 0 666,-26-3-1604,-7 22-2268,-4 9 0,-2 14 0,7 10 3176,4 7 0,3-14 1,3-3-1</inkml:trace>
  <inkml:trace contextRef="#ctx0" brushRef="#br0" timeOffset="73046">27230 5527 20143,'25'-24'552,"1"0"1,13 1 0,-1 9-407,-5 26-1785,-9 10 1,-8 5 659,-20 3 0,-8 1 990,1 3 1,-4-2 703,-5-8 1,-4-6-694,3-4 1,0-4-1421,-8 4 1432,-1-4-1,20-8-22,6-2 1,2 0-180,17-1 2357,8 2-2357,6 8-977,-7 6 0,-1 5 1268,-1 11 0,-2 3 708,1 1 1,-1 0-771,-1 5 1,-4 0-39,-6-11 0,-3-1-12,-1-1 0,-3 1-974,-16 9 0,-6-1 1008,5-10 0,-3-2 39,-14 6 0,-3-3 972,7-12 0,-2-3-784,-3-3 1,-5-2 0,4-2-172,2 2 0,0-3-101,-3-3 0,-2-3 0,8-7-1639,10-15 1,10-6-1,6-7 1,8-4 1091,4-4 1,5 2 0,2 13 0,1 5 0,4-2 0</inkml:trace>
  <inkml:trace contextRef="#ctx0" brushRef="#br0" timeOffset="73464">27744 5709 22732,'-13'-12'470,"18"-3"-3747,29 5 2068,-9 0 1,2-3 1051,1-4 0,-1-1-387,-6 2 0,-5-2 488,-7-9 0,-10 3 1133,-29 11-512,-6 29 1,-1 10-629,13-8 1,3 4 95,0 5 1,1 5-1,8-4 2135,15 10-2151,18-10 0,9-4 311,1-9 0,2-3-1645,9 6 1,3-5 921,-9-13 0,1-5 0,-6 0 1,6 2-1,-12-4 0,0 1 0</inkml:trace>
  <inkml:trace contextRef="#ctx0" brushRef="#br0" timeOffset="111620">2432 8120 14350,'6'8'3276,"-1"-1"-1319,-23 28-400,-11-14-902,4-1 1,-1-1-409,-12-7-107,16-23 0,5-8-673,13-8 1,5-3 526,-3 2 1,2 0-1519,5-7 1,7 10 1444,25 26 1,4 14-496,-4 14 585,-11-9 0,4 5 1,-7 6-474,-10 7 0,-8 8 0,-4 2 1,-1-2 463,-1-6 1,-3-1 0,-1 1 0,0 1-3,1-2 0,1 2 0,0 0 0,-2-1 0,-3-3 19,-3-2 1,-2-2-1,-2-1 1,-2-2-112,-6-1 1,-2-1 0,-2-3-1,2-1 322,-10 6 0,-1-3 309,6 0 1,0-1 0,3-16-473,1-31 0,7-14-629,13 4 0,4-4 554,0 4 1,-1-3 0,4 2 709,5-4 1,5 6-748,12 3 50,17 26 1,3 10 0,-19-3 0,0 3-10,7 2 0,2 3 0,-5 1-2,-7 1 1,-3 1-1634,15 16 1,-1 1-1639,1-1 3024,-8-5 1,-3-4 0,-16-17-1,-3-5 1</inkml:trace>
  <inkml:trace contextRef="#ctx0" brushRef="#br0" timeOffset="111758">2794 8828 20708,'0'-6'-358,"0"1"-462,15-7 1,-12 9 0,12-8 0</inkml:trace>
  <inkml:trace contextRef="#ctx0" brushRef="#br0" timeOffset="112390">4218 7988 21286,'-5'42'297,"0"-1"1,0 1 0,0-1 0,0 1 0,0-1 0,0 1 0,-1 5 0,0-2-1,0 0 1,1 0 0,0 2-299,1-2 0,0 2 1,0 1-1,1-1 0,0-3 1,0-6-850,-1 3 1,1-5 0,-1 2 392,1 4 0,-1 4 1,0-4-1,1-11-2820,-1-7 2621,14-68 1,-7 32-1,2-11 1,0 0 0</inkml:trace>
  <inkml:trace contextRef="#ctx0" brushRef="#br0" timeOffset="112908">4583 8505 10991,'-9'31'1092,"0"0"0,-1-2 0,0-2 2184,-12 14-2882,6-16 1,-1 1-526,2-4 1,1 0 130,0-2 0,2-1 983,-4 4-994,14-18-326,11-19 337,6-7-108,-2 2 1,1-2 107,1 0 0,0-2 653,6-8 0,1 0-676,-4 7 1,0 2-1101,2 0 0,1 6 1213,6 11 44,-4 24 2179,-1 13-1999,0 3 0,1 2-1291,-1-8 1,0 0 993,2 8 0,1-3-6,-6-14 0,-1-4 34,10 1 11,8-12-78,-9-11-1,4-12-335,-14-11-545,-6-10 1,-1-6 111,-5 4 1,-1-2 330,-1 9 1,0-3 0,-2 3-158,-4-7 1,-3 3-187,-1 13 1,-1 1 802,-7-14 0,0 3 0,2 4 0,2 7 0,1 1 0</inkml:trace>
  <inkml:trace contextRef="#ctx0" brushRef="#br0" timeOffset="113497">5276 7929 19056,'-1'43'364,"0"0"0,0 1 0,0-1 0,0 0 0,-1 0 0,1 2 0,-1-2 0,0 0 0,0-3-262,0-1 1,1-3 0,-1-1 0,0 2-923,0 6 1,0 1 0,1-2 0,-1-6-390,1-3 1,0-3 1219,0 14 0,2-17-842,3-35 831,2-8 544,1-10 1,0-6-534,0-10 0,1-2-302,-1 3 0,1 1 308,-2 0 0,-1 3 17,2 0 1996,-2 23-2131,5 6 3038,-2 9-2837,7 8-1305,-3 14 1,0 7 1400,-3-1 0,0 0-112,3 7 0,-1 0 426,-5-8 1,-1-2-399,6 15-420,1-9-96,-1-7-2873,1-12 2648,-2-24 0,-4 8 1,2-8-1</inkml:trace>
  <inkml:trace contextRef="#ctx0" brushRef="#br0" timeOffset="114226">5721 8587 11951,'30'-27'183,"-1"1"0,-4 5 0,-6 0 3055,-14-10-1950,-40 5-93,13 16-1089,-3 5 1,-1 7 240,-3 17-523,13 9 1,2 11 0,3 0 182,5-7 1,3 1-1,2 2-34,-3 9 1,2 3 0,9-7-15,10-10 0,6-4 0,4-9-396,14-10 0,2-10 162,2 0 1,-1-10-217,-13-8 1,-1-8 0,-1-3 0,-4 4 390,-1-4 1,-3-1 207,2 0 0,1-3 1,-8 9 1000,-11 9-559,-10 48-371,0 6 933,1-10 1,0 1-1057,1 2 0,1-2 2997,1 7-3042,0 4 415,14-44-404,2-11 0,1-4-33,0-1 0,2-1 3,3-3 1,3-2 0,-2 4-434,-4 7 1,1 4 496,4-4 0,0 7 235,1 28-1449,-8 10 0,0 4 1163,-4-10 1,1 1-18,2 6 1,-1-1-471,2-2 17,11-12 1,-18-7 0,13-2 0</inkml:trace>
  <inkml:trace contextRef="#ctx0" brushRef="#br0" timeOffset="115378">7487 7998 17588,'-2'39'468,"0"0"0,0-1 0,1 1 0,-1 0 0,0 6 0,1-2 0,-1-1-1043,0 6 1,0 1 0,0-7 641,1-9 0,1-1-983,1-1 0,-1 2 0,1-3 731,0-4 1,0-2-887,0 13 1,1-10 1064,0-26 0,-1-2 1,-1-7-1</inkml:trace>
  <inkml:trace contextRef="#ctx0" brushRef="#br0" timeOffset="116081">7215 8503 18317,'43'3'2745,"-6"-8"-2717,-9 0 0,2-2-6,3-7 1,0-4-1662,2-3 1,0-1 412,1 0 1,-2-1 681,-2-3 0,-3 0 504,-8 5 1,-3-1 521,0 0 1,-1-1-528,-1 2 0,-1 0-1528,10-18 1517,-11 31 1685,-6 15-1416,-13 31 265,-1 3 0,0 9 1,-1-4-390,2-6 1,0 0-37,1-6 0,-1 4 1,0 1-1,3-4-510,1 0 0,2-2 0,3-5 569,3-4 0,1-1 725,-2 12 0,4-10-770,13-38 0,3-12-803,-8 5 0,-1-1 752,8-10 1,-2 1 1500,0-1-1494,-12 19 302,0 27-101,5 4 0,3 1-304,14 13 153,-8-10 0,4-2-17,-1-9 0,4-5-17,8-3 0,0-3-22,-6-1 0,-2-2-12,4-3 1,-7-8 100,-13-16 1,-9-3 2430,-12-2-2414,-5-1-1941,-15 45 1930,15 18 0,7 5-123,12 2 1145,1-9 0,5-4-1246,6-13 0,3-5-1527,5 0 1,3-2 545,5-1 1,5-2 0,-1-1 682,-8-1 0,-2-1 1,1 0-1,2 1 1,-1 2-1,-4-2 0,12-8 1</inkml:trace>
  <inkml:trace contextRef="#ctx0" brushRef="#br0" timeOffset="116894">9920 8302 8707,'23'-24'804,"0"0"0,0 0 0,9-8 0,-6 1 2472,-12-4 0,-29 20-3487,-20 13 0,-6 8 318,13 2 0,-1 3-63,-1 0 1,-3 3 0,6 3-353,8 8 0,5 2 297,6-5 0,3 1 416,2 5 1,5 0-412,7-7 0,6-2-493,13 1 1,9 0 0,0-2 494,-3 0 1,0-2-1,3 1-2,-1 0 1,3 2-1,1-1 1,-4-1-51,0-1 0,-2-1 0,-6 1 179,-3-1 0,-10 1 1428,-25 4-1367,-15-12 1,-14-5 0,-7-1 0,3-1-402,-2 2 0,-1-2 0,0 0 1,0 1 244,-1-1 0,0 0 0,1 0 0,1-1 351,5 0 0,1 0 0,3-1 1,7-1-436,-5-6-1583,70 8 1,20 0 1169,-28-1 1,0 0 0,10 2 0,6 0 0,-9 0 0,0-1 0</inkml:trace>
  <inkml:trace contextRef="#ctx0" brushRef="#br0" timeOffset="117908">10745 8478 20546,'-11'-28'467,"1"1"0,-7 4 0,-3 7-232,-24 9-157,17 9 1,-2 3 235,-11 9 0,1 2-1953,16-5 1,1 1 1145,-11 7 0,5 2 482,17 3 792,6 0-871,12 7-2312,23-12 2323,4-1-218,-9-13 0,2-6-1179,7-12 1,-1-5 1475,-10 2 0,-3-2 769,7-5 1,-4-1-153,-10-17-442,-13 22-175,0 5 1617,-2 19-1617,13 40 720,8-19 0,4 1-732,-6 1 1,3-2-1116,20-3 0,6-10-128,-2-19 0,-1-7 980,-7 7 1,-2-7 159,-5-12 0,-2-8 0,-7 1 720,-10 8 0,-4-1 67,3-13 1,-3 4-147,-6 12-458,0 50 10,0-5 239,-1 2 0,2 4-261,0-2 0,2 0-34,-1-3 0,1 0-22,4 22 2314,-1-15-2236,-3-23 381,10-20-481,-2-8 22,11-20-12,-10 13 1,0-1-1112,0 4 0,0 0 1134,-1 1 1,-1 2 2256,3-3-2290,-10 20 167,9 33 113,-5-9-191,1 7 0,1 2 12,0 2-23,3-1 11,-3-16 79,1-9 11,22-24-146,-18 10-33,19-13 3298,-26 15-3138,-2 4-339,-2 1 66,-1 2 168,4 7 35,10 10-57,14 9-33,0-1 22,5-4-1639,-11-14 1,1-3-1639,12-3 0,7-7 2457,-21-13 1,-16 7 0,-3 0 0</inkml:trace>
  <inkml:trace contextRef="#ctx0" brushRef="#br0" timeOffset="118893">11831 8341 11601,'-6'33'819,"0"0"0,0-1 0,-2 8 0,2 3-367,4-4 1,1 6-1,2 0 1,-1-4-397,0-8 0,1-2 0,-1 2-28,1 4 0,-1 2 0,1 2 0,1-2-26,1 5 0,1-1 0,0-4-2,0 1 0,-1-3 510,1 16 0,1-19-1608,-3-35-396,-1-33 0,-4-17 1096,2 12 0,0-3 151,-1-1 1,0-4 0,0 0 89,-2 11 0,1-1 0,-1 0 0,0 0 199,0-1 0,0 1 0,0 0 0,0 0 220,0 1 1,-1-1 0,1 2-1,1 1-139,-1-2 0,0 1 1,2 5 570,0-10-571,13 14 1158,23 15-1292,4 15 11,-10 3 0,1 6 59,-3 6 1,0 5 0,-1 0 2,2 5 0,-1 0 20,-5-2 0,1 2 1,-5-3 812,-4-3 1,-6-2-269,-12 8-1507,-30-14 1127,-2-8-152,7-3 0,-1-2 176,8-1 0,-1-2 9,-8-2 1,1-1-281,2 3 2257,-6-6-2347,57 3 1,15-1 49,-7-2 1,2-5-71,-2-1 0,6-3 1,1-4-1,-1 1 0,-4 1 154,2-3 0,-4 1 1,0-4-152,2-2 1,2-4 0,-2-1-1,-7 1-183,-1-7 0,-6-4-164,-6 5 0,-1-5 1,-1-1-1,-2 5-306,4-8 0,-3 1 782,-1-1 1,-2-2-1,-5 10 124,-10 5-1875,-7 17 2390,-19 31 375,17 8 1,2 7-780,4-2 1,1 3 0,4 4-553,5 6 0,5 6 1,2 0-1,1-5 298,-1-4 1,1-3 0,2 0-7,2 0 0,1 1 1,2-2-1,1-8 476,2-7 0,3-7-456,15-1 0,3-5 782,8-9-939,-8-3 0,-3-6-330,-3-24-416,-17 16 0,-1-3 667,-1-9 0,-4-2 1119,-6 8 1,-2 0-777,-5-18 134,-16 37 649,6 37 1,4 13-889,4-21 1,2 1-20,-2 19 0,7 1-1222,13-18 0,5-4-2055,7 2 1638,-3-7 1,3-4 818,10-10 1,-15-3 0,1-1 0</inkml:trace>
  <inkml:trace contextRef="#ctx0" brushRef="#br0" timeOffset="119627">14395 8184 15269,'-1'-7'3081,"0"2"-1333,1 5-1401,-1-10-167,1 1 212,0-9 2633,3-4-2868,-5 12-89,-7-4-1580,-20 18 1,-4 7 1522,1-1-17,-1 1 1,4 2-28,19 2 10,5 3-2256,10 14 2279,10-12 0,4 0-12,-2 1 1,5-1-521,14 2 0,10-1 1,-2-2 426,-10-4 1,-1-1-1,0 0 67,3 1 1,0 0 0,-3-2 37,1 1 0,-13-2 157,-22-5 47,-19-2 1,-17-1-1,-7-1 1,4-1 263,-1 0 1,1-1 0,-3 1-429,7 0 0,-3 0 1,-1 1-1,1 0 1,0-2-8,-5-1 1,0-2 0,3 0-1,7 1-380,6 0 0,4 1 789,-17-3 0,15 1-1719,42 2-2000,17 0 1638,6-3 1,4-1 1101,-5 0 0,-1 0 1,-1 0-1,-3 0 1,4-2-1</inkml:trace>
  <inkml:trace contextRef="#ctx0" brushRef="#br0" timeOffset="119830">14832 8234 16702,'4'24'73,"-1"0"0,4 21-129,1-16 0,0-1-2835,4 8-386,4 5 2781,-8-33 1,-3-7 0,-4-4 0</inkml:trace>
  <inkml:trace contextRef="#ctx0" brushRef="#br0" timeOffset="119964">14820 7966 14933,'25'38'-1093,"-12"-17"1,-1-4 0</inkml:trace>
  <inkml:trace contextRef="#ctx0" brushRef="#br0" timeOffset="120495">15180 8237 22305,'-14'-24'510,"-1"0"0,4-15-611,26 34 101,11 7-33,-1 11 5,-2 20 0,-3 6-101,-9-17 1,-1 0 124,1 10 0,1 4 1,-4-5-3274,-6 5 3297,-12-4 1,-3-3-10,3-7-2227,-18 10 2081,23-11-1347,20 13 1482,3 7 24,0-17 0,2 0-24,3 4 0,0 3 41,-6 2 0,-1 3 0,-2-1 222,-1-1 0,-3-1 213,-3 16 1,-11-8 173,-36-22-354,3-12 1,-12-3 0,-2-2 0,6 0 473,-1 0 0,0-6-1317,12-5 1,-6-4 0,-4-4 0,3-2 0,5 0 0,11 1-1093,5-9 1,7-5 1091,-2-9 1,0-5 0,9 9 0,20 7 0,2 8 0</inkml:trace>
  <inkml:trace contextRef="#ctx0" brushRef="#br0" timeOffset="120834">15505 8358 19056,'0'-3'2140,"0"0"-1983,0 3-67,44-5-90,-16-2-1093,0-5 1,4-4 0,-6 1-1202,1-11 3021,-3-3 0,-12 3-526,-35 19 1,-9 6 968,0 1-913,-5 10 1,1 8-1142,17 5 1,8 5 955,11 7 1,6 0 825,0-7 0,4-1-954,12 2 0,9-5-149,3-16 0,9-5 1,0-4-1,-7 2 0,-7 2 1,-1 0-1,15-3 1,-1-1-1,1 1 0</inkml:trace>
  <inkml:trace contextRef="#ctx0" brushRef="#br0" timeOffset="121397">16632 8084 22014,'-13'-1'2286,"0"22"-2219,2 22 17,6-4 0,7 1-67,7-15 0,3-3 22,-5 4 0,3-3-27,23-3-3289,-2-31 3213,-10-3 1,-1-4-147,1 1 0,0-2 210,-1-6 0,1-2-45,8-9 1,-2 3-158,-2 3-906,-2 4 1,0 12 1146,-8 33 1,-2 11-960,3 4 920,-1 0 0,-2 0 1681,-6 0-1648,-5-9 1,-7-1-3311,-20 2 0,-4 5 2621,5-27 1,0-4-1,4-1 1,3 0 0</inkml:trace>
  <inkml:trace contextRef="#ctx0" brushRef="#br0" timeOffset="121549">16590 7870 20065,'-3'-41'0,"1"8"0</inkml:trace>
  <inkml:trace contextRef="#ctx0" brushRef="#br0" timeOffset="122064">18304 7532 20177,'0'41'409,"0"0"1,0 0-1,0-1 1,0 0-1,-1 1 1,-1 0 0,1 1-1,0-2-181,0 5 1,-1 0 0,1-2-1,0 1-228,-2 0 0,-2 1 0,3-2 0,9-6 41,15-2 0,7-7 1,-1-5-496,-7-7 0,2-4-574,9 1 1,6-3 0,-5-9-612,-9-15 1,-3-7 982,2-2 1,-2 1-1,3-5 1,-5 3 0</inkml:trace>
  <inkml:trace contextRef="#ctx0" brushRef="#br0" timeOffset="122879">18852 8063 7097,'21'-28'1092,"-1"-1"0,0 3 0,-8 1 1626,-25-8-1688,-20 6-701,6 13 0,-3 3-173,3 3 1,-2 4 361,1 5 0,1 4-238,-10 8-89,9 12 1,2 9-153,11 7 1,2 4 666,-11-3 1,13-1-950,32-3 0,16-2 1,0-13-89,-10-20 1,2-10 307,3-3 1,5-5 0,-1-3-1,-8-2 62,-6-11 1,-7-3 34,-4 1 1,-3-3 0,-2 8 1312,-6 9-1387,-4 24 2302,0 10-2291,-1 20 68,2 2-57,8 5 1,5 2-7,2-19 1,1-1 1621,2 15 0,5-7-1491,15-24 1,2-11-659,4-10 511,-7 0 0,-3-4 0,-13 0 0,-4-4 0,5-20 0,-3-3-1611,-7 18 0,-2 0 1611,4-15 0,-4 4 22,-8 12 0,-5 8-66,-14 9 318,6 13-341,-6 3 78,17 24-11,6-12-11,3 13 33,4-2 56,-4-8 1,-1 1 3197,6 13-3137,0 5-139,-2-25-1166,19 2-1837,-4-8 3003,7-4 0,0-3 0,-10-2 0,13-1 0</inkml:trace>
  <inkml:trace contextRef="#ctx0" brushRef="#br0" timeOffset="123399">19702 8199 16378,'35'-28'1092,"-1"1"0,-1-7 0,-8 2 1257,-15 10-1901,-14-9-123,-16 25 157,-16 10 0,-4 5-2033,15-2 1,1 1 1606,-17 6 1,2 2 10,5 10 699,8 2-732,4 2-2553,4 12 2497,9-11 10,2 8-32,7-16-1,5-1-471,4-1 325,7-1-719,19 5 249,-7-8 1381,-7-6 0,2 0-1667,2-2 1,0 0-301,1 2 0,0 1 1163,-1-2 0,-1 1 62,11 12 2317,-22-7-1566,-8 11-137,-15-3 1,-5 1 471,-6 16-885,0-13 1,-2-2-113,-8 3-28,3-3 0,0-1 734,-2 0-2412,4-3 1,4-7-1639,13-18 2582,6-32 0,4 20 0,2-20 1</inkml:trace>
  <inkml:trace contextRef="#ctx0" brushRef="#br0" timeOffset="123702">19792 7929 12511,'-34'-19'327,"-1"1"1,1-1 0,0 1-1,0-1 1,1-3 0,-3-1-1,0-2 1,3 0 0,4-2-1,7 1-216,5-14 0,10-1 0,-1 0-138,-9-1 1,-2 0 0,10 0 421,10 3 0,8 0 0,10 10-675,16 12 0,11 11 0,-3 3-312,-8 2 1,1 4 57,6 2 0,5 3 0,-8 5-575,-12 6 0,-6 7 1109,-1 9 0,-1 5 0,-3-5 0,-3-12 0,-1-1 0,2 20 0,1 0 0</inkml:trace>
  <inkml:trace contextRef="#ctx0" brushRef="#br0" timeOffset="124068">20130 8104 20031,'28'-22'15,"-1"0"1,1 0 0,-1 0 0,9-6-1,-4 1-596,-7-7 0,-8 1 637,-14 8-1262,-29 12 1,-8 5 2068,1 3-622,-7 4 0,0 6 996,7 17-913,9 5-1037,17 5 0,7 1 758,9 9-45,0-8 0,6-3 265,20-1-489,6-7-1415,-10-15 1,2-2 982,-7-4 1,-1-1-1,21 0 1,-26-5 0</inkml:trace>
  <inkml:trace contextRef="#ctx0" brushRef="#br0" timeOffset="125298">21417 7938 13530,'35'-11'1042,"-1"-1"-2771,-11-5 1875,4-15-435,-12 6 546,-3-13 1273,-12 11-1283,-7 1-32,-13 4-25,-16 13 1149,-1 13-1160,-2 17-22,19 10 0,11 8-107,19 5 1,8 2-62,-10-5 0,4-2 3,7-12 1,6-2-1,3-7-900,8-10 1,4-8-1,-5-2 1461,-4 0 0,-1-2-658,4-1 1,4-2-1,-8-3 409,1-20-220,-13 1 0,-3-2 3192,1-9-2218,-6 11 0,-3 11-867,-7 21 34,0 31-41,0-8 1,2 2-129,5 6 0,3-1-22,9 8 134,11-12 736,-2-26-899,-6-10 1,1-6-774,10-8 1,1-4 778,-7 5 0,0-1-1213,6-8 0,-5 4 1347,-12 10-145,-2 10 224,-8 17-168,12 29-213,1-6 112,-8-12 1,2-2 794,8 1-4027,4-12 1638,-2-12 1,0-3 818,15-7 1,-1-3 0,-26 5 0</inkml:trace>
  <inkml:trace contextRef="#ctx0" brushRef="#br0" timeOffset="125632">22615 7820 20009,'-12'42'851,"-1"0"1,2-12 0,3-2-4129,14 15 2242,17-28 0,6-6 1091,10 3-79,-2-10 0,7-2 1,-5-7 33,-6-10 0,-3-4-376,9-5 0,-7-3 393,-19 2 0,-10-1-17,-10 4 1,-5 4-12,-22-6-6,-3 11 1,-4 4-169,12 4 0,0 1-145,-8 1 1,2 3-2360,1 13 1227,18 6 1451,6 3 0,4-9 0,4-2 0</inkml:trace>
  <inkml:trace contextRef="#ctx0" brushRef="#br0" timeOffset="126147">23136 7794 22877,'-10'34'63,"1"1"1,0-8 0,2-3-20,10 6-10,20-11-56,13-11-169,9-2-84,-22-8 1,0-4-1365,5-11 1,-3-3-1230,4-8 2868,-8 5 0,-3-1 1038,-9 0 1282,-4 0-2320,-4 13 23,-1 7-2225,-1 15 2258,1 6 957,-1 13-968,6-8 55,14 11-100,4-18-598,14-4 0,4-2 498,5-4-455,-8-1 0,1-3-1084,-11-7 1,-2-3 818,7-15 1,0 4 0,-24 1 0</inkml:trace>
  <inkml:trace contextRef="#ctx0" brushRef="#br0" timeOffset="126597">24003 7867 16120,'-10'-41'3276,"2"21"-4596,-18-4 1,-5 3 2081,-14 14-729,13 3 1,0 5-494,3 12 0,4 6 415,4 18 578,7-15 0,4 0-566,7 12-881,32-16 1,6-4 17,-4-1-743,15-1 1,-1-3 818,-26-8 1,6-1 0,-25 1 0</inkml:trace>
  <inkml:trace contextRef="#ctx0" brushRef="#br0" timeOffset="126955">23677 8062 18474,'-1'31'272,"0"0"1,14 12-1,7-4-249,9-11-1116,0 1 1,6 7 0,-4-3 292,-8-4 1,-1-1 806,-1-2 1,2 1-1,-4-1-523,-3 6 0,-7-3 1894,-11-2 551,-11 2-1526,-15-19-1106,1-7 1,-3-3 545,-14-6 1,-2-2-623,10 3 0,1-6 779,6-14 0,1-7 0,6 4 0,4-1 0,12-4 0,0 0 0</inkml:trace>
  <inkml:trace contextRef="#ctx0" brushRef="#br0" timeOffset="127257">23992 7693 17577,'-37'-21'468,"1"-1"0,-1 0 0,0 1 0,3 2 0,0 1 0,1-1 0,3-1 150,-3-8 1,3-1 0,9 2-866,11-7 96,-8-6 0,11 8-746,30 34 1,16 14-1,-4 0-55,-12-4 0,-1 2 952,9 8 0,3 4 0,-8-3 0,-6-1 0,6 7 0</inkml:trace>
  <inkml:trace contextRef="#ctx0" brushRef="#br0" timeOffset="127667">24197 7315 12512,'3'37'468,"-1"0"0,1 0 0,-1 0 0,2 6 0,-1 2 0,0-1 0,0-6-277,2 2 0,0-4-186,-1 5 1,1-4 1650,5-1-1432,-4-32-881,4-9 645,16-18 1081,-4 0-1058,-2 1 0,0 0 2257,-2 1-2571,4-1 303,-13 24 191,0 9-79,1 11-118,0 0 1,2-1-354,9 9-2352,5 4-566,-2-23 2793,-5-9 1,-7-2 0,-2 0-1</inkml:trace>
  <inkml:trace contextRef="#ctx0" brushRef="#br0" timeOffset="128190">25667 7970 23896,'17'41'-820,"0"0"1,-17-7 0,-5 0 0,-5-4 272,-10-4 1,-5-4 0,-2 4 0,2-4 0,-6-5 0</inkml:trace>
  <inkml:trace contextRef="#ctx0" brushRef="#br0" timeOffset="131019">26800 7160 19986,'18'-17'846,"0"0"0,9-9-768,-24 25 12,-3 1 796,1 0-629,1 0-44,0 0 269,0 0-124,-1 0-3635,0 15 3410,-2 13 0,0 4-127,-1-6 0,-1 2-504,1 4 1,-1 7 0,-1 1 0,1-4 542,0-1 0,0-3 0,0 1-182,0 7 1,0 0-1,0-2 137,0 2 0,3-6-1325,8 8 1347,2-22 1348,10-2-1414,5-19-1559,17-15-36,-19 2 1,-1-3 441,0-1 0,-2-3 132,-3-1 1,-5-4-575,-9-7 1,-10 0-1,-9 11 1,-4 1 954,-1-7 0,-4 4 1087,-6 14 1,-6 7 406,-3 3 1,-3 3-1,3 1 164,6 1 1,1 0-624,-6 1 0,-2 0 1,6 2 1147,-4 8-272,17-5 0,2-1 2049,-1 0-1651,11 1-2135,29-17 1,21-9 0,1 0 557,-5 3 1,1 2-1,3-2-427,-2 0 1,2-2 0,1 0 0,-2 1 351,6-1 1,-2 2 0,-3 0 3,-8 3 1,-2 0 0,0-1-344,9-2 0,0-2 0,0-3-727,-4-4 1,0-3 0,-3 1 1065,-3 5 1,-2 0 0,-2-1 37,4-14 0,-10 1 2975,-15-4-2806,-14 36 2383,4 6-2282,-8 37-841,10 0 1,2 4 811,0-5 1,1-1 203,0-8 1,1 1 0,0-3-362,1 4 0,2-3-1010,4-4 1,3-4 970,7 1 89,7 3-55,-3-30-34,9-17 0,1-6 731,-11 9 0,-1-1-714,12-9 0,-3 0 174,-9 7 246,6 37 305,-6 0-462,13 10 1,7 0 704,0-10 1,1-4-1025,-2 5 0,2-4-1304,8-9 1,-6-11 1353,-13-22-67,3-6 546,-27-11-546,-11 20 0,-6 3-73,-10 10 0,-4 6 17,-12 12-610,12 4 1,7 8 648,15 16 1,11 2 2007,11-1-1991,-2-10 0,6-2-1093,8-12 1,7-5 0,1-1-1,-1-2 1,2-3 0,-1 1 623,4-1 1,-1 0 0,-2-1 0,5-2 0,-10-2 0,-16-6 0</inkml:trace>
  <inkml:trace contextRef="#ctx0" brushRef="#br0" timeOffset="131384">28545 7444 19605,'4'25'2902,"-6"6"-2700,-7 14-79,0-8 101,4-15 224,11-16-425,21-22-20,-6-2 1,2-7 0,0 1-506,11-8 0,0 0 502,-11 8 0,0 0 0,-2 3 34,13-8 583,-17 41-3162,-3 24 2747,-1 5-202,-8-15 0,-1-2 34,1 8-34,-3-4-3277,9 8 2457,-3-20 1,2 5 0,-5-21 0</inkml:trace>
  <inkml:trace contextRef="#ctx0" brushRef="#br0" timeOffset="133074">4526 9921 16479,'6'-1'3276,"-1"0"-1969,-2-2-1161,0-1 44,7-7-89,-1-6-3378,3-14 3333,-6 6 1263,-1 1-1072,-8 14-2337,-28 6 2113,5 6-18,2 2 1,-1 2 5,-12 11 34,-1 8-6,8-1 0,1 2-39,-4 5-22,9-5 0,6 0-12,11-6 17,17-2 0,9 0 6,3-2 0,4-1-467,7 4 0,2 0 472,2-1 1,-1-1 891,-6-3 1,1 1-891,5 3 0,4 3 0,-2-1-327,-1 3 1,-1 0 330,-5-4 0,1 0 0,-7-1 44,1 13 135,-45-13 1,-11-2 134,9-7 0,-2 0-90,-6 1 0,-4-1 0,1-1 28,-7-4 0,1-2 391,-2 0 0,-2-2-475,4-3 0,-4-1 0,2-3-277,1 0 1,1-2-1,0-2 109,-3-3 0,0-2 0,3-1 305,-2-2 0,7-3-384,10 0 1,9 1 1763,12 2-3052,12 4 26,13 9-298,13 14 1,4 4 1091,-12-6 1,1 0 0,6 5 0,-2-1 0,-4-3 0</inkml:trace>
  <inkml:trace contextRef="#ctx0" brushRef="#br0" timeOffset="135532">5158 10132 10797,'-1'-28'1361,"0"1"1,-7-17 1629,-15 38-2184,-23 7-1100,18 8 1,-1 3 426,-6 3 1,1 4-135,7 0 0,3 2 538,4 1 1,5 1-590,7 6 1,10 0 1003,14-7 0,4-2-1032,-7 4 1,3-4-1534,20-9 0,3-11 1192,-10-15 0,-1-6 420,-4 8 0,-2-3 1068,0-9 1,-5-4-1002,-10 0 1,-4 2-503,2-4 793,-3-9 498,-2 35-889,0 13 100,1 35-78,4-10-12,5 3 1,7-3 0,22-12-68,-14-6 0,1-4-375,0-10 0,0-5-348,5-6 1,-2-4-80,-1-5 0,-3-1 864,1-1 0,-3-2 28,-7 2 0,-4 0 1737,-6-11-1580,-4 27 616,-2 51-650,0-8 1143,1-1 0,0-2-1165,2-14-56,2-4 268,4-14-290,1-9-46,5-16 2620,0-5-2586,-3 2 1,1 1-12,1-1-68,4-7-2864,6 59 2988,-10-8-11,0 2 0,1 0-45,0-1 22,0-4-2279,11-4 2324,-8-5-55,7-3 32,-13-4 57,12-18-101,4-11-28,-12 11 0,2-2-747,9-10 0,1 1 618,0 4 887,-9 7 1,-2 7-731,-7 19 101,-1 25-23,-1-3-78,4 14-725,3-23 0,4-3 815,12 0-79,-8-6 0,1-6-11,12-17-6,-6-11 1,-1-3 507,-11 8 0,-1 0-513,9-11 0,-4 0 11,-11-1 112,-6 2 112,-12 26 101,1 13-89,-7 32-80,7-17 1,2 4-51,1 5 1,0 6-1,1 3 1,-1-1-107,0-3 0,1 1 0,-1-1 0,1 3-3,0-5 1,0 2 0,0 1 0,0-1 0,0 1 6,-1 3 1,-1 2-1,1-1 1,-1-2-1,0-6 351,0-1 1,0-6 0,0 2-334,-1 7 0,-1 1 1,1-9 730,-4-5-794,6-47 0,2-22 0,0 3-584,0 4 0,0-1 541,0-1 0,0-5 0,0-3 0,1 2-202,0-1 0,-1 1 1,1-1-1,1-1 239,0 4 0,0-3 0,1 0 0,0 1 0,0 2-156,-1-4 1,1 2-1,0 0 1,1 1 207,0 1 1,0-1 0,1 4-1,4 8-654,6 5 1,4 10 580,11 9 1,3 8 374,0 5 0,-2 9-300,-5 9 1,-2 8 0,-4-1 620,-1-2 0,-5 1-628,-5 11 0,-8-5-88,-10-17 312,-31-4-179,-6-15 1023,19-2 0,-2-3-1040,-11-9 0,3-3-252,10 3 201,2 1 1,10 3-1119,41 16 0,15 5 245,-1-7 403,-10 1 0,4 2 0,-2-4-306,-3-4 1,-1-5-491,15-5 1,2-5 195,-13 3 1,-1-3 0,-2-3-1,3-6 1,-2-4 0,-4 0 267,5-9 0,-7-3 1340,-13-2 1,-8-4 576,-9 3 0,-6-3 0,2 6 546,2 8 0,0 2-674,-2-5 1,-2-2 0,4 21-13,6 52 0,4 19-812,2-28 0,1 2 248,-1 5 0,2 7 0,0 2 0,3-5-377,3 1 0,2-2 1,-1-3-221,1 5 0,1-2 209,2 4 0,1-12 34,6-28-46,-2-18 1,0-6 0,-1 5 0,0-1 56,2-9 0,-2 2-45,-4 1 0,-10 21-124,-6 26 427,0 9-247,0 5 1483,0-4-1517,9-10 2325,9-20-2403,20-17-278,-6-6 1,0-3 333,-9 6 0,-1 0 1553,5-1 0,-3 4-1587,-10 9-1140,-4 5 1230,-3 8 0,0 4 67,0 8-2221,1 3 2322,2 0 0,4 0-1074,2-5 0,2-1 866,3 5 1,2-3 249,1-8 1,1-3-267,21-3-729,-22-2 1,3-3 754,14-8 0,8-5 1,-5-1-22,-2-3 1,-2-3-6,-9 3 0,3-3 0,-2-1 0,-11 1-11,-11-3 0,-8 2 1490,-18-17-1349,-10 41 1,-11 14 0,6 1-131,10-3 0,2 2 105,-7 4 0,-2 4 1,7 5-24,14 9 0,10 6 1,1 0 336,0 0 1,1 0 0,0 3-411,-1-8 0,1 2 0,-1 2 0,1 1 0,-1 0-9,0-3 0,0 2 0,0 1 0,-1 0 0,0-3 0,0-3 283,0 2 1,0-4-1,0-1 1,-2 1-310,1 8 1,0 3 0,-3-4-1,-5-11-3251,-26-3 2457,10-26 1,-7-4 0,19-13 0</inkml:trace>
  <inkml:trace contextRef="#ctx0" brushRef="#br0" timeOffset="135710">7176 9869 17767,'0'0'0</inkml:trace>
  <inkml:trace contextRef="#ctx0" brushRef="#br0" timeOffset="136781">9345 10207 13700,'3'-1'3276,"0"0"-6553,-3 1 4296,-15-74-762,-3 45-358,-1-1 0,-6-6 0,-4 13 644,-12 22 0,-3 11 125,1-8 0,1 6-497,10 8 1,1 8 0,7 4-633,11 7 0,8 5 0,0-3 450,-4-1 0,3-1 16,7 16 1,14-11-107,13-37 0,8-13 1,1-6-105,-7-5 0,0-8 1,0-1-1,0 2 562,0 6 0,1 2 0,-1-1 0,-3-8-339,-7-5 1,-1-7 0,-2-4-1,-3-1 1,-3 4 0,-4 5 164,-4 3 0,-6 5 0,0-2-38,1-20 1,-2-1 0,-5 25 2130,-14 49-2181,13 12 0,6 10-39,7-1 0,4 3 0,4-1-68,3-4 1,4-2 0,2-2 11,-5-4 0,2-1 0,4-7-735,10-5 1,6-5-1,-4-11 718,1-19 1,-1-8 16,2 8 0,-2-3 22,-8-12 1,-7-2-1265,-8-12 1993,-5 15 833,-3 7-1539,-2 26 50,-2 23 1,0 8-102,1-9 0,1 0-61,-2 12 0,4 0-1572,6-11 1,2-5 818,3-6 1,5 2 0,-13-18 0</inkml:trace>
  <inkml:trace contextRef="#ctx0" brushRef="#br0" timeOffset="136941">9770 9728 12770,'10'26'0,"0"0"0,6 15 0</inkml:trace>
  <inkml:trace contextRef="#ctx0" brushRef="#br0" timeOffset="137323">10050 10039 17678,'37'12'541,"-1"0"1,-8-4-1,-4 4-429,-8 9 1,-5 3-23,-4 8-3367,-13 10 2382,-14-20 0,-4-2 939,7-3 1,-2-2 676,-13-1 1,-1-5-711,-8-7-671,12-4 1,-2-2 664,2-3 1,2-1 5,0 2 0,3-1-33,-8-11 22,25 12-246,3 3 2480,10 2-2234,4 1 0,11 2-1639,18 0 1,8-3 1347,-10-7 0,1-1 1,6 7-1,-3-1 1,-18-6-1,-1-1 1</inkml:trace>
  <inkml:trace contextRef="#ctx0" brushRef="#br0" timeOffset="137924">10372 9601 17308,'-7'35'655,"0"-1"0,0 1 1,0-3-1,1 1 0,2 0-335,6 11 0,3 2 0,1-3-1413,-1-7 1,1-3 0,0 2 525,0 7 1,0 0 0,6-5-100,14 3 1,6-15 575,2-32 1,2-9 273,0 9 1,-2-3-268,-9-9 1,-3-5 0,-4-1-629,-4-10 1,-5 3 2537,-1 8-139,-8 0-1285,-6 52-117,1 5 0,5 3-292,9-1 0,3-2-28,-1 0 1,2-4 195,6-5 0,3-10-627,6-20 0,0-11 585,2-4 1,-1-4-323,0-3 1,0-1 89,-3-4 0,-3 0 145,-9 6 1,-4 2 1449,3-5-1427,-3 4 325,-9 30 358,-1 11-1742,0 28 1076,0-20 0,0 1-126,0 1 1,0-1 52,0 12 2067,1-18-5126,1-6 190,0-6-408,-1-11 2905,-2-11 1,1 4 0,-2-1 0</inkml:trace>
  <inkml:trace contextRef="#ctx0" brushRef="#br0" timeOffset="138124">10144 9782 11402,'-36'2'68,"18"0"-1475,47-4 1,17-2 291,-14 0 0,0 1 234,-1-2 0,2 1 1,-2-1 880,8-3 0,-4 0 0,7 0 0,-7 0 0</inkml:trace>
  <inkml:trace contextRef="#ctx0" brushRef="#br0" timeOffset="138722">11305 9564 19717,'0'1'3276,"0"7"-4343,0 20 1,0 15-1,0 2 1143,0-11 0,0 2 0,0 0 0,0 0-76,0-1 0,0 1 0,0-1 0,0 1-267,0 2 0,0 2 1,0-2-1,0-5 273,-1-2 0,-1-4 1071,1 18-1649,-2-73-124,2 1 0,1-3 611,2-8 1,1 0 1070,-2 5 0,5 3-1093,10 9 1,4 5 3204,3 3-3098,19 12-1533,-21 23 1,-3 9 1538,-4-5 0,0 1 27,5 12 1,-6 1-778,-19-6 1,-8-5 793,-5-8 1,-5-4-29,-3-1 1,-4-6 5,-15-11 1,3-6-960,11-2 186,4 1 0,9 0-2532,59-3 2730,-16 6 1,0 1 0,2 1 0,-1 0 0,11-2 0</inkml:trace>
  <inkml:trace contextRef="#ctx0" brushRef="#br0" timeOffset="140225">11769 9996 15156,'-21'20'123,"0"0"0,2-3 0,6 2 464,18 27-620,14-17 1539,0 4-2291,15-39 1,2-14 354,-14 2 1,-1-4 362,12-6 0,-3-1 117,-13 1 0,-5 6 970,-4 15 1151,-2 8-1617,-5 32 1,-1 10-494,5-19 1,2 0-51,-5 14 1,6-5 44,13-17 0,6-9 372,10-16 1,1-7-435,-4 6 1,0-4-160,-6-2 1,-1-4 0,-4-1-38,-6-2 1,-5-6-565,-3-2 0,-2-6 0,-1-2 0,-1 1 609,0 3 0,-2 0 0,0 0 0,0-2 168,1-9 0,0-4 1,-1 3-1,-1 7 302,-2-2 1,-2 14-34,-3 19-117,0 34 0,2 20 80,1-12 1,1 4 0,0 2-1,1-1-99,1-1 0,1 0 0,1 0 1,-1 0-145,-1 0 0,0 1 0,2 0 0,1-2 3,5 8 1,4-2 0,2-9-4,21-5-202,-6-21 1,2-10-124,-5-21 0,-1-13 0,-3 2 49,3 4 1,-3-2 275,-4-3 0,-1-3 0,-4 8 1685,-6 4-1113,-4 16-304,-7 18 3008,-3 14-3010,-5 13-1566,7-10 0,1 2 1316,0 3 1,2 0 363,4-3 0,5-2-386,12-2 1,6-8-648,2-12 1,3-8 484,2 1 0,1-7-691,-4-12 0,-1-8 0,-4 4 1116,4-9-184,-2-2 0,-11 12 565,-26 39-263,0 9 1,1 4-348,0-1 0,1 1 11,1 9 1,6-3 285,19-2-314,5-10 2280,12-20-2392,-2-14 0,0-5-151,-13 7 0,0-3 33,12-12 1,-4-2-275,-13-13-748,-13 14 1,-8 2 1189,-21 6 1,-6 3-56,12 0 0,-2 3 106,-17 9 0,0 11-516,13 13 0,4 8 594,9-2 0,3 2-72,-6 4 0,6 1 5,17 1 0,10-5 11,19-6 349,-11-7 1,0-3-602,2-12 1,0-4-1733,13-7 1245,-9-6 0,4-6 0,-3 0 672,-2 1 0,-1 0 239,2 0 0,1-2 1,-6 4 73,-2-1 1803,-15 23-1937,-8 12-1190,0 7 1660,0 9 1041,0-2-1623,0-2 225,11-8-202,10-15-23,7-6 2182,8-6-2198,-11 0 0,0 1 50,13-1 16,-14 3 1,-2 2 286,1 5-23,0 6-314,-9-4-22,7 5 161,-10-7-3276,4 0 3115,-7-23 0,1 17 0,-9-17 0</inkml:trace>
  <inkml:trace contextRef="#ctx0" brushRef="#br0" timeOffset="140398">11872 9689 18126,'40'-9'-547,"-1"1"1,1 0 0,2 0 0,-6 1 0,-6-1 0</inkml:trace>
  <inkml:trace contextRef="#ctx0" brushRef="#br0" timeOffset="140510">12684 9567 11224,'0'0'0</inkml:trace>
  <inkml:trace contextRef="#ctx0" brushRef="#br0" timeOffset="141175">15430 9752 11370,'22'-30'655,"1"0"0,0-1 1,-1-6-1,-2-1 0,-9 4-994,-21-10 837,6 16 1,-4 3 1870,-20 3-1854,5 17 17,-7 21 0,-3 11-899,5 7 0,2 5 512,2-9 1,0 3 0,4 1-57,4 3 1,4 2 0,2-1-4,4-6 1,3-1 0,0 0-50,1 3 0,0 0 1,1 0-124,0 1 1,0-1 0,2 4 104,1 0 1,1 4 0,1 0 0,-1-2-316,0 2 0,0-3 1,0 2 295,2-3 0,2 1 0,-2 1 0,-5 0-656,-6-3 1,-3 2-1,-3 1 1,-1-5 0,3-5-984,-2 1 1,-2-3 545,-10 12 1,-4 2 0,1-22 436,6-36 1,2-9-1,-5 2 1,3 0 0</inkml:trace>
  <inkml:trace contextRef="#ctx0" brushRef="#br0" timeOffset="141658">14798 10465 9689,'-15'-35'546,"1"0"0,0 1 0,-1-1 0,-1-8 0,2 1 0,14 9 201,22 14 1,12 5-711,1-3 1,4 0-1,-1 0-393,-7 3 1,-1 1 0,5-1 356,-2 1 1,5-1 0,3 0 0,0 0 0,-1 1 0,-5 1-55,6-1 1,-4 1 0,3 0 70,4-1 1,4-1-1,-1 0 1,-6 4-451,4 1 1,-7 3 35,2-1 586,-5 3 2367,-44 8-1616,-12 10 1,-3 6 620,3 3 1,1 2-1519,-4 1 1,1 1 166,7-1 0,12-3-166,26-9 0,17-5 0,-3-5-34,-8-5 0,1-6-695,14-1 1,4-5 0,-9-5 744,-14-13 1,-10-5-29,-5 0 1,-7 2-34,-8 9 0,-6 4 68,-20 2-628,-12 17 1,-1 8 559,0 5-107,2 2 0,6 4 51,24 12-1583,15-3 1,9-1-1,6-10 1,3-1 982,3 5 1,1-3-1,15-9 1,-21-7 0</inkml:trace>
  <inkml:trace contextRef="#ctx0" brushRef="#br0" timeOffset="142498">16170 9476 21600,'-4'41'358,"0"0"1,1 0-1,-1 0 1,0 0 0,0 1-1,1-3 1,2 1-359,3-1 0,1 4 0,1-3 0,3-7 0,3-8 0,2-4-1639,3 2 1,4-4 1167,1-7 1,3-4 855,21 0-413,-20-13 0,-1-7-1065,1-11 1,-1-8 0,-2-2 870,-1-2 1,-3-3 0,0 0-42,-1 6 1,1-2-1,0 1 1,-3 0 262,-1-8 0,-2 1 0,-2 2 308,1-13 0,-6 21 488,-6 45-595,-3-5 374,0 13 0,0 12 0,1 2-418,-1 4 0,2 3 0,0 0-608,1-4 0,1 0 0,-1 0 451,1 1 0,-1 0 0,2-3 17,1 5 0,4-10 1646,5-14-1585,23-11-522,-8-14 0,1-4 421,1 2 1,0-3-57,4-7 1,-2-7-391,-9-1 1,-1-4 0,-3 0 468,-1 0 0,-1-1 789,4-9 1,-3 3-644,-11 9-1404,-13 59 1370,4-5-90,0 3 1,0 1 1548,2 9-1560,4-13 0,4 0 84,8-3 1,3-1-96,-2 0 0,2-3-6,7-4 1,4-6-706,13-6 0,2-11 725,-15-6 1,0-5 0,-1 0 749,15-2 0,-5-7-731,-15-12 1,-8-9 0,-11 5-284,-24 7 1,-7 3 249,9-12 0,-5 10-30,-7 27 0,-7 10 0,6 7 13,9 11 0,3 5-28,-7 2 1,4 3 780,13 1 0,6 0-2375,4-1 1,4-2-1,8-4 1,2-2-1639,14 17 1638,-7-26 1,3-5 818,19-5 1,-19-3 0,-1 1 0</inkml:trace>
  <inkml:trace contextRef="#ctx0" brushRef="#br0" timeOffset="143016">17601 9780 14506,'-12'30'414,"0"-1"1,1 1 0,-6 16-1,7-3 852,11-15 0,6-3-1255,3-1 0,5-8 1264,30-27-1623,-17-4 1,1-4 143,3-11 0,-2-4 209,-2 0 1,-4-1 11,-5 8 0,-3 2 3259,2-10-2916,-14 35-114,-3 12-10,-1 15-113,0 5-1504,1-8 0,4 0 1532,6-1 0,4 0-5,0-1 0,3-2 325,7-1 0,6-5-438,10-6 1,6-5 0,-5-4-1,-4-8 1,-1-4-23,3 7 0,2-2 0,-10-5-5,-16-13 0,-8-5-1118,-3-5 0,-6-1 1129,-7 2 0,-2 1-6,2 0 1,-2 2 1111,-5 8 0,-3 5-1123,-6 4-570,-20 13-180,18 10-1256,-11 10 1463,22 25 1,8-25 0,2 12 0</inkml:trace>
  <inkml:trace contextRef="#ctx0" brushRef="#br0" timeOffset="143518">18680 9739 16726,'14'-27'1092,"0"-1"0,-1 3 0,-1 4 226,-3 5 1090,-3 0-2004,-3 9-225,-2-1-3456,-29 22 2773,2 10 990,6-3 0,1 3-464,5 2 1,7 3-507,16 6 1,7-1 483,-6-8 0,3-2 11,11 3 1,2-3 10,8 1 711,-12-10 0,-1 0-644,1 0 191,2 2 415,-65-12-401,2-2 1,-5-1-736,2 0 1,-3 0-1,-1-1 151,6-1 1,-1-1 0,0 0 0,4 0 0,-10 1 0,5 0 0,8-3-1,0 0 1</inkml:trace>
  <inkml:trace contextRef="#ctx0" brushRef="#br0" timeOffset="144310">20237 9557 16936,'0'-7'3276,"0"2"-2581,2 25 1,0 14-203,0 7-1569,0-5 0,0 7 0,0-4 1154,-1-4 1,-1-1-4,1 9 1,-1-1-59,0-16 0,1-3 191,0 16-219,2-5-58,-2-17 270,5-28-201,-2-14 22,-2-1 1,1-3-23,-2 2 0,1-2 380,-2-1 0,1-3-223,2-5 0,2-4 0,-2 5-74,0 9 0,-1 2-83,2-22 0,4 16-2054,15 57 2188,4 8 1,2 5-68,-4-7 1,4 1-49,-2-5 1,3 3-1,1-1 1,-2-5 25,3-3 0,0-4 22,7 8 0,0-8 763,4-23-659,-32-19 1,-6-11 0,-1 1-42,3 2 1,-2-4-138,-5 4 0,-2-7 1,-2-2-1,0 1 0,-1 7 707,-4-9 1,-2 4-1116,3 1 0,0 0 1,-1 17-2522,-2 24 1297,13 31 1,7 12 1091,-4-11 1,1 0 0,1 6 0,0-4 0,2-14 0</inkml:trace>
  <inkml:trace contextRef="#ctx0" brushRef="#br0" timeOffset="144464">21156 9765 22586,'9'-46'-1535,"0"10"-1659,-4 39 3194,1 4 0,-4-3 0,1 3 0</inkml:trace>
  <inkml:trace contextRef="#ctx0" brushRef="#br0" timeOffset="144735">21731 9432 12758,'1'33'819,"0"0"0,0-1 0,1 13 0,1-1-575,-1-1 1,1-4-245,0 2 418,0-8 1,-1-5-1584,-2-21-2112,1-17 2457,-1-28 1,0 15 0,0-12 0</inkml:trace>
  <inkml:trace contextRef="#ctx0" brushRef="#br0" timeOffset="145027">21703 9288 19706,'31'20'546,"0"1"0,0-1 0,0 1 0,8 4 0,-1 1 0,-6-1-2185,-5-1 1,-5 3 1447,0 6 0,-2 6 1,-4-2 486,-3-3 1,-7 1-354,-8 1 1,-7 3 0,-6-8 72,-11-11 1,-6-7 505,-5-1 0,0-4-600,-9-4-3127,28-4 3205,24-5 0,-8 3 0,16-3 0</inkml:trace>
  <inkml:trace contextRef="#ctx0" brushRef="#br0" timeOffset="145197">22471 9772 25657,'9'-17'-3277,"-1"4"2558,-5 10 0,-1 2 1,-2-3-1</inkml:trace>
  <inkml:trace contextRef="#ctx0" brushRef="#br0" timeOffset="145854">23762 9498 17823,'-3'3'1502,"1"0"-4779,42 21 2283,-7-35 1016,-4 16 1,-1-3 715,-8-15 0,-4-7-626,4-13-738,-8-8 0,-3-4 682,-3 7 0,-2 0-271,0 5 1,0-2 0,-2 5 522,-1 3 1,-2 5 1252,0 1-1460,-5 46 0,-1 17-349,5-7 0,0 3 270,-2-4 1,-1 3-1,6 0-7,14 5 0,7 1 0,3-9 2,1-10 0,4-4-70,-3 3 1,1 1 0,1-13 52,11-27 0,-5-8 0,-11 13 0,-6-11 0,0 0 0</inkml:trace>
  <inkml:trace contextRef="#ctx0" brushRef="#br0" timeOffset="146062">24108 8963 9060,'20'15'-820,"1"0"1,8 5 0,-22-12 0</inkml:trace>
  <inkml:trace contextRef="#ctx0" brushRef="#br0" timeOffset="147564">24453 9512 18866,'27'-32'130,"1"1"1,-1-1 0,1 0 0,-3 5-1,-2 1 1,-2-1-124,-4-9 1,-4-2 0,-4 5 92,-6-12 354,-14 20 0,-7 4-1530,-23-1 1104,15 9 1,-3 7-1368,-8 15 0,3 9 1339,6 14-12,9-11 1,7 1 11,22 14-34,22-10 0,6-3-215,-16-11 1,1 0 248,5 2 0,3 1 0,-5-3 641,8-2-641,-10 1 0,-2 1 2449,6 9-2203,3 6-2339,-22-5 2586,3 6 50,0-11-453,24 11-1116,-5-21 0,4-6 1071,-2-3 0,1-4-40,3 0 1,-3-4 178,-10-4 1,-5-6-152,-3-8 1,-3-5-6,-4-2 0,-2-2 11,-1-9 1,-3 1-126,-6 13 1,-3 4 85,-7-10-45,-17 43 0,16 23 2173,-4-3-2128,38 17-611,17-25 611,3 1-11,5-9 22,-29 4 432,-4 5-208,-6 26-168,-3-17-56,2 14-999,24-23 1,7-6 600,-13-5 1,0-3 62,19 6 0,0-5-775,3-15 2879,-15-8-2038,-2-4-833,-12 0 0,-2-2 1124,6-15-28,-9 11 1,-2 0 2233,-2-12-1589,-4 13 0,-2 2 1189,-9-5-1783,-3-1-1966,-29 36 2370,9 18-371,11-11 1,1 4 61,5 15 1,7 5-130,6-5 1,3-1-23,-2 2 0,5-1 33,11 1 1,8-7-241,8-16 1,3-5 206,-3 2 0,2-4-82,6-9 0,3-6 0,-4-3 3,-4-7 1,-3-3 25,-4 7 1,0-1-1,-4-1 1085,-3-6 0,-6-1-1049,-7-4 1,-5 1-963,-4-4 979,-1 9 0,-3 5 517,-9 8-540,-20 6 2819,14 15-2796,-8 2-2852,23 26 2837,24-9 0,13 2 1,-2-2 14,-8 0 0,2-1 370,10 2 1,5 2 0,-3-5-399,-8-8 0,-3-1-2229,5 12 2481,-27-4 46,-42-8-181,8-12 1,-1-2-90,3 0 0,2-1-12,1 0 1,4 0-11,3-1-191,3 1-907,13-1-751,2 0-1406,22-16 0,1-3 2621,2 1 1,-1-1-1,-1-1 1,-1 2 0</inkml:trace>
  <inkml:trace contextRef="#ctx0" brushRef="#br0" timeOffset="148321">26369 9193 15056,'-16'39'655,"-1"0"0,1 0 1,3-7-1,1-1 0,2 4 0,4 0 0,2 3 1,2 4-1,0-1 0,1 0-1045,-1-3 0,2 1 0,-1-1 1,1 1-1,-1-1 387,1 0 1,-1 0 0,0 1 0,1-2 0,-2 0 330,0 9 1,0 2 0,-2-6 0,-2-12-1012,-9-10 152,3-35 133,9-10 0,3-10 168,2-3 1,2-9-1,0-1 1,0 5-547,-1 4 1,-1 4-1,1-4 767,-1 3 0,0-3 0,1-2 0,-1 2 0,-1 3 9,0-5 0,-1 3 0,0 0 720,0 1 0,0-1 0,0 2-676,0 3 1,0 1 0,0 0-634,3-14 0,2 5 611,-1 15 1,3 3-23,16-14-751,0 34 0,2 9 739,5 9 1,0 6 0,0-3 0,-1 3 11,1 9 0,-6 3 37,-10-8 1,-2 0-38,-2-1 0,-2 1 22,-5 10 1,-5 0 33,-10 4 694,0-12 1,-3-4-695,-22-11 2194,-3-5-2183,0-5-1170,15-3 1,1-3 1203,-14-15 1992,13-3-2149,43-10-1027,8 18 0,4 4 1021,1-1 0,2 2 40,4 0 0,1 0-894,2-4 0,2-4 901,-5-2 0,2-4 1,-2 1 359,-7 4 1,-1 1 0,-1-1-339,5-6 0,-2-2 1,-6 3 70,-2-10 46,-11 6 347,-25 9-259,-8 8 1672,-17 10-1548,0 13 539,3 8-701,18 10 0,4 3-359,-2 8 185,8-7 0,4-1 3079,11-2-3225,8-10 0,4-3-2048,11 0 1359,-4-6 0,1-3-1137,11-8-1305,6-6 2929,-11-6 0,4-5 1,-5 3-1,10 0 1,-4-6-1,0 0 1</inkml:trace>
  <inkml:trace contextRef="#ctx0" brushRef="#br0" timeOffset="149635">27338 9168 19919,'-28'18'619,"0"0"0,0-1 0,-6-1 0,8 3-558,14 22 1,14 2-34,12-20 1,6-3-29,-7 2 0,4-3-6,19-6 1,4-9-1634,-7-9 1,0-6 719,-1-4 0,3-5 0,-4-2 889,-3-3 0,-4-4 0,0-4-328,-2-4 0,0-7 1,-2 0-1,-4 2 373,-2 4 0,-4 2 0,-1-2-245,1-7 1,-2-2 0,-2 7 431,-4 13 0,-2 4 738,0-11-693,-19 31 1821,4 18-1917,-4 14 1,1 8-78,10-4 1,3 3 0,1 2-64,1 5 0,1 1 0,2-1-11,1-7 0,2 0 0,2-3-578,9 13 1,7-10 582,6-24 1,2-7-23,-5 0 0,0-3-62,6-7 1,-1-7-894,1-20 1,-5-7 948,-8 15 1,0-1-1,-1-3 1,2-1 0,-4 2 769,-3 5 1,-1 1-720,1-1 0,-1 1 2206,2 1-2234,-1 8 135,-8 24 111,-3 24 1,0 6-179,1 5-29,-1-2 0,0 1-34,3-15 1,0-4 17,5 6-12,10 7 34,3-31-23,8-5-2257,5-2 2224,-1-10 0,0-5-293,7-9 298,-9 3 1,-4-6 5,-11-4 0,-6-4 22,0-4 0,-2-1 0,0 8 1,-2 0-479,-2-1 0,-3 5 523,-1 13 1447,0 4-1536,0 8 33,2 26 0,1 28 0,1-7 0,0-23 1,2 0 29,1 21 0,1 8 0,5-17 37,19-24 205,-5-16-317,-7-24 1,-4-7 796,-4-5-774,-2 2 0,0 0-1,-5 3-837,1 0 826,0 11 23,-3 7-201,6 17 201,4 13 11,5 1-337,4-3 1,2-2 370,19-3-23,-17-1 1,-1-3 2256,16-7-2262,-19-5 0,-2-3-28,1-10-23,5-3-111,-50 12 145,-6 37 11,-4-6 45,27 15 0,13 1-45,16-18 0,6-4-118,4 8 1,2-4-656,0-11 0,0-7 762,-1-9 0,-4-1 0,-8 3 0,5-12 0</inkml:trace>
  <inkml:trace contextRef="#ctx0" brushRef="#br0" timeOffset="149850">27449 8836 11733,'39'-6'-656,"-1"-1"1,-13 3-1,-3 0 1,5 0 0</inkml:trace>
  <inkml:trace contextRef="#ctx0" brushRef="#br0" timeOffset="150000">28492 8742 20044,'6'-25'-1013,"7"5"1,-26 20 0</inkml:trace>
  <inkml:trace contextRef="#ctx0" brushRef="#br0" timeOffset="151491">5027 12083 16748,'-8'0'3272,"2"0"-2723,6 0 414,0 0-425,-14-3 45,7 7 179,-12 12 0,-1 6-840,0 13 253,4-9 1,-1 5-1,3 0-1702,4 12 1,4-1 1537,0-11 0,4-1-11,8 2 0,7-7 34,22-19-9,-7-16 0,6-7 0,2-4 1,-4 3-632,4-1 1,-1-2 619,-2 0 0,4-3 0,-1-2 0,-7 0-817,1-8 1,-13-2 824,-17 5 1,-8-2-1,0 2-39,5-1 1,-7 3 19,-18 5 1,-13 3 0,4 14-27,-1 24 1,3 10 22,-6-10 0,6 6-34,22 11 1,6 8-1,8-7 517,15 5-483,2-5 0,6-6-34,19-21-710,-4-16 1,9-9 0,-3-1-75,-9 1 0,-3-1 0,2-2 625,1 1 0,3-1 0,-2-1 0,-4-1-6,-3-2 1,-4-2 0,-3-1 134,-6-1 1,-2-2 0,-5-2 612,-4-6 0,-4-4 0,-1 4 129,4-4 0,-6 3-163,-11 1 1,-3 16-197,7 40 0,3 16-80,-1-4 0,2 4 0,2 7-185,3-9 1,3 6 0,2 3 0,0 4 0,1 0-1,1 1 1,-1-1 0,-1-3 0,0-3-58,-1 7 1,-1-4 0,0-1 0,1 3 0,0 5 3,0-10 0,1 4 0,0 3 0,1 2 0,0 2 0,-1 0 0,1 0 0,-1-2 0,-1-2 0,0-4 0,-2-4 14,0 8 1,-2-6 0,-1-2-1,-1 0 1,1 1-5,2 5 0,2 3 1,-1-2-1,-5-4 0,-7-8 295,-14-2 1,-7-8-1,0-15-284,5-20 1,-1-13-1,0-7 1,0 0-48,1 3 1,0 0 0,-1-3 0,3-2-1,4-4 17,6 2 0,1-4 0,2-3 0,2 0 0,3-1 0,2 1 0,2 3-267,5-7 1,4 1-1,3 1 1,2 1-1,1 0 210,0 0 0,1 0 0,2 1 0,2 2 0,3 6-269,3 2 1,4 4 0,2 3 0,4 2-323,0 3 1,5 2-1,2 2 1,-1 0 0,-4 2 290,6-2 1,-4 3 0,3-1 0,-2 0 0,3 0 0,-3 2 0,-7 3 0,12 3 0</inkml:trace>
  <inkml:trace contextRef="#ctx0" brushRef="#br0" timeOffset="152334">7168 12200 17610,'-1'41'546,"-1"1"0,0-1 0,0 0 0,0-2 0,0-2 0,1 3-106,2-2 1,1 3 0,0 2 0,1-2 0,-1-5-1534,1 0 1,0-4 0,0 2 1031,0 7 1,1 3 0,-1-7 266,1-3 1,-2-16-129,-5-40 1,-2-15-146,-2-8-352,2 13 1,0-8 0,0-4 0,1-1 0,0 3 418,2-1 0,1 2 0,1 0 0,-1-1-6,0-1 1,-1 0-1,2 0 1,1 2 1,3-9 0,2 1 1,6 12-59,7 14 1,4 9 61,5 4 0,1 9 16,12 20 1,-3 12 89,-13 2 1,-3 3 691,4 2 0,-14 1-454,-27-12 1,-15 2 0,-3-2-1,7-5-343,9-5 0,-1-1 6,-19 9 1,-8 0 0,13-10-8,22-15-3277,14-46 0,12 23 1638,-2-6 1,4 1-1639,22 9 2933,-15 10 1,-3 2-1,5-1 1,-4 1-1</inkml:trace>
  <inkml:trace contextRef="#ctx0" brushRef="#br0" timeOffset="152755">7850 12270 16502,'2'-9'3276,"0"2"-5938,-2 7 3446,-33 4-493,16 9 576,-5-3 1,0 1-756,5 18-1409,6 1 1353,5 7-167,7-11 111,9 3 2203,6-16-2131,20-12 1,5-5-50,0-6-1,-12 0 0,3-3 1,-7-4 16,-10-8 0,-8-4-17,-2-8 1,-6-2-242,-4 7 0,-5 2 230,-5 1 0,-3 3 45,-16 0-79,1 17 1,-1 4-746,-6 8 757,9 3 0,4 5-34,7 21 2724,9 7-2791,8-8 0,5 3-1527,9 0 1,4-1-1,-4 1 1,3-3 254,7-3 0,2-5-1115,12-2 135,2-9 2212,-3-12 1,-2-2 0,-2 1 0,15-6 0</inkml:trace>
  <inkml:trace contextRef="#ctx0" brushRef="#br0" timeOffset="153258">8186 12301 11470,'2'-24'1638,"0"0"0,2 5 0,-4 37 0,0 14-546,1-1 0,2 4 0,-1 0-92,0 2 1,1 0-1,0 1-929,1 4 0,1 2 0,0 0-891,0-6 1,-1 1 0,1 0 0,-1-2 724,1 1 0,-1-1 0,0 1 103,-1-3 1,1 1-1,-1 0 1,-1-1 386,1 3 1,-2-2 0,1-6 175,-1 1-2719,-22-66 2151,11-1 1,2-11 0,0-1-4,-1 9 0,-1-2 0,0 0 0,0 0-1,2 0 1,0 0-1,0 0 1,1 2 0,0-1 0,1 1 0,0 1-8,2 1 1,0 1 0,0-1 7,1-2 0,1 0 0,0 3-17,4-1 0,1 3-6,0-3 1,4 5-34,12 9-22,7 14 0,2 6 2236,10 6-2164,-1 5 1,0 9-969,-15 14 0,-5 3 979,-1-10 1,-5 0 1167,-9 15 1,-12-1-1180,-12-16 0,-6-3-196,3-2 1,-1-1-455,0-2 1,2-4-2622,1-5 2550,21-10 0,0 3 0,5-3 0</inkml:trace>
  <inkml:trace contextRef="#ctx0" brushRef="#br0" timeOffset="153451">8819 12373 22451,'7'-28'-1093,"-2"6"1,-4 22 0</inkml:trace>
  <inkml:trace contextRef="#ctx0" brushRef="#br0" timeOffset="154417">9755 12206 19112,'21'-23'818,"-1"1"0,7-14-45,-15 4 494,-37-4-2048,-16 18 870,14 5 1,-1 5-1307,-12 15 1,0 11 1388,14 2 0,2 4 0,2 1-172,1 2 0,1 0 0,1 2-48,2 0 0,2 0 1,4 0 13,3 10 1,11-5-1032,15-14 0,5-4 1065,13 11-67,-3-24 0,2-7 123,-9-3 0,1-6-825,8-10 0,4-7 0,-3-2 220,-8 1 0,-3-2 0,1-2 439,-2 6 1,2-1-1,-2-1 1,-6-2-272,-4-5 1,-4-2 0,-5-1 0,-4 0 556,-5 1 1,-5-1-1,-2 1 1,1 2 525,1-5 0,0 1 0,-3 3-676,-3-2 0,-2 2 0,-1 16 95,-7 28 174,16 18 0,7 13 0,1 1-64,1-2 1,2 0 0,1 2-184,-1 9 1,0 2-1,3-2-45,2-10 1,2-1 0,3-2 3,6 2 1,4-1 0,0-4-8,7 1 0,3-4 505,-3-3 1,3-1 0,-1-7-506,-1-8 0,0-10-983,8-18 1,-5-8 948,-19 10 1,-2-3 33,7-14 0,-5 0 1528,-11-6-811,-8 0 2492,-1 17-3197,-3 11-2057,-2 51 2045,7 4 1089,1-7 1,3 0-2729,6-6 1,3-5 818,4 5 1,3-9 0,-8-19 0</inkml:trace>
  <inkml:trace contextRef="#ctx0" brushRef="#br0" timeOffset="154539">10194 11784 16737,'17'28'0,"0"-1"0,-4-5 0,0 0 0</inkml:trace>
  <inkml:trace contextRef="#ctx0" brushRef="#br0" timeOffset="154955">10536 12093 16927,'31'-16'1092,"0"0"0,3 8 0,-4 11-1490,-12 29 0,-5 9 414,0-14 1,-3 0-1455,-10 17 0,-12-3 1510,-12-23 1,-7-5-28,-2 0 0,-2-3-540,-7-7 0,0-6 584,11-5 1,4-3-258,-5-5-34,17 0-1240,54 16-197,-15 0 1,2 1-1,8-1 1,1 0-1,-2-2 1,-3-1 818,13-7 1,-20 2 0,-6-1 0</inkml:trace>
  <inkml:trace contextRef="#ctx0" brushRef="#br0" timeOffset="155618">10941 11426 19572,'-5'36'411,"1"0"0,0 0 1,3 2-1,1 5 1,1 2-1,2-2 1,0-3-386,3 6 0,2-4 0,1 2-29,-2 0 0,-1 4 0,2-1 1,3-5 20,5 0 1,3-5 0,4-7-3,5-8 1,4-9-17,6 2 0,1-12-1639,1-25 1,-5-11 379,-14 3 0,-5-3 1282,0 0 0,-5 0-334,-17-7 512,4 28 877,-5 1-1268,7 10 218,0 7 84,3 19 0,2 4 1554,1 4-1660,1 2 0,1-2-6,3-6 22,26-10 0,8-7-122,-3-7-117,-11-1 1,4-2-1,-6-4-254,6-24 135,-7-5 136,-11-9 1,-3-2 838,-1 4 1836,4-1-2341,-16 61 1503,-1 3 0,0 6-1531,3 14 1,2-1-293,-2-17 0,1-1 23,1 13 1,2-6-3115,0-18 2457,-4-34 1,-1 13 0,-2-16 0</inkml:trace>
  <inkml:trace contextRef="#ctx0" brushRef="#br0" timeOffset="155756">11723 11707 13099,'-13'-3'0,"3"1"0</inkml:trace>
  <inkml:trace contextRef="#ctx0" brushRef="#br0" timeOffset="155958">10566 11745 17017,'34'-4'49,"0"0"0,0 0 1,-2 0-1,0 0 0,-1 0-1688,3 0 1,2 0 1310,1-1 0,7 0 0,-1-1 1,-6 1-1,-5 1 0,0 0 1,9-1-1,0 0 0,0-1 1</inkml:trace>
  <inkml:trace contextRef="#ctx0" brushRef="#br0" timeOffset="156527">12157 11458 21558,'2'37'358,"-1"0"1,0 1 0,0-1-1,-1 8 1,0-1 0,0 2-337,3-5 1,0 1-1,0 0 1,-1-2-1116,-4 7 1,0-2 0,-1-4 295,0 1 1,0-5 801,-2-2 1,0-16-1949,4-56 1528,6 11 1,2-4 914,-2-7 1,4-2-546,4 7 0,5 1 1,0 4-675,2 7 1,1 3 690,13-4 0,0 7 28,12 22 758,-22 2 1,-1 5-729,-3 12 0,-2 6 0,-2-2 684,-3-7 0,-2 1-697,7 22 0,-10-4 61,-25-17-67,-14-7 67,-10-10 1,-6-5-57,7-6 1,0-2-171,8 2 1,-1 0-1,3-2 148,-2-6 0,6-1 718,4-4-1076,11 2-2290,7 4-629,16 3 0,6 4 0,16 1 3096,4 1 0,-16 0 0,-4 0 0</inkml:trace>
  <inkml:trace contextRef="#ctx0" brushRef="#br0" timeOffset="157691">12760 11874 15306,'-15'31'-128,"0"-1"1,33 7 0,13-6-821,11-14 638,-12-9 0,5 0 0,-7-7-183,3-21 1810,-6-8-1334,-12-4 0,-3-1 2005,1-9-1585,-5 14 0,-2 4 1295,-5 12-1014,-8 41 250,9 0 0,4 5 0,0-1-917,-1-3 0,2 0-896,2 4 1,2 3 0,7-10 844,25-14 0,4-11-383,-17-1 1,1-2 113,18-3 1,-2-5-135,-21-3 0,-4-7-37,-3-12 1,0-11-1,-2-3 1,-1 5-54,-2 4 1,-2 3 0,0-4 494,0 1 1,0-5 0,0-2 0,-2-1 0,-1 3 64,-3-5 1,-2-1-1,-1 3 1,1 4 418,-1 6 0,0 3 0,0-1-168,-1-12 1,0-2-1,-4 23 388,-5 29-764,-1 25 1,4 16 362,3-10 1,2 5 0,2 2 0,-1-1-96,-1-7 0,1-1 0,1 0 1,0 1-147,1 8 1,1 2 0,3-1 0,2-3-9,3-6 0,3-1 1,2-3-1,2-3-22,8 1 0,2-4 0,1 0-11,-4 2 0,-1 0 0,3-8-331,14-11 0,-3-15 140,-20-9 1,-3-8-266,2-11 0,-1-9 0,-2 4 467,0 2 0,-3 0 0,1-2 0,-1-4 0,-3 7 696,-3-10 525,-22 58 1015,9 0-2085,-4 23 1,4 7-194,8-1 0,4-1 53,3-2 0,6-2-19,7-11 1,5-2 0,0-4-139,-1-7 1,0-4-152,15-6 0,-3-7 1076,-3-17-914,-14-8 1,-4-4-373,-5 10 0,-2-1 681,1-5 0,-2 3 106,-6 4-62,-1 22-162,-1 2 156,-4 22 2031,2-3-2165,-2 19-78,5-9 83,5-1-60,19 7 1235,-3-21 0,4-3-1253,10 0 1,2-2-12,-5-4 1,-1-4-34,5-11 0,-4-6-2929,-4-11 2934,-13 1 1,-5-2-40,-5 2 0,-5-1 62,-12-13 0,-4 0-29,4 10 1,-3 2-725,-7 3 1,-4 1 0,-1 4 729,-5 6 0,0 6 34,0 0 0,0 6 0,3 12 0,5 5 2258,3 12-2303,9 8 0,6 2-1457,10-13 1,7-3 1123,21 8 0,5-5 0,-2-3 0,-3-19 0,0-1 0</inkml:trace>
  <inkml:trace contextRef="#ctx0" brushRef="#br0" timeOffset="158056">14663 11667 14921,'3'29'291,"0"1"0,-1-4 0,3-4-167,8-6-79,0-8 1454,24-9-1522,-7-15 1,2-3 549,-1 4 1,0 0-551,4-4 1,-1 2 2279,3 4-2280,2 26 2713,0 5-2679,-19-7 0,1 1-5,1-2 0,-1-1-309,21-1-2974,-6-5 0,-5-7 2457,-14-7 1,-14 3 0,-3 0 0</inkml:trace>
  <inkml:trace contextRef="#ctx0" brushRef="#br0" timeOffset="158261">13420 11254 17370,'41'-5'-328,"0"0"0,1 0 0,-1 0 1,0 1-1,0-1 0,-1 0 1,-4 1-1,-7 1 0,7-2 1</inkml:trace>
  <inkml:trace contextRef="#ctx0" brushRef="#br0" timeOffset="158370">14387 11187 16468,'9'1'0,"-2"0"0</inkml:trace>
  <inkml:trace contextRef="#ctx0" brushRef="#br1" timeOffset="-45387.73">16831 3603 24575,'0'0'0</inkml:trace>
  <inkml:trace contextRef="#ctx0" brushRef="#br2" timeOffset="3855.27">13199 13582 9778,'-26'36'-7,"1"0"1,0 0 0,-1-1-1,0 3 1,-1-1 0,1 0-1,4-5-1632,-2 5 1,2-3 385,1 1 0,0-1 1253,5-6 0,3 1-216,7-2 1,1-2-1,-2-3 1,4 10 0</inkml:trace>
  <inkml:trace contextRef="#ctx0" brushRef="#br2" timeOffset="4556.26">14263 13427 15616,'3'-11'3276,"-2"2"0,-13 10-707,-12 10-4208,4-3 1,-2 3 1498,0 1 0,0 4-169,-1 1 0,-2 4 0,-3 2 427,-3 2 1,-5 4 0,-2 2 0,0 0 0,2-2-462,0 0 0,2-1 0,0 0 1,-4 2 358,8-6 0,-3 2 0,-1 0 0,-1 1 0,1-1 0,1-1 0,2-2-215,-7 4 1,3-2-1,0-1 1,-3 2 207,4-3 0,-1 1 1,-2 0-1,0 1 0,0-1 1,0 0-25,3-1 0,0-1 0,0 1 0,-1-1 0,1 1 0,-1 0 20,-2 1 1,-2 1 0,1 1-1,-1-1 1,3-1 0,1-1 19,-6 4 0,1-1 0,3-2 1,4-1 307,2-3 1,4-1 0,2-3-435,-13 10 499,30-23-3675,33-40 2730,-9 12 1,1-1 0,1 2 0,0 1 0,8-16 0</inkml:trace>
  <inkml:trace contextRef="#ctx0" brushRef="#br2" timeOffset="5076.26">12934 13585 22552,'-10'-11'2745,"20"19"-4384,6 9 1,3 7 1340,6 7 0,5 5 1,-1 1 215,-7-7 0,0 0 0,0 1 1,0 0 89,2 2 0,0 1 1,-1 0-1,0-1 208,-4-3 0,-2-1 1,2 2-1,2 3-144,0-2 1,4 4 0,1 4 0,2 0 0,0 1 0,-1-2 0,-3-3 0,-3-4-62,1 2 0,-3-5 0,-1-1 0,4 6-2,-1-3 1,4 5 0,1 4 0,2 0 0,-1 0 0,-3-3 0,-3-6 0,-6-6 96,0 1 1,-5-5-107,7 13 2379,-8-16-2939,-8-41 664,-7-5-1743,-2-8 1,-2-3 1091,1 9 1,0 2 0,0 0 0,1 3 0,1 1 0</inkml:trace>
  <inkml:trace contextRef="#ctx0" brushRef="#br2" timeOffset="7114.27">12582 12972 16490,'-20'-10'3276,"3"2"0,17 8-1402,0 0-1381,13 0-1446,4 2 1301,14 0 192,3 3-350,-6-2 1,6 0-746,6 0 0,8-1 1,2 0-1,-4 0 560,-10 0 1,-3-1 0,2 0 0,4 1-327,-1-2 0,3 1 0,3 0 0,2-1 0,2 1 1,0 0-1,1 0 346,-9 1 1,2-1 0,1 1 0,1 0 0,0 0 0,0 1 0,0-1-1,-2 0 1,-1 0 0,-2 0-1,8 0 1,-2-1-1,-3 1 1,1-1-1,1 1 1,4 1-33,-8-1 0,3 1 0,4 1 1,0 0-1,1 0 0,-1-1 1,-3 1-1,-3 0 0,-5 0 0,-7-1-159,19 4 0,-8 0 216,9 1 1,-7-1 94,-17-3 158,-23-4 1551,0 0-1866,-1 0 3099,-1-2-3087,0 1 396,0-2-396,1 2 538,-1 1-750,2-1-472,-1 1-2118,1 0-369,0 0-106,0 0 2184,-1 0 1,1 0 0</inkml:trace>
  <inkml:trace contextRef="#ctx0" brushRef="#br2" timeOffset="8145.27">15397 13888 15818,'-5'13'3276,"0"7"-4915,3 13 1,1 5 1374,0-6 0,1 1 443,5 13 1,2 0-696,-2-17 0,3-3 616,8 2 1,3-3 608,17 2-686,1-5-1150,-2-12 1345,-1-17 1,1-6 1004,5-4-1190,-3 2 1,1-7 3,-10-2 1,-2-5-1,-3 3-3,0 3 0,0 1-23,1-5 0,2-3 0,0 3-442,7-3 1,-1 4 447,-6 5 0,2 1 13,1 1 0,3 0 0,-3 3-30,-3 4 0,-2 3 48,3 1 1,-2 2-49,2 4 0,-4 3 0,1 2 56,16 8 640,-16-5 0,-2 0-696,9 11 123,5 11 179,-15-6 2033,8 8-2122,-21-7 0,-4 1-157,-1 9-73,-4-2 0,-4 2 326,-3-5 1,-2-1-1949,-4 7 1,-2 0 982,3-6 1,0-1-1,-3 13 1,8-25 0</inkml:trace>
  <inkml:trace contextRef="#ctx0" brushRef="#br2" timeOffset="10248.27">17927 13207 15583,'-8'35'1092,"0"1"0,-2 3 0,-1 1-556,3-10 0,-1 1 1,-2 3-1193,1 1 1,-3 4-1,0 2 1,0-1 0,1-3 391,-1 4 0,0-4 0,0 3 264,-1 1 0,0 4 0,-1-1 0,2-5-341,1-3 1,1-4-1,0-2 352,-2 4 1,1-3 526,1-3 1,2-3-2522,-7 13-875,14-40 248,8-16 2610,4-11 0,0-2 0,0 4 0,6-16 0</inkml:trace>
  <inkml:trace contextRef="#ctx0" brushRef="#br2" timeOffset="10676.27">17818 13259 16411,'27'19'655,"0"0"0,0 0 1,1 3-1,-1 0 0,0 4-1475,-5 0 1,-1 3 0,-1 1 0,0 0 755,5 6 1,-2 0-1,1 0 101,-1 0 1,1-1-1,-3-1 718,1 4 0,-3-3-688,-8-12 0,-1-1-679,2 3 1,0-1 633,5 20-11,-5-11-11,-5-10 56,-7-19-526,0-1 1386,0-11-4193,-2-15 2457,0-23 1,-1 16 0,2-1 0</inkml:trace>
  <inkml:trace contextRef="#ctx0" brushRef="#br2" timeOffset="11293.27">18542 13102 7602,'-6'26'1092,"1"0"0,-2 1 0,-1 1-593,-1-1 1,-2 2-1,-2 5-244,1 0 1,-3 6 0,-1 2 0,-1 2 0,1-1 0,1-4-192,-1 5 1,1-3-1,-1 0 1,0 2-59,2-4 0,-2 2 0,0 1 1,1-1-1,1-2 0,1-6 5,1 2 0,1-5 1,3-4-16,-4 10 4,1-1 970,8-22-981,1-6-896,1-4-2370,18-18 0,-1-5 2857,0 1 1,0-1 0,-2 1-1,-2 1 1</inkml:trace>
  <inkml:trace contextRef="#ctx0" brushRef="#br2" timeOffset="11708.27">19034 13300 17506,'4'6'2050,"-6"9"-875,-6 23-744,2-15 1,-2 1-2022,-5 13 0,-2 6 1933,1-1 1,-1 3 0,0-1-303,3-9 0,0-2 1,-1 4-291,-1 3 0,-1 5 0,0-1 1,3-9 248,2-8 0,2-3 78,-6 16 1,2-6-79,7-19-1469,0-1 1402,3-8 975,0-8-2547,7-32 1,5-14-1,-2 8 1,1-2 1169,-1 2 1,0-2 0,-1 4 0,1 5 0,-1 5 0,-1 1 0</inkml:trace>
  <inkml:trace contextRef="#ctx0" brushRef="#br2" timeOffset="12259.27">18975 13239 19572,'-2'-29'3276,"47"30"-2802,-19 12 0,4 6-1294,4 3 1,7 4 0,0 1 0,-4-2 293,-4-4 1,-3-1-1,1 1 559,1 1 1,1 2 0,-1 1 0,-5-4 676,0-1 0,-3 1-658,-2 3 0,1 3 1,-3-2-730,-1-2 1,-2 0 698,7 13 0,-4-2 1,-12-7-199,-10-3 0,-7 0 417,-5-5 0,-3-2-174,-3 7 0,-3-1 0,-4-7 1,-3-2 57,-11 4 1,0 1-76,9-4 1,-4 1 119,6-3 0,-6 2 0,-2 0 0,-1 1 0,3-2-168,1 0 1,2-1 0,-1-1 0,-2 2 8,-3 1 0,-3 1 0,-1 1 1,3-1-1,4-2-11,1-2 0,3 0 0,3-2 0,-10 6 0,14-5 1606,23-10-4883,4-14 0,6 6 0,5-11 2457,6 8 1,-8 5 0,-1 0 0</inkml:trace>
  <inkml:trace contextRef="#ctx0" brushRef="#br2" timeOffset="13942.27">20861 12433 15549,'1'-27'1092,"0"-1"0,-7-2 0,-4 4-390,-2 13-590,-15-6 134,6 14-1885,-2 3 1,-3 1 1470,-20 5 218,17-1 1,2 2 943,-12 11-804,21 5 1,3 5-1124,4 1 1,3 2 1083,-4 7 1,2 2 113,7-6 0,2 1 1,0 4-341,1 6 1,0 3 0,1 2 0,-1-3 123,0 0 0,1-1 0,-1 2 7,0-9 0,1 4 0,-1 0 0,0-1 0,1-5 464,-1-1 1,0-5 0,0 3-451,0 1 0,0 1 0,-1 3 0,-1 0-325,0 3 1,-1 2 0,-1 2 0,1-1 0,-1-2 265,1 4 0,0-2 1,0 0-1,-1 1 178,0-5 0,0 1 0,-1 0 0,-1 2 0,0 2-117,-1-3 0,0 3 0,-2 1 0,0 1 0,1-1 1,-1-3-1,2-2-47,-2 5 0,1-5 0,0 0 1,-1 7-24,2-8 1,-2 4 0,1 4 0,-2 1 0,1 0-1,0-2 1,1-3 0,0-5 157,-1 4 1,1-5 0,0-2 0,0 1-161,1-1 0,0 1 0,-1-2 0,1-2 21,0 1 1,-1-3 0,1 1-15,0 1 1,0 1-1,1-1 325,-1 7 0,1-1-332,-1 8 0,0-2 525,4-16 0,1 0-529,0 4 1,1 4-1,0-5 640,0-7 0,1 0-636,0 6 0,-1 4 0,3-3-12,2-5 1,3-2-17,4-2 0,0-1 28,-1 2 0,4-3-1188,15-4 0,5-7 1171,-2-6 1,0-3-63,7 0 1,4-3-742,-4-3 1,5-2 0,1-2 0,-6 1-820,4-4 1,-1-2 1169,-4 2 1,4-2 0,-1 1 0,-9 1 0,6-7 0,-8-1 0</inkml:trace>
  <inkml:trace contextRef="#ctx0" brushRef="#br2" timeOffset="15098.27">21358 13025 11414,'0'-4'2354,"0"0"-1492,0 4 2414,1-12-2820,-1 8-20,0-9-447,0 13 11,-4 31-1618,-2-5 1,0 2 1656,2-1 0,-1 1-316,-2 3 1,1-2 366,4-7-90,-1-5 45,3-5 1411,0-7-2502,8-31 0,4-14 1046,2 5 0,-5 7 0,2-4 0,1 3-34,6 1 1,2 7-35,14 6 434,4 4-366,-21 29 0,-5 11-54,-6 17 0,-3 1 87,2-20 1,-1 0 173,-4 16 1,1-16-85,7-43 0,2-11-156,5-3 33,-1-2 0,3-3 0,5-1 0,1 4-34,-2 3 0,-2 2 1,-2 10 2164,-4 30-2131,-1 4-2120,2 15 2142,-9-9 1,-1 1-643,-2 0 0,0 0 687,1 23 1257,-3-8-1290,0-18-34,0-2-34,0 1 399,0-4-2125,0-2 1531,4-8 229,19-18 0,-13 9 0,12-10 0</inkml:trace>
  <inkml:trace contextRef="#ctx0" brushRef="#br2" timeOffset="16296.27">22026 13157 11502,'30'-4'384,"0"-1"1,2-3 0,-2-3-2532,1-19 2175,-15 7 0,-2-1 1528,-2-10-1489,-31 5 519,-5 35 1,-8 11 0,3 2-268,-2 1 0,1 4-504,-1 7 1,-1 5 0,14-1 318,20-3 1,10-1-91,-2-1 1,9-4 3,16-11 1,13-8 0,2-3-52,-10-3 0,2-3 0,1-1 1,-2 0 4,0 2 1,-2 1 0,1-1 0,0-4 3,-1-3 1,2-2 0,0-2 0,-4-1-1,-7-2-231,2-14 1,-6-2 241,9 2 0,-10-1-12,-23 1 1,-13 7 68,-16 27 1,-12 15 0,4-1-47,7-7 0,1 3-17,-9 10 0,-3 6 1,14-3 100,21 2-90,17-4-22,11-24-909,5-1 909,-6-4 0,3-4-79,8-13 1,0-3-12,-7 8 1,-1-2 842,3-8 0,-5 0-753,-10 8 0,-6 8-56,-5 7-1461,-13 22 1539,-6 12-22,-1 7 497,7-14 0,4 1-307,16 18 1937,3-14-2088,14-13 1,7-10-46,-3-19 1,1-6 5,1 7 0,-1-3 0,-3-8 0,-4-3 0,-10 4 0,-3 1 810,1-1-822,-6 5 12,-16 25 0,-6 9-2122,-11 20 2156,9-11 2257,-2 6-2291,12-20 0,6-9 336,9-4-627,28-17 314,1-1-23,1-2 0,1-2-23,-11 7 1,0 1-1,-5 1 1,-1 1 22,6 5 974,-24 39-290,-3-2-650,2 12-2128,4-9 2016,4-14-393,-1 0-2806,3 3 2457,-9-10 1,1 1 0,-5-8 0</inkml:trace>
  <inkml:trace contextRef="#ctx0" brushRef="#br2" timeOffset="38044.25">12793 14683 13117,'11'-5'-569,"-2"1"1,-6 4-1,-1 0 1</inkml:trace>
  <inkml:trace contextRef="#ctx0" brushRef="#br2" timeOffset="39931.25">21399 14666 20434,'-23'27'1580,"3"6"-1065,12-5-357,3-3 211,2-12-357,7-17 10,5-9-11,15-24-1650,-10 11 1,-1-2 1608,-1 3 1,-2 1 74,5-20 11,-13 28 56,-7 9 190,-19 2-234,4 3-12,-2 5 0,-3 4 61,3 6 1,0 4-101,1 1 0,2 3-6,-1 4 0,4 2-17,10-1 1,5 0-1,8-3 1,4-1-6,12 19 11,13-11-1387,-10-12 1,0 1 1274,-7-2 0,-1 0 89,6 2 1,-4 2 2298,-4 16-1724,-45-18 1,-22-3 0,6-1-958,19-1 1,-2-1 412,-7-2 0,-7 0 1,-1-2-1,9-3 4,-11-4-68,18-1 0,4-2-2316,3-6-553,8-2-352,35-8 3090,11-1 1,-13 8 0,-3 1 0</inkml:trace>
  <inkml:trace contextRef="#ctx0" brushRef="#br2" timeOffset="40200.25">21841 14663 11954,'-7'28'1092,"0"1"0,1-2 0,-1 1-715,-1 2 1,0 2-339,1 1 0,-1 1 569,0-1 0,0 0-608,2-3 0,1-2-1639,1-4 1,1-2-1639,0 0 2544,-1 2 0,4-24 0,0-1 1</inkml:trace>
  <inkml:trace contextRef="#ctx0" brushRef="#br2" timeOffset="40335.25">21747 14774 8590,'35'-3'-547,"1"0"1,-1 0 0,5-2 0,-6 2 0,-14 3 0</inkml:trace>
  <inkml:trace contextRef="#ctx0" brushRef="#br2" timeOffset="40926.25">22468 14925 19953,'-15'-25'694,"1"0"1,-7 4-1,-2 6-3971,-22 23 3054,16 4 0,-2 6 0,3-1 726,5 1 0,2 2-475,-13 12 0,3 2-1190,12 8 1139,13-9 1,5-2 11,7 0-303,14 11-156,9-40-180,-6-7 0,2-4-314,2-3 1,1-3-231,7-10 1,0-5 399,-13 5 1,0-2 0,-1-3 739,-3-1 1,-1-4 0,0 0 0,-2 3 577,0-1 0,-3 2 1,1-1 498,1-13 0,0-1 1,-4 8 618,-2 0-1350,-3 6 2984,-13 47-2661,-5 17-304,4-1 1,-3 11-1,0 4 1,0 0 0,2-9-312,-2 6 0,1 1 0,2-7 0,-2 7 0,0 1 0,2-3 0,3-10-3277,4 10 2457,8-25 1,-4 2 0,5-21 0</inkml:trace>
  <inkml:trace contextRef="#ctx0" brushRef="#br2" timeOffset="41619.25">24185 12799 19717,'42'13'-247,"0"0"1,-4 0 0,-4-1-2399,-2 5-632,-6 0 2457,-8-2 1,-8-7 0,-6-2 0</inkml:trace>
  <inkml:trace contextRef="#ctx0" brushRef="#br2" timeOffset="41742.25">24259 13001 17252,'40'3'-547,"0"1"1,1-1 0,7 1 0,-9-1 0,-22-1 0</inkml:trace>
  <inkml:trace contextRef="#ctx0" brushRef="#br2" timeOffset="42322.27">23995 14920 21275,'43'-2'-1093,"0"1"1,-18 0 0,-3 3 272,22 12 1,-42-6 0,-2-2 0</inkml:trace>
  <inkml:trace contextRef="#ctx0" brushRef="#br2" timeOffset="42453.27">24052 15089 19493,'-4'0'599,"24"-6"1,13-2-3877,10 3 2808,-5-1 1,7 0 0,-7 1 0,6 3 0,-15 1 0,0 0 0</inkml:trace>
  <inkml:trace contextRef="#ctx0" brushRef="#br2" timeOffset="100936.27">13086 15092 15381,'0'-4'1793,"0"1"268,0 2-302,0 0-1422,-2 1-136,0-1-21,0 1 133,8 0 68,1-1-212,10 1-3315,27 0 3157,-10 2 1,2 2-102,-1 0 0,0 3-1549,4 0 1,-5 6 1373,-14 8 1,-5 1 0,3-3-1,-9 11 1</inkml:trace>
  <inkml:trace contextRef="#ctx0" brushRef="#br2" timeOffset="101174.27">13130 15460 21051,'-4'-4'1638,"24"-3"0,10 0-1385,3 0-1346,-3 0 1,6-1 0,0-1 746,0-2 1,0-2-1,-3 2 1,0 2-1,-3 0 1,8-5 0,-1 0-1</inkml:trace>
  <inkml:trace contextRef="#ctx0" brushRef="#br2" timeOffset="102681.27">25276 12830 7426,'4'-4'0,"0"1"-34,-3 2-243,0 1 1,0-1 0</inkml:trace>
  <inkml:trace contextRef="#ctx0" brushRef="#br2" timeOffset="103462.27">25284 12823 11649,'19'37'3,"1"0"1,-2-3 0,-7-6 552,-15-10-298,1-9 1324,0-7-1514,3-30 340,7 0 1,1-2-409,-3 5 0,0 1 11,4-6 1,3 3 33,6 8 927,-7 10-916,6 2-34,-7 10 12,2 5-1722,2 6 1845,2 28 1773,-8-14-1830,1 17 634,-9-16-667,0-8-89,0-2 44,-1-11-22,1-7 158,0-18-226,14-22-2070,0-4 2138,-2 17 0,2 1 0,7-2-34,-3 6 12,-3 9-68,5 5 1639,-2 9-1448,2 8 3042,-5 8-3132,-6 6-1442,-3 0 0,-2 1 1420,0 6-34,-1-2 0,-2-1-683,0-6 343,8 7 1,-7-20-1,7 0 1</inkml:trace>
  <inkml:trace contextRef="#ctx0" brushRef="#br2" timeOffset="104609.27">25969 12896 16468,'4'-5'1176,"29"-7"-1053,-18 6-67,10-8 0,-1-3-33,-11-2 101,3-20 335,-27 20-381,-10 4-22,-7 18 45,-4 15-1282,12 10 1,3 7 1432,7-7 0,2 1-123,-6 6 0,7 1-1034,16-5 0,11-5 1264,17-9 0,9-6-329,-14-4 0,2-1 0,1-4 7,8-3 0,1-3 1,-3-6-147,-9-6 0,-2-5 0,-3 1 171,0-2 0,-6-2 22,-4-10 0,-11 3 106,-25 13 1850,3 2-2062,-25 34-18,20 10 1,4 4 5,3-9 1,3 1-1166,-1 11 0,7-4 1176,15-13 473,10-13-630,1-17-358,5-14 0,-2-3 538,0 2 0,-3 0 0,-4 4 157,-14 19 90,-2 18 2369,-1 12-2493,3-1 0,2 0-123,0 9 0,6-2 3276,-5-26-3025,15-8-498,5-18 247,6 0-1639,-13 0 1,-1 0 1717,5-4-57,-5 4 1,-8 13 672,-4 9-538,1 1-1,3-1-111,1 1-2003,14-7 1958,-1-5 56,4 0 2168,-11-1-2224,-10 7 0,-3 2-1843,9 14 2145,2 8-1740,11 17 1415,-11-11 1529,-2-3-1595,-9-19-3188,19-12 1638,-5-8 1,2-3-1,4-1 1,1-2 982,8-10 1,-4 2-1,-1 1 1,-3 5 0</inkml:trace>
  <inkml:trace contextRef="#ctx0" brushRef="#br2" timeOffset="104933.27">27488 12429 22631,'-30'-5'1305,"-1"19"0,0 10-2818,13-5 0,1 4 1617,-3 1 1,-2 2 0,5 0 455,3-1 0,4 0-521,0 1 1,1 2-1150,2 11 1,2 1 1109,1-10 0,2 0-6,2 7 1,3-1 61,8 7-135,8-7-896,9-12 0,4-3 5,-11-10 1,0-1-275,14 5 1,1-4-2034,9-9 3137,-4-12 1,-1-2 0,-3 6 0,-8-5 0,-1 0 0</inkml:trace>
  <inkml:trace contextRef="#ctx0" brushRef="#br2" timeOffset="105193.27">28174 12550 18821,'-6'-3'3276,"1"1"-2349,-22 26 1,-4 11-781,6-2-103,2-8 1,-3 5 0,3-4-45,-1 13-3277,0-3 2773,8-12 0,1 0-1017,-2 6-440,-3 2-705,15-23 2666,5-12 0,0-1 0</inkml:trace>
  <inkml:trace contextRef="#ctx0" brushRef="#br2" timeOffset="105477.27">27891 12600 17006,'-4'-5'1638,"16"24"0,11 12 0,-4-10 0,3 2-2731,2 6 1,4 3 0,-1-1 915,6 2 1,0-2 813,0-1 1,-2-2-688,-10-8 0,-2-3-2942,11 8 2992,-18-63 0,-7 28 0,-1-35 0</inkml:trace>
  <inkml:trace contextRef="#ctx0" brushRef="#br2" timeOffset="105908.27">27791 12284 15706,'-3'-1'3276,"0"0"-591,-2 1-321,23 3-2519,20 0 239,-13-1 0,3 0-1457,17 0 1,3-1 1349,-2-1 1,-1-1 27,-13 1 1,-1-1-62,24 0-2958,-55 1 1921,0 0 1,0 0 0</inkml:trace>
  <inkml:trace contextRef="#ctx0" brushRef="#br2" timeOffset="106301.27">28470 12093 18188,'-14'-9'2151,"3"1"-3032,37 36 1486,-2-10-443,0 2 1,2 2 670,-4-9 0,0 0-665,1 0 1,2 3-479,11 7 1,0 4 387,-12-2 1,-1 3-1,-1-1-196,6 7 1,-4 2 161,1 4 1,-16 3-52,-25-13 0,-16 3 1,-7 0-1,-1-1 1,7-4-222,6 0 0,2-3 0,-4 2-90,0-2 1,-5 2-1,-3 1 1,0 1-1,1-2 1,5-3 158,-8 7 0,4-3 0,4-4 1,5-5-1,3-2 0,-5 9 0,-1-1 1</inkml:trace>
  <inkml:trace contextRef="#ctx0" brushRef="#br2" timeOffset="109943.27">29362 12377 10424,'-5'0'3276,"1"0"0,4 0 0,-4 0-1279,3 0 210,-2 0-1748,8 0 144,20 0-547,4 0 0,4 0-302,1 0 0,0 0 240,4 0 0,-2 0 6,-9 0 0,-2 0 0,7 0 90,9-3-180,-24 3-795,-4-3-729,-28 3-1663,-27 1 2621,16 3 1,0 0-1,-13-2 1,6 6 0</inkml:trace>
  <inkml:trace contextRef="#ctx0" brushRef="#br2" timeOffset="110381.27">29204 12581 14535,'36'0'1827,"-6"0"969,-17 0-1889,19 0-677,3-1 0,3-2-225,-3 1 1,1 0-397,-2-1 0,1 0 0,-4 0 380,-5 0 0,-3 1 33,13-3 1053,-24 3-1075,-9 1-3148,-2 0-129,2 0 2457,4-4 1,-3 2 0,2-2 0</inkml:trace>
  <inkml:trace contextRef="#ctx0" brushRef="#br2" timeOffset="111531.27">30215 12301 11840,'3'-6'3276,"-1"3"0,-2 0 0,0 3-263,-1-2-2912,-1 2 112,1-1-68,-1 0 180,1 12-202,-2 0 24,0 12-1647,-2 4 0,-2 3 1673,1-1 1,-1 2-130,-1 5 1,-1 3 112,-2 5 0,1-2-112,5-17 0,-1 1-716,-2 8 1,-1 4 0,0-3 732,1-1 0,-1-1-782,0 7 1,0 0 775,0-7 0,2-4 1483,1 0-1505,-2 4-45,6-23-146,1-7 1898,1-3-2536,0-4-2482,-1-9 656,-2-10-656,1-3 3045,-1-4 1,3 16 0,0 1 0</inkml:trace>
  <inkml:trace contextRef="#ctx0" brushRef="#br2" timeOffset="112272.27">30148 12368 13084,'0'-3'2678,"1"1"-740,-1 2-1243,1-7-45,-1 6-67,1-5 1400,-1 6-1513,0 9-190,-2 3 230,-3 9 0,0 5-286,-2 16-123,1-10 0,2 1-1713,3-3 0,4-2 1724,9 14-100,2-9-1057,14-24 0,4-8 1068,11-13-18,-11 5 1,-2-2 16,6-17-1516,-17 2 1494,3-16-17,-11 15 0,-1-1 6,-1-1 0,0 1 1512,2-18-1490,-8 21-11,-3 16-100,0 4 88,0 3 2273,-3 7-2065,-3 14 0,0 4 2944,0 7-3073,-1-2 1,2-1 55,5 0-3264,-1-1 3303,4 1 1,1 1-152,3 1-674,10 0 1,5-5 315,12-15-1065,12-4 1412,-18-16 0,-3-4 0,-8 4 0,12-11 0</inkml:trace>
  <inkml:trace contextRef="#ctx0" brushRef="#br2" timeOffset="112763.27">31120 12432 12258,'-4'31'1092,"1"-1"0,0-2 0,0 1-692,1 3 1,1 2 0,0-2-267,-1-4 1,1 0-79,-1 4 0,1 4 0,-1-2-6,-1 6 1,-1-5-39,1 6 510,-1-11 0,1-5-847,1-15-2566,2-8-386,0-23 2457,0 1 1,0-5 0,0 11 0</inkml:trace>
  <inkml:trace contextRef="#ctx0" brushRef="#br2" timeOffset="113112.27">31032 12433 8908,'34'3'819,"1"-1"0,-1 1 0,14 0 0,-8 2 2457,-12 7-2805,-7 1 1,0 1-377,1 4 230,7 10 908,-25-14-342,-24 0 0,-11-2-485,7-4 0,-2-1-395,-11 5 0,-3-2-1650,-1-4 1,7-3 818,18-5 1,-15 3 0,40-6 0</inkml:trace>
  <inkml:trace contextRef="#ctx0" brushRef="#br2" timeOffset="113547.27">31581 12478 16109,'0'-3'3276,"0"-1"-6553,-21 6 3982,7 12 839,-10-1-1343,13 8-1408,8 1 1364,21 3-90,-2-5-50,8-9 0,1-4-6,6-5 0,-5-1 0,-2-3 68,5-14-23,-5-1-34,-13-11-11,-10 5 1,-16-10-24,1 14-10,-6 6 0,-3 3-113,-6 6-1504,0 10 1,1 3-1449,3 4-190,-8 14 3169,26-9 0,4-8 0,2-2 0</inkml:trace>
  <inkml:trace contextRef="#ctx0" brushRef="#br2" timeOffset="114170.27">31860 12548 17420,'2'-7'3276,"0"1"-6464,-1 33 3737,-3-2-455,1 0 0,0 1 231,-6 19 302,4-21 0,0 2-353,-2 14 1,-1 2-1096,3-11 1,0 1 898,-1 9 0,0 4 1,0-2-96,-1 1 0,1-2 6,0 3 0,0-4 469,1-13 0,-1-7-469,2-13-471,0-11 236,2-9 67,0-13-45,2-10 33,2-7 135,1 2 0,2-5 14,-2 10 1,1-2 0,-1 1 485,1-1 0,-1 1 1,1-1-453,-1 2 1,0-1-1,0 2-997,0-3 0,1 2 926,1 8 1,0 2 22,9-11 56,10 35 886,-9 18 0,0 7-886,8 11 442,-10-12 0,-2 0-263,-4 6 3097,-4-13-2912,-9 0-3634,-34-14 2105,2-2 235,12 0 0,0 0-1312,-5 0-1035,15 0 2457,6-2 1,3 1 0,5 0 0</inkml:trace>
  <inkml:trace contextRef="#ctx0" brushRef="#br2" timeOffset="114868.27">32252 12550 13901,'0'32'511,"0"0"1,-1 0 0,0-2 1924,1 0-2425,-1-6 1635,1-22-1545,1-21-101,5 2 873,3-19-873,5 11 0,1 0 3058,8-8-3070,-9 12 1,1 2 11,-1 5-89,-6 12 122,4 19 57,-7-4-1606,0 19 1,-2 0 1515,-3-10 11,0 23 12,0-42 145,0-2-124,34-27-55,-14 8-1090,16-10 0,0 0 1067,-14 8 89,13-8-100,-33 33 79,-2 15 2301,0 1-2211,0 9-102,0-10-22,0 0 1145,0 4-1156,0-9-12,0 1-470,0-10-167,12-4 1,-9-1 0,10-1 0</inkml:trace>
  <inkml:trace contextRef="#ctx0" brushRef="#br2" timeOffset="115956.27">32797 12596 16737,'24'-11'689,"1"0"0,11-7-84,-26 6 45,-7 4 672,-36-1-750,6 17-2106,-5 7 0,1 3 1534,6 11 0,11-8 0,4-1 0,9-5 45,18 1-2548,16-3 1942,8-2 382,-15-8 0,0-1-516,12-1 437,-9-11 0,4-6 1,-5 3 279,6-3 1174,5-6 0,-10 0-591,-29 9 22,-36 5-470,16 4 5,-10 9 1,0 5-141,9 8-44,-3 8 11,17-9 11,7-7 0,6-3-2649,14-2 1820,16-4 503,3-6-32,5-6 324,-10-6 1,0-1 750,5 0-443,-11 4 1,-3 1 419,-14 9-514,-17 4-124,-2 4 90,-4 0-112,0 4-1,5-1 1221,3 0-1186,4-1-35,6-3-22,6-1-61,15-6 0,5-4-40,7-3 84,-8 3 1,-3 0-419,-8-2 413,-16 8 992,-2 5-948,-4 7 57,-3 13-68,4-10-22,3 5 11,38-31-11,-15 5 11,0-4 1,-4 7-176,-13 29 197,-15 8-1165,0 13 1132,-1-13 0,8-23 0,4-7 0</inkml:trace>
  <inkml:trace contextRef="#ctx0" brushRef="#br2" timeOffset="117122.27">33401 11906 17924,'38'-10'683,"-1"1"1,5 0 0,-1 1-2323,-9 4 1,-1 1 1449,-3-1 0,0 0 716,18-2-372,-28 2 271,-13 2 719,-1 1-1101,-4 1-956,1 12 1372,-1 16 1322,0 6-1664,1-12 0,-2 4 111,-1 5 1,-2 6-1,1 2 1,0-5-163,1 4 0,1 2-25,-2-4 0,-1 4 0,0 2 0,2-2-1,1 8 1,1-1-1,1-3-41,-1-12 0,0-2 0,1 2 11,-1 4 0,0 3 1,0 0-1,0-4-11,0 7 0,1-1-346,-2-8 1,1 3 0,-1 1 0,0 0 403,0 0 1,-1 0 0,-1 1 0,1-1 334,1 0 0,-1-1 0,0 1 0,0-1-374,0 2 1,-1-1-1,0 1 1,0 0-310,1 6 1,0 2 0,0-1 0,0-3 311,0-2 0,0-2 1,0 1 314,0 2 0,0 4 0,0-1 1,-1-2-301,-2-1 0,0-2 1,-1-3-16,1 1 0,0-1-22,0 1 0,-1 3 0,0-5 0,2-5 0,-1-3 17,1 1 0,-1 1 11,-3 8 0,0 2-39,2-2 0,-1-1 11,0 0 0,1-1 17,0-6 0,2-1-652,0-5 1,1 2 651,-1 12 0,0 2 741,1-9 1,0 1-726,1 2 1,0 2 0,0-4-170,0 10 136,1-14 0,0-1 0,1 6 0,0 12 475,-1-19 1,2-2-476,-1 17-1776,-1-7 1776,1-15 0,-1 0 139,1-1-139,0-2 1844,0-8-1844,0 2 1281,0-9-1281,0 0 3276,-10 0-3257,-30-3 0,-5 0 1,15 2-1,-11-2 0,0 0 1</inkml:trace>
  <inkml:trace contextRef="#ctx0" brushRef="#br2" timeOffset="125461.27">24850 14484 12826,'-1'-7'1065,"0"1"-517,1 6-122,0 0 90,9-16 862,-5 10-258,6-10-10,-8 14-965,-4 2 23,-33 5-67,16-1-34,-25 5-3344,27-1 3129,-3 8-1137,6 2 1274,2 3 11,7-3 0,5-2-577,12 8 0,4 2 17,-1 0-56,12 5 0,1-2 559,-8-15 405,6 2-113,-32-13 295,-19-2 1,-13-1-1,4-1-541,-11 1-217,8 0 0,-6 1 0,10 1-3049,11 3 2696,4 1 0,11-1 1,7-1-1</inkml:trace>
  <inkml:trace contextRef="#ctx0" brushRef="#br2" timeOffset="125743.27">25188 14403 9972,'0'44'750,"0"-1"1,0 0 0,0 0-1003,0 4 0,0-2 146,0-15 0,0-2-30,0 1 1,0-5-3142,-2-5 2457,0-10 1,1-2 0,0-7 0</inkml:trace>
  <inkml:trace contextRef="#ctx0" brushRef="#br2" timeOffset="125910.27">25148 14628 16288,'44'-8'-471,"1"1"1,-16 1-1,-4 1 1,9 5 0</inkml:trace>
  <inkml:trace contextRef="#ctx0" brushRef="#br2" timeOffset="126544.27">25699 14667 17151,'-29'-16'500,"0"-1"1,2 2 0,0 4-3778,-16 13 2440,11 5 1089,4 8 0,3 6-758,13 4 1,5 3 511,-2 4 0,4-1 532,7-4 1,5-4-763,16 2-1786,4-18 1517,2-12 0,2-9 399,-8-10 1,-1-7 0,0 1 44,0 7 1,-1 1-1,-1-4 495,-1-11 0,-2-4 0,-3 0-450,-6 8 0,-3 0 1,-1 0-577,1-9 1,-1 1 949,1 0 0,-1 4 168,-3-3-124,-6 50-5,-3 19 1,1 7 477,1-9 0,2 2-870,-6 14 0,6 6-837,11-14 1,6 4 0,2-2 0,-2-5-820,-3-3 1,2 0 545,6 12 1,4 5 0,-1-16 606,3-24 0,-11-5 0,-1-1 0</inkml:trace>
  <inkml:trace contextRef="#ctx0" brushRef="#br2" timeOffset="126757.27">26424 14242 16098,'-31'30'655,"0"1"0,1-1 1,1-3-1,2 1 0,6 0 983,7 6 0,5 1-3277,1 0 1,2 2 1072,4-4 0,1 1 1,3-2 475,6 6 1,3-4 131,0-2 0,5-5-1681,21-8 1,6-7 1091,-7-6 1,0-3 0,0 1 0,-3 0 0,12-4 0</inkml:trace>
  <inkml:trace contextRef="#ctx0" brushRef="#br2" timeOffset="127064.27">26963 14485 11122,'-22'-3'743,"-2"18"0,-4 11 1,3-1 8,5-3 1,-1 1-753,-5 7 0,-3 4 0,4-5-584,-3 4-279,5-8 1,1 0-664,-3 3-113,7-7 1,2-4 1538,7-9 1,5-3-1,2-5 1</inkml:trace>
  <inkml:trace contextRef="#ctx0" brushRef="#br2" timeOffset="127298.27">26659 14529 17339,'27'32'143,"0"-1"1,1 1-1,-4-4 1,-1 0-1,0 0-1236,-1 3 1,-1 0 0,-2-4-1283,7 9 873,1 4 1,-3-9 1324,-16-28 0,-3-2 0,0-1 0</inkml:trace>
  <inkml:trace contextRef="#ctx0" brushRef="#br2" timeOffset="127546.27">26766 14420 7727,'46'-1'-202,"0"1"1,-8-1-1,-2 0 330,-10 1 0,0 0-128,-1 0 0,-2 0 0,1 0 0,4 0 0</inkml:trace>
  <inkml:trace contextRef="#ctx0" brushRef="#br2" timeOffset="127862.27">27184 14237 15504,'-2'-3'1490,"0"0"-4767,2 3 3539,25 35-45,-4-14 1,3 2 0,3 9 1,2 1 583,4-2 0,-2 5-752,-16-3 0,-3 7 1,-4 1-1,-7-2-1143,-12 4 1,-9-2 0,0 3 764,7-1 0,1 4 0,-2-2 1,-4-7-1,-9-6 0,-3-6 1,2-5-1,3-6 0,1 1 1</inkml:trace>
  <inkml:trace contextRef="#ctx0" brushRef="#br2" timeOffset="128957.27">27880 14567 9824,'-6'-2'3260,"1"1"-1076,5 1-1209,-2-1 382,2 0-1211,10-2 101,32-1-247,-9 0 174,-7 2 0,-2-1-197,-4 1-3254,-5 2 2681,-12 0 1,0 0 0,-7 0-1</inkml:trace>
  <inkml:trace contextRef="#ctx0" brushRef="#br2" timeOffset="129158.27">27830 14652 16031,'37'2'-6,"0"0"0,0 0 1,12 1-1,-6 0-814,-10-2 1,-17 0 0,-1-1 0</inkml:trace>
  <inkml:trace contextRef="#ctx0" brushRef="#br2" timeOffset="131693.27">26574 15747 16860,'6'0'3276,"-1"-2"-928,-5 1-1820,-4-3-517,-3 0-3288,-17-5 2761,-12 1 561,-4 1 497,17 4 0,-1 0-453,-15 1-422,6 4 1,-12 1-1,-4 1 1,3 0-1,7 0 344,0 0 1,0 0-12,1 0 0,-7 0 0,-3 0 0,6 1 0,12 1-1517,-3 8 1461,1 7 1573,6-2-1584,5 1-1495,11 3 1551,6-8 11,-1 8 1517,5-9-1461,12 6-28,19-4 0,7-3-28,-17-3 0,1-2 5,21 4 1,-2-4-1467,-10-8 1517,6-7 123,-15-2-156,1-2 122,-19-1-111,-3 4 89,-23-22-123,4 13-23,-1 1 1,-1 2 1494,-9 4-1864,0 4-2885,-9 15 2457,20 1 1,-4 5 0,22-8 0</inkml:trace>
  <inkml:trace contextRef="#ctx0" brushRef="#br2" timeOffset="132481.27">25093 16469 13969,'-1'-4'3276,"-1"-2"-557,2 6-456,0-3-1904,0 2 11,6 0-225,7-1-89,10 1-1668,12-1 0,7 0 1627,0 0 0,5 1 0,0 0-19,-3 0 0,0-1 1,7 1-291,-13 1 1,4-1 0,5 1-1,2-1 1,0 1 0,0 0-1,-3 0 1,-3 0 290,6-1 1,-4 2 0,-1-1 0,1 0 0,2 0-24,-3 0 0,2 0 0,2 0 0,0 0 0,0 0 0,-1-1 0,-3 0 22,0 0 0,-1 0 0,-1-1 1,-1 1-1,-3-1 0,-3 0-471,9-2 1,-4 1 0,1-2 474,-3 2 0,2-2 0,-1 1 0,-6 0 11,0-2 1,-6 1 1433,6-2-1434,-20 3 2168,-8 3-2213,-1-1-1453,-4 2-967,-13 5-823,-12 3 3034,-19 6 1,17-6-1,1-1 1</inkml:trace>
  <inkml:trace contextRef="#ctx0" brushRef="#br2" timeOffset="133279.27">26044 16857 20244,'0'-25'2331,"0"8"-3970,2 38 1,-1 15 1645,1-5 0,0 2 26,-1-2 1,1 1 0,0 0 720,0 6 0,0 5-707,-1-5 0,-1 7 0,1 3 0,-1-2 0,0-8-128,1 4 0,0 0 78,-1-6 1,1 9 0,-1 0 0,0-6 0,0-12-144,0-11-44,0-8-23,0-3-594,0-18 1053,-9-23-268,2 4 22,-1 9 0,-2 2-2212,-7-1 2380,-14 1 0,-3 0-157,-6-3 480,2 4 0,-2 1-323,2 6 1,1 2-453,10 4 0,1 0 284,-6-2 0,3 2 1391,7 3-1458,17 3 893,5 1-2551,9 0-1552,22 0 0,5-2 2621,-8-1 1,-1-1-1,-3 0 1,-4-2 0</inkml:trace>
  <inkml:trace contextRef="#ctx0" brushRef="#br2" timeOffset="133746.27">26068 16803 18227,'-32'-22'3276,"7"4"-1734,24 17-1228,1 0-124,1-1-1829,20-2 1,7 0 1359,9-3 279,2 1 0,3 0 429,-11 2 1,-2 1-441,5-1 0,1 1-1101,2 1 0,1-1 1112,-2 1 0,3-1 0,-2 1-263,3-1 0,0 0 270,-8 1 1,2 0 0,-5-1-8,17-2 2013,-14-2-1789,-7-4-145,-14 5-68,-2-4 2972,-9 8-3544,0 1-827,-6 3-1826,-14 14-63,-1 0 2621,1 3 1,1 0-1,4-4 1,-3 5 0</inkml:trace>
  <inkml:trace contextRef="#ctx0" brushRef="#br2" timeOffset="134534.27">26466 17207 17554,'-2'-29'3276,"1"6"-893,1 22-2080,0 0 189,0 11-200,0 3-887,-2 11 1,-1 4 751,0 8-157,-1-6 0,0 1-1297,0 1 0,-1 0 1302,0-5 1,0-1-6,0 2 0,0-2 62,-2 1 28,6-24 22,-1-2-146,1-28 325,1 7-302,0-24 11,2 15-6,5 3 1,2-1-23,6 2 0,1 0 33,0-1 1,1 1-1010,7 3 0,4 3 965,12 5 0,1 4 39,-17 2 0,1 5 224,16 11 0,-7 9 183,-23 10-273,-4-1 0,-3 1 46,-2 0-40,-1-3 0,0 1-118,2 1 0,1 0-44,2 19 1598,6-11-4853,16-26 2621,-2-6 1,0-1-1,7 2 1,8-3 0</inkml:trace>
  <inkml:trace contextRef="#ctx0" brushRef="#br2" timeOffset="135880.27">28177 15659 16243,'-12'-5'1760,"2"-2"-1256,30-1-347,1 0 0,3 0-152,2 0 1,2 0-1099,3-1 1,4-1 0,-1 1 793,1 0 0,-1 1 1,0 0 485,1 0 1,-1-1 0,1 1-192,-1 0 1,1 0-1,-3 1 4,0 1 0,-2 0-667,-1 1 1,-3 0-623,-2 0-504,-10 2-1484,-32 3 2673,3 2 1,1-1-1,9 0 1</inkml:trace>
  <inkml:trace contextRef="#ctx0" brushRef="#br2" timeOffset="136180.27">28752 15445 9672,'-20'-3'538,"11"1"-476,23 16 1,12 7 37,8 5-83,-13-12 0,-3 0 1502,-1 5-1440,-38 3-2421,-2 0-773,-7 5 3383,10-7 0,15-13 0,3-2 0</inkml:trace>
  <inkml:trace contextRef="#ctx0" brushRef="#br2" timeOffset="136445.27">29244 15435 19190,'1'36'78,"0"1"1,-1-1-1,1 1 1,-1 0 0,0-3-1,-1-2-1717,1 3 1,-4-11 1437,-5-21 1,5-1 0,-1-13 0</inkml:trace>
  <inkml:trace contextRef="#ctx0" brushRef="#br2" timeOffset="136705.27">29213 15453 13633,'24'-28'819,"-1"0"0,1 0 0,3-14 0,-1 17 579,-6 36 1,-3 10-3038,-6 2 1,-7 2-488,-21 14 2825,2-11 0,-4-2-2005,-12-2 1,-2-5-323,-5 4-1649,6-4 3023,33-16 1,-1-3-1,2 0 1</inkml:trace>
  <inkml:trace contextRef="#ctx0" brushRef="#br2" timeOffset="137049.27">29652 15408 19179,'-27'21'56,"0"-1"0,0 4 0,11-2-3333,49 8 961,-10-8 2316,2-12 0,1-4 1409,3-10-1218,2-28-628,-16-7 448,-9 15 1,-5 0-12,-13-14-28,-9 24 0,-4 6-494,-1 12 1,1 3-1361,-17 3 1882,30 18 0,9 1 0,7-8 0,13 11 0</inkml:trace>
  <inkml:trace contextRef="#ctx0" brushRef="#br2" timeOffset="137572.27">30032 15517 19650,'-6'32'172,"0"1"1,1 0-1,-1-1 1,2 0 0,0 0-1812,1 12 1,2-1 384,0-5 1,0-3 2090,0 7-1005,1-23 651,0-34-545,0-24 1,0-11-349,-1 17 0,0-2 0,-1 0 439,1-8 1,0-1 0,0 2 869,-1 6 0,-1 1 0,1 2-568,-1-10 0,0 4-978,3-2 647,8-2 0,11 39-17,12 13 1,3 8 218,-8-3 0,-1 2-214,9 5 1,-4 1 11,-2 15-2372,-36-4 2551,-27-12-134,-5 3 203,14-18 0,-2-2-1638,0 0 1,2 0-1888,-2 2 0,-5-1 2728,29-3 0,4-2 1,0 0-1</inkml:trace>
  <inkml:trace contextRef="#ctx0" brushRef="#br2" timeOffset="137988.27">30764 15460 19381,'-43'1'242,"1"-1"0,0 1 0,4 0 0,2 1 0,13 7-242,20 21 0,15 2-23,12-12 1,4-1-3255,11 5 2588,-5-5 1,-1-2 632,5 0-560,-10-4 1,-10 0 750,-23-1-74,-17-1 1,-6-2-875,1-6 1,0-3 812,-7-4 0,8 0 0,19 3 0,16-10 0</inkml:trace>
  <inkml:trace contextRef="#ctx0" brushRef="#br2" timeOffset="138187.27">30950 15223 16400,'4'36'815,"1"0"0,-1 0 1,0 10-1,0 1-1908,0-11 1,0 2 0,-1-3-547,0 5 1,-2-4 1329,0-9 1,-2-2-1,1 3 1,0-16-1</inkml:trace>
  <inkml:trace contextRef="#ctx0" brushRef="#br2" timeOffset="138352.27">31051 15521 18709,'23'-27'44,"0"1"1,-5 4 0,2 9-1684,11 18 1,-1 10 818,8 4 1,-5 0 0,-19-12 0</inkml:trace>
  <inkml:trace contextRef="#ctx0" brushRef="#br2" timeOffset="138783.27">31392 15463 15504,'-34'-8'1092,"-1"1"0,2 6 0,5 8-640,12 18 0,6 6-436,1-4 1,4-1-17,6 21-44,25-23-2325,18-19 1439,3-11 806,-21-2 1,-2-4 28,-8-6 0,-3-2 95,1-3 0,-2-4-329,-3-4 1,0-5-1,-2-1 351,0-3 1,-1-3 0,0 1 212,-1 1 0,1 0 0,-2 1-189,-1 0 0,0 0 1,-2 8-47,-3-4 788,-10 39-597,0 29-765,6 4 0,0 9 1,1-4 578,1-4 1,1 1-6,1 1 0,0 4 0,2-5 213,1-7 1,1-4-242,-1 0 0,3-1-1611,4 4 1,3-1 1508,3-8 1,1-1 0,5 13 0,1-20 0</inkml:trace>
  <inkml:trace contextRef="#ctx0" brushRef="#br2" timeOffset="139617.27">28308 17221 20871,'-7'0'2645,"41"-2"-2556,-4 1 1,4 1-74,9-2 1,2 1-21,-13 1 1,1-1-1,1 1-1089,4 0 1,0 0 0,-1 0 726,-1 1 0,0 1 0,-2 0 510,0-1 1,-1 0 0,-2 0-901,3 2 0,-6 0-578,-10 1 292,-10-3-2235,-7 0 2614,-7-1 0,4 0 1,-4 0-1</inkml:trace>
  <inkml:trace contextRef="#ctx0" brushRef="#br2" timeOffset="139918.27">28986 17083 15318,'15'20'22,"1"0"1,12 15 2497,1-6-2520,-12-8-1627,3 4 1683,-24 4 863,-25-7-1681,-2 5 828,8-19 1,-1-1-67,-16 7 0,21-8 0,-2 3 0</inkml:trace>
  <inkml:trace contextRef="#ctx0" brushRef="#br2" timeOffset="140798.27">29767 17227 15639,'0'-3'2139,"0"0"-1993,0 3 1389,0-8-1321,7 0-136,1-5 68,15-4-57,-12 9 57,6-4 44,-13 9 1502,-6-1-1558,-18 0 270,-3 3 0,-1 0-660,-11-2 312,-8 6-3333,35 10 3310,14 11-1127,9-6 0,6 1 1077,9 4 0,3-1 11,0-2 1,0-2-1,1-2 1,-2 2-729,-2 0 1,-10 3 621,-35 22 904,1-22 0,-7-4-773,-11-6 1,-12-3 0,-3-3-1,6-1 396,5-1 0,3-2 1,-2 0-420,-12-1 0,-3 0 1,9 0-3274,-1 0 3092,62 2 0,-22-1 0,44 1 0</inkml:trace>
  <inkml:trace contextRef="#ctx0" brushRef="#br2" timeOffset="142806.27">30281 17311 9587,'-11'-30'803,"0"-1"0,0 3 0,-2 6 2210,-14 14-2405,-4 12 1,-7 7 0,5 1-609,-3 14-374,9-7 0,-2 4 0,15-2 251,41 14-56,-10-18 0,2-3-776,23-5 282,-4-12 1449,-5-22-754,-8 7-1128,-10-24 1386,-14 30 1062,-1-3-1342,0 15-45,-2 34 45,2-14-33,3 25 538,5-26-763,7-3-1381,8-8 1,4-5-1,3-6 1,1-5 1397,4-1 0,-1-3 246,-3-7 1,-5-4 1134,-2-16-278,-12 12 46,-8 7 493,-9 27 1757,-6 14-2945,1 8-1546,2 0 0,0-1 1333,3-6 34,0 11 1544,5-31-1455,16-28-766,13-10 643,-14 15 0,1-1-22,0 2 0,1 1 66,6-4 2290,-12 12-2412,3-1 78,-13 12 101,-1 14-57,0 19 806,0-7-827,0 6 100,37-43-101,-21 2-17,7-2 1,-1-2 50,-9-1 180,1-4 637,-8 10-873,0-3-202,-1 18 191,5 17 11,0-5-39,7-1 0,2-3-51,-4-9 79,17-6-90,-20-12-3176,5-22 3207,-8 6 641,2 0 382,-14 34-1040,-8 37 227,5-19 0,0 4-688,0 0 1,0 4-1,-1 1 634,-5 9 0,0 2 0,0-2 656,1 0 0,0-2-742,1-1 0,-2 1 0,0-17-807,2-20 404,5-12 131,1-19-821,8-6 1,4-11 0,0 2 1775,-3 10 0,0 2 1,1-3-659,0 0 0,1-3 0,0 0 0,0 4-1024,1-8 1,0 6 2331,6-6-2784,5 18 1496,-1 10 56,6 20-23,3 24-400,-13-5 0,-1 1 333,-2-5 1,-1 0-1,1 3 0,-8-2 1019,-25-2-312,-22-17 1360,2-2-2005,10-10 0,4-2 2744,11-1-2895,9 1-3020,49 14 2851,-16-2 1,1-1 72,6 0 1,0-3 444,-5-2 1,-1-4-799,5-10 1,-1-8-567,-5-5 1,-1-7 0,-1 0 931,-2 0 1,0 0-1,-2-1 173,-6 5 1,0-2-1,-2 1 1,-2 3 429,0-8 0,-7 4 1022,-10 9 0,-4 10 105,-21 38-1255,1 0-225,18 16 1,7 15 0,4-5 1185,8-7 0,4-1-1275,-4 0 0,1 3 0,3-7-783,6-12 1,3-6 462,8-7 1,3-6-934,-5-9 1,1-4 1039,5 4 0,-1-5 84,-5-13 0,-5-5 538,-9 3 0,-3 0 667,5-17-863,-14 10 202,-8 32-180,4 23 0,1 8 2033,-3 0-2307,7 6 0,11-1 39,25-16 0,3-6 0,-6 10 0,3-15 0,-1 0 0</inkml:trace>
  <inkml:trace contextRef="#ctx0" brushRef="#br2" timeOffset="143371.27">31955 17053 19785,'-33'-5'392,"-1"-1"0,6 4 0,5 4-392,6 20 0,12 3 22,9 9-3211,15 7 3178,1 1 11,-6-22 0,2-1 689,4 7-667,-21 15 35,-18-23-57,-17 4-2553,6-29 1142,27-12 234,22 1 1088,-1 6 1,5-1-671,7 1 1,5 0 0,-2 1 1380,2 0 0,0 1 91,-4 0 0,3 1 1,-6 2-53,6 1 1255,-20 12-2087,-10 3 485,-2 7 2962,-2 11-3018,-7-1-1765,-2 3-946,-4-11-824,-1-8 3141,3-7 0,5-2 0,1-1 0</inkml:trace>
  <inkml:trace contextRef="#ctx0" brushRef="#br2" timeOffset="143489.27">32192 17073 15202,'0'0'0</inkml:trace>
  <inkml:trace contextRef="#ctx0" brushRef="#br2" timeOffset="144053.27">32354 17255 11339,'25'-17'270,"-6"7"2340,-11 27-2610,-5-3 1390,-2 5-1356,-4-8-1273,-15 7 1351,3-7 2347,-19 10-2302,17-13-2358,-4 6 2268,14 0-45,20 12-11,14 9 2258,5-2-2213,-11-6 0,-3-1 157,-4 0 762,-5 19-505,-20-29 73,-14-5 1,-4-3-331,-9-2-157,6-3 0,-1-1-34,-11-2-1310,22-1-695,-1-1-1294,21-3 0,6-4 2457,8-7 1,-5 7 0,3-1 0</inkml:trace>
  <inkml:trace contextRef="#ctx0" brushRef="#br2" timeOffset="144372.27">32597 17313 22631,'43'-3'7,"0"-1"1,0 3-1,-1-3-64,3-10 1,-5-3 68,1 1 56,-23-25 312,-48 26-1637,-6 7 0,-2 4 1481,-5 3-135,10 3 1,6 6-1309,21 31 1219,26-21 0,16 0 0,8 0 0,-2 0 0,-10-1 0,-8 7 0,1-1 0,11-8 0,-1-1 0,1 0 0,-1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7:32:25.191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4759 1714 16081,'-21'24'655,"1"0"0,-1-1 1,-7 9-1,-2 1 0,-5 4-766,10-12 1,-3 2-1,-2 2 1,-1 1 0,0-1-1,1-1 1,3-1 145,-3 2 1,2-3 0,1 0 0,-1 1 0,-3 2 1,2-1 1,-3 2 0,-1 1 0,-2 2 0,1-1 0,1-1 0,2-2 0,4-3 89,-7 6 1,5-3 0,1-2 0,0 0-136,-5 5 1,2 0 0,2-2-446,-3 3 0,10-7-869,18-17-1955,12-17 0,4-5 0,8-12 3555,-1-2 1,-8 11-1,-3 2 1</inkml:trace>
  <inkml:trace contextRef="#ctx0" brushRef="#br0" timeOffset="582">4022 1753 14809,'-4'-14'3276,"1"4"0,2 10-1670,0 9-4883,15 24 2888,2 5 661,-2-11 1,3 4 0,3 3-302,0 1 1,3 4-1,1 1 1,-1 1 90,-3-5 1,-1 1 0,1 1 0,-1 0-1,1 0 5,1 1 1,0 0-1,0 0 1,-1 0-1,1 2-81,-4-2 1,1 2-1,0 0 1,-2 0-1,0-2 1,-1-3 66,0 2 0,-2-2 0,-1-2 1,1 2-40,1 1 0,1 2 0,-1-2 0,-2-5 58,1 11 1,-3-20-28,-6-31 878,-2-7-2562,-2-11 1,-1-4-1639,1 0 0,-1-16 2457,5 26 1,-2 10 0,3 2 0</inkml:trace>
  <inkml:trace contextRef="#ctx0" brushRef="#br0" timeOffset="3787">5495 2278 11986,'-10'33'467,"0"0"0,2-3 0,4-2-1496,10 3 1410,12 9 479,-2-13-770,10 3 1431,-3-20-1073,20-14 1,5-11-148,-10-3 0,-1-3-283,-1 4 1,2 0 0,-3-2 48,0-10 1,-4-2-29,-1 1 0,-3 1-526,-7 9 1,-1 0 503,4-4 0,-2 3 162,0 2-213,12 9 0,-11 19 1,1 4 583,16 5-520,-22 13 0,-3 11 0,-6-4-30,-5-14 0,-3 0-807,-3 14 1,-2 4-1,-1-8-2470,-5-11 116,-4 6 3161,18-36 0,-2 5 0,3-7 0</inkml:trace>
  <inkml:trace contextRef="#ctx0" brushRef="#br0" timeOffset="4323">6698 2012 8040,'-7'40'364,"0"1"0,0-1 0,1 0 0,-1 0 0,-1 5 0,1 1 0,0 0 0,0-4 0,2-4 1274,-2 10 0,2-5-771,1-6 0,-1 1 0,1-3-940,2 4 0,0-6-51,-1-1 355,3-2-2113,0-45 789,2-11 1,2-9 0,0 1-446,-1-4 0,0-4 1235,0 8 1,0-6-1,1-2 1,-1 0-1,0 2 737,1-1 0,-1 0 0,1 2 1,-1 0 657,1-7 0,-1 2 0,2 4-872,2-13 0,3 21 631,4 41-111,6 27-281,-9-14 0,2 3 67,7 11 1,4 6 0,-1-4-510,1 1 0,0 0 5,-5-9 0,2 3 1,0-1-1,0-1 4,0-1 0,1-1 1,-1-2-11,12 6 1,-2-1 745,-5-3 0,-1-5-638,14-9-99,-29-36 0,-5-19 0,-3-7 0,0 5-59,-1 1 1,-1 2 0,0-4-16,1 6 1,1-4-1,-1-2 1,0 3-1,-2 3 45,-2-2 1,-3 4-1,0 3 494,-1 3 1,0 5-917,-1-1-207,0 18-1787,6 26 2293,7 12 1,2 3 0,-4-6 0,4-4 0,-1 1 0</inkml:trace>
  <inkml:trace contextRef="#ctx0" brushRef="#br0" timeOffset="4837">7645 2076 11985,'-13'41'546,"-1"-1"0,1 1 0,2-5 0,1 1 0,1 0 0,2-2-206,3 6 1,2-2-1,0-1-355,-1-5 0,0 0 0,1-2 712,0 17 0,3-20-3974,12-70 1638,-7 3 1,0-6 545,0 7 1,1-3 0,-2 0-1,0 0 1,-1 0 0,-2-2 1911,0 4 0,-2-1 0,0 1 0,0 3 309,-2-5 0,0 1-36,0 1 0,1-2 0,-3 11 1383,-1 15-1825,17 29 0,8 10-1492,-4-8 0,3 2 1111,4 5 0,3 4 0,1-1 185,9 3 0,2-2-14,-10-8 0,1-1 0,1 7-342,-6 3 1,2 6 0,1 4 0,-2 1 0,-3-2 0,-5-5-62,-3-1 1,-5-4-1,-1 5 112,4 4 0,3 7 0,-2 1 0,-7-5 0,-11-10-37,-16-13 0,-11-8 0,-4-1-545,-5 3 0,-5-1 0,0 0 1,4-1 413,6-1 0,3-1 1,-2 0-187,-2 0 1,-4 1-1,2-1 1,9 0 204,-7 0 0,17-2 0,16-2 0</inkml:trace>
  <inkml:trace contextRef="#ctx0" brushRef="#br0" timeOffset="5402">8849 1500 9909,'-31'-11'819,"-1"0"0,1 0 0,-17 8 0,3 13-30,15 19 1,3 12 0,2 0-660,5-8 1,2-1 0,0 4 35,4-3 1,0 2 0,0 3 0,2 4 0,4 5-26,4-13 1,3 3 0,0 4-1,2 3 1,1 1 0,1 3-1,0 0 1,1 1 0,-1-1 0,1 0-1,-1-2 1,0-2 0,-1-3-1,0-2-19,-2 10 1,0-5 0,-1-2 0,1-2-1,-1 2 1,2 4 0,0 6-114,0-16 1,0 4 0,2 2 0,-1 3 0,0 2 0,1 1 0,0 1 0,1 2 0,-1-1 0,0 0 0,0 0 0,0-1 0,0-1 0,0-3 0,0-1 0,-1-3 0,0-4 0,0-2-13,0 16 1,-1-7 0,1-3 0,-1-2-1,-1 1 1,1 3-5,0-2 0,0 2 0,0 1 0,0 1 0,0-1 0,-1-2 0,1-3 0,-1-4 256,0 7 0,0-4 0,0-4 0,0-2-288,-2 15 0,9-18-781,14-38 1,11-21 0,4-9 0,-4 2 600,-9 8 1,-2-2-1,1-1 1,-1-1-1,2 2 1,4-2-1,2 0 1,1 0-1,-2 1 1,-3 0 0,-6 0-1,-1 0 1,1 0-1,0 0 1</inkml:trace>
  <inkml:trace contextRef="#ctx0" brushRef="#br0" timeOffset="6684">8912 1987 11279,'0'32'479,"1"0"0,-1 0 0,0 6 0,1-3-412,2-3 1,0-5 10,0-5 1488,0 2-1040,0-23-932,2-11 496,8-30-90,-4 10 0,1-1 0,-1-1 0,0 0 786,0 1 1,-1 4-607,2-3-338,6 55 192,-3 7 22,-2 4 1,0 1 314,-3-9 0,1-3-371,5 8 2837,1-16-2725,-3-13-823,10-24 1,7-17-1,-3 4 694,-9 11 1,0 0 42,9-14 0,4-5 0,-6 6-26,-8-1-381,-5 52 415,-6 1-34,-4 10 0,1 4 101,14 10 0,8-2 22,-1-18 0,4-1 412,-4 1 0,2 0 0,3-5-506,14-13 1,6-9 0,-3-3-771,-12-2 0,-3-2 0,2-1 741,7-1 0,1 0 0,-4-3 1111,-3-9 1,-8-3-1079,-11 3 1,-10 1-1174,-15 6 1,-7 3 1139,-12-10-753,-11 29 0,-3 14 758,12 11 1,5 7 719,-1-2 0,8 4-703,12 6 1,13-4-94,11-17 1,6-6 70,1 2 0,4-9-112,11-18 0,6-11 0,-5 1 128,-14 9 1,-2-1 712,10-7 0,2-4 1,-9 3-584,-11 4 2833,-7 9-3023,-5 9-3194,1 22 3261,0-8 221,5 9 114,21-22-992,6-10 634,7-2 0,-6-7 90,-13 1-247,-11 8 3157,-2 0-2787,12 16-1044,-8-5 854,19 6-2067,-7-7 1607,-4-2-2840,7 1 2457,-9-1 1,-8 0 0,-5-1 0</inkml:trace>
  <inkml:trace contextRef="#ctx0" brushRef="#br0" timeOffset="6938">11083 1997 20311,'40'-1'-365,"-1"1"1,0 0 0,0-1 0,5 0 0,-4 1 0,8 1 0,-15 3 0,-30-2 0</inkml:trace>
  <inkml:trace contextRef="#ctx0" brushRef="#br0" timeOffset="7137">11110 2148 13344,'37'-6'0,"-1"1"0,1 0 0,-1-1 0,3 1 0,1-1 0,-1 1 0</inkml:trace>
  <inkml:trace contextRef="#ctx0" brushRef="#br0" timeOffset="7353">11776 1782 19908,'-17'41'364,"-1"-1"0,0 1 0,1-1 0,-1 0 0,2-1 0,1 0 0,0 0 0,3-2 0,2 0-698,4 10 0,4-1 0,2-3 352,0-8 1,1-3 0,0 0 542,0 7 1,1-4-1224,7-2-2615,-5-48 1638,0-9 1,-1-6-1,-1-9 1,0-5 1169,0 8 1,0-2 0,0 6 0,-1 7 0,1 2 0,1-19 0</inkml:trace>
  <inkml:trace contextRef="#ctx0" brushRef="#br0" timeOffset="7687">11667 1743 11424,'-6'31'819,"0"0"0,6 4 0,3 4 0,4-5-379,12-2 1,3-3-346,-2 11 1,3-5-85,4-18 0,2-9-229,7-13 167,0-16 1,0-7 81,-15 9 1,0-1-32,0-3 0,1-3 0,-4 1 395,-6 1 1,-4 2-374,4-17 628,-4 6-807,-5 22 1797,-2 16-1640,-1 22 11,-1 13-831,-3-4 1,-1 11 0,-2 1 0,-1-6-820,-6 2 1,-3 0 1273,6-8 1,-1 6 0,-1 1 0,0-4 0,0-10 0,-3-7 0,0-6 0,-17 17 0</inkml:trace>
  <inkml:trace contextRef="#ctx0" brushRef="#br0" timeOffset="8320">8942 3336 11402,'25'-27'1092,"0"0"0,1 3 0,-11 6 2040,-24 13-3076,-5 3-449,-12 5 0,-4 4 482,6 3 1,0 2-51,-7 0 1,3 1 1004,-1 19-1044,21-8-56,17 11 84,7-16 0,5-2-28,-2 2 0,2-1 33,9-1 1,0-3-51,-8-3 0,0 0 17,18 10-1517,-5 1 1500,-20-3 1,-2 2 1623,-3 7-1574,-16 13 113,-23-18-62,-4-9 0,-5-2 78,-6-2 1,-1-2-147,0 1 1,0-3-17,3 0 0,3-7-997,11-7 0,8-8-642,23-22 1,9-7 1169,-6 4 1,3 0 0,4 11 0,4 0 0,-2 4 0,8-12 0</inkml:trace>
  <inkml:trace contextRef="#ctx0" brushRef="#br0" timeOffset="8455">9285 3114 19542,'10'42'546,"1"-1"0,-1 1 0,1 0 0,-2-7 0,1-3 0,-3 3 54,-1 2 0,-2 3 0,0 0 0,-2-6-612,0 2 1,-2-3-1628,0 0 1,-3 0-1,-6 10 1,-3-4 982,-10 0 1,11-13-1,-1-7 1,-2-19 0</inkml:trace>
  <inkml:trace contextRef="#ctx0" brushRef="#br0" timeOffset="8686">9310 3406 18715,'0'-5'896,"0"0"-507,0 5-3504,83-15 1476,-51 20 1,1 2 545,4-8 1,3-2 0,-3 4 436,0 12 1,-6 1-1,-6-2 1,-5-4 0</inkml:trace>
  <inkml:trace contextRef="#ctx0" brushRef="#br0" timeOffset="9089">9986 3425 7100,'-30'-16'655,"0"0"0,0 1 1,-8 9-1,-3 7 0,6 9 437,11 11 0,6 8 0,-1 0-126,-3-3 0,0 0 0,4 1-1083,-2 18 0,16-7 128,41-12-449,-6-15 578,0-14 1,3-9-1548,2-13 1,-2-8 588,-9 5 0,-2-1 0,1-2 639,0 1 0,0-2 0,-2-1 96,-1-3 1,-2-3 0,-3 2 423,-5 6 1,-2 1 0,-1-1-297,0-11 0,0-3 0,-3 3 1593,0-6 0,-3 3-585,0 3 0,-6 11-419,-9 25 16,-4 48-303,9-13 1,2 3-98,2 1 0,1 3 0,0-2-1105,1 7 0,0 0 877,3-5 1,0 0 0,1-2 171,1 2 1,2-3-195,1-1 0,1-1-915,3 8 1,2 0-725,4-5 1,1-3 982,-2-5 1,0-2-1,10 5 1,-15-29 0</inkml:trace>
  <inkml:trace contextRef="#ctx0" brushRef="#br0" timeOffset="9690">10971 3270 19325,'4'-3'1008,"17"0"-1053,5 3 1,3 1-965,-2-1 1,-2 0 1008,11 7 0,-18-5 0,-1 5 0</inkml:trace>
  <inkml:trace contextRef="#ctx0" brushRef="#br0" timeOffset="9810">10941 3408 20009,'42'-4'0,"0"1"0,0-1 0,0 1 0,3-1 0,0 0 0,-1 0 0</inkml:trace>
  <inkml:trace contextRef="#ctx0" brushRef="#br0" timeOffset="10277">12408 3171 17678,'1'-4'3276,"0"1"-5871,-21-5 2923,-15 7 1,-11 4 0,-1 1-112,7-2 0,0 0 0,-3 3-397,1 1 0,-5 2 1,-1 1-1,3 1 1,4 0 171,2 1 1,5 0-1,1 1 300,-2 2 1,2 2 0,8-1-327,7 8-78,10-1 101,29 1 375,4-15 0,4-3-482,1 2 1,2-2-1,9-3 1,-1-4 1384,-13 0 0,-2-2-1356,21-5-2311,-13-11 2512,-15 5-90,-19-9-734,-21 15 1,-6 3-1967,1-6 1699,0 8 0,4 2-2298,18 2 3009,4 0 0,1 0 1,0 0-1</inkml:trace>
  <inkml:trace contextRef="#ctx0" brushRef="#br0" timeOffset="11025">12767 1475 16131,'4'-28'1597,"-1"1"0,4-17-992,22 28-2244,-5 5 1,4-2 2071,3-1 0,2-1-276,-1 1 0,0 0 749,-2 0 0,0 1-26,-1-2 0,-4 7-21,2 25-570,-15 8 0,1 10 0,-1 7 0,-1 1 0,-3-5-233,-2 4 0,-4-2 1,1 6-122,0-8 0,1 4 1,0 3-1,0 1 0,-1 1 1,-1-2 146,0-1 0,-1 1 0,0 0 0,-1 1 0,0-2 0,0 1-9,-1-2 0,0 0 0,0-1 0,-1 1 0,1 1 0,0 0-73,0-1 0,0 2 0,0-1 0,0 2 0,0-1 0,0 1 0,-1-2 0,1 1 0,-1-1 0,-1 0 0,1 1 0,0-1 0,-1-1 0,1 1-284,0-1 1,0-1 0,1 1-1,-1-1 1,0 0 0,0-1-1,0-1 284,0 1 0,0-1 0,1-1 0,-1 0 0,0 0 0,0 0 0,0 1 0,0 2 0,1-1 0,-1 0 0,-1-2 0,-2-2 0,-3 8 0,-2-2 0,0-3 0,0-4 43,0 6 1,-1-4-44,-2 2 0,-1 2 0,0-13 2027,-2-16-2027,-26-12 689,14-7 0,-3-2-1485,-3 1 1,-4 0 545,-4 1 1,-6 0-1,-1 0 1,10 2-1,8-1 1,1 2-1,-12 0 1,-1 0-1,1 1 1</inkml:trace>
  <inkml:trace contextRef="#ctx0" brushRef="#br0" timeOffset="12355">3851 7517 12053,'-8'0'3276,"2"0"-2530,6 0 2530,-1 0 0,0-4-2925,-1-3 86,0-5-2076,1-14 1,1-3 1683,-1-6-17,1 3 0,3-2-665,6 8 0,2 4 413,8 0 224,11-1 33,9 49-502,-8-4 1,5 6 0,-2-3 468,0-1 0,1-1 18,1 1 1,3 2 0,0-8 11,-6-11 0,1-6 0,-2-3 20,5-3 1,0-2 707,11 1 1,-4-3-759,-20-3 0,-5-3-1181,4-13 1775,-13 14-583,-1-2 1506,-9 24-1517,-10 13 78,-7 10 1,-8 11-1,-1 0-64,5-9 0,-2-1 0,0 2 0,-3 2-27,3-2 0,-2 2 0,0 2 0,-2 0 0,-1 1 0,1-1-134,0-4 0,0 1 0,-1 0 1,0 0-1,0 0 0,1-2 1,0-1 146,-3 5 0,0-1 0,1-1 0,1-2 0,-1 1 11,0-1 0,0 1 0,1-1 1,1-3-1,4-6 39,-5 3 1,5-13 38,5-16-72,19-34 0,10-13 494,-3 14 1,1-1-535,-1-7 1,0 4-57,9 3 1443,-8 36-1319,5 12 83,3 5 1,3 4-84,3 4 0,5 3-579,3 0 0,5 1 1,1-2 566,-4-5 1,2-2 0,0-2-325,1 1 0,1-2 1,-1-4 290,9-3 0,-3-5 0,-10-5 0,-1-2-51,-2-1 1,0-3-57,5-6 1,-2-5-1533,-13-7 1,-3-1-1,5 2 1,-6-1 982,-15-4 1,-4 3-1,1 8 1,-6 2 0</inkml:trace>
  <inkml:trace contextRef="#ctx0" brushRef="#br0" timeOffset="12617">3912 7945 17196,'-2'-4'3276,"1"2"-1196,15-9-1945,3 5-102,15-8-33,1 8-56,3 1-1583,-6 3 1,2 1 1219,4-1 0,-1 2 0,-8-1 1,-3 1-1,20 0 0</inkml:trace>
  <inkml:trace contextRef="#ctx0" brushRef="#br0" timeOffset="12864">4978 7874 11732,'35'-10'-820,"1"0"1,-1 0 0,11 2 0,-8 6-1,-16 12 1,-11 5 0,-18-6 0</inkml:trace>
  <inkml:trace contextRef="#ctx0" brushRef="#br0" timeOffset="13024">4944 8076 21140,'44'-11'0,"0"1"0,1-1 0,-15 4 0,-1 1 0,14-5 0,1 0 0</inkml:trace>
  <inkml:trace contextRef="#ctx0" brushRef="#br0" timeOffset="13630">7712 6659 11021,'-34'28'297,"-1"0"1,1 0 0,-1 0 0,0 0 0,1 0 0,1-1 0,0 0 0,0 1-1,1-2 1,2 0 0,4-1 73,-7 8 0,5-3 1,1 0-361,1-2 0,1-1 0,3-2 780,2-4 1,2 0-854,-1 0 1,2-1 253,0 0-573,1-1 1137,15-17-756,10-46 0,-6 34 0,6-34 0</inkml:trace>
  <inkml:trace contextRef="#ctx0" brushRef="#br0" timeOffset="13977">7140 6550 16001,'23'6'468,"0"0"0,2 12 0,6 10 0,2 6 0,1 2 0,-3-2 0,-4-5 386,0 3 0,-5-4 0,4 7-830,-6-7 1,4 4 0,3 4 0,1 3 0,0 0 0,-1 0 0,-2-2 0,-4-4 0,-3-4-388,2 9 1,-7-5 0,2 2 362,2 2 0,1 2 0,-1-1 0,-4-7 1274,2 13-1756,-11-28-2795,7-29 2457,-2-5 1,2-6 0,-5 7 0</inkml:trace>
  <inkml:trace contextRef="#ctx0" brushRef="#br0" timeOffset="14491">8347 6975 23392,'-13'-13'1390,"3"2"-1054,10 11-112,0 0-3501,54-4 3042,-12-1 235,3 1 0,1-1 430,-14 1 0,0-1-356,7-1 1,3-2 0,-5 1 133,-12 3 0,-1 0-74,25-5 1,-16 1 11,-33 6 123,0 0 3007,0 0-6553,0 1 2457,0-3 1,0 3 0,0-1 0</inkml:trace>
  <inkml:trace contextRef="#ctx0" brushRef="#br0" timeOffset="15042">9575 6525 14141,'0'-18'863,"-1"12"79,-2 40 1,-3 24-678,2-26 0,0 1 0,0 4-230,-1-2 1,0 3 0,0 2 0,0 0 0,0-4 296,-1 10 0,-1-3 0,1 4-310,0-8 1,0 4-1,0 0 1,1-2-1,0-4-15,1-4 1,0-4 0,0 2-22,0 4 0,0 4 0,0-2 0,1-8-87,1 13-202,0-12-520,2-20-2454,0-19 0,0-10 3017,1-10 0,0 0 0,0 2 1,2-18-1</inkml:trace>
  <inkml:trace contextRef="#ctx0" brushRef="#br0" timeOffset="15607">9523 6639 20289,'16'20'1025,"-5"9"0,-3 6-2640,-3-1 1,-1 2 1664,1 7 1,-1-1-46,-3-11 1,0-2 139,6 17 337,16-24 583,1-7-1076,4-26 0,1-11-727,-8-3 0,-2-4 0,0-2 697,1 0 0,0-1 0,-3-2-26,1-4 1,-1-2-1,-4 2 128,-3-1 1,-3 4-207,-2-10-23,-15 44 1567,0 18-1310,-2 8 1,2 6-855,4 9 1,6 3 827,6-9 1,5 0 0,-1 0-14,0 9 0,7-4-20,9-12 0,6-3 0,0-7-803,0-7 0,1-5-866,12 1 1,-2-4 982,-17-5 1,-3-1-1,5-3 1,-24 2 0</inkml:trace>
  <inkml:trace contextRef="#ctx0" brushRef="#br0" timeOffset="16261">6819 8040 20479,'28'-7'1092,"0"-1"0,0 1 0,-1 1-144,17 1-2041,-6 1 1,8-1 0,4 1 976,-14 1 1,2-1 0,2 1 0,1 0 0,0 0 0,-1 0 356,5 0 1,-1-1 0,1 0-1,2 1 1,2-1-230,-7 2 1,3-1 0,1 0-1,1 1 1,1-1 0,1 1-1,-1 0 1,0 0-162,-4 0 1,1 1 0,0 0 0,1 0 0,-1 0 0,1 1 0,-1-1 0,-1 0 0,-1 0 156,0 1 0,-1-1 1,-1 0-1,0 0 1,0 0-1,1 0 1,2 0-1,1 0-7,-2 1 0,1-1 0,2 0 0,0 1 0,2-1 0,0 0 0,0 1 0,0-1 0,-1 0 1,-1 0-1,-1 1-149,0-1 0,-1 0 1,-1 0-1,0 0 1,-1-1-1,1 1 0,-1 0 1,1 0-1,0 0 1,1 0 143,-1 0 1,0 0 0,1 0 0,0 1 0,0-1 0,0 0 0,-1 0 0,1 0 0,-2 0 0,1 0 0,-2 1 163,3-2 1,0 1 0,-1 0 0,0 0 0,-1 0 0,0 0 0,-2 0-1,0 0 1,-1 0-152,11 0 0,1 0 1,-1-1-1,-4 1 1,-5 0-1,-8 1 4,-1-1 0,-7 0-47,9-1 1,-12 1 1940,-21 1-4091,-2 0 1905,-9 0-2998,-7 1 2457,-10-1 1,10 1 0,1 0 0</inkml:trace>
  <inkml:trace contextRef="#ctx0" brushRef="#br0" timeOffset="17186">9196 8457 22933,'-42'0'440,"1"0"1,8 0 0,-1 0-279,-2-1 1,-5 2 27,7 3 1,-6 1-1,-3 1 1,3 0-1,5-1-1251,-8 2 0,0 0 1067,8-1 1,-5 1 0,-2 0 0,4 1 0,9-1 564,-12 10-549,16-4 0,-1 2-1446,4-1 0,1 2 1480,-3 3 0,2 0-56,-5 8 0,10-2-101,13-4-1024,1-3 1169,11 15-786,7-14 1,6-2 752,6 2 0,3-2 240,0-4 0,3 0 0,0-3-207,6 0 1,2-3-460,0-2 0,4-1 0,-5-3 443,0-2 0,-2-1 50,6 2 1,-7-6 274,-18-14 0,-12-5-241,-18 5 0,-8 0 527,1-8 0,-2 0-667,-8 7 0,-3 3-376,9 5 0,-1 2-240,-5-1 0,1 1 947,4 2 0,1 1 1,-11-4-1,15 6 1</inkml:trace>
  <inkml:trace contextRef="#ctx0" brushRef="#br0" timeOffset="19078">20394 1634 19078,'-31'32'364,"0"-1"0,0 1 0,0 0 0,1-2 0,-2 3 0,-2 0 0,1 1 0,1-3 0,3-2-1457,-4 3 1,4-3 0,-4 2 1082,4-2 1,-3 2 0,-1 0 0,2 0 0,2-4 20,1-1 0,2-2 0,0 2-423,-1 2 1,0 2-1,-1 0 1,4-2 394,-6 5 0,2 0-9,1 0 0,0 2 0,7-7 955,5-5-4206,4-8 2757,10-42 0,0 17 0,2-18 1</inkml:trace>
  <inkml:trace contextRef="#ctx0" brushRef="#br0" timeOffset="19513">19839 1700 18944,'-1'10'2622,"6"5"-4261,10 14 1,5 6 1992,1 1 1,1 2-131,-5-7 0,1 0 1,0 0-151,-1-1 1,-1-1 0,0-2 325,1 6 1,1 1-348,-2-4 0,1 3 1,1 2-1,-2-4-969,5 11 1,-1-1 918,1 0 1,1 4 0,-3-6-4,-4-8 0,-3-4 921,-1-3 0,0 1-955,0 0 1,-1-1-224,1 0-594,-1-1-722,-7-22-1704,7-22 2730,-4-5 1,1-2 0,4-5 0,-6 9 0,-1-1 0</inkml:trace>
  <inkml:trace contextRef="#ctx0" brushRef="#br0" timeOffset="20233">19301 1170 14740,'-26'3'3276,"6"-1"-77,19-1-2650,1-1-2776,9 4 3044,15-1 107,7 2-806,-9-4 0,5 0-534,10 0 0,8-1 1,0 0 426,-8 0 0,0-1 0,2 1 1,0 0 5,-2-1 1,0 1 0,1 0 0,1 0 0,1 0-5,-2-1 0,2 1 0,1 0 0,0 0 1,0-1-1,1 1-6,3 0 1,1 0-1,0 0 1,1 0-1,-2 1 1,0-1-11,1 0 1,-1 1 0,-1-1 0,1 1-1,0 0 3,-4-1 0,2 1 0,1 0 0,-2-1 0,-3 1 0,-4 0 48,4 1 0,-5 0 0,-1 0-48,5 0 0,-1 0 0,-3-1 1208,1 2 1,-3-1-1024,-2-1 0,-5 1 733,-11-1-884,-14 0-45,1-1-23,1 0 3099,0 0-6342,0 0 2457,-14 0 1,9 0 0,-9 0 0</inkml:trace>
  <inkml:trace contextRef="#ctx0" brushRef="#br0" timeOffset="21179">21842 2064 14719,'-4'0'1200,"1"-1"648,3 1-1130,-11 36-259,9-16 297,-3 20 1,3 1-1207,7-11 579,-1-4 0,3-1-2568,13-5 3189,8-8-1133,-6-5 0,2-3 674,17-9-565,-8-9 1,5-8-1,0-2 372,-11 2 0,0-2 0,-1 0 0,1-1-211,3 0 1,1-1 0,0 1-1,-2-1 127,-2 0 0,0 0 0,-1 1 0,-3 2 705,4-2 0,0 2-680,6-2 0,1 1 87,-4 6 0,0 2-137,-2 1 0,0 3-68,17 1 68,-11 23 0,-1 8 28,-11-3 0,-1 3-17,12 6 0,-4 3-391,-15-6 0,-6 3 441,-12 17 1,-5-1-51,2-18 1,-1-1-1,-7 20 0,-3-4-762,-8-9-510,8-6 0,0-1-1641,0 6 172,-4 12 2741,19-25 0,3-8 0,0-2 0</inkml:trace>
  <inkml:trace contextRef="#ctx0" brushRef="#br0" timeOffset="21718">24095 1801 18048,'-10'12'2397,"1"2"-1657,-2 28-184,4-14 1,-2 3 0,0 2-1650,-3 8 1,-1 2 0,0-1 998,1 0 1,0-1 0,0 1 111,-1 0 1,0 0 0,1 0-485,-1-2 0,1-1 0,2-5 449,1-9 0,1-1-919,-5 19 1,3-15-1944,8-38-326,2-13 3205,0-5 0,0 1 0,0 2 0,0-17 0</inkml:trace>
  <inkml:trace contextRef="#ctx0" brushRef="#br0" timeOffset="22262">24055 1819 15515,'35'27'1638,"1"0"0,0 3-546,-8-5 0,5 4 0,0 3-1912,-7-4 1,0 1 0,0 1 0,-3-4 503,5 6 0,-1-1 346,-3-5 1,2 5 0,-1-2 0,-5-5 1456,9 13-1168,-15-16 1,0-2 708,-1-1-659,0 1 91,-11-19 78,0-1-381,12-35-157,-4-3 0,-1-4-6,2 1 0,-1-1-70,-4 6 0,0-1 0,-1 0 76,-1 1 0,-1 1 0,-1 0-731,0-1 0,-1 1 0,0 0 738,1 0 1,-1 1-1,0 2-18,-1-8 0,0 5-212,0-1 44,0 21 2149,0 6-3494,-6 34-115,2 3 1,0 2-1,0-4 1,0-1 982,0 8 1,1-3-1,2-12 1,-1-7 0</inkml:trace>
  <inkml:trace contextRef="#ctx0" brushRef="#br0" timeOffset="22599">24955 1802 15762,'0'-9'3276,"0"2"-6553,-7 43 3893,-1-2 0,-3 4-54,3-1 0,-2 0-450,1-5 0,0 0 0,-1-2 515,1-3 1,0-1-511,-5 17 1,0 1-1146,4-13 0,0-1 1028,-1 5 0,2-4-34,2-7 1752,7-22-3758,1-4-1237,15-19 0,-2-3 2738,1 1 0,-1 0 0,-2 1 0,-2 0 0</inkml:trace>
  <inkml:trace contextRef="#ctx0" brushRef="#br0" timeOffset="22948">24981 1695 21577,'34'27'427,"-1"1"1,0 0-1,1-1 1,-1 1-1,1 1 1,-4-3-1,1 2-377,0-1 1,1 1-1,-1-1 1,-8-4-1690,-5-2 1,-5-1 586,0 8 0,-5 2 1104,-8-2 0,-5 1 4,-4 0 0,-6-3 594,-9-1 1,-7-3-595,2-9 0,-5-1 0,-2-1 0,1-1-48,-1-1 1,1 0-1,-2-1 1,1 0-32,-1 1 1,0 0 0,0 0-1,2-2-175,-4-1 0,1 0 0,5-3-1441,7-1 1,4-3 818,-5-9 1,5 7 0,18-8 0</inkml:trace>
  <inkml:trace contextRef="#ctx0" brushRef="#br0" timeOffset="23718">26416 1257 19291,'-29'-23'683,"0"-1"1,8 4 0,-2 4-415,-7 11 0,-5 7-1362,0 7 1,-2 4 0,3 0 875,8-2 0,0 1 310,-6 4 1,-3 3-1,9 0-935,5 16 1004,9-5 1,3 4-153,1 4 0,2 2 130,0 2 0,2 0 0,1 2 0,2-1-45,1-10 1,0 2 38,0-2 0,0 6 1,0 2-1,0-2-61,0-3 0,0 0 0,0 1 0,0 4-33,-1-3 0,0 5 0,0 2 0,-1 1 0,1 0 0,-1-2 0,1-3-12,0-1 1,0-2 0,-1-1 0,1 0 0,-1 2-16,0 0 0,0 0 0,0 0 1,-1 2-1,1 0 0,-2 1 30,0 1 0,0 1 0,-1 1 1,0 0-1,-1-1 0,1-2 1,1-3-25,-2 5 1,1-5-1,0 1 1,-1 3-16,1-5 1,0 3 0,0 1 0,-1 2 0,0-1 0,0-2 0,1-2 28,-2 1 1,0-1-1,0-2 1,1-1 0,0 1 27,0 6 1,0 0-1,1 0 1,0-1-62,-1 1 0,-1-1 0,1 0 0,1-4 483,-2 4 1,0-2 0,13-17-1577,21-26 1,11-16 0,-4-1-547,-12 7 1,-1-3 1384,4-4 1,7-6-1,1-3 1,-4 1-1,-7 6 1,6-15-1,-10 8 1,1 0-1</inkml:trace>
  <inkml:trace contextRef="#ctx0" brushRef="#br0" timeOffset="24580">26507 1805 18877,'-4'37'2308,"-2"-15"-2025,1 6 1,0 7 0,0-3-105,-3-1 1,-1-1-1819,0 3 1,1-1 775,-4 8 863,5-18 893,6-16-533,0-3-2214,16-45 1854,-2 10 0,1-2 0,0-3-12,-2 12 1,0 1 11,6-9 0,2 1 1117,-1 6 1,2 3-1202,-1 1 0,1 5 28,13 11 73,-18 29 0,-4 8 1312,2 8-1324,-5-4 1,-2 0 5,-5 0-11,-2-2-2563,-3 1 2642,-2-11 89,1-5-45,-1-12 269,5-9-1259,6-22 867,4 2 0,3-1-17,-1-3 1,1 0 16,6-4 0,1 1 11,-5 9 0,2 1-39,11-3 0,2 2-6,5 0-13,-8 8 0,-2 5 36,-3 15 2204,-1 7-2160,-3 12-1090,-9-1 0,-2 2 1157,3 15-55,-6-14 1,-1 1 925,-2 3 1,-1-3-972,0 6-6,0-9 1,0-4 5,0-8-3277,0-3 0,1-7 0,5-6 2457,7-11 1,-4 4 0,0-2 0</inkml:trace>
  <inkml:trace contextRef="#ctx0" brushRef="#br0" timeOffset="25670">27346 1968 18776,'38'-10'243,"0"-1"0,-3 2 0,-3-3-1882,-6-6 1,-4-3 217,4-13 2479,-8 11 0,-7 1-890,-31-1-1409,-26 18 1560,12 13 0,0 5-469,3-2 1,2 2 244,2 6 0,5 2 2038,-1 11-1932,18-2 1,6 0-359,12 6 358,15-3 1,8-5 1096,-8-16 1,7-4-1258,-1-4 1,10 0 0,6-2-1,3 0 1,0-2 0,-4 0-1,-8-2-41,-2-1 0,-6-3 0,0 0 0,5-2-282,1 2 0,6-1 0,4 0 0,-1-1 1,-3-1-1,-8-2 0,-10-2 366,-4-15 0,-13-3-79,-8-1 1,-9 4 54,-30 4-32,-4 23 0,-1 8-523,15-1 1,1 2 494,-17 5 0,3 4-6,21-3 0,3 4-195,-5 10 1,2 3 155,9-7 0,1 0 1202,-1 2 1,4-2-1069,15 2-1166,13-21 0,8-8 1054,11-10 1,2-5 211,-2 6 0,0-1-208,-11-3 1,1-2-1,-5 0 330,-5 3 1,-4-1-413,15-15 101,-30 35-78,-6 26 66,-12 4 2880,4 8-2891,12-34-1617,7-3 1673,22-10-33,3-4-1118,6-11 1,3-5 1128,-12 5 1,-2-1 44,8-6 0,-2 1-146,-1-1 90,-18 23 0,-14 16 23,-4 9 89,-3 9-79,1-3 765,0-8-697,5-7 0,1-12 358,74-30-414,-37 10-45,-7 6 0,5-2 0,-4 1 219,-5-1 0,-5 2 2691,2-3-3056,2 4-935,-21 35 1103,0 11-405,-2-10 1,0 1 382,1 14-3277,4-5 0,-1-22 2733,22-1 1,-19-10 0,11-1 0</inkml:trace>
  <inkml:trace contextRef="#ctx0" brushRef="#br0" timeOffset="25914">29467 1795 23572,'38'-3'-820,"-1"-1"1,0 1 0,8-2 0,-3 2 163,-13 3 1,-4 1-1,-2-1 1,-23 1 0</inkml:trace>
  <inkml:trace contextRef="#ctx0" brushRef="#br0" timeOffset="26116">29434 1974 21532,'38'-4'-547,"0"-1"1,1 1 0,-1-1 0,4 0 0,-1 0 0,-5-2-110,-3-5 1,-6 0-1,-5 1 1,-4-1 0</inkml:trace>
  <inkml:trace contextRef="#ctx0" brushRef="#br0" timeOffset="26466">30505 1468 10147,'-23'37'1092,"1"1"0,1-1 0,1 5-437,8-7 0,1 6 1,-1 3-1,2 0 0,-1-2-93,-1 0 0,1-2 0,-1 0 1,0 3-560,2-6 1,0 2 0,-1 1 0,0 1-1,0-2 1,0-2-23,-3 9 0,0-3 0,0-1 0,1-3 22,-1-1 1,0-4 0,0 0 451,-4 10 0,1-4-461,4-10 1,4-15-1474,7-34 386,8-13 1,5-11 0,0 1 623,-1-3 1,0-1 0,0 5 0,1-3 0,-1 8 0,2-5 0</inkml:trace>
  <inkml:trace contextRef="#ctx0" brushRef="#br0" timeOffset="26924">30424 1448 19179,'-16'34'541,"0"1"1,1-1-1,-1 1 1,2-2 0,2-1-1,1 1-537,1 3 0,2 1 0,3-4-1643,5-7 1,6-4 553,18-6 0,5-5 1107,8-1-389,-2-13 1,6-7-1,-3-6 356,-8-9 0,-4-7 0,0 1 359,1 3 0,1 0 0,-2-4-332,-5-2 1,-2-5 0,-3 2 0,-3 6-1,-3 7 1,-3 3-23,4-13 1,-4 12-496,-15 41 0,-4 15 971,7 0 1,3 4 0,-1 1-400,-2-2 0,-1 0 0,6 0-34,10 9 1,6 1-1,2-9-37,-2-15 0,4-4 702,10 0 1,3-9-2342,-7-21 1,-2-6 982,8-6 1,-12 7-1,-3 0 1,-8 0 0</inkml:trace>
  <inkml:trace contextRef="#ctx0" brushRef="#br0" timeOffset="28192">27015 3145 18104,'-1'-20'1428,"-26"14"1,-9 8-1514,0 5 0,-2 4 234,-1 0 0,-3 2 1,4 0 125,3 1 1,3 2-220,-4 8 1,6 1 122,9 0-190,-2 11 22,34-17-11,8 3-2810,18 2 2821,-8-6 0,5 2 1,-2 0-1135,-1 0 0,1 1 1106,-5-2 0,5 3 0,-2 0 1,-4-1-776,-2 6 0,-4-1 792,4-1 0,-8-1 425,-30 13 163,-24-27 1,-13-7-227,17 1 0,-2-1 0,-1 0-355,-6-3 1,-1-1-1,1-1 468,9 2 0,0-1 0,2-5-1568,-4-13 1,1-7 0,9 0-547,12 5 1,4-2 545,-2-6 1,1-5 0,10 4 722,29-1 1,7 6 0,-16 9 0,-1 1 0,16-14 0</inkml:trace>
  <inkml:trace contextRef="#ctx0" brushRef="#br0" timeOffset="28402">27366 3058 10326,'10'39'468,"-1"1"0,1-1 0,-11 0 0,-3 4 0,-3 1 0,-1-2 0,-1-6 367,-2-5 0,-1-4 0,-2 3-872,-2 8 1,-3 4 0,0 0 0,4-7-586,3-6 0,2-3-1017,1 1 1,2-4 818,0 1 1,3-5 0,4-19 0</inkml:trace>
  <inkml:trace contextRef="#ctx0" brushRef="#br0" timeOffset="28539">27223 3374 18754,'35'-2'-410,"0"1"0,0-1 1,-1 0-1,-3 2 1,3 4-1,-6 3 0,-15-1 1</inkml:trace>
  <inkml:trace contextRef="#ctx0" brushRef="#br0" timeOffset="29105">27888 3564 9699,'-3'-44'1092,"0"0"0,-8 5 0,-9 11-209,-11 23 1,-9 12 0,2 0-795,0 1 1,1 4 481,1 1 0,-2 4 0,7 1-515,12 3 0,4 2-254,-1 10 1,3 2 197,5-2 0,2-1 615,2 0 0,4-1-637,14 12 2154,10-26-2525,5-26 1,10-13 0,6-8 0,-2-1 0,-8 5-117,-9 4 0,-4 1 1,3-3 494,4-1 1,6-4 0,2-2 0,-1-2 0,-5 2 0,-8 2 9,-9-2 1,-7 1-1,0-2 0,4-11 1,-1-3-1,-2 1 41,-2 8 1,-1 2-1,0-1 109,2-2 0,1 1 0,-9 14-1233,-18 23 1378,8 24 0,2 11-123,-5 8 1,0 2-87,7-15 0,1 1 0,1 1-38,1 1 1,1 0 0,0 1-187,1 3 1,-1 0 0,1 0 133,0 0 1,0 0-1,1-2-15,-1-1 1,0-2 0,3 0 22,6 12 0,1-6 0,-4 0 0,4-15 0,-1 0 0</inkml:trace>
  <inkml:trace contextRef="#ctx0" brushRef="#br0" timeOffset="29957">28972 3514 11492,'31'-2'-614,"0"1"1,1-1-1,9 0 1,-2 1 613,-11 0 0,-4 1 0,3 0 0,-17 0 0</inkml:trace>
  <inkml:trace contextRef="#ctx0" brushRef="#br0" timeOffset="30109">29058 3659 11705,'40'-3'0,"0"0"0,1 0 0,-1-1 0,3 1 0,0 0 0,0-1 0</inkml:trace>
  <inkml:trace contextRef="#ctx0" brushRef="#br0" timeOffset="31475">31209 3024 17162,'15'-24'3276,"-24"2"-736,-33 17-2212,14 3 1,-5 0 0,0 2-1354,0 1 0,0 1 0,-1 0 1058,0 0 1,0 0 0,0 1-586,-5 4 0,0 2 0,4 0 529,6 2 1,2 1-647,-9 6 1,5 2 634,14 8 12,13 2 16,24-6 0,11-3 0,-4-8 1,2-1 668,12 7 1,3-4-664,-12-11 0,1-4 0,-4-3 732,12-13-715,-15 8 0,-5-2 1975,-13-15-1981,-12 6-2990,-35-3 1340,7 18 1,-4 4-1,1-2 1,-2 3 982,-6 7 1,5 3-1,12 0 1,4-1 0</inkml:trace>
  <inkml:trace contextRef="#ctx0" brushRef="#br0" timeOffset="31887">30118 3619 21454,'44'-5'231,"-1"0"0,1 0 0,0 0 0,0 0 0,-6 3 0,4-1 0,1 1 0,2 0 0,0 0 0,0 1 0,-2-1 0,-1 1 0,-3 1-887,10-1 1,-4 1-1,-2 0 1,1 1 0,3-1 317,-2 1 1,5-1 0,0 1 0,1 0-1,-3 0 1,-4 0 0,-7-1-30,1 1 1,-7 0-1,0 0 367,12 0 0,-4-1-596,1-3-726,-20-1-920,-40-1-649,-20 1 2891,10 4 0,-5 1 0,5 0 0,-15 1 0,11 0 0,-1 0 0</inkml:trace>
  <inkml:trace contextRef="#ctx0" brushRef="#br0" timeOffset="32377">30679 3872 17476,'-1'3'2947,"1"0"-4586,6 25 1,3 16 1921,-6-11 1,-1 4 0,0 2 0,0 0-329,0 4 0,1 1 0,0 1 0,-2 0 61,0 1 1,-2 1 0,0-1 0,-2-4 366,-1-2 0,-1-4 0,-1-1-367,-2 12 1,-1-4-845,3-10 1,0-1 827,1-2 0,1-3 78,1-4 1678,3-19-1644,1-23 0,0-20 0,-1 2-84,-3 12 0,0-1 577,1-14 1,0-6-1,-5 1-437,-9 2 0,-7 2 1,3 6-678,3 5 0,0 2 516,-2-4 1,-3-2 0,0 12-110,-22 25-144,13 16-324,-4 3-225,21 4-2482,21-7 3054,34-21 1,6-5 0,-18 11 0,14-13-1,0 1 1</inkml:trace>
  <inkml:trace contextRef="#ctx0" brushRef="#br0" timeOffset="32587">30809 3993 21208,'34'-26'-785,"0"0"1,-1 11-1,2 8-817,10 8 0,-1 9-37,-11 6 1,-7 5 1308,-10 15 1,-7-15 0,-6-4 0</inkml:trace>
  <inkml:trace contextRef="#ctx0" brushRef="#br0" timeOffset="33137">31073 4355 15966,'7'33'780,"1"0"1,0-2 0,-3 0-976,-10 6 0,-4 0 223,1-6 0,-1-1-12,-1 3 1,1-3 1526,-6 1-1420,20-47 841,6-5-970,-1 1 1,2-2-348,1 2 1,3-2 344,7-8 1,5-3 0,-2 2 700,-1 4 1,1 0-694,1-2 0,1-2 0,0 6-856,3 6 0,-1 8 957,17 13-34,-22-1 0,-4 7 34,-11 19 1,-6 14 0,-3 4 0,1-8-130,-1-4 0,1 0-792,5 2 1,3 6 0,2-4 0,3-12-2458,23-14 1638,3-12 1,5-8 1497,-9-5 0,1-4 0,-4 2 0,-8 6 0,-1 0 0,12-9 0,0 1 1</inkml:trace>
  <inkml:trace contextRef="#ctx0" brushRef="#br0" timeOffset="33888">32684 1662 16053,'-22'-21'1092,"0"1"0,1 0 0,9 4 1694,26 7-4425,24-3 1,10 0 1265,-18 4 1,1 1 0,1-1 1017,8-1 0,1 0 0,-2 0-471,6 0 0,-3 0-122,-8-1 0,-5 7 71,-13 19 0,-3 6 45,4-6 0,-2 4-26,-11 22 0,-8 8 9,4-7 1,0 3-49,0-7 1,0 4 0,0 2 0,0-2-12,0-7 0,0 0 1,0 0-1,0 3-365,0 1 1,0 3 0,0 1 0,0 0 0,0-2 314,1 2 0,0-2 0,0 1 0,0 4 1,1-11 0,0 2 0,1 2 0,-1 1 1,1 1-1,0 1 0,0 0-24,0-1 1,1 0 0,-1 2 0,1 0 0,0 2 0,0-1 0,-1 2 0,1-1 0,-1 1-100,0-4 1,0 1 0,-1 1 0,0 0 0,1 1 0,-1 0 0,0-1 0,0 0 0,1 0 0,-1-1 0,0-1 79,1 2 0,1 0 0,-1-1 0,0-1 0,1 0 0,-1 0 0,-1 0 0,0 0 0,-1 2 0,-1-3 0,0 3 0,-1 0 0,0 1 0,0 0 0,-1-2 0,0-1 0,-1-2 0,1-3 0,-1-4 0,-3 11 0,0-6 0,-1-3 0,1 3 120,1 0 0,0 2 1,-1-1-1,1-2 1,-2-8-121,-4 5 0,0-13 1312,6-16-1312,2-4 1963,-2-5-1963,-9-2 0,-12-1 0,-9-2 0,2 2 0,-4-1 0,-2 2 0,6 0 0,-3 0 0,-1 0 0,0 2-401,1 2 0,-2 2 0,2 0 0,1 2-692,-2 1 1,1 1 0,-1 1 272,2 0 1,-2-1 0,1 1 0,3 2 350,0 1 1,3 2 0,3-2 0,1 0 0,2-1 0,-13 5 0</inkml:trace>
  <inkml:trace contextRef="#ctx0" brushRef="#br0" timeOffset="36323">20285 7074 16546,'-11'-36'819,"-1"0"0,1 1 0,-5-14 0,5 9 2457,10 17-2462,13 2 0,4 1-803,0 3 97,11 17 0,11 8 1,-5 2-81,-10 0 0,-1 2-17,6 8 0,3 3 0,4-7 28,5-13 0,5-8 1,0-2-1,-7 1-11,-6 3 0,1-2 2,4-2 1,8-2 0,-4-1 0,-14-2 799,-14-13-416,-7 10-178,-28 41-1028,6-3 0,-3 7 0,-2 4 0,0 0 798,-1 2 1,-1 2 0,-1 2 0,0 0 0,0-1-366,2-2 0,-1 0 0,1 0 0,0-1 0,0 0 359,1 0 0,-1 0 0,1-1 0,2-2 0,0-4 0,-6 10 0,1-5 0,1-3 0,0-2-841,-2 0 1,1-3 896,-6 3 1551,7-31-1641,25-15 1769,11-24-1735,2 15-2254,2 5 2176,1 17 2298,3 13-2153,8 18-1117,-14-10 0,2 2 1111,11 10 1,5 1-270,-8-11 0,1-1 1,1 0 207,11 9 0,2-2 929,0-6 1,0-5-958,-3-8 0,-1-3-999,-10-2 0,0-1 696,6-4 1,-3-2-1216,2-11 1078,-10-12-2809,-8-10 2937,-9-1 0,-2 0 0,0 3 0,-2 8 0,0 0 0</inkml:trace>
  <inkml:trace contextRef="#ctx0" brushRef="#br0" timeOffset="36574">20380 7318 20289,'41'-4'7,"0"0"0,0 0 1,1 0-1,-4 1 1,-3-1-1,3 1-433,0-2 0,2 0 1,1-1-1,0 1 98,2-1 0,1 0 0,-1 1 1,-7 0-1,-1 1 0,-2 0 1,6-1-1,0 0 0,0 0 1</inkml:trace>
  <inkml:trace contextRef="#ctx0" brushRef="#br0" timeOffset="36772">21566 7174 20949,'45'9'4,"0"0"1,-17-8-1,-3 2 1,8 16 0</inkml:trace>
  <inkml:trace contextRef="#ctx0" brushRef="#br0" timeOffset="36910">21510 7391 20244,'40'0'0,"-1"0"0,1 0 0,0 0 0,0 0 0,4 0 0,-2 0 0,2 0 0,0 0 0,0 0 0</inkml:trace>
  <inkml:trace contextRef="#ctx0" brushRef="#br0" timeOffset="37865">23990 6358 16243,'0'-4'1638,"-23"19"0,-10 12-206,16-11 1,-1 3-2089,-6 5 1,-6 6-1,-4 4 1,2 0 0,3-5 488,0 3 0,3-4 0,-1 3 167,-1 0 0,-1 3 0,0-1 0,2-2-367,0 3 1,1-2-1,5-5 300,-3 6 432,5-7 0,5-5-1250,13-18 632,3-27 0,3-9 0,-2 18 1,1-14-1,1 0 0</inkml:trace>
  <inkml:trace contextRef="#ctx0" brushRef="#br0" timeOffset="38230">23547 6357 17924,'13'23'1092,"0"-1"0,6 9 0,6 4-1298,-2-5 0,4 4 0,1 0 1,-2-2 261,-1-1 0,-2-1 0,3 2-3,1 2 0,3 2 0,0 0 0,-4-2-371,-2-5 0,-3-1 0,0-1 348,0 0 0,0 0 0,-1-1 293,6 6 0,-2-2-306,-5-6 0,-4-7 95,-10-13-414,-3-9-909,-6-6-570,-3-11 1781,-6-3 0,-3-8 0,2 6 0,-2-4 0,-2-5 0,-1-1 0</inkml:trace>
  <inkml:trace contextRef="#ctx0" brushRef="#br0" timeOffset="38828">23362 6052 11962,'-5'-2'3276,"2"0"-939,3 2 939,-19 1 0,14 0-2476,-14 0-217,34-1-315,15-1 1,4-1-153,-5 1 0,1-1-105,12 0 0,7-1 0,0-1-774,-8 2 0,0-1 1,1 1-1,1 0 796,0 0 1,0 0 0,0 0-1,0 0-376,-1 0 0,0 0 0,-1 1 0,-4 0 388,14 0 0,-8 1 45,-6-1 1277,-16 1-1211,-12 0-178,-6-1-2767,-3 1-488,8 7 2457,1-4 1,1 5 0,-4-6 0</inkml:trace>
  <inkml:trace contextRef="#ctx0" brushRef="#br0" timeOffset="39564">24964 6546 21264,'0'-3'1882,"1"0"-728,11 3-583,8 1 1,7-2-1665,11 0 1,6-1 0,2 0 1038,-11 1 1,2 0 0,0 0 0,0-1 86,4 1 1,0-2 0,0 1 0,-3 1 267,4-1 1,-1 0-1,-5 1-284,0 0 0,-2-1-1062,0 0 1,-2 0 1772,6-1-392,-10 1 0,-22 1-347,-6 0 2167,0 1-3937,-4 0-1496,-2 0 0,0 0 0,2 1 2184,3-1 1,1 0 0</inkml:trace>
  <inkml:trace contextRef="#ctx0" brushRef="#br0" timeOffset="40007">26552 6178 20960,'-7'35'819,"-1"0"0,2-5 0,1 2 0,0 0-462,2 2 0,0 0 1,-1 1-55,0 4 1,0 0 0,-1 0-256,1-8 1,0-1 0,-2 3-658,0 3 0,-2 3 0,0 3 1,0-2-1,0-3 639,0 5 0,0-4 0,-1 3-30,2-5 0,-1 2 0,-1 1 0,1-1 0,0-4-375,0 1 1,0-2-1,0-2 403,-3 10 0,1-3 134,2-6 0,1-5-588,-3-3 426,15-45 0,8-28 0,2-8 0,-4 14 0,-6 18 0,1 0 0,5-17 0,0 0 0,0 0 0,0 0 0</inkml:trace>
  <inkml:trace contextRef="#ctx0" brushRef="#br0" timeOffset="40558">26504 6227 11918,'-3'-42'1165,"1"8"1456,3 34-1971,3 6-293,-1 15 1,1 7 191,-2 1 0,0 3-573,1 7 1,-1 1 96,-1-5 0,-1-2 1606,0 11-1607,2-11 1,2 0-50,8 9 33,-3-16 0,6-4-17,10-16 1,4-8-52,-2-7 1,1-4 11,3 0 0,-1-5-77,-8-7 1,-1-7 0,-5 2 98,-2-6 1,-4 0-150,5-8 1,-3 2 131,-9 12 1,-2 5 72,-1-2-156,-13 44 134,3 5 160,1 6 1,0 10 0,5 0 448,8-2 1,3 1 0,2-1-663,-2 0 1,1 0 0,7-4-1097,16-2 1,10-6 0,-2-8 545,-4-12 1,0-7 0,9 2 0,-7-4 0,-14-11 0</inkml:trace>
  <inkml:trace contextRef="#ctx0" brushRef="#br0" timeOffset="42063">23693 7890 8007,'-31'-3'1092,"1"1"0,-2-1 0,4 2 2184,6 2 0,1-1-972,20 0-1732,1 0 739,19 0-588,6 0-567,-2 0 1,4-1-15,0-2 0,3-1 1,8-1-78,-8 1 0,7 0 0,4-1 0,5-1 0,2 0 1,1 1-1,1-1 0,-1 0 0,-2 0 0,-3 1 0,-4 0-310,8-1 1,-5 0 0,-1 1 0,-1 0 0,3 0 0,5-1 251,-10 1 1,3 0-1,2 0 1,2-1-1,1 0 1,1 1-1,1-1 1,0 0-1,-1 1 1,0 0-1,-2 0 1,-1 1 0,0-1 0,-1 2 0,0-1 0,0 1 0,-1 0 1,0 0-1,0 0 0,-2 0 0,1 0 0,-2 0 1,-1 0-278,6 0 0,-3 0 0,-1 0 0,-1 0 1,0 0-1,1 0 0,1-1 0,2 1 271,-1 0 0,2 0 1,1 0-1,1-1 0,1 1 1,0 0-1,-1-1 0,0 1 1,-2-1-1,0 1-152,3-2 1,2 1-1,-1-1 1,-1 1 0,-2-1-1,-1 0 1,-4 1 0,-3 0 149,3-1 0,-6 1 0,0-1 0,2 1 25,9-2 1,3 0 0,2-1 0,-4 0 0,-8 1 63,5-6 1,-8 2 753,-12 3 0,0 0-250,2-3 1,-4 1-538,-10 4 2257,-5 0-2302,-7 5 3265,0 0-3955,0-6-2357,0-3-241,-2-2 0,-2 0 2736,-6 4 0,5 3 0,-2 2 0</inkml:trace>
  <inkml:trace contextRef="#ctx0" brushRef="#br0" timeOffset="42976">25439 8129 15336,'5'0'3276,"5"-9"0,-8 7-1626,0-8-1521,-25 9 1,-20 7 0,1 2 54,3 0 1,-2 2-864,7-4 1,-4-1-1,0 1 1,3 2 722,-2 3 1,3 2 0,2 0-1075,2-1 0,1-1 1035,-7 5 1,0 0-6,13-5 0,0 1 11,-8 12 1,1 2-137,14-7 0,1 0 102,-6 6 1,5 1-13,14 8 97,36-19 0,9-5-62,-3 7 662,-9-10 1,4-2 0,-2-6-563,-2-12 1,-4-4-400,0-3 366,-4 0 1,-11-2-557,-27 2 1,-17-1 0,4 4 477,-6-5-83,5 6 1,-7-2 0,7 9-434,-2 16-1112,13 13 1,1 4-1639,1 3 2621,10-1 1,4-2-1,4-13 1,7-3 0</inkml:trace>
  <inkml:trace contextRef="#ctx0" brushRef="#br0" timeOffset="43377">25963 7976 23504,'-28'37'922,"1"1"1,6-11 0,0 1-837,-1 5 0,-1 3 0,0-1-1725,-4 2 1,-1 2 1187,6-9 1,-3 3 0,0 2 0,-1 0 283,4-4 1,-1 1 0,0 0 0,0 1 0,-1-1 175,1 1 0,0-1 0,-1 1 0,1-1 0,0 1 226,1-1 1,0-1 0,0 1 0,1-1-1,0 0-230,-2 4 1,1-1 0,1 1 0,-1 0-50,-1 2 0,1 1 0,0-1 1,0 0 43,3-4 0,-1-2 0,2 0 0,0-1-4,-1 5 0,0 0 1,4-8 36,-4 4 1707,15-23-2547,1-9-832,11-23 1,8-11-1639,6-5 2730,-7 11 1,2-4 0,-1 6 0,5-1 0,-1 3 0</inkml:trace>
  <inkml:trace contextRef="#ctx0" brushRef="#br0" timeOffset="43862">25927 8515 15857,'0'-8'3276,"0"2"-2314,-4 30 1,-2 29-1,-1-3-813,2-18 1,-1-3-1,-1 6-632,1 1 0,-2 7 0,0 3 0,1 0 0,-1-3 0,1-6 501,-1 3 1,1-6 0,-1 1-12,-1 10 1,-1 1 0,2-10 1471,4-6-1479,0-11 224,3-10-1280,11-28 1056,4-24-144,-6 17 1,-1-2 154,1-5 0,-3 1 974,-2 7 0,-3 0-940,-9-18 0,-3 1-1002,3 17 0,-2 2 957,-9-13 0,-3 6 11,-18 14-112,1 10 1,-1 7-410,14 9 0,1 3 15,-8-5 1,6 4-2285,13 26-498,27-16 0,10-5 2457,12-6 1,-13-6 0,-3-4 0</inkml:trace>
  <inkml:trace contextRef="#ctx0" brushRef="#br0" timeOffset="44144">26102 8419 23056,'33'-19'263,"-1"-1"1,0 1-1,6-6 1,0 5-119,3 11 1,0 4-96,-13 1 1,-1-1-7,10-1 1,-3 0-3322,2-1 2304,5-1 785,-38 7-3089,-12 13 0,-24 18 2730,15-12 1,1 0 0,-2-1 0,3-2 0,-2 2 0</inkml:trace>
  <inkml:trace contextRef="#ctx0" brushRef="#br0" timeOffset="44784">26243 8750 23896,'9'-28'2455,"-13"48"-2086,-6 20-302,3-11 0,-3 4 1,0 0-1707,-4 9 1,-1-2 1257,4-7 0,0 0 381,-1 0 0,2-5 916,3-11-860,2-7 818,2-6-762,4-23-101,11-10 0,6-4-432,2-6 0,1-1 428,-3 11 1,0 0 0,0 1-8,9-8 0,-1 4 1473,-8 11 1,0 2-1474,0 1 0,0 2-871,4-2 0,-1 2 871,10-4 23,3 3-46,-14 12-55,13 13 1119,-13 4-1041,-2 5 0,-2 6-1296,-11 21 0,-5 3 1335,2-15 1,-2 0-29,-3 15 0,-2-3 1411,-4-13-1321,3 2-456,4-11 355,11-4 0,8-10 0,13-9-337,-7-4 1,1-5-1303,0-9 1,0-4 1091,-3 3 1,-2-1 0,-4-1 0,-4 2 0,-7 3 0</inkml:trace>
  <inkml:trace contextRef="#ctx0" brushRef="#br1" timeOffset="58533">5327 151 24575,'0'0'0</inkml:trace>
  <inkml:trace contextRef="#ctx0" brushRef="#br0" timeOffset="81505">8931 12339 21129,'28'-17'455,"1"0"1,0-4 0,-6 1-2842,-13 5 2812,0-7 825,-9 12-477,-10-3-1889,-13 5 1,-8 3 1136,-7 0 1,-5 3-638,2 3 1,-4 3 0,3 0 629,7 0 0,2 1 0,1 1 306,-14 5 1,5 2-322,4 4-145,16 1 133,14 2 12,23 5-22,11-2 0,11 3 26,-10-10 1,4 0-1,3 1 1,1 1-1,0-1 11,2 3 1,1-1 0,0 2 0,0-1-1,1-1-268,-5-2 0,0 0 1,1 0-1,-1 0 0,-1-1 1,-1 0 243,8 5 1,-2-1-1,-2-1 1,-3 0-15,-4-2 1,-3 0 0,-3 2 27,9 17 1,-11 2 472,-17 4-349,-17-13 0,-9-4 330,-17-12 1,-9-8 93,13-1 0,-2-1 0,-4 0-441,4-1 0,-4 0 0,-2-1 0,-2-1 0,1 0-60,2-1 0,0-2 1,-2 0-1,0 0 1,-1-1-1,0 1-38,-1-1 1,-2 0-1,-1 0 1,-1 0-1,2 0 1,0-1 0,2 0-15,2 0 0,0 0 0,1-1 0,2 1 0,-1-1 0,2-1-336,-5 0 1,0-1 0,1 0 0,4 0 0,7 1 184,-3 0 0,7 0-802,-7-5-140,59 14 1,28 5 0,-2 0-1,-20-3 1,-1 0 0,3 1 764,5 0 0,5 1 0,2 0 1,-3 0-1,-7-1 0,3 1 1,-6-1-1,-2 0 0,0 0 1</inkml:trace>
  <inkml:trace contextRef="#ctx0" brushRef="#br0" timeOffset="83732">9970 12960 23975,'13'-44'444,"-1"0"1,-1 8-1,-3 3-410,-9 0 63,-27 23 0,-15 7 1,4 3-770,13 2 0,-1 1 672,-15 1 0,-8 1 0,10 5 153,18 5 1,5 3-199,-11 17-1487,16-10 0,8 1 1498,17 5 1,7-1-208,-5-6 0,3-3 213,17 1 0,3-7 310,-10-10 1,-1-7-277,15-14 0,-2-8-342,-16 0 0,-2-2 341,7-6 1,-6-3 39,-15-1 0,-6 3-45,-2 8-90,-1-1 412,-2 38-322,1 6-1048,1 11 1,3 2 1036,8 8 44,-3-9 1,5-2-549,10-9 1,8-7 245,4-7 0,5-6 0,-2-1 932,1 4 1,0-5-642,2-11 0,1-8 1,-9 0 268,-10-17-202,-10 13 1,-2 4 2111,-9 12-2167,-3 31 3242,1 3-3207,-2 4 0,3 1-202,12 0 200,0 4-3251,25-40 3210,-16-12 0,0-9 1,-1 4-27,-1 5 0,-1 0-972,9-21 0,-6 13 994,-13 39-22,-2 2 39,16 13 1,6 0-1525,14-7 1485,-11 0 0,1-3 0,10-18 22,-13-9-101,-9-11 1,1-10 0,-3 3 364,-4 5 0,-1-1-286,3-6 0,1-4 0,-5 5-1579,-7-2 1579,-4 28 1355,-1 13-1299,-1 14 0,0 7-40,2-1 1,2 1-17,5 6 0,4-1 318,4-7 1,5-5-330,7-6 0,1-7-17,-5-6 0,-1-8-47,-1-17 1,-2-9-1,-4 1 97,-4 7 1,-3-1-46,6-25 1,-4 16 352,-9 50 1,-3 12-6,1-2 0,0 6-232,0-4 0,0 7 1,0 4-1,0 3 1,0 0-1,0-3-77,0 0 1,0 0 0,0 0 0,0 0 0,0 1 0,0-1-17,1 0 0,-1 0 0,1 0 0,-1 0 0,1-1 0,0 0 13,0 11 1,2 7-1,-1-4 1,-1-14-1,-2-25 1791,-7-42-1815,1 2-12,1-6 1,-1-10 0,1-5 0,-1 3-60,1 7 1,0 1 0,0 0 0,-1-3-408,0-6 0,-1-4 1,0-1-1,0 0 1,0 3 488,1 1 0,1 2 0,-1 0 0,0-2 129,1 2 1,-1-3-1,0 0 1,1 2-1,1 4-129,-1 0 0,1 4 0,5 1-596,4-1 0,4 0 0,6 11 573,15 13 1,6 10-281,3 1 1,4 4 0,-2 6 302,-2 7 0,-3 6 0,1 1 405,2-1 0,-1 1 1,-3 1-425,-4-1 0,-2 2 1,-16-2-111,-31 0 0,-10-1 134,15 1 1,-3-4 50,-20-11 0,-11-10 0,0-3-34,9-1 0,-1-3 1,1-1-1,5 2-117,-1-1 0,1 1 61,-3-1 1,-1-1-1,20 6 1126,36 11-1639,9-5 1,12-1 0,9-1 0,3-1 0,-4-1 0,-8 0-547,-1-2 1,-5-1 0,5 0 545,2 1 1,8 3 0,3-1 0,0-3 0,-6-4 0,-9-8 23,-5-12 0,-9-9 1,-4-3-1,-2 0 590,-3 5 0,-3 0 0,-1-1 0,0-1 322,5-6 0,1-1 1,-2-1-1,-6 3 703,-7-10 0,-6 2 0,-4 14 1560,-7 15-634,-8 9-1834,23 37 1,9 24 0,6 7 0,1-7-587,0-12 1,3-4 0,1 4 401,-4-3 0,0 5 0,0 0 0,2-4 0,2-6 0,15 5 0,5-14-163,8-12 0,0-11 140,-15-8 1,-2-4 660,9 1 0,-5-4-638,-19-3 0,-7-2-522,-8-4 746,-11 25 1486,-1 9-1687,-5 26-7,12-6 1,4 1 0,8 6 0,3-1-399,-1-7 0,2-1 371,8-1 0,3-5 1737,14-12-1756,-3-16 0,6-7 1,-4 1-171,-5 3 1,0-1 191,2-3 1,3-2 0,-7 3-161,-1-1 202,5 42 2350,-3-9-2328,6 10 0,5 1-482,0-10 1,3-3 447,-8-3 1,2-1-1,-1-1-340,10 1 1,-3-4 317,-6 1 0,-3-9 17,-5-19 0,-6-9-135,-11-12 0,-5-3 309,5 3 0,-8 1-244,-15 8 1,-7 1 0,-2 16-133,-6 34 1,-1 15 279,-2-11 0,4 4-54,10 6 0,5 7 0,5 3 85,5 0 0,5 3 1,2 0-1,-1-3-402,-1-3 0,1-3 0,0 2 334,1-4 0,0 2 1,1 1-1,-1 0 0,-1 0-408,0 7 1,-1 0-1,-2-1 1,-2-5-208,-6-6 1,-1-3-1,-1 1-536,2 15 1,1 2 0,-9-17 689,-19-25 0,1-10 0,9-2 1,-7-16-1</inkml:trace>
  <inkml:trace contextRef="#ctx0" brushRef="#br0" timeOffset="83841">12448 12064 16580,'-14'-20'0,"0"0"0,-9-12 0</inkml:trace>
  <inkml:trace contextRef="#ctx0" brushRef="#br0" timeOffset="84357">14544 12508 8948,'6'-40'632,"-1"0"0,1 0 0,-1 4 0,0 1 0,-2 2 197,-2-2 0,-2 4-55,-4-1 949,-4 10-1074,-10 43-419,7-2 0,1 5 20,-2 10 0,0 6 0,2-1-356,3-4 1,2 0 0,0 1 105,-2 7 0,1 0 0,3-2-11,5 5 0,5-4-236,0-12 1,4-4-3031,13 7 0,0-14 3058,-10-36 0,-2-7 0,-1 6 0,-2-25 0</inkml:trace>
  <inkml:trace contextRef="#ctx0" brushRef="#br0" timeOffset="84796">14541 12155 22597,'38'13'200,"0"-1"0,0 0 0,0 0 0,0 1 0,-1 0 0,0 1 0,-3 1-155,3 4 0,-3 2 0,1 3-865,-3 0 1,1 4 0,-1 1 0,-4 1 248,-7-1 1,-2 2-1,-2 0 1,-1 0 697,6 9 0,-2 0 1,-9-1-117,-10-5 0,-7 0 0,-10-6-115,-12-7 1,-10-5 0,-6-4 0,1-2 231,-2-2 1,-1-3 0,-1-2 0,0 0-459,1 2 1,-1 0 0,0-1 0,3-4 321,-7-5 1,2-3-1,14-7 1091,12-23-2607,37-1 0,15-2 431,1 10 1,7 1 0,0 1 441,-8 6 1,1 0 0,1 1 0,3 2 665,1 2 1,3 1 0,2 2-1,-1 2 1,-1 4 803,2 4 0,-1 3 0,0 2 0,-3 1 273,4-2 0,-1 0 0,-3 5 0,-2 4 0,-2 4 0,-10 3-416,-10 24-2025,-7 7 1461,-4-3 0,-1 0-112,-2-17 0,0-1 618,-1 13 1,0-5-2166,-3-15-1730,2-14 2457,-2-42 1,4 23 0,-1-25 0</inkml:trace>
  <inkml:trace contextRef="#ctx0" brushRef="#br0" timeOffset="84923">15347 12175 21667,'6'43'-547,"0"1"1,1-1 0,-5 7 0,3-10 0,9-14 0</inkml:trace>
  <inkml:trace contextRef="#ctx0" brushRef="#br0" timeOffset="85287">15549 12490 12814,'30'-28'652,"-1"0"0,1 1 0,-2 1 1,0 2-1,-1 10 706,3 15 0,-1 11-1317,-2 7 0,1 6 0,-3 1 471,-3 1 0,-3 4-490,2 8 1,-2 7-1,-11-3-423,-15-9 1,-9-3 0,-1-2 433,-8 11 1,-4-5-12,4-13 1,-2-3-1,-1-8 1098,-8-10 0,2-9-1103,8 2 0,1-6-752,2-11 0,-1-6 1,6 8 465,7 15 179,-5-32 80,32 53 0,9 9-495,-7-10 1,4-3-589,16-1 1,8-3 0,-4-3 623,-6-4 1,-1-2 0,2 4 0,3 1 0,-8-5 0,-7-12 0</inkml:trace>
  <inkml:trace contextRef="#ctx0" brushRef="#br0" timeOffset="85893">16196 11795 19291,'-2'44'468,"0"0"0,0 0 0,1 0 0,-1-2 0,0 1 0,0-2 0,1-2 180,2 1 1,0-3 0,1 4-558,2 0 1,1 4 0,1 3 0,1-1 0,0-3-912,2 0 1,0-3 0,2 0 0,0 2 644,1 0 0,0 2 1,1 1-1,1-3 1,1-7 197,1-2 0,1-5 0,1-6-12,7 0 0,0-12-528,10-27 400,-19-13 1,0-17-1,-2-7 1,0 1-1,-2 11-379,3-3 1,0 0 504,-4 1 0,2-11 0,0-1 0,-3 9 0,-5 19 2,-4 20 571,-1 41-213,-1-3 0,2 5-295,6 4 1,4 5 0,-1-3 166,-2-2 1,2-3-220,6-5 1,5 0-1,-1-9-1055,13-11 1005,8-22 0,1-9 805,-20 4 0,-1-4-777,2-2 0,1-3 0,-4 0-538,-2-15 1,-5 13 1119,-4 31-548,3-6-18,-13 28 1,-4 12-17,5 7 57,0-5-170,5 2-512,-2-18-1134,3-4 1759,-5-53 0,-1 24 0,0-27 0</inkml:trace>
  <inkml:trace contextRef="#ctx0" brushRef="#br0" timeOffset="86030">17096 12336 20109,'-3'-9'404,"0"2"-3681,3 7 3065,0 0 1,0 0 0</inkml:trace>
  <inkml:trace contextRef="#ctx0" brushRef="#br0" timeOffset="86144">15889 12164 21147,'42'-4'-274,"-1"-1"1,1 1 0,0 0 0,-1 0 0,1 0 0,5-1 0,0 1 0,-5 0 0,-7 0 0,-9 1 0,1 0 0</inkml:trace>
  <inkml:trace contextRef="#ctx0" brushRef="#br0" timeOffset="86912">17147 11873 13880,'-7'35'409,"0"0"1,0 0-1,1 0 1,1 7-1,2 3 1,0 2 0,2-1-1,1-4 77,3-1 0,3-4 1,0 1-1,0 2-486,-1 1 0,1 4 0,0 0 0,1-2 0,1-3-340,4 7 1,2-3 0,0-7 400,-3-4 1,3-11 1454,9-20-1509,-11-30 0,-5-20 1,0 0-260,2 10 0,0 0 1,0-2 265,0 5 0,-1-3 0,0 2 0,1 2-31,3-13 1,1 7-585,7 6 489,26 38 904,-18 10 0,0 10-798,-5 4 1,1 8-1,-1 2 1,-3-3-181,-3-5 0,-2-1 1,-1 2 185,6 12 0,-1 4 0,-15-9 62,-24-12 0,-10-9-46,4-9 1,-2-4 5,-10 0 1,0-7 965,7-7 0,4-7-1010,4-9 0,4 0-212,0 2-2,-1-11 1126,24 38-1378,13 10 1,8 4-606,5-3 1,6 0 0,0-1-1,1 0 1,0 1 0,0-2 623,5-1 1,0-2 0,-6-3 0,-6-5 0,-7-2 0,-2-4 0</inkml:trace>
  <inkml:trace contextRef="#ctx0" brushRef="#br0" timeOffset="87983">17920 12439 23191,'3'26'190,"1"1"0,11 1 1,6 2-1,-1-2-190,-4 4 0,4-4-1093,14-7 1,8-5 0,-7-11-1325,5-29 2395,-6-2 0,-4-5 715,-17 3 0,-6-3-649,0 0 1,-1-3 0,0 5 57,3-15-63,-4 7 0,-1 14-1123,-5 49 1235,2 14 1,2 5-152,2-13 0,1 2-484,2 5 1,2 4 0,8-12 453,13-18 0,7-10 0,-3-6 581,4-4 1,-3-14-752,-15-3 0,0-9 0,-1-6 0,-2-2 1,-1 0-1,-4 4-286,-2-3 0,-4 2 1,-2-1-1,0-3 486,-1 2 0,0-4 0,-1-2 0,0 1 0,-1 3 0,-1 5-4,0-4 1,-1 6-1,-1 0 45,0 1 0,-1 0 0,0 4 26,1-1 1,-3 11 223,-10 23 1103,3 37-1293,5 0 0,1 6-499,3-7 0,1 3 1,4 2 433,4 0 1,4 2-1,0 0 1,-1-1 97,-3-7 0,0-2 0,-1 0 0,3 1-134,3 4 0,1 1 0,2-1 0,3-7 230,5-5 1,2-4-1,1-10-734,-1-15 0,0-8-111,4-7 0,2-6 1,-6-4 632,-10-3 1,-5-4 0,-1 0 107,1 0 1,-1 0 0,-3 5 2245,1-5-1924,-9 63-684,0-1 0,2 5 286,8 6 1,2 3-18,-4-2 1,5-4-7,5-10 1,7-5 11,9-4 1,2-6 734,8-3-791,-9-8 1,-3-7-52,-3-24-763,-9-12 1,-2-2 1402,0 2-572,-5 0 0,-2 16 235,-9 43-129,4 14 1,3 5-310,0-10 0,3 0 225,3 14 1,8-4-239,18-14 1,5-9 243,-11-8 0,0-5-28,12 4 0,-7-14 19,-21-24 1,-9-17 0,-6-4 0,-5 9-20,-10 5 0,-6 1 178,6-3 1,0-8 0,-2 4-1,-5 16-172,-13 23 0,-1 13 229,4 4 0,4 5-212,1 24-46,15-6 1,5 0-34,3-7 0,3 0 582,3 7 1,4-1-2241,18 6 75,-10-21 1,5-4 1574,10-4 1,5-2 0,-5-2 0,9 6 0,-2-9-1,0 1 1</inkml:trace>
  <inkml:trace contextRef="#ctx0" brushRef="#br0" timeOffset="88308">20002 12322 17095,'14'-14'3276,"12"34"0,-3 6-2401,-8-5 1,3-4-2515,11-12 1,2-10 289,2-5 1,0-3 809,0 2 0,1-1 545,2-6 0,-4 1 1049,-4 3-1089,-1 3 157,-11 27 0,-2 7-123,2-6 39,-1 7 1,1-1-40,-1-11-549,11-4 549,-1-19 0,-5 9 0,-7-12 0</inkml:trace>
  <inkml:trace contextRef="#ctx0" brushRef="#br0" timeOffset="88451">18602 11968 19766,'-27'-9'91,"1"0"0,59-8 0,16 3 0,-19 6 0,11 2 1,1 0-1,-1 0 0</inkml:trace>
  <inkml:trace contextRef="#ctx0" brushRef="#br0" timeOffset="88600">19785 11824 21555,'0'0'0</inkml:trace>
  <inkml:trace contextRef="#ctx0" brushRef="#br1" timeOffset="90649">19898 11580 24575,'0'0'0</inkml:trace>
  <inkml:trace contextRef="#ctx0" brushRef="#br1" timeOffset="-146176.92">17390 11309 24575,'0'0'0</inkml:trace>
  <inkml:trace contextRef="#ctx0" brushRef="#br1" timeOffset="-134206.92">19468 11454 24575,'0'0'0</inkml:trace>
  <inkml:trace contextRef="#ctx0" brushRef="#br1" timeOffset="-43416.92">11943 15183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8:00:22.627"/>
    </inkml:context>
    <inkml:brush xml:id="br0">
      <inkml:brushProperty name="width" value="0.09071" units="cm"/>
      <inkml:brushProperty name="height" value="0.09071" units="cm"/>
      <inkml:brushProperty name="color" value="#92D050"/>
    </inkml:brush>
  </inkml:definitions>
  <inkml:trace contextRef="#ctx0" brushRef="#br0">1911 1088 7973,'-6'37'426,"0"0"0,-1-4 0,7-7 123,34-10-206,-4-17 1,6-4 0,-2-1 394,1 1 0,1-2-722,-3-2 1,5-3 0,-1-2 0,-4-1-164,-4-1 1,-4-2 0,0-2 160,9-7 1,0-4 0,-3 1 56,-9 4 0,-3 0 0,-5 0 58,-4-7 1,-9 4 1409,-20 4-1489,-5 24 1,-2 11-391,7 12 0,0 11 0,1 3 0,3-6 362,-1-1 0,2 0 372,-4 15 0,-1 5 0,11-9-394,21-6 16,3-15 1,7-2 0,12-5 0,6-4-692,2-3 0,1-5 692,2-4 0,-2-4 691,-8-6 1,-3-3-715,-9 3 1,-2-5 23,1-15 1,0-8 0,-2 5 17,-6 14 1,-1-1-26,2-10 0,-1-4 1,-9 12 2121,-14 17-2223,-11 6 3213,1 18-3168,1 9-3178,8 18 3228,12-13 1,3 0-6,3 12 204,0-17 0,1-2-204,4 1-1101,-8 1 1,-8 0 1223,-28-3-865,5-4 1,-2-3 741,-7-16 0,0-5 758,7 1 1,2 0-972,-6-6 123,23 16 23,1 4 1775,12 7-1708,23-5 0,3-4 0,-11 2 0,8-4 0,1 0 0</inkml:trace>
  <inkml:trace contextRef="#ctx0" brushRef="#br0" timeOffset="1017">3216 785 19852,'-10'32'170,"0"1"1,5 1 0,4 4 0,1-3-1810,5 4 1,2-1 1306,-2-8 1,1 2 0,2-2-508,8 13 0,5-7 844,-4-18 1,3-4 566,9 4 0,2-6-528,13-17-892,-19-9 0,-2-5 887,-9-6 1,-3-1-148,0 4 0,-1 1 74,-2-15 1439,-8 28-1417,-1 15-32,-2 6 44,-2 10-45,2 1 0,2 1 34,6 13 11,10-11 0,7-4 11,9-15 0,4-7-306,-4 0 0,1-4 301,3-7 0,-4-5 5,-3-11 90,-4-6 78,-11 11 1702,-5 4-1869,-20 35 3002,1 3-3003,-9 18-1030,11-7 1,2 0 1007,-1 2 16,2-7 1,5-6 173,6-18-145,6-16-34,7-9 0,8-10 0,0-2 0,-3 7-23,-5 6 1,1 2-23,12-3 0,6 0 1,-12 15 3320,-17 32-3224,-4 19 0,-1 1-40,-3-16 21,2 3-22,2-23 202,25-35-1160,-8 3 1,3-5 0,0 1 957,2-1 0,1-1-19,-3 0 1,1-1 0,-3 6-1423,7 4 1363,-9 28 100,-2 8 1,-8 22-1010,-1-2 1,1 0 991,-2-13 1,1 0-17,4 14 0,3-2 1581,8-2-1593,2-2-199,-3-18 0,0-3 1,-3 3-1,11-6 1</inkml:trace>
  <inkml:trace contextRef="#ctx0" brushRef="#br0" timeOffset="1211">3029 1088 8635,'40'-8'0,"0"0"0,0 0 0,0 0 0,0 0 0,1 0 0,-3 0 0,0 1 0,1-1 0,-1 1 0,1-1 0</inkml:trace>
  <inkml:trace contextRef="#ctx0" brushRef="#br0" timeOffset="1419">3931 984 18003,'33'-2'-547,"0"0"1,0 1 0,4-2 0,-7 1 0,-8 3 0</inkml:trace>
  <inkml:trace contextRef="#ctx0" brushRef="#br0" timeOffset="3200">5274 1469 16389,'-8'-29'616,"-1"0"1,2 3-1,-1 2-3893,-6-8 1376,-12 5 1923,-5-4-499,4 17 0,-3 12 642,2 20 0,-2 16 1,0 3-1,3-8 379,1-10 1,2 2-531,2 11 0,-2 9 0,7-2 0,15-15-99,28-19 0,16-13 0,-3-3 96,0-3 1,-2-5 656,1 2 0,1-1 0,-8-5-624,-11-17 1,-9-1 11,-5 16 0,-3 2-56,2-19 3080,-10 24-3080,-4 37 0,0 11-3024,0 4 3069,0 3 0,2 2 44,9 6 122,16-21 1,9-2 0,0-4-167,1-6 0,2-3-66,2 3 0,3-1 0,-2-10 47,1-20 0,-2-13 1,-4 0-503,-4 2 0,-3-2 476,1-2 0,1-4 0,-3-6-36,-10 4 0,-2-6 0,-2-2 1,-1 3-1,0 5 32,0 6 0,0 4 1,0-2 474,-1-11 1,1-7 0,-2 8 0,-2 25-377,-3 45 0,-2 20-1122,0-8 0,1 2 1060,1-2 1,0 3 0,1-4 27,4-3 1,1-4-7,-1 1 1,3 1-22,8 8 0,5 0-564,2-5 1,4-3 563,6 1 0,2-5 27,-6-10 1,1-7 123,-2-7 1,-1-11-142,3-20 1,-1-16 0,-3 4 17,-6 7 0,-2-1 688,6-6 0,2-3 1,-11 9-863,-13 13 253,-8 35-141,-3 15 100,4 11 1,2 3-96,4-18 1,3 0-1095,2 16 0,5-6 1145,13-16 0,9-15-11,-2-15-281,-7-11 1,6-9 0,0-3 0,-5 7 235,-4 8 0,-1-1 448,13-20 0,3-5 0,-14 23-381,-25 41 1749,-1 13-1804,0 6-1,1 2 123,21-22 1,8-4 21,22-9-548,-13 0 1,3-8 428,-4-15 1,-1-11 0,-4 1-469,-5 2 1,-3-1 426,1-2 1,-1-3-1,-4 2 313,-7 3 1,-7 0-327,-9-5 0,-7 3-975,-4 7 0,-6 5 975,-17 7 1,-4 9 730,11 11 0,1 6-714,1 3 0,6 3 408,14-1 0,8 2-386,12 5 1,6-2 11,5 1-29,-1-6 1,4-4-6,8-15 79,3-6-74,-4-8 1,-1-5-6,-5 3 0,0-2 16,7-8 1,0-3-316,-2-5 1,-2 0 298,-8 10 0,-1-1-873,5-7 1,-2 2 872,-8 8-56,-3 5-113,-7 13 1998,-1 20-1751,5 8 1,6 1-613,16-6 556,-10-1 1,1-6-23,2-25 0,1-8 2400,13-11-2406,-10 8 1,2 0-2565,8 0 2570,7 3 78,-18 29 12,0 10 346,3 5 1,1-1 1647,5 1-1944,1-4 0,-1-5-80,-5-14 52,18-19-135,-24-1-100,1-16-1109,-16 3-438,-15-2 577,-13 11 1,-12 0 0,1 2 682,-7-2 0,0 3 1,6 1-1,-1 0 1,4 3-1,7 6 0,-1 0 1</inkml:trace>
  <inkml:trace contextRef="#ctx0" brushRef="#br0" timeOffset="3378">5061 1043 8164,'-38'0'-387,"-1"0"1,48-8-1253,18 2 1,9 1 1091,3-1 1,5-1 0,-8 1 0,5-5 0,-8 2 0</inkml:trace>
  <inkml:trace contextRef="#ctx0" brushRef="#br0" timeOffset="3512">6060 886 14899,'0'0'0</inkml:trace>
  <inkml:trace contextRef="#ctx0" brushRef="#br0" timeOffset="4629">8677 1086 15885,'-32'10'697,"0"0"1,3 9-1,-2 5 1,5 0-1569,7 0 1,2 3 896,-2 1 0,0 4 1,3-3 312,6-3 1,4 0-323,1-1 0,2-1-1356,1 2 0,4-2 1451,12 4 56,9-5 1,13-22-113,6-12-838,-8-7 1,1-5 809,-1-6 0,-2-6-6,-8 6 1,-2-3-1,-4-1-513,-4 0 0,-5-2 1,-8 1 542,-13 4 0,-9 1 1,-1 3 716,-2-4 1,-5 7-767,0 13 1,-5 5 0,4 8-712,-8 15 0,6 11 719,4 8 1,4 4 348,8-14 1,0 1-1,4 0-360,-1 15 0,7-2 1021,7-13 0,5-1-1027,10 4 1,7-4-1005,9-7 1,6-5 1016,-2-6 1,3-3-1,-1-3 396,-4-5 1,0-3 0,0-3-404,1-2 0,-1-2 0,-2-3-708,3-6 1,-3-6 429,-7-1 1,1-5-1,-2-1 1,-2 2 86,-3 2 0,-2 2 0,-1-4 161,-1 0 1,1-5 0,-2-1 0,-1 1 0,-6 3 74,-5-3 0,-6 2 0,0 2 78,0-11 0,-3 5-106,-6 10 0,-2 12 667,-4 34-527,1 13 117,10 9 1,3 9-186,2-8 1,0 2 0,2 4-84,-1-8 1,2 2 0,-1 2 0,0 2 0,0 2-139,1-7 0,-1 2 0,0 3 0,1 0 0,-1 1 0,0 0 0,0-1 0,-1-2 132,0 4 0,-1-2 0,0 0 0,0 0 0,-1 0 0,1 1 0,-1 0 171,0-1 1,0 2-1,0 1 1,0 0 0,-1 0-1,0-3 1,0-1 0,0-4-170,-2 4 0,1-4 0,-2-1 1,0-2-1,-1-1-338,-3 6 1,-2 0-1,0-3 1,1-8 413,0-5 0,0-4-5,-6 2 0,0-10 1389,0-35-1442,12-7 1,2-13 0,2-9 0,0-2-1,1 1 1,1 7-21,0 4 0,1 4 0,1 0 0,0-6 0,-1 5 0,0-5 0,0-3 0,1-2 0,-1 1 0,2 1 0,1 4 0,1 5-3,4-5 0,1 5 1,2 3-1,4-3-24,2 0 0,4-3 0,2 1 0,1 2 0,0 4-348,0 3 1,1 4 0,0 2 0,4-1-282,1 1 1,2-1-1,3 1 1,-2 4 0,-1 6-315,4 6 0,-1 7 0,0 2 970,1 3 0,0 2 0,-5 2 0,10 6 0,-8 1 0</inkml:trace>
  <inkml:trace contextRef="#ctx0" brushRef="#br0" timeOffset="5168">10144 1122 20345,'-16'37'354,"1"0"0,-1 0 0,1 0 0,1 0 0,4-1-315,3 7 0,3 2-859,1-9 1,-1 4 0,1 1 0,0-3 58,0 0 0,1-3 1,0 1 741,-1 10 0,0 1 1,1-9 1393,0-1-2181,4-72 632,0 7 0,-1-3 28,0-1 0,1-3 1,-1-2 105,0 2 1,-1-2 0,1-1 0,-1 0-308,1-1 1,-1 0-1,1 1 1,-1-1 346,0 1 0,0-1 0,0 1 0,0 2 41,-2-5 0,1 1 0,4 4-710,9-7 0,4 7 658,6 1 700,1 11 1,4 6-690,14 27 67,2 5 4,-16 14 0,-1 12 1,-6-4-50,-9-12 1,-3 1-1,4 10 0,1 6 1,-14-7-20,-23-12 1,-13-6 0,1-2-745,4 2 0,-1-2 714,-3 1 1,-2 0 0,4-2-383,8-6 0,2-2-2868,-13 2 2457,19-6 1,8-1 0,12-2 0</inkml:trace>
  <inkml:trace contextRef="#ctx0" brushRef="#br0" timeOffset="5614">10596 1134 18630,'-26'18'367,"-1"0"0,1 0 0,5 0 0,2 0-362,-11 11 1,8 0-6,22-4 112,16-16-67,24-8 0,8-7-1684,-5-5 1,1-3 1603,-6 5 1,0-1-1,-2-2-257,3-9 1,-7-1 302,-3-13-11,-14 0 61,-21 8 1,-7 2-451,-14-1 406,2 7 0,-3 5 1424,3 12 0,-1 5-1492,-16 14 1,1 6-153,16-2 1,3 3 162,-10 6 1,7 2-39,22-7 0,7-2-281,17 6-1280,10-14 1,4-5-1,-5-2 1,0-3-1,14 2 1,0-4 1043,-9-7 0,-4 0 0,5 2 0,-7-6 0</inkml:trace>
  <inkml:trace contextRef="#ctx0" brushRef="#br0" timeOffset="6097">11101 1157 17913,'-20'29'819,"1"1"0,6 0 0,1 4 0,2 1-1912,0 7 1,1 1 0,1 2 1072,1-9 1,1 0-1,0 2 1,0 1 39,-1 0 0,-1 2 0,-1 1 1,1-2-1,1-1-17,-1 8 1,0-2 0,0 1-4,0-2 0,-1 2 0,1-2 0,2-7 561,1-3 1,2-7-316,2-6-11,8-60-931,-1 3 0,1-8 0,-1 1 681,-1 3 0,0 0 0,0-2-433,0-2 0,0-3 0,0-1 1,-1 4 413,-3 2 0,0 2 1,0-3-78,0 3 0,0-3 1,1-2-1,1 2 0,0 2 103,3-6 1,1 3 0,3-2-171,0 2 1,3-2 0,1 2 0,2 9 154,5 7 1,3 9 602,5 5 1,2 13-622,-2 26 0,-1 17 0,-4-5 41,-7-14 0,-2 2 0,9 14 0,0 7 0,-15-5 78,-30-4 0,-10-6-78,12-11 0,-2-1 0,-4 0 0,-3 1 0,2-5 0,2-6 0,-2-4-1093,-5-4 1,-4-2 0,5-2-2185,-10-11 2621,2 0 1,9-2-1,29-2 1,0 2 0</inkml:trace>
  <inkml:trace contextRef="#ctx0" brushRef="#br0" timeOffset="6251">11609 1225 13218,'8'5'3276,"-2"0"-4008,-17-1 732,5-1 0,-5 2 0,7-3 0</inkml:trace>
  <inkml:trace contextRef="#ctx0" brushRef="#br0" timeOffset="8118">12244 1188 12673,'1'26'3276,"-1"4"-3245,-4 5 1,-1 14 0,-1 2-1,1-6 59,1-11 0,0-3 0,0 4-176,0-1 1,0 7 0,-1 2 0,0 0-1,1-3 1,1-7 113,-1 10 0,0-4-37,1-4 0,0 0 0,0-9 883,2-14-749,1-28-134,2-6 0,3-11 1,2-10-1,1-6 0,0-3 1,1 0-1,-1 2 0,0 6 1,-2 8-4,1-8 1,-1 7 0,3-6-37,-2 6 0,3-10 1,0-5-1,1-1 0,1 3 1,0 9-1,-1 11 1,-1 18 47,14 34 0,-7 12 0,2 8 44,-3-10 1,4 3 0,-1 0 0,-1-4-34,4 4 0,1-1 3,-4-4 0,2 4 0,1-2 0,-2-8 738,2-5 0,1-7-703,5-2 0,4-3 0,0-4-35,11-7 1,0-7 15,-2 0 0,2-4 0,-5-8-22,-12-9 1,-4-9-1,-2-1 1,-1 3-17,-1 6 1,-1 3-1,-3-3 4,1-15 0,-4-3 1,-15 13 180,-34 18 0,-9 13-222,2 6 33,11 3 1,-4 3 0,7 7-23,5 22 1,8 5 109,5-7 0,3 1-132,-3 12 0,8-2 50,20-13 1,5-5 5,7 1-23,-2-20 1,3-9-348,-3-15 1,-1-9-1,-2 1 359,-2 3 0,-1-1 11,12-14 0,-5 3-336,-15 15 455,-10 28-130,-3 18 0,0 5 33,1 11 1112,-1-6 1,1 0-1124,6-1 45,20 1-45,1-16 0,-4-10 0,0-3 68,16-3-79,2-13 0,3-5-1107,-21 4 1,1-6 1113,2-6 1,1-5 0,-3 0-20,1-9 1,-4-1 15,-1 4 0,1-1 0,-7 2-27,-9 2 1,-6 3-45,-18-1-101,-16 49 123,11-2 45,11 2 0,5 3-51,9 0 1,5 0 50,3 8-6,-1-7 1,0-1 2284,7 2-2279,7 12 34,4-7 0,1-1-18,-8-8 1,3-2 5,10 0 1,6-1-1,-1-6 0,2-7 1,0-4-18,9-1 1,-1-3-6,-9-4 0,-3-4 1638,-12-1 0,-3-4-1524,3-11 0,-5-5-1753,-5-3 1,-5-2 1575,-4-5 0,-6 1-1071,-9 8 0,-5 5 1122,0 7 1,-3 10-547,-9 27 0,-3 19 1,6-4 557,9-13 0,5 3-51,-2 23 0,4 10 0,15-20 67,24-34 1,9-12-140,3 9 0,-1-8 63,-9-14 0,-2-9 0,-5 0 345,-3 1 0,-4 0-274,-4 4 0,-2 5 1696,-5 6-1931,-4 11 558,-9 15-323,-4 13 17,0 3 0,0 4-17,2 0 1,3 2 32,2 5 1,4 0 647,4-11 0,4-2-635,18 9-46,10-22 0,6-7-107,-2-3 1,0-2-189,-8 1 0,2-1 1,-2-4-810,4-6 1,-1-5 0,-5 1 143,-9 1 1,-3-1 897,8-7 1,-5-1 2594,-17 2-2779,-21 2 145,4 11-425,-13 0-673,9 12-616,2 4-1473,2 6 3120,2 3 1,6-6-1,2-3 1</inkml:trace>
  <inkml:trace contextRef="#ctx0" brushRef="#br0" timeOffset="9866">14596 1301 11297,'-18'21'3276,"6"0"-1638,-2 3 0,0 2-459,-4 17-2737,5-14 1,0-1 1669,-7 11-68,9-15 1,-1-2-1221,-2 1 1603,7-11 103,7-17-564,8-14-747,5-9 0,2-4 781,-3 6 0,1-1 694,4-10 0,2-2-733,-1 3 0,0 3 0,-4 8 0,1 3-85,1-2 1,-1 10 84,10 53 61,-13-3-11,-4-1 1,-2 5 77,-3 5 1,-1-4-90,-1 0 0,0-6 0,0-6 403,2-21 56,13-20 1743,0-6-2225,3-10 1,5-7-124,-1 2 1,2-3 0,-2 3 66,-1 1 1,0 2-6,9-16 0,-5 18 95,-16 55 0,-6 1 6,-2-4 0,0 2 177,-1 13-183,0-3-1038,2-11 0,2-3 1094,3 3-67,9 5 330,3-26-278,10-9 1,9-6-1,-2-2 834,1-4 0,1-2-878,-8 4 1,4-1-1,-1-2 1,-6 1 2,0-5 0,-8-2-67,-9-2 0,-10 2 3208,-15 6-3174,-8 5-1,-4 7-1575,-6 23 0,0 8 1592,6-10 1,1 2 5,-2 14 0,8 2 473,11 7-473,4-4-2268,9-3 2290,14-13 1,8-2-408,3-9 0,4-5 0,1 1 358,-3 2 1,0 1 0,3-6-585,8-7 0,5-5 1,-1-5-1,-6-3 316,-8-5 0,-5-5 1,0-3 267,-4 5 0,1-2 0,0-2 0,-3-2 0,-3-3-167,-6-3 1,-4-3 0,-2-3-1,-1 0 1,-1 1 0,0 5 207,1-1 0,-1 3 0,0 2 0,-2-3 301,0-9 0,-1-5 1,-1 6-1,-2 12 43,-4 10-154,-6 39 1,-7 22 0,0 8 0,3-9-149,3-4 0,0 2-45,1-2 0,-4 7 0,0 2 0,2-2 1,4-6-177,4 3 1,3 0 156,1 5 1,2 3 0,1-3 544,1-3 0,2-1-519,0-1 1,0 2 0,3-6 2031,17 2-1972,-6-21 1,5-4-40,2-3 0,2-7-39,8-7 0,0-9-8,-9-6 1,-1-7 0,-3-1 10,-4 0 1,-2-1 0,-2 0 7,6-14 0,-7 5-145,-15 7 290,-7 57 1,-2 18-11,4-5 0,2 2 16,0-8 1,1 3-1,4-4-78,6 5 0,4-6-17,19 3 41,-2-19 1,5-3-1,-2-3-306,-6-3 0,1-2 198,21 2 0,-2-11-118,-17-26 1,-8-11-18,-9 8 1,-4-2 0,2 0 115,2 4 0,0 1 1,-4-1-163,-7-24 1,-7 23 432,-7 62 1,-1 13-63,-4-9-101,9 1 1,2 7 0,5-5 369,13 2-398,2-14 1,3-1-867,2-1 1,1-1 843,5 1 0,1-2-5,12 4 1983,-5-12-5294,-5-34 2457,-18 1 1,5-7 0,-17 13 0</inkml:trace>
  <inkml:trace contextRef="#ctx0" brushRef="#br0" timeOffset="10036">15721 972 21062,'43'-13'-1093,"-1"-1"1,2 2 0,1 2 545,-2 6 1,-3 2 0,-14 1 0,-2 0 0,16-2 0</inkml:trace>
  <inkml:trace contextRef="#ctx0" brushRef="#br0" timeOffset="10703">18841 1040 10695,'-25'-7'819,"0"0"0,-3 18 0,-2 10 0,1 5-78,6 1 1,3 5 0,0 3-1,-1-1-643,-2 2 0,0 1 0,0 0 0,2 0 340,4-3 0,1-1 0,1 0 0,3 1-416,-1 9 1,4-1 0,3 1-378,1-3 0,4 0 0,6 0 310,5-4 0,7 1 1,1-1-1,1-4-358,-2-2 0,2-4 1,3-2-189,9 0 1,5-4 0,-2-5-108,-4-8 0,1-5 698,11-5 0,-1-2 0,-1 2 0,-15-2 0,0-1 0</inkml:trace>
  <inkml:trace contextRef="#ctx0" brushRef="#br0" timeOffset="11085">19575 1254 20871,'-6'37'655,"0"0"0,0 0 1,0-2-1,1 0 0,-1 2-1475,0 0 1,1 2 0,-1 0 0,0-1 344,-2 5 1,1-2-1,-1 3 480,0-2 1,-1 3 0,0-1 0,0-3-373,-1 0 0,-1-3 1,1-5 354,1-3 1,0-4 898,-5 11-4164,12-68 0,2 2 2621,3-2 1,0-1-1,-2 4 1,5 2 0</inkml:trace>
  <inkml:trace contextRef="#ctx0" brushRef="#br0" timeOffset="11606">19614 1156 19134,'-23'22'1804,"3"5"-1342,12 3 1,4 12-1,1 2 1,1-6-385,2 3 0,2-1-50,-4-3 0,-1 5 0,3-1 0,6-9-1667,13-5 1,4-9 832,7-5 1291,5-8 1,1-6-474,6-14-1124,-13 4 0,0-6 1127,-6-9 0,-1-7 0,-3 0-17,-4 5 0,-3 0 0,1-2 28,4-8 0,0-2 0,-4 3 114,-3 0 0,-7 8 6,-9 11 2266,-2 28-2334,-10 23 123,11 6 1,3 2-807,-1-16 1,2 1 654,2 15 1,3-2-40,6-4 17,7-11 0,3-2-73,13 6-608,-8-11 0,2-3-2624,20-13 2621,-21-14 1,-3-2-1,8 2 1,-8-14 0</inkml:trace>
  <inkml:trace contextRef="#ctx0" brushRef="#br0" timeOffset="12037">20427 665 9867,'26'19'819,"0"0"0,1 0 0,9 6 0,0 3 273,-8-4 0,1 3 0,-1 2-797,-6-2 0,0 1 0,-1 1 0,0 0 124,1-1 1,0 0-1,-1 1 1,-1 0-346,4 10 1,-3 0 0,-9 4-93,-13-2 1,-8 5-1,-5-2 1,1-4 28,1-8 0,0-3 0,-4 2 29,1 0 0,-2 5 1,-2 0-1,-1-2 0,0-7-148,-4-4 0,-1-6 0,-1 0-86,-10 9 1,-2 1-900,8-5 1,-1 0 0,1-2 545,-4 2 1,2-1 0,3 0 0,3-3 0,3-7 0</inkml:trace>
  <inkml:trace contextRef="#ctx0" brushRef="#br0" timeOffset="32099">3583 2077 12983,'-2'-4'3276,"0"1"0,2 3-2153,-3-2-226,2 2 268,-2-2-252,29 1 1,15 2-3212,5-1 2324,-12-1 0,4 0 0,-1 0 75,1 0 0,0 0-109,6-2 1,1-1 100,-11 2 0,1 0 1,3-1-499,-2 0 1,5 0 0,1-1 0,1 1 0,-3 0 440,3-1 0,-1 1 1,0-1-1,5 1-213,-10 0 0,3-1 0,3 1 0,1-1 0,0 0 0,-1 0 0,-2 1 0,-2 0 217,5-1 0,-2 0 0,-2 1 1,1-1-1,2 0 116,0 0 0,2 0 0,0 0 0,1 0 0,1 0 0,1 1-147,-7 0 1,2 0 0,0 0 0,1 1 0,0 0-1,-1-1 1,-1 1 0,-1 0-211,4 0 0,-1 0 1,-2 1-1,1-1 1,0 1-1,1-1 201,0 1 0,2-1 0,1 0 0,-1 1 0,-1-1 0,-2 1 0,-3 0 36,6 0 1,-3 1-1,-2 0 1,-1 0 60,9 0 0,-2 0 1,-4 0-98,-5 0 0,-2 0 701,14 0 0,-7 0-488,-21 0 281,-11 0 336,-5-1 1379,-3 0-2209,-1-1 3276,0 1-4505,1 1-2048,-2 0 0,-9 5 2457,-6 5 1,1-3 0,1 2 0</inkml:trace>
  <inkml:trace contextRef="#ctx0" brushRef="#br0" timeOffset="33185">5016 2331 13352,'1'-7'3276,"-1"1"-1094,0 6-1431,0-2-337,0 1 1121,-2 14-1256,-2 19 1,0 13 0,-2 2-132,2-13 1,0 0-1,0 2 1,0 3-84,0-1 0,-1 3 1,0 2-1,0 1 0,0 1 1,1-1 22,0-5 0,1 2 0,-1 0 0,1 0 0,0 0 0,0 0 0,1-2-53,-1 2 1,0-1-1,0-1 1,1 0 0,0 1-1,1 1-2,-1 1 1,1 1 0,1 2-1,-1-1 1,1 0 0,1-3-1,-1-2-487,2 9 1,1-4-1,0-1 1,1-1 461,-1-2 0,0 0 1,0-1-1,2-3-34,2-1 1,1-2-1,2-2 76,7 3 1,1-3-51,-3-4 0,2-3 5,4-1 1,2-5 44,6-10 1,1-3-531,-5-2 1,3 0 501,6-1 1,4 0-1,-1-2 399,1-1 0,-1-2-425,-4 2 0,2-1 0,-1 0 3,1 0 0,0-2 0,-2 1-22,4 1 1,-1-1-960,9 0 0,-3 1 982,2 0 0,-12 1 1975,-10 1-1941,-12-1 794,-5 1-828,-4 0-840,-1 0-2437,-7-7 0,-4-3 0,-3-5 2457,-1-3 1,10 11 0,0-1 0</inkml:trace>
  <inkml:trace contextRef="#ctx0" brushRef="#br0" timeOffset="33487">5782 3950 16255,'-4'0'3276,"1"0"-1936,3 0 1428,39 40-6045,-16-17 3206,-2-1 0,3 4 1,-4-2 170,7 10 380,-12-13 1,-4 4-442,-17 13 0,-11 1-557,0-13 1,-4-2-1,-3 2 518,-2 2 0,-2 1 0,0 0 0,1-4 0,-11 5 0,2-4 0,4-6 0,-1 0 0</inkml:trace>
  <inkml:trace contextRef="#ctx0" brushRef="#br0" timeOffset="52666">10304 5736 12669,'0'-7'3276,"0"1"-1745,0 6 1730,-27 65-3151,15-23 196,0-5 0,-1 7 1,1 0-930,5 2 1,1-1 0,1-1 670,2-12 1,-1-1 0,1 0-16,-2 8 1,1 0 0,1-5-2098,1 7 2120,0-19-807,1 1-627,-1-20-1400,2-7-416,-1-7 3194,1-23 0,0 18 0,0-12 0</inkml:trace>
  <inkml:trace contextRef="#ctx0" brushRef="#br0" timeOffset="53300">10053 5632 15527,'-40'20'546,"-1"1"0,1-1 0,7 0 0,-1 1 0,2 1 0,5 1-1639,2 5 1,5 1 0,-1 3 1307,-1 5 0,-2 3 1,2 2-1,1-1-126,4-4 1,0-2 0,3 2 0,2 3-239,3 1 1,2 4 0,2 1 0,1-2 0,3-5 151,2 0 1,2-5 0,4 1 426,5 9 0,4 0 0,4-9-419,7-12 1,6-7-333,2-3 1,8-1-1,3-2 1,0-2 344,-5-3 1,1-2 0,2-1 0,-1 0-1,0-1 51,0 2 0,1 0 0,-1-1 0,0 0 1,-1-3-70,-1-2 1,1-1 0,-1-1 0,-3-2-1,-5-1 454,-1-1 0,-4-3 0,0-4-379,2-8 0,1-7 0,-2-1 0,-3 1-217,-2 3 1,-4 0 0,0-5 215,-1-3 1,1-5 0,-2-3-1,-3-1 1,-6-1-31,-8 4 0,-6-2 1,-4-2-1,-1 2 1,-1 0-1,2 3 39,2 2 1,0 1 0,-1 2 0,-1 0 0,-2-1-87,-3-2 1,-2-2 0,-2-1 0,-2 2 0,0 4-1,-1 8 27,-9 2 0,-1 8 0,-1 1-148,1 1 1,-1 1-1,-4 2 118,0 5 0,-5 1 0,-2 2 0,1 1 0,4 1 62,-6 1 0,4 2 0,-4 2-89,0 1 0,-4 2 0,-2 2 0,3 1 0,8 2-3,6 2 0,5 1 1,1 5-791,-2 6 1,-1 5 0,3 3 0,6-1 449,2 13 1,7 0 0,-5 1-1,4-3 1,13-18 0,0-1-1</inkml:trace>
  <inkml:trace contextRef="#ctx0" brushRef="#br0" timeOffset="54331">12667 5695 12647,'-26'23'3276,"-3"0"-604,-4-4-2162,-9-3 0,-3-2-353,21-7 0,-1-1 6,-18 8 1,3-10 178,19-23 0,8-5-342,9 0-11,2-6 0,7 1-1569,17 10 0,7 4 1580,1 3 0,3 4-72,0 5 0,4 2 0,-1 5 72,-4 5 0,-1 4 0,-1 6-533,-3 8 1,-1 8 0,-2 2 0,-4-2 543,-1 0 0,-4 0 0,-3 2-264,-4 1 1,-2 3 0,-3 0-1,-3-5 259,-7 10 0,-5-5 615,-4-1 1,-4 0-555,-1-10 0,-3 0 1,-1-2-363,-2-3 1,-1-3 0,0-1 323,0 0 1,1-1 0,0-3-25,-10 2 1,1-7 117,9-9 1,4-9-158,10-27 1,7-8-1,4 12 0,3 0 594,4-17 1,10 5-578,11 21 0,3 9 95,3 13-33,-6 2 0,-1 4-23,10 11 12,-8-5 0,2 1-662,4-2 1,1 0 627,-1 1 0,-1-2 0,1-2 0,-3-3 1031,11 0-2670,-14-4 1,2-3-1,1-7 1,1-3 982,0 0 1,-2-1-1,11-11 1,-23 5 0</inkml:trace>
  <inkml:trace contextRef="#ctx0" brushRef="#br0" timeOffset="54783">13496 5776 15817,'-28'-10'358,"1"0"1,1 1 0,3 6-2979,-1 18 3125,-6 18 413,8-1-761,3 10 875,18-17-1006,14 2 0,9 5 1,-1-4-74,-4-5 1,1-1 42,7 7 0,4 4 1,-1-6 3,-5-10 0,-1-3 0,6 6 0,0 0-1281,7 8 1281,-15-12 0,-3-1 33,-6 0-21,-6-4 290,-22 0 255,-7-4-535,2-3 1,-4-1-603,-5-6 0,-7-4 0,0-2 1,6 1-951,3-1 1,0-3 1872,-12-8 0,-4-4 1,17 1-1,23 0 1,4-11-1</inkml:trace>
  <inkml:trace contextRef="#ctx0" brushRef="#br0" timeOffset="54983">13551 5763 18462,'34'-8'-110,"-1"0"0,0 0 0,0 0 1,1 1-1,-2 2-1529,8 5 1,-3 2-1,-1 0 1,-3 0 1454,8 6 0,-19-4 0,-6 1 1</inkml:trace>
  <inkml:trace contextRef="#ctx0" brushRef="#br0" timeOffset="55422">14362 5870 14185,'-35'8'546,"0"1"0,1-1 0,3 11 0,0 6 0,2 2 0,8-2 31,7 1 1,3 1-556,-4 7 0,0 4 1,8-4-998,14-8 1,7-4 1002,5-3 0,4-2 447,3 0 0,2-3-464,5-4 1,4-7-436,6-12 1,4-8 0,-4-3 423,-16 2 0,-2-1 0,1-1 14,4 1 0,3 0 0,-3-3 0,-11-3-203,-12-8 0,-10-5 0,-5 1 1,-1 5 171,-4 1 0,-5 4 288,-4-8 0,-4-1 0,-2 10-294,-1 16 1,-2 6-620,-11 0 0,0 6-748,6 13 1,3 4-107,3-8 1,5 4 1495,11 15 0,8 1 0,8-11 0,6 4 0</inkml:trace>
  <inkml:trace contextRef="#ctx0" brushRef="#br0" timeOffset="55651">15332 5922 21812,'46'-4'-62,"0"0"0,-1-1 1,1 0-1,-1-1 1,-4 2-1,-9 3 1,-3 1-1,-4-2 1,0 0-1</inkml:trace>
  <inkml:trace contextRef="#ctx0" brushRef="#br0" timeOffset="56484">16897 5484 15203,'-16'-21'975,"5"3"-3070,56 11 2476,-10 4-291,0-1 0,2 3 794,-12 4 0,-1 1-783,2-1 0,-5 7-181,-15 18 0,-9 17 1,-5 7-1,-2-1 0,0-10 85,-3 4 1,-4-1-3,5-9 1,-2 7 0,-2 4 0,-1-2 0,-2-5 0,0-10 150,-7-8 0,-2-7 0,0-2-154,-11 7 0,-2-1 15,10-7 0,-2 0 0,2-2 13,0 0 0,0-2-11,-3 1 0,4-2 39,8-8-78,24-26 0,9-8 1477,5 1-1478,3-6 0,3 1 98,8 11-75,-2 9 0,13 11 45,-8 15 22,-9-1 1,0 4-46,14 16 45,-17-11 1,1 1-755,9 5 1,2 2 686,2-2 0,1 0 0,0-1 0,0-2 0,-3-2 0,2-4-717,8-5 0,0-4-922,-7-4 1,1-3-1,8-1 1,-2-5 1513,-10-6 1,-6-3-1,-3 0 1,-5-1 0</inkml:trace>
  <inkml:trace contextRef="#ctx0" brushRef="#br0" timeOffset="56917">17883 5517 11211,'-35'21'655,"-1"-1"0,0 0 1,1 8-1,1 3 0,7 2-350,12-1 0,4 1 0,2 0-302,-2 0 1,2 0 0,3-1 751,5 6 0,5-4-687,9 9-243,4-20 0,6-3 214,13-6 0,4-3 577,-9 0 1,1-2-584,8-8 1,-4-5 2133,-4-9-2167,-8-9-1898,-9-4 1921,-10-16-23,-14 11 2066,-8-8-2094,-14 26 0,-5 6-23,7 2 1,0 4-40,-13 4 0,2 7-1549,14 7 1,7 3-1639,6 15 2457,20-4 1,5-21 0,0-9 0</inkml:trace>
  <inkml:trace contextRef="#ctx0" brushRef="#br0" timeOffset="57984">18583 5530 12980,'-39'-25'1894,"3"7"-1880,7 42 267,11-5-113,-4 6 1590,15-10-1254,4 0-403,1-6 11,0 1 1157,1-8-450,1-2-4096,-1 3 0,-15 4 2467,-3 0 0,0 0 0,5-4 1</inkml:trace>
  <inkml:trace contextRef="#ctx0" brushRef="#br0" timeOffset="58587">17554 5633 8803,'-2'-25'1638,"1"1"0,-2-19 1527,4 32-1641,4-3-1075,0 6 1016,3 1-1387,-1 5 815,2 2-781,3 1 135,18 9 44,13 2-241,-19-4 1,1-1 16,4-1 0,-1-2-50,-4-2 0,0-1-6,1 0 0,0-1 17,0 0 0,-1 0-1089,5 0 0,0-2 1296,11-3 392,-6-1 2101,-21-2-2134,-23 11-594,-5 11 123,-14 17 34,9-1 0,-1 8 0,0 1-515,3 0 1,1 1 0,0 0 368,1-5 0,0 1 1,0 0-1,2 1-11,2 0 0,2 2 0,0-2 0,2-2 15,1-2 0,1-3 0,1 0-15,-3 14 0,1-4-11,3-10 0,1-6-135,3-10-840,-1-2-537,1-17-1436,0-9 2959,0-20 0,0-4 0,0 10 0,0-4 0,0 1 0</inkml:trace>
  <inkml:trace contextRef="#ctx0" brushRef="#br0" timeOffset="58789">17640 5979 17465,'-9'-29'3276,"12"4"-2429,37 14-797,-17 5 1,2 1-1690,15-4 1,6-1 1287,-2 1 0,2-1 0,0 1-296,-9 1 0,-1 1 1,2-1-174,2-1 1,2-1 0,0 1 0,-7 0 272,1-1 1,-3 0 0,-1 1 0,-3 0 0,-5 0 0</inkml:trace>
  <inkml:trace contextRef="#ctx0" brushRef="#br0" timeOffset="59277">18636 5563 20143,'-8'-37'2173,"-19"9"-3812,-9 35 1,-3 9 1724,14-8 0,0 1 3,-15 9 1,7 3 1521,16 3-1488,13 11 0,8 3-106,7-8 0,4 1 412,0 11 1,5 0-445,6-11 0,6-2 0,-2-2 43,0 1 0,0-1-36,-6-6 1,1 1 0,-4-1 170,-1 6 0,-9-2 5,-13-6-101,-18 7 3209,-19-21-3219,8-3 0,-5 0 1,1-3-1330,-10-5 0,1-1 965,7 3 1,-1 0 0,4-3-725,-2-5 0,7-8 1031,12-23 0,6-1 0,-4 12 0,12-4 0,0 0 0</inkml:trace>
  <inkml:trace contextRef="#ctx0" brushRef="#br0" timeOffset="59557">18752 5485 20837,'40'-7'546,"0"0"0,0 0 0,-1 0 0,7-2 0,-2 0 0,-1 2-361,-3 4 1,-2 1 0,-1 0-1279,-4-2 1,-2-1 0,-1 0 460,2-1 1,-2 0 187,-5 0 1,-2 1 421,8-3 1099,-29 7-1211,-2 1-2829,-4 0-314,-30 0 2457,-4 0 1,-2 0 0,15 0 0</inkml:trace>
  <inkml:trace contextRef="#ctx0" brushRef="#br0" timeOffset="60873">9850 7973 11217,'-15'12'2678,"4"-2"80,7-9-1167,1 0-1367,0-4 718,0-3-853,1-5-2416,2-9 2461,14-4 1,3-1-46,-1-3 429,4 4 0,2 4-518,-2 12-2212,25 3 2234,-15 7-22,-5 2 0,-1 2 280,0 16-179,-10 2 0,-4 5 11,-4 1 0,-3 4 0,-2 0-4,-2 0 1,-3 1-1,-2 0-26,1 1 0,-1-1 1,-2-2 34,-10 3 1,-2-5 112,-2-5 0,-2-4-36,-1-1 0,0-1-189,0-2 1,0-1-1,2-3 1,2-3-1566,-6-1 1549,-6 1 1694,15-7-1548,-2 1 10,17-10-201,11-10 34,2 1-45,9-7-288,18 11 333,-11 4 22,17 10 2324,-14 6-2307,8 9 0,1 1-6,4 0-6,0 0 1,-1-3-3283,2-10 0,-3-19 0,-8-8 0,-16-21 2900,-12 16 0,-2 1 0,1-3 0,-2-1 1</inkml:trace>
  <inkml:trace contextRef="#ctx0" brushRef="#br0" timeOffset="61358">9856 7592 15549,'-37'10'468,"-1"0"0,1 1 0,0-1 0,0 0 0,-4 1 0,3 0 0,0 3 147,2 4 0,-2 3 1,2 2-1,6-2-2254,0 7 1,4 1 1430,4 0 0,0 2 0,2 2 177,1 4 0,2 1 1,1 1 131,0-2 0,1 1 0,3 2-169,3-4 0,2 2 0,2 1 1,4-2 123,3 4 0,5-1 0,1 0-369,-1 0 1,2-1 0,3-1 338,4-2 0,3-1 1,5-4 195,2-7 1,3-3 0,2-2 0,0 0-223,2 1 0,1-2 0,4-1 9,0-2 0,5 0 0,3-1 0,-1-2 0,-4-1 5,-4-4 0,-3-1 0,-1-2 0,3 0 121,9 2 0,4-1 0,-2-1 1,-3-1-125,-2-2 0,-4-2 0,4-5 67,-5-6 1,5-5-1,0-4 1,-2 0-1,-5 2-37,0-2 0,-4 0 0,0-4 16,-1 1 1,2-4 0,0-2 0,-4 0-1,-7 1 55,-9-4 0,-6 1 0,-2-1-71,1-2 0,-2-2 0,-1 1-19,-2-2 1,-2-1 0,-3-1-79,-4 0 1,-3-2-1,-3 0 1,-3 1 60,-4 2 1,-3 1 0,-3 1-1,1 0 346,0 0 0,0 0 0,-2 2 0,-3 3-365,-1 7 1,-5 2-1,0 2 1,0 2-1,3 4 14,-2 1 0,2 3 0,-3 3-391,-4 1 0,-4 1 0,1 2 1,5 3 339,-4 6 1,3 3-81,9-1 0,-1 2 1,6 2-71,4 6 1,6 4 200,7 9 0,4 4 0,0-3 0,-5 7 0,10-2 0,0 1 0</inkml:trace>
  <inkml:trace contextRef="#ctx0" brushRef="#br0" timeOffset="62021">13037 7858 9530,'37'-17'1092,"0"0"0,-3-1 0,1 8-1321,8 21 1,-4 9 424,-14-7 1,-3 2 429,13 13 1,-6 4-476,-19-7 0,-8 4-61,-9 9 0,-8 5 0,-3-2 178,-1-6 1,-2-2 0,-4 1-115,0 1 0,-4 3 0,-1-1 1,0-4-208,3-8 1,-1-2 0,-1-2-1,3-1 57,-4 3 0,2-2 0,3-2 707,-2-2 1,7-1-712,10 0-551,40-15 1,13-7 544,-14 1 1,1 0 289,7 0 0,4-1 0,-2 0-318,1-3 0,2 0-786,-1 1 1,5-2 0,1 1 0,-6 0-820,5-1 1,-2 0 1351,-6 2 0,5-1 1,-4 0-1,-9 2 1,-6-1-1,-8 1 1</inkml:trace>
  <inkml:trace contextRef="#ctx0" brushRef="#br0" timeOffset="62511">14583 7786 14780,'-33'5'546,"0"-1"0,-1 0 0,-2 12 0,-2 5 0,1 3 0,8-1-863,2 6 0,4 3 367,1-6 1,-2 5-1,1-1 1,6-2 819,2 4 0,6-1-786,-1 0 1,3 2-468,5 6 0,3 4 0,2-4 399,2-8 1,3 0-101,1 3 0,1 2 0,5-9 89,3-11 1,5-9 86,12-9 1,8-7-1,2-3 1,-8 2-82,-6 0 0,-2-2 3,6-1 0,7-3 0,-4-2 0,-17-2-660,-22-15 0,-16 2 612,-14 10 0,-5 3 697,7-7 1,-4 4-717,-2 17 1,-5 7 0,4 2 114,9 2 0,2 2-219,-7 5 0,3 1 739,-1 11-2958,8 3 2983,9 14 1,6-22-1,4 7 1</inkml:trace>
  <inkml:trace contextRef="#ctx0" brushRef="#br0" timeOffset="63477">15262 8100 18675,'-13'-44'922,"1"0"1,4 13 0,2 2-907,-1-5 1,3 3 28,4-1-22,5 3-985,9 10 1,4 2 938,9-3 17,-3 6 1,1 4 447,8 5-465,-4 4 1,2 1 22,5 6-28,-3 0 0,-5 7 347,-22 13 0,-6 3 73,0 11-190,-12-7 0,-6-3-113,0-15 1,-2-1-816,0 0 1,-2 2 960,-9 6 0,-1 1-760,9-4 1,-1 0 619,-5 4 0,0 3 107,6-1 0,4 2-118,4-1 0,2 1-985,0 0 0,3-1 901,3 19 1936,30-8-1824,13-20 0,6-3 427,-14-1 1,1-3-540,18-1 0,-3-5 134,-14-10-43,-5-3 379,-8-19-392,-8 2-22,-7-14-56,-13 8-67,-8-2-1572,-16 12 1,-6 3 1091,13 7 1,-1 2 0,-7-3 0,3 3 0,6 8 0</inkml:trace>
  <inkml:trace contextRef="#ctx0" brushRef="#br0" timeOffset="91844">21877 5749 0,'-17'-30'0,"1"1"0,3 6 0,-1-1 0</inkml:trace>
  <inkml:trace contextRef="#ctx0" brushRef="#br0" timeOffset="92763">21248 1510 17430,'-2'12'2812,"4"0"-2191,7-1-50,11 0 29,12 2-416,-12-6 1,6-1-440,2 1 0,9 1 1,6 1-1,3 1 1,0-1-1,-3 0 1,-5-1 270,3 1 1,-5-1 0,1 0 0,5 2-260,-6-2 1,5 1-1,4 1 1,1 0-1,1 1 1,0-1-1,-2 1 1,-4-1-1,-5-1 240,10 4 0,-6 0 1,-2-1-1,1 2-371,3 0 1,1 2-1,-2-1 1,-5-1 389,8 4 1,-9-1 73,-3 4 67,-41-22-157,-1-3 900,-15-6-2693,11 3-1484,-3-17 2457,12 9 1,1-4 0,4 11 0</inkml:trace>
  <inkml:trace contextRef="#ctx0" brushRef="#br0" timeOffset="93010">22540 1716 13252,'0'-5'3276,"31"25"0,-14-2-2788,4 2 1,-1 1-3766,-5 11 3568,-12 1 1,-6 2 411,-11 10-686,0-10 0,-6-1-30,-13-9 0,-6-4-988,11-4 0,-2 1 0,2-2-638,-10 4 1,3-1 1251,1-2 0,7-4 0,15-8 1,6-4-1</inkml:trace>
  <inkml:trace contextRef="#ctx0" brushRef="#br0" timeOffset="94084">23678 2215 8444,'-6'38'1092,"-1"-1"0,0-1 0,0 1 546,0 8 0,0 0-1541,1-9 1,0 0-411,0 2 0,-1 2 0,0-2 335,1-2 1,0-2 489,-1-1 1,0-4-513,-1 6 0,5-26 112,1-4 1763,2-23-2413,6-3 1,2-6-283,-2-7 1,2-6 0,-1-2 0,0 4 727,0 3 0,0 2 0,-1-3 240,1-6 1,0-6-1,0 2 1,-3 8 1041,-6 9 0,4 3-802,17-6 1,8-3-1,0 7-659,-8 12 0,2 2 316,10-4 0,5 0 0,-3 5 78,13 11 11,-15 12 1,-4 7 1134,-11 1 1,-4 2-1147,3 5 0,-5 2 268,-12-1 1,-11-1-182,-13 0 0,-13 0 0,-2-1 1,7-3 472,9-3 1,-1-2-567,-6 4 1,-8 3-1,3-3 1,16-9-3360,16-10 3242,5 6 45,0 6 617,8 10-298,10 8 0,5 2-1426,2-3 1,1 0 1065,-5-6 0,1 2 0,0-3-4,5 3 0,1-1-1050,1 2 0,0-1-589,-7-10 1,0 0-1,3 3 1,-1-3 818,4-8 1,-18-9 0,-2-1 0</inkml:trace>
  <inkml:trace contextRef="#ctx0" brushRef="#br0" timeOffset="95403">24382 2704 17970,'8'-40'623,"0"0"1,-16 6 0,-6 5-490,-8-7-1773,-10 26 1,-4 12 973,4 17 0,2 9 1418,0-2 0,4 3-727,7-2 0,3 4 1,4-1-668,9 17 1,6-3 668,1-19 0,3-2-17,6 4 0,4-8-11,10-15-11,9-20 0,2-5 53,-14 9 0,-1-2-151,3-4 1,1-2 0,-3-1 63,-7 2 0,-4-1-510,0-8 0,-3 0 802,1 1 1274,-5-4-1555,-17 67 57,8-2-23,-3-8 0,2-1 0,9 7-228,24-12 228,-4-10 23,21-5 2256,-11-16-2274,-2-9 1,0-4-144,-10 4 0,-2-1 177,6-2 0,-4 2-164,-9 5 203,-21 38 3176,0 2-3209,-5 13-3131,1-3 3131,3-8-12,2-2 355,3-12-153,9-17-331,13-13 1,4-5 95,6-6 11,-1-4 0,1 9 157,4 38-134,-10-13 1604,-11 18 0,0 3-1360,17 2-768,11-14 1,6-4 511,-10 2 1,2-3 91,-1-3 0,3-3 1,0-3-97,1-4 1,0-2 0,-4-3-919,0-6 0,-3-3 900,-2 8 0,0-2 0,-14-1-1072,-23-9 0,-11 5 1105,-5 14 1,-4 5-376,-8-3 0,0 4 347,5 10 1,2 4 17,-3 12-74,14-1 1,3 1-40,3 2 1067,7 10-1089,22-35 0,7-7 981,1-2 0,1-2-920,0 3 1,-1 0 3164,16-8-3136,-34 17-3255,-3 11 3447,-3 9 1,-2 5-1194,0-2 1,-1 3 1111,1 13 1,-2 2 4,0-6 1,-2-1-84,0 2 0,-1 1 17,-1 0 0,-3 2-512,-1-5 1,-1 2 0,-2-3 489,-1 6 0,-3-2 226,2-6 0,-1 1 0,-1-4-187,-1 0 0,-5-5 253,-16-5 1,-9-4 0,4-5-277,12-6 1,0-3-135,-12-1 0,-4-2 1,10-8 105,16-11 1,6-8-395,0-4 0,0-5 1,5 0-438,5 5 1,3-1-1,1 0 426,-3-1 0,0 0 0,5 3-178,9-4 0,8 7 589,18 7 0,1 6 0,-8 1 0,-1 0 0,0 1 0</inkml:trace>
  <inkml:trace contextRef="#ctx0" brushRef="#br0" timeOffset="95783">25728 2745 18125,'0'-4'3014,"0"0"-2778,0 4 256,14-7-195,4 1-140,15-8-1796,-10 6 1,1-3 1311,4-14 1,-1-3-305,-8 4 0,-3 0 642,-1-7 0,-9 3 150,-20 9 1,-9 7 258,-10 11 0,-2 9-342,3 4 1,2 4-57,0 3 0,6 4-16,12 9 0,13 2-18,20-10 1,13-2 0,-2-1-168,-7 3 0,4-2-641,2-8 1,6-1 0,2-1 0,-7-4 298,2-4 1,-5-3 0,-1 1 0,-2-1-1,-2-1 1</inkml:trace>
  <inkml:trace contextRef="#ctx0" brushRef="#br0" timeOffset="96645">24095 3728 13341,'5'-16'3276,"-2"4"-3304,-6 21 627,-12 11 1,-6 5-322,2 0 1,-3 2-85,-1 1 0,-3 1 1,1 1 106,2-4 0,0-1 1,-5 6-216,5-6 1,-4 5 0,-4 3 0,0 1 0,-1 1-1,2-2 1,2-3 0,4-3-671,-6 7 0,4-5 0,-3 4 580,-1 0 0,-7 7 0,-3 2 1,4-3-1,8-8 0,14-12-7,12-12 1763,1-4-1740,2-3-1,11-7 1136,-2 1-1136,8-5-34,-5 3 12,-6 5 434,-1-1-423,-6 4-1093,1-1 1,0 1 0</inkml:trace>
  <inkml:trace contextRef="#ctx0" brushRef="#br0" timeOffset="96998">23243 4476 19975,'13'31'1596,"-5"-1"1,-3 1-1294,0 6-175,-3-7 1,1 2 95,-1-1 1,4-4 111,20 0-286,-11-7 1,6-4-1144,16-19 1,10-11 0,-5 1-547,-12 6 1,1 1 545,6-5 1,4-2 0,-9 4 272,-10 4 1,-11 4 0,-7 0 0</inkml:trace>
  <inkml:trace contextRef="#ctx0" brushRef="#br0" timeOffset="97770">22705 5433 16187,'1'10'3276,"3"-4"-2842,5-18 1000,3-31-449,-1 15-715,-17-13-192,-16 41 1,-7 8-1,7-2 1,-2 4 86,-3 7 0,-3 4 0,-1 4 0,3 2-823,3 1 1,2 3 0,1 1 0,0-1 710,-1 0 0,-1-2 0,1 2 0,2 3-458,1 2 1,1 3 0,2 2 0,2-1-1,4-3 394,4 9 0,5-2 0,0-1-151,-3-1 1,0 0 0,5-3 161,7 9 0,11-11-1095,12-25 0,6-11-480,2-4 1,1-4 696,-8 3 1,1-1 0,-1-1 116,-1-4 0,-1-3 1,0 0 760,3-4 0,1-1 0,-5 3 0,-5 3 0,-1 0 0,6-4 0,1-1 0</inkml:trace>
  <inkml:trace contextRef="#ctx0" brushRef="#br0" timeOffset="98181">22967 5831 20199,'-24'26'798,"1"0"0,-1 1 1,-2-2-1,3 2-941,7 6 0,6 0 266,3-1-3400,9 15 3182,15-30 1,4-3 76,-4 4 0,2-3 52,13-7 0,3-7-34,-9-5 0,0-2 5,2-2 1,0-2 10,7-9 1,-1-6 10,-7-4 0,-3-4 6,-6 6 1,-2-2 0,-6 0-12,-11-15 1,-10 3-18,3 12 1,-7 5-29,-20 2 1,-4 10 429,15 12 0,0 4-648,-15 4 0,1 7-1398,12 11 1,4 4-1,1-8 1,4 2-1,4 7 1,4-2 818,9-4 1,0-11 0,0-6 0</inkml:trace>
  <inkml:trace contextRef="#ctx0" brushRef="#br0" timeOffset="98646">23509 5850 18037,'0'-4'1433,"0"0"-4710,0 4 2071,-8 44 1143,-2-2 1,-2 2 286,2-5 0,1-1 159,-2 5 0,1-8 121,3-24-504,9-23-14,11-12 0,10-11 0,3-2 0,-4 5 883,-5 5 0,1 1-869,6-8 0,6-7 0,-1 3 0,-5 13 2836,0 10-2836,3 3 145,-10 34-1781,-4 20 1720,-7-17 0,-1 2 78,-2 4 0,-1-2-16,-2 15-124,0-18 1,0 0 214,0 19-584,0-3-2930,26-34 2730,-9-23 1,0-5 0,16-4 0,-19 5 0,0-1 0</inkml:trace>
  <inkml:trace contextRef="#ctx0" brushRef="#br0" timeOffset="99055">24284 5616 15056,'-11'-22'991,"0"0"1,-12-13 543,0 66 0,1 19-1255,11-14 0,1 5-575,3-5 1,-1 7 0,0 4-1,0 2 1,2-2 0,2-6 336,2-3 0,2-4 0,1 0 0,0 2-40,-1 7 0,1 3 0,0 1 1,0-2-1,0-6-142,2-5 1,-1-3-1,1 2 207,0 6 0,-1 3 1,0 1-1,-2-2-80,-3 2 0,-1-1 1,-1 0 23,2-4 0,0 1 0,-2-1 1,-2-4 205,-11 11 0,-4-8-217,3-13 0,-3-4-185,-16 2 0,-3-8-1454,8-14 1,0-5-1,-7 0 1,2-6-1,11-15 1,5-7 1270,4 0 1,4 1 0,-3-6 0,5 3 0</inkml:trace>
  <inkml:trace contextRef="#ctx0" brushRef="#br0" timeOffset="99371">23887 6178 19493,'42'-13'249,"1"0"0,1 3 1,5 0-1,-6 2-1447,-7 2 0,-1 1 1201,1 0 1,3 0 0,-3 0-985,0-2 0,-4 0 2830,2 0-1368,5-2-469,-36 11 200,-3 7 517,-7 33-1153,5-13 1,-1 2 417,-1-4 1,0 0-102,1-1 1,3-4-3171,2-13 2531,8-25 1,-5 13-1,4-17 1</inkml:trace>
  <inkml:trace contextRef="#ctx0" brushRef="#br0" timeOffset="99508">24472 5802 16120,'-5'26'0,"0"-6"0</inkml:trace>
  <inkml:trace contextRef="#ctx0" brushRef="#br0" timeOffset="100666">24962 6047 16120,'4'-28'1064,"-1"1"1,-6-6 0,-5 4-740,-9 14-1418,-16 26 1,-11 17 0,6-1 718,18-8 1,2 3 375,-6 3 1,-5 6 0,3-1 0,9-4-1058,15 13 1060,6-15 1,5-3 1060,21 9-1464,-3-16 0,3-7-695,-2-15 1,3-8 0,-2-4 565,-5-1 1,-1-4 0,-2-2 931,2-4 0,-1-3 0,-5 0-577,-6-1 0,-4 0 0,-2 1 77,0-8 0,-3-2 148,-1 3 0,-1-4 0,-1-1 0,0 6 186,0-4 0,-2 2-235,2-6 0,-1-3 0,-3 26 1255,-13 47-1035,3 15 78,5-5 1,1 7-104,4-2 0,2 6 0,2 1 0,-1-5 148,1 5 0,1 1-339,-1-8 1,0 6-1,3-1 1,6-7 391,8-5 0,4-5 1,4-3-317,13 2 0,4-4-88,-10-3 0,2 0 1,0-4-3,13-3 0,0-9-1018,-13-9 0,1-5 0,-5-4 895,-3-9 0,-3-4 207,-3 1 1,0-2-1,-8-1-122,-12-10 1,-13 6 648,-11 21 0,-3 11 403,-7 25-1008,11 3 0,6 6-61,13 10 0,8 0 94,3-4 821,-1-11 1,4-4-978,10-11 0,8-8-557,9-13 0,6-8 0,-2 0 235,-10 9 1,-2 0 0,1-3 441,3-3 0,1-4 0,-1-2 1,-5 1 226,-1-11 1,-7 2 1198,2 0 303,-4 5-1317,-23 43 0,-3 11-241,5-3 0,1 0-163,-5 4 1,1-2 28,5 7 100,5-29-55,20-12-91,-1-8 1,1-4-6,1 1 1,3-2-522,4-9 1,2-4 0,-3 4 537,-11 11 0,0 2 73,11-12 0,-4 14 436,-19 38 1,-6 12-763,0 2 0,-1 1 253,1 4 0,0-1-17,-3-1 0,7-12-3260,39-29 2621,-9-7 1,-11-3-1,-1-3 1,-3-6 0</inkml:trace>
  <inkml:trace contextRef="#ctx0" brushRef="#br0" timeOffset="101074">26681 5735 17017,'-4'-4'3276,"2"1"-2797,-17 11 1,-4 8 237,4 5-2327,-9 8 0,1 4 1912,18-7 1,4 1-214,-2 0 1,2 0 915,3 16-780,11-18-2225,25-1 2033,-5-15 1,4-5-23,12 1 1,3-7-577,-16-7 1,2-6 0,-1-3 0,-2 3 524,8-5 1,-3-3 522,-6-1 1,-2-4-1,-12-1-494,-20-3 0,-11 4-864,-4-1 920,-3 11 0,-1 7 156,-9 26 135,13 24 1,6 7-304,7-22 1,3 0-23,-2 24 1,11-4-91,14-23 1,8-7-1015,8-4 1,7-4 0,1-1 764,-7-1 0,1-1 0,0 0 1,-2-1-1,7 0 0,-2-1 1,-3-1-1,6-3 0,-1 0 1</inkml:trace>
  <inkml:trace contextRef="#ctx0" brushRef="#br0" timeOffset="101887">29164 4878 19986,'-1'44'234,"0"0"0,-1 0 0,1-1 0,0 1 0,-1 0 0,1 0 0,0-1 0,-1 2 0,1 2 0,-1-1 0,1-1 0,-1-3 0,1-5 0,1-6 10,-1 7 1,4-6-901,11 7 1,2-4-1,-8 0 1,22 0 0</inkml:trace>
  <inkml:trace contextRef="#ctx0" brushRef="#br0" timeOffset="102305">29426 5438 16605,'0'-5'2689,"0"0"-2361,0 5 792,0 36-828,0-10 18,0 2 1,0 1 47,-2 7-866,0-9 0,0-2 508,0-1 90,-1 8 246,33-52-831,-5-2 472,1 2 1,1-2 16,-8 4 1,0-1-1,8-6 1,0 1 934,-2 1-1053,8-6 124,-30 34 23,1 8-1231,3 11 1,2 4 1224,0-4 0,1 1-1109,7 13 0,2-3 622,11-2-1769,13-17 234,-12-30 1807,-11-10 1,1-10 0,-3 6 0,3-4 0,-4-6 0,0 0-1</inkml:trace>
  <inkml:trace contextRef="#ctx0" brushRef="#br0" timeOffset="102903">30006 4932 8545,'-9'38'364,"0"0"0,-1 0 0,1 1 0,-1-1 0,4 4 0,0 3 0,2-1 0,1-2 0,2-3 576,3 2 0,3-4 0,2 1-929,1 6 0,3 0 0,0-7 733,0-9 0,1-5-705,6 4 0,2-4-209,1-6 1,3-6 119,16-6 0,0-9-90,-13-5 0,-1-4 679,7-9 1,-5-8-708,-16-2 0,-5-6 0,-1 4 465,0 10 0,0 0 848,1-24 0,-5 17-859,-6 50 0,-2 13-180,4-8 1,1 2-89,-2 4 1,-1 4 0,2-4 1619,4-1 0,2-4-1477,2 16-105,11-24-3333,25-20 3240,-7-9-473,-3-12 0,-2-10-392,-15 3 1,-5-4-1,1 2 1238,3 0 1,-2 1-203,-2-15 1,-5 18-34,-5 37-29,-1 17 0,1 6 287,-1 12-309,0-6 1,1-1 1868,4 0-1919,3-6 2309,20 1-5586,-1-18 2457,10-26 1,-19 6 0,-5-19 0</inkml:trace>
  <inkml:trace contextRef="#ctx0" brushRef="#br0" timeOffset="103068">29873 5179 20567,'42'0'-253,"1"-1"1,-1 1 0,0 0 0,-4 1 0,3 0 0,-1 1 0,-2 0 0,-7 0 0,5 3 0,-5 0 0,9 1 0,0 0 0</inkml:trace>
  <inkml:trace contextRef="#ctx0" brushRef="#br0" timeOffset="103472">30805 5376 22564,'23'39'780,"0"-1"1,-1-2-1,-3-3-4057,-1 5 1073,-2-4 3601,3 5-1386,-7-16-11,2 0 1552,10-56-1485,-10 5-67,1-1 0,-2-6-34,-3-8 1,-4 0 1029,-1 14 0,0 0-1382,-1-8 0,0 4-1321,-2 10-1531,-1 18-39,4 14 2457,5 13 1,-3-8 0,1 5 0</inkml:trace>
  <inkml:trace contextRef="#ctx0" brushRef="#br0" timeOffset="104256">31507 5478 9783,'6'-26'1638,"1"0"0,3-17 1638,-14 27-1759,-5 5-2313,-14 7 1,-6 5 940,-3 12 1,-2 6-393,7-3 1,-1 2 0,2 1 257,-3 8 0,5 2 455,9 0 1,6-2-467,10-4-1506,9-4 1472,14-10 1,8-4-59,1-5 0,2-3 47,8 0 0,-1-3 824,-5-5 1,-5-4-780,7-11 767,-20 5 1,-2 5-544,-6 14 706,-5 32-785,-8-3 1,-1 3 1162,2 4 0,3-1-1230,16 10 140,15-27 1,7-6 123,-11-3 1,2-1-332,2-1 0,3-1 1,-1-2 10,2-3 1,-2-2-1307,0 1 1,-1-8 1294,-8-12 0,0-10 1,-1-3-1,-3 3-365,-4 4 1,-3 0 0,0-3 353,-1 0 0,1-4 0,0-3 0,-3 0 0,-3 1-347,-3-5 0,-4-1 0,-2 0 0,0 1 347,0 2 0,-1 0 0,0 1 0,0 0 103,-1 1 1,0 0 0,0 1 0,-2 3-104,-2-17 0,-4 12 1553,-5 19-1586,-13 36-268,12 14 1,2 7 344,-1 0 1,3 2 22,3-4 1,2 3-1,2-2 865,0 3 1,7 6-838,7-14 0,4 7 1,4 4-1,2 2 0,2 1 1,-2-2-1,-1-4 0,-4-5-373,2 8 1,-3-6 0,3 5 277,1-4 0,3 7 0,3 4 0,0 0 0,0-4 0,-4-9 0,-5-11-325,4-5-2952,-9-17 2457,-4-12 1,-5 0 0,0-2 0</inkml:trace>
  <inkml:trace contextRef="#ctx0" brushRef="#br0" timeOffset="106979">30944 4518 13240,'2'5'3138,"-1"-1"-908,-1-4-1580,-4-2-157,-1-3 392,-9-13 0,-4-3-2279,-8-10 1646,1 1 0,-1-1-6,4 9 1,-3-3-804,-2-1 1,-6-6 0,-2-1 0,1 1 598,5 6 1,1 0 0,-1 0-1,-1 0 1,-1-1-82,2 0 0,-1 0 0,-1 0 0,0-1 1,0 1-1,0 1 59,-4-3 0,0 0 0,0 1 0,1 1 1,0 1-445,-1-1 0,2 3 0,-2-1 0,-2 0 446,3 2 0,-2-1 1,-2 0-1,-1 0 1,-1 0-1,0 0-128,5 3 0,-1 0 0,0 1 0,-1 0 0,-1-1 0,0 0 0,-2 0 102,3 2 0,-1-1 0,-2-1 1,0 1-1,-1-1 0,1 1 1,0 0-1,0 1 0,2 0 208,-4 0 0,2-1 0,0 2 0,1 0 1,-1 0-1,-1 0 0,-1 0-198,4 2 0,1 1 0,0-1 1,-1 0-1,-1 0 0,-1 0 0,-1 1 1,-1 0-1,-2 1-107,5 2 0,-2 1 1,-3 0-1,-1 0 1,0 1-1,-1-1 1,-1 1-1,1 0 1,1 1-1,2-1 1,0 1-1,3-1 1,3 1 96,-9-4 1,4 1 0,3 1 0,0-1 0,1 1 0,-3 0-1,-3 0 5,1 1 0,-6 0 0,-3-1 0,-2 0 1,0 1-1,2 1 0,5 0 0,7 2 0,8 2 1,10 1-2,2 2 0,10 2 758,6 0-758,-3 0-22,0 0 33,-3 0 11,-6 0 1,9 0 21,-4 0 1877,11 0-2302,0 0-729,-5 2-2167,-9 6 2188,3-2-2188,-5 3 2981,12-8 0,1-1 1,3 0-1</inkml:trace>
  <inkml:trace contextRef="#ctx0" brushRef="#br0" timeOffset="110297">26973 2709 14383,'1'-5'3276,"1"0"-2181,-2 5-759,1 7-3557,9 18 3876,5 5 1,3 4-343,4 3 1,1-1-828,1 3 0,3-1 656,-1-6 0,3-1 1,-4-4-59,-7-8 0,-2-2 61,16 15 1,-6-5 436,-17-18-447,-1 0 291,-8-9-393,0-2 2236,0-3-2269,0-3-45,-6-10-112,-21-19 3433,9 12-3313,2 6 0,-2 2-3240,-10-4 2545,8 7 643,-11-9 77,12 8 12,-16-16-139,7 6 1,-1-3 138,-1 1 0,0-2-1074,-3-5 1,2 0 1135,7 6 0,4 3 16,-3-8 684,2-7-426,16 29-235,0-6 67,5 12 88,0 0-88,26-20 633,-4 8 0,3 0-768,4-3 1,3-1 981,2 3 0,3 0 0,-2 2-1015,0 0 0,1 1-1000,6 0 0,4-1 0,-2 1 1022,-7 4 0,-2 0 1,0 2-251,1-2 1,0 1-1,-2 1 245,11-3 0,-4 2-684,-11 2 0,-2 0 780,10-5-29,-7 3-5,-20 4 1987,-9 6-1662,-1-1 363,-5 1-745,1-1-22,-2 1 3276,1 0-3248,2-1 217,-1 1-245,1-1-22,0 1 11,1 0 33,0 0-22,-1-1 34,2-1-23,-2-1-45,0 1 46,0-1-68,1 3-168,-1 0 235,0-1 0,1 1-22,-1 0-23,-1 0 1,1 0 33,-1 0-34,2 0-11,-3 0-11,2 0 56,-1 0 157,2 0-157,-1 0-11,1-2 33,1 1-33,-2-1-23,2 1-89,-1 0-348,1 0-459,-3 0-2347,-13 12 0,5 1 2457,-10 5 1,16-7 0,0-8 0</inkml:trace>
  <inkml:trace contextRef="#ctx0" brushRef="#br0" timeOffset="118311">27089 5176 17409,'-31'2'3276,"0"-3"-2675,-11-15-411,7 2 1,-2 0-1284,8 2 1,-1 0 0,0 0 484,-2 0 0,0 1 1,-1-1 659,1-1 0,-1 0 0,-1 1-340,-4 0 0,-2 1 0,-3-1 359,8 2 1,-3 1 0,0-1 0,-2 1 0,1-1-95,-1 1 0,0-1 0,-1 0 0,1 1 0,-1 0 67,1 0 1,-1 0 0,1 0 0,1 0 0,2 1-1,-10-2 1,3 0 0,-2 0 5,9 2 1,-2-2-1,0 1 1,-1 0 286,3 2 0,1-1 0,-2 1 0,0 0 0,-2-1-330,3 1 1,-1 0-1,-1 0 1,-1 0-1,1 1 1,-1 0 10,1 0 1,-2 0 0,1 1 0,0 0 0,-1 1-1,0 0 12,-1 0 0,-1 1 0,0 0 0,0 0 0,2 1 0,2-1-16,-6 1 0,3 0 0,1 0 0,-1 0-12,-5 0 1,-1 0 0,1 1 0,5 0 713,9 0 0,2 0 1,1 1-706,-15-1 0,-3 1-552,14 0 1,-2-1 0,-1 1-1,3 0 571,-3 0 0,1 0 0,-1 0-241,1 0 1,-2 0 0,0 0 0,3 0 236,0 0 0,2 0 0,0 0 11,0 0 1,0 0-1,-1 0 15,-10-1 1,-3 0-1,0 0-326,11 0 1,0-1 0,1 0 0,-1 1 265,-10-2 1,0 1 0,1 0 417,5 0 1,0 0 0,1 0-411,3 1 0,0 0 0,-1 1-33,-2 3 1,-2 1 0,0 0 0,1 0 35,-6-1 1,2 0 0,-1 1 10,6 0 0,0 1 0,-2 1 0,-2 1 15,6 0 1,-3 1 0,0 1 0,-1-1 0,3 1 0,3-2-30,-6 2 0,5-1 0,-7 3-2,5 0 0,-7 2 1,-3 2-1,-2 1 1,2 0-1,3 0 1,8-1 12,-7 6 0,7 0 0,-1 2 6,-1-3 0,-3 2 0,1 0 0,3 3-1,4 2 1,1 1 0,3 2 0,3-2-167,2 2 0,3 0 1,-1 0 149,-6 6 0,0 1 0,4-1 509,9-8 1,3 0-1,1 2-491,2 7 1,2 4 0,2 1-5,2-7 0,1 1 0,2 2 0,1 1-5,2 2 0,2 3 0,1 1 0,1-1 1,-1-3-10,0 1 0,0-2 0,1-1 0,2 0 0,3-1 0,1 0 0,2-2 0,0-1 7,2 3 0,2-3 1,1 2 0,3-2 1,2 3-1,1-1 1,-1-1-372,-4-6 1,-2-1-1,2 1 1,3 0 388,2-1 0,4 3 0,1 0 0,1-1 0,-1-3 1,-4-3 233,4 0 0,-3-3 1,3 0-242,2 3 1,2 1-1,3 1 1,-1-3-273,3-1 0,0-1 0,1-2 0,0 0 281,-4-3 0,0-1 0,0-1 0,1 1-19,-2 0 0,0-1 0,1 1 0,-1-1 0,-1-1 376,10 1 1,-2-1 0,3-1-330,-3-1 0,2-1 0,0 1 0,-1-1-20,-5-2 0,-1 0 1,0 0-1,1 1-17,6 1 1,3 0 0,-2 1 0,-2-2 242,0 0 0,-2-1 0,-1 0-247,0-1 0,0 1 0,-2-1 2,5 1 0,4-1 11,-14-3 0,5 1 0,3-1 0,2 1 0,-3-1 0,-3-1-316,2 0 0,-4-1 0,1 0 0,4 0 323,-1 0 0,4 0 0,4 1 1,0-1-1,0 0 0,-3-1 0,-3 1-10,6-1 0,-4-1 1,-1 1-1,2-1-25,3 1 0,2 0 0,-2 0 0,-4-1 0,-5 0 0,-4 0 0,2-1 3,7 1 1,1 0 0,1 0 24,-9-1 0,0 1 0,0-1 0,0 0-13,11 0 0,0 1 0,-1-1-15,-2 0 0,-2 0 0,-4 0 45,-5 0 0,-2-1-6,14-1 0,3 0-2,-6-1 1,1 0-1,0 0-1,2 0 0,-1 0 0,0 0 1,0 0 1,-2 0-1,-1 0 745,3 0 1,-1 0-777,-1 1 0,2-1-498,-6-1 0,2 0 0,1 0 522,0 0 0,1 0 0,0 0-27,-2-1 1,-1 0 0,-1 0 596,3-1 0,-1 0-574,-7 0 1,0-1-1,-2 0-77,-1 1 0,1-1 51,-1 0 0,3 0 0,-4 1 0,-5 0 0,1 0-464,13-6 0,7-2 0,-4 0 464,1-1 0,1-1 305,-2 1 0,4-1 0,-6 0-305,-7 2 0,-2-1 0,2-1 0,2-2 0,-3 0 0,1-3 0,0-2 0,-2 5 0,2-1 0,-3-2-505,3-10 1,-4 0 504,-9 8 0,0 1 0,3-5 0,-1 0 672,-6 7 1,-2-1-673,0-1 0,-2 0 2011,6-12-2011,-7 12 0,0 0-581,-1-1 1,-1 0 580,4-11 0,-3 12 0,-1-1 2433,4-9-2433,0 5 0,0 0-769,4-7 769,-4 9 0,-1 1 0,1 0 0,-1 0 0,-1 0 0,1 0-443,1-8 443,-2 7 0,-1 0 0,-2-3 0,-1 1 0,-1 1-1552,-1 0 1552,2-10 0,0-3 0,-2 13 0,0 0 2269,3-16-2269,-1 8 0,1 1-154,0-4 154,-1 9 0,-1 1 3276,-1-2-3237,0-12-735,-2 9 1,0-1 695,0 7 0,-1 0 0,0-9 0,0 3 0,-3-4-2722,-6-1 2722,-6 12 0,-6-3 0,0 2-916,-4 0 1,-3 0 915,-3-2 0,-3-2 0,-2 4 196,5 8 1,0 4 0,-2 0-197,-5-3 0,-1 2 0,-9 1-365,13 6 1,-5 0 0,-5 1 0,-2 0 0,-2 1 0,0 0 0,0 0 0,2 1 0,4-1 200,-2 1 0,2 1 0,1 0 0,0 1 0,1-1 0,-2 1 1,-1-1-1,-2 0 0,-2-1 0,-1 0 0,-1 0 0,1 1 1,3 0-1,3 0 0,4 2 0,2 2 0,1 0 0,-1 0 1,0 0-1</inkml:trace>
  <inkml:trace contextRef="#ctx0" brushRef="#br0" timeOffset="119668">23421 7434 17815,'4'-37'1849,"-2"11"-869,-10 42 1,-3 14-220,1 0 1,1 5-547,0-2 0,-2 7 0,0 3 0,1 0 0,0-5-810,0 5 1,2-3-1,-1 3 630,2-8 1,0 4 0,-1 1 0,2-2 0,0-2-696,0 7 1,2-2 0,0 0 681,0 5 1,0 0 0,-1 0-119,1-3 1,-1 0-1,1-2 99,0-4 1,0-1 0,0-6-4,-5 9-22,4-22-1348,-5-18-905,0-7 1851,-7-7 424,-11-14 0,15 16 0,-6-6 0</inkml:trace>
  <inkml:trace contextRef="#ctx0" brushRef="#br0" timeOffset="120048">22860 8285 16143,'-2'-5'3276,"11"6"-412,16 22-2270,4 0-278,-9 2 1,5 7 0,1 2-1,-5-4-316,0 0 0,0 0-140,-2-1 0,4 5 0,-2-1 0,-5-7-3137,2 7 0,-7-11 0,-3-19 2457,1-13 1,-4 6 0,1-6 0</inkml:trace>
  <inkml:trace contextRef="#ctx0" brushRef="#br0" timeOffset="120281">23484 8302 20557,'-23'37'655,"1"1"0,-1 0 1,0-3-1,0 1 0,0-5 4,-3-3 0,-1-2-659,0 0 0,-2 1-1093,3-2 1,-1 2 0,2-3 545,3-3 1,2 0 0,-6 5 0,5-4 0,14-14 0</inkml:trace>
  <inkml:trace contextRef="#ctx0" brushRef="#br0" timeOffset="122268">20671 9748 13846,'5'1'1949,"0"1"-1175,-5-2 716,5 1-840,1-1-213,6-4-303,-1-4 348,10-19-269,-11-12-90,5 2-112,-21-1 101,-35 18-1751,16 14 1,-3 3 1611,-3 4 0,-3 3 0,2 1 38,-1 3 0,2 3 0,-4 6 1,4 7 29,11 3 0,4 5 0,3-2-234,1-5 1,1-1 192,-6 21 0,4-3 0,12-15 56,27-3 1828,-6-12-1884,25-3 11,-12-16-1377,3-9 1,1-6 1365,-7 0 0,-1-4 0,8-3 0,-2-2 181,-14 5 0,-4-1-81,0-15-111,-10 21 0,-5 6 949,-9 28-838,-4 13 1,0 6 953,4-4 1,2 2-1033,-6 7 1,3-1-18,6-9 1,8-5 80,29-11 0,17-11 0,-5-2-703,-16 0 0,1-3 620,4 1 0,8-2 0,0-2 0,-7-6 23,-7-8 0,-5-6 0,-3 1 198,1-6 0,-2 0 50,10-2 1,-11 1-2512,-35-3 2237,2 35-34,-20 6 855,19 7-843,3 6-1922,3 1 1966,4 13 216,6-6 0,3 0-261,3 16 1115,0-16 1,2 0-1093,3-4 0,0-1-857,2 6 857,5 9 2849,-15-23-2770,-2-2 281,0-6-315,2-1-34,6-11-11,18-19 64,-3-4 0,1-3-59,-5 6 1,0 0-6,6-9 0,-2 0 17,-4 6 0,-2 2 128,-2 1-66,8-11 55,-26 37-123,-14 19 1163,5-4-1174,-13 25-712,25-5 1,4 0 711,3 9 0,3-9 0,5 0-1470,2-10 1,0-3 1469,-1 1 11,8 12-1789,-25-27 1823,-7 2-12,-25 2-33,8-4-22,-17 1 22,33-15 0,0 7 0,13-8 0</inkml:trace>
  <inkml:trace contextRef="#ctx0" brushRef="#br0" timeOffset="122687">21933 9755 14923,'-23'23'922,"-1"0"1,6-5 0,3 0 1509,-11 21-2275,17-2-46,29-1-55,2-8-51,-1-16 1,6-5-888,13-11 1,2-8 920,-10-2 0,-1-3 518,7-1 0,-3-4-540,-15-1 0,-7-1-2018,-5-12 2001,-11 11 0,-8 2-573,-18 2 1,-5 5 572,9-1 0,-2 3 753,-15 5 0,1 7-921,0 11-1471,15 12 1,3 4-1387,0 9 1759,8-5 1,4 0-558,14 1 1823,7-5 0,-5-11 0,5-6 0</inkml:trace>
  <inkml:trace contextRef="#ctx0" brushRef="#br0" timeOffset="123102">22349 9761 21432,'-7'22'1658,"2"8"-1630,0-2 0,1 2-28,0 10-3277,17-6 3065,11-23 212,8-5 666,9-14-806,-17-4 0,1-4 17,3-12 0,-1-2 123,-4 8 0,-3-1-1173,0-6 1,-5 2 1340,-9 13-157,-3 5 79,-3 15 66,-3 8 1833,-2 9-1922,-2 14-2358,-2 1 2202,2 4-1262,2-13 1351,1-17 0,3-7 0,1-10 0</inkml:trace>
  <inkml:trace contextRef="#ctx0" brushRef="#br0" timeOffset="123233">22534 9549 3402,'-5'24'0,"-1"0"0,-2 14 0</inkml:trace>
  <inkml:trace contextRef="#ctx0" brushRef="#br0" timeOffset="124569">22970 9858 16726,'-2'-28'1400,"0"-1"1,-5-17-4678,-8 34 1902,-21 7 3064,3 5-1341,-13 10 757,12 7-752,7 7 0,2 4-1570,-3 7 1228,7-7 1,5 0-12,9-2 2728,4-3-2683,18-2-2653,2-11 2407,17-4-426,-1-14-74,4-16 1,-1-6 1008,-17 14 0,-1 0-302,15-21 0,-7 14-81,-24 54 310,0-8 833,-3 7 0,1 0-989,7-6-1991,17-11 1991,15-21-57,2-9 196,-17 3 1,-1-4-219,-5 0 0,-2-6-128,2-12 1,1-9 0,-3 0-116,-3 3 1,-1-1-1,-2-2-145,1 1 1,-1-3-1,0 1 1,-3 4 387,-1 3 0,-2 3 0,-1 3 758,-1-2 1,-3 7-860,-4 14-551,-8 37 0,-1 14 775,5-16 0,0 3-26,-1 7 0,-1 5 0,2-2 712,4 0 0,3 0-746,1 4 1,2 4-1,5-1-59,7-4 0,6-1 0,-2 0-4,-7-1 0,0 0 0,4-4 5,17 5 1,5-13-737,-11-20 1,1-11 700,0-12 0,0-10 0,-2 3 479,1 8 1,-2-2-454,-2-7 0,-1-4 1,-8 6-98,-10 7 157,-17 20-22,1 9 34,-10 15-12,10 3-6,8-2 0,3 0-38,3 7 969,-1-8 0,9-2-959,24-11 0,17-8 1,5-4-1,-9 1-188,-4 1 1,1-2 165,-4 0 0,7 1 0,1-1 0,-2-2 0,-9-4-107,6-8 1,-18-8 347,-41-18 0,-9-1-163,23 7 882,-20 11 1,-13 2 0,7 14-838,12 29 0,5 9-1824,-2 4 1723,6-7 1,2 0-12,7-2-1217,27 4 668,9-16-532,-4-10 0,2-8 173,-7-11 1,0-8 0,-2-3 363,-3-4 1,-3-3-1,0-3 533,0-2 0,-1-3 0,-4 0 231,-3 0 1,-4-2 0,-2 0-173,-2 8 0,-1-2 0,-1 1 0,1 2 725,0-5 1,0 1-1,-2 1-579,0-2 1,-1 1-1,-5 16 3071,-16 23-2637,12 25 0,5 20 0,1 6 1,0-4-632,0-13 0,1 0 1,1-1-1,-1 3-285,1 2 0,1 3 1,0 1-1,0-3 0,3-6 221,5 9 0,-2-5-1583,-7-6 1,-4-4 818,-8-2 1,-1 6 0,2-33 0</inkml:trace>
  <inkml:trace contextRef="#ctx0" brushRef="#br0" timeOffset="124766">23233 9504 12198,'38'-6'-410,"-1"1"0,1 0 1,-1-1-1,1 1 1,-2-1-1,-7 2 0,3 1 1</inkml:trace>
  <inkml:trace contextRef="#ctx0" brushRef="#br0" timeOffset="125535">25006 9567 20658,'-3'38'468,"0"0"0,0 0 0,0 0 0,0 0 0,-1 3 0,2-3 0,1 4-307,2-5 1,1 5 0,1 2 0,0-1 0,1-2 0,-1-6-656,1-2 0,0-4 0,1 2 505,0 10 0,1 7 1,0-5-1,0-17 269,-1-18-280,-2 0 240,-2-34 0,-2-20-260,1 10 0,-1-6 1,0-2-1,0 2-712,0 3 0,-1 1 1,0 0-1,0-2 732,1-5 0,-1-2 0,1 1 0,-1 2-175,-1-3 1,-1 2-1,1 8 164,-2-7 459,1 12-571,2 30-1995,2 15 2140,-1 21 1,1 5-12,3-13 1,1 2-9,7 13 1,4 6 0,1-7 210,-1-15 0,3-3-214,10 12 0,5-5-702,6-20 0,1-7 730,-15-3 0,1-2 612,14-4 1,-2-4-641,-18-3 0,-5-4 0,0-8 0,-2-5 0,-1 0 33,0-7 1,-1 1-34,1-6 0,-2 4-22,-5-2-102,-5 69 1,-1 16 123,1-17 0,1 1-396,3 12 0,1 4 1,4-5-1244,3-9 1,3-5-1,4-2 1,2-5-1411,24-10 3049,-3-15 0,-17 5 0,-5-6 0</inkml:trace>
  <inkml:trace contextRef="#ctx0" brushRef="#br0" timeOffset="125919">25884 9785 16737,'0'-6'3276,"0"2"-266,-29 33-2797,22-10-23,1 15 0,10 1-755,13-21 1,5-2 575,4 8 0,2-2 138,0-13 1,0-5-127,12-8-1494,-16-2 0,-5-6 1499,-11-15 0,-11-4-867,-8 3 1,-6 0 866,-7-2 0,-5 4 217,-7 12 1,-3 7-157,3 5 1,-1 7-118,-2 11 0,2 5-6,6-1 1,3 5 1120,4 9 0,13 4-2726,27-3 1,14-4-1,9-8 1,5-6 1091,2-3 1,-2-4 0,-6-5 0,-6-4 0,-8-6 0</inkml:trace>
  <inkml:trace contextRef="#ctx0" brushRef="#br0" timeOffset="126370">26254 9360 12544,'-1'-34'819,"-1"1"0,1-1 0,-1-10 0,0 7 738,-3 9-1557,2 29 1912,1 18-1738,2 3 0,0 5-386,1 11 1,1 7 0,2 4 253,1-13 1,1 2 0,0 1-1,0 0 1,0-1-41,-1 3 1,-1-1 0,0 0 0,1 0 32,3 3 0,0 1 1,1-3-1,-3-8-35,1 12 22,-1-7 281,-4-18-281,0-6 0,-2-21-10,0-39 704,0 21 1,0-1-734,-1-6 1,2 1 27,5-15-11,4 24-23,15 18 1,12 6 0,-4 4 78,-5 3 0,-1 6 198,9 5 0,4 5 0,-11 2-209,-18-3 0,-9 2-29,-6 8 1,-9-4-483,-10-16 1,-9-4-355,-5 0 1,-7 0 0,-3-1 0,4-2 491,3 0 0,3-3 0,-2 2 1,1 0-1,-3 1 0,3-1 1,6-2-1,8-4 0,0 1 1</inkml:trace>
  <inkml:trace contextRef="#ctx0" brushRef="#br0" timeOffset="131029">17004 6919 16400,'-7'5'1278,"3"1"-930,-2 23 245,4 1 1,1 4-2233,-1 2 1,1 1 1775,-1 7 1,0 0-21,1-2 1,0-2-734,1-10 0,-1 2 769,1 10 1,0 5-1,0 0-619,0-3 0,0 0 0,0 2 488,0-6 0,0 2 1,0 0-1,0-1-288,0 6 1,0 0 0,0-3 283,0-8 1,0-1 0,-1-1 251,1 1 1,0-1 0,0 4-260,-1-2 0,1 3 0,0 2 1,0-1-1,0-3 326,0 5 0,0-4 0,1 5-331,0-2 1,1 4 0,0 1-1,0 2 1,0-2-1,0 0 1,1 1 0,1 0 0,-1-1 0,0-3 79,-1 1 1,1-3 0,0 0-1,0 2-84,-1-1 0,1 3 1,-1 1-1,0-1 0,0-2-74,-1 4 0,-1-2 0,0 0 1,0-2 185,1-4 1,1-1 0,-1-1 0,0 2-294,1 6 0,-1 2 0,1-1 0,-1-2 253,1 0 1,1-2 0,-1-2 13,0-9 1,-1 0 0,1 3 9,-1 2 1,0 6 0,0 2-1,-1-2 1,1-3-99,0 3 0,-1-3 0,1 3 15,-1-1 1,1 5 0,0 1 0,-1-1-1,0-2 52,-1 0 0,-2-1 1,1-2-1,0-1-161,1 2 0,-1-1 0,1 0 94,-2-2 0,0 1 0,1 0 0,-1-4 285,0 11 1,0-6-628,1-17 1,0-1-253,1 5 0,-3-8-2683,-11-21 2886,-6-13 0,3 5 1,2-3-1</inkml:trace>
  <inkml:trace contextRef="#ctx0" brushRef="#br0" timeOffset="131545">16311 11179 20367,'34'12'594,"1"0"0,-1 0 0,3 2 0,-1 0-1010,-8 1 1,1 3 0,-3-2 599,-2 1 1,-1 2-1049,4 2 0,2 4 0,-1-1 953,7 6 1,1 1-75,-5-3 0,3 2 0,-3-2-572,3 3 0,-3-1 439,-2 0 1,-3-3-208,6 7-2952,-2 0 2457,-9-41 1,-6 14 0,0-23 0</inkml:trace>
  <inkml:trace contextRef="#ctx0" brushRef="#br0" timeOffset="131855">17529 11244 16546,'0'-3'3276,"-14"-2"-6553,4 15 3775,-7 4 1,-1 5-506,-3 9 1,1 4 218,-1 0 1,-2 1 415,-3 3 1,-1 0-540,5-9 1,-1-1-581,0 0 1,-3 0-1,1-1 468,-5 3 1,1-1 242,3-5 0,-1 1 0,3-2-1190,-2-1 1,3-2 374,1-2 0,1 2 595,-2 5 0,2-1 0,0-1 0,0 5 0</inkml:trace>
  <inkml:trace contextRef="#ctx0" brushRef="#br0" timeOffset="134662">16675 12686 14171,'-34'21'468,"0"1"0,0 0 0,0-1 0,0 1 0,-17 6 0,2-1 0,28-14-635,42-17 1,22-10 0,-2-2 166,-1-7 0,-1-3-345,-3 0 1,2-2 0,-6 12 792,4 26 426,-17 22-690,-21 3 1,-6 4-56,0-8 0,0-1-90,-1 2 1,-1 2-3,2-4 1,-1 3-1,0 2-37,-2 4 0,0 2 0,1-1-4,1-8 0,1 0 1,0-1-1577,-7 18 0,9-16-1697,12-32 3242,8-17 1,1-6-1,2-3 1,-4 6-1,1-1 1</inkml:trace>
  <inkml:trace contextRef="#ctx0" brushRef="#br0" timeOffset="135426">17151 12749 13801,'0'-4'3276,"0"1"-636,0 3-1497,-4-12-1121,3 6 12,-3-12 146,9 4 1186,-4 7-1253,-1-1-80,-12 16-1611,-15 11 0,-4 8 1708,9 0 1,-1 4 0,0-1-356,1-5 0,1 0 0,1 0 225,2 4 0,1 2 0,7-5-2063,7 4 2046,14-2 0,5-1 6,4 9 16,1-8 1,2-1-17,7 2 5,-11-10 1,0 1 38,5 9 426,3 6 325,-48-3 0,-12-2-750,4-5 729,5-7 1,-5 3 0,-1-9-944,-8-17 1,2-7-1631,-1-5 958,5 1 1,5-6-788,19-1 1,7-3 1305,7-4 0,2 1 0,-3-14 0,12 7 0</inkml:trace>
  <inkml:trace contextRef="#ctx0" brushRef="#br0" timeOffset="135659">17264 12790 14199,'29'-16'-656,"-1"0"1,1 0-1,13-5 1,2 1 0,-7 5-1,0 3 1,-1 1-1,-8 2 1,-23 8 0</inkml:trace>
  <inkml:trace contextRef="#ctx0" brushRef="#br0" timeOffset="136760">17948 12511 12349,'-43'17'881,"-1"0"1,5-1 0,6 0-833,14 9 80,8-2 0,2 1 1396,0 3-1525,1 14 1097,11-27-1071,24-18 0,17-12 0,-6 1-121,-16 6 0,1-1 754,17-6 0,7-3 0,-11-2-676,-21 0 0,-5 0 3050,2-2-3033,-12-8-11,-14 25 16,-11 8 1,-3 5-494,4 5 1,-1 3 526,-6 0 1,2 1-29,8 5 0,4 1 45,-4 18-56,10-12 0,2 4-45,41-22-269,-8-16 1,2-4 220,6 2 0,5-4-412,-6-4 1,4-4 0,1-3 0,-1 2 383,-5 2 1,-1 0 0,0 1 0,2-1 159,2-1 0,2 0 0,-1 1 1,-2 1-829,10-7 1,-6 8 1450,-8 21 290,-34 24-520,-5-2 1,-8 10-1,-2 4 1,-1 0 0,3-6-1139,0 1 0,2-3 1,-3 3 718,2-3 0,-2 3 0,-2 2 0,-1 2 0,1-1 0,0-1 9,0 1 0,-1 1 1,0-1-1,1 0 1,1-1-1,2-3-22,1 0 0,1-2 0,1-1 0,0 3 0,-4 4 0,-2 4 0,1 0 0,4-4 0,7-10 2235,11 7-2235,28-42-432,-4-16 1,4-9-85,2 0 1,2-4 0,-2 3 481,1-1 1,-1 1 77,-3 1 1,1-2 0,-10 20 628,-14 30-393,-6 1 11,-11 27-1067,4-10 1,0 0 876,0 9-62,3-11 0,2-1 17,6-5 112,25-15 0,15-7 0,-3-2-445,-12-2 1,2-2 281,2 1 1,6-1 0,1-1-1,-8-3 1,-3-6 0,-5-4 145,2-2 0,-8-4 950,-18-3 1,-7-2-1114,-11-14-808,-11 25 1,-13 3 0,-4 2 0,6 2-274,9 2 1,3 3 0,-4 1 682,-10-2 0,-6 0 1,2 1-1,9 1 1,12 2-1,3 0 0,-21-1 1</inkml:trace>
  <inkml:trace contextRef="#ctx0" brushRef="#br0" timeOffset="137630">16646 12707 10284,'-4'4'3276,"-28"27"-1125,19-19-1059,-17 5 0,-12 4 0,6-4 92,-3-5-1078,8-3 0,-3 2 1,5-4 442,0-6-2588,-14-3 2140,17-4 110,-9-4-99,23-6-2490,2-15 2367,6-11-433,4-4 450,3 22 0,5-1-185,18-13 1,6 3 167,-15 16 0,1 0 11,5-2 0,2-2 0,-1 6-45,9 2 39,4 9 1,0 2 16,9 2-17,-9 4 1,-2 3-17,-3 9-515,-8 5 0,-2 5 537,-5 4 0,-1 2 747,1-2 1,-1 1-765,-7 0 0,-4 0-1622,-3-4 1,-2 1 1611,-6 15 0,0 0 0,4-17-1,1 0 1,-5 5 0,0 0 0</inkml:trace>
  <inkml:trace contextRef="#ctx0" brushRef="#br0" timeOffset="143334">18948 14187 13005,'0'-6'-2835,"0"1"2835,0 5 11,-12-8 337,9 5 168,-9-6-113,12 7-112,2 0 146,0 1 269,0-1-325,0 1 2895,-2 1-1588,0 5-1654,0-3-12,0 3-22,0-4 359,0 0-359,0 1-3277,-16 1 0,0-2 2457,-17-5 1,19 3 0,1-6 0</inkml:trace>
  <inkml:trace contextRef="#ctx0" brushRef="#br0" timeOffset="145832">18984 11956 19482,'-9'15'2823,"-8"-5"-2105,-18-23-489,3 4 1,-8-4-1,-3 1 1,3-1-1264,3 1 0,3-1 1,-5 0 1053,2 1 0,-4-1 1,-2-1-1,1 2 0,4 0-77,-3-1 1,4 1 0,-4-1 60,6 2 1,-1-1-1,-2-1 1,-2 0-1,-1 0-337,5 2 0,-2 0 0,-2-1 0,0 0 0,-1 0 0,2 1 0,1 0 334,-2-1 1,2 1 0,0 0 0,0 0 0,0 1 0,-1 0-235,-5-2 0,-1 0 0,-1 1 1,1 0-1,2 1 0,3 2 233,3 2 0,3 1 0,-1 1 0,-3 2-61,2 0 1,-2 1 0,-3 1 0,-2 1 0,1 0 0,0 1 0,2 1 50,-2 1 1,1 1-1,1 1 1,0 0 0,-2 2-1,-2 0 7,2 0 0,-3 0 0,-1 0 1,-1 1-1,-1 1 0,2 1 0,1 0 1,2 2-91,2 1 0,1 1 1,1 0-1,1 2 1,0 0-1,1 1 1,0 0 90,-3 3 0,-1 2 0,1-1 0,2 1 0,0 0 0,3 0 62,1-1 1,1 0 0,2 0 0,1 0 0,1 0-70,-2 4 1,2 0-1,2-1 1,3 0 515,-5 9 0,4 0-507,4-3 0,3 5-12,5 6 1,3 7 0,2-4 11,0 0 0,2 0 0,2-10 0,1 4 0,0-1 0,1-4-17,1 9 0,2-2 24,-1-1 1,0 2 0,1 2-112,3-3 0,1 2 1,1 1-1,1 0 104,-1 1 0,1 0 0,0 1 0,1-2-6,1-1 1,0 0-1,1-1 1,1-3 8,-1 0 1,1-3 0,6 3-16,3-8 1,6 5 0,4 1 0,2 1 0,-1-1 0,-1-3 0,-4-4 84,5 6 1,-3-5 0,5 4-74,-6-5 0,5 4 0,2 3 0,1 0 0,-1-2 0,-2-5 0,-5-6 0,13 1 0,-1-6 15,-2 0 0,3 1 0,1-1-1,0-1 1,0-1 0,1 0-11,-1 1 0,1-1 0,-1 0 556,-4-4 1,-1 0 0,3 1-564,-5-3 1,3 1 0,1 0 0,-2 0 0,-2-1-481,1 0 1,-4-1 0,4 1 482,-1-1 0,5 2 0,0 0 0,-2-1 0,-5-2 640,6 1 0,2-1-650,-4-1 1,9 1 0,4 0 0,0 0-1,-2-1 1,-7 0 9,1-1 0,-5-1 0,5 1-4,-3 0 0,5 1 1,2 1-1,1-1 0,-2-2 1,-4-2 413,10-3 1,-5-3 0,-2-3-415,-7 1 1,-3-2-1,5-1-348,-4 0 0,5-2 1,2 0-1,1-1 1,-3 1-1,-5 0 337,5-3 0,-5 1 0,2-2-5,1 1 1,1-1-1,-1 0 1,-4 2 866,-2 2 1,-1 0-865,12-4 1,0-1-898,-11 4 0,0-1 914,7-2 0,0-1-12,-4 1 1,-2 0 339,-9 3 0,1 0-328,13-9 0,0-3 907,-9 2 0,0-2-907,-5 3 0,1-2 0,2-1-529,0-1 1,2-1 0,0-1-1,-2 2 512,6-8 1,-1 1 8,-2 4 1,0-1-1,-4 3 1977,1-8-1975,-10 10 1,-2-5-741,-2 0 0,-2-3 0,0-2 727,0-4 1,-2-3-1,0-2-63,-2-2 1,-1-2 0,0-2 0,-1 2-352,-2 8 0,0 1 0,0-2 0,-2-4 281,0 6 1,-1-4 0,-1-3 0,0-2 0,0 0-1,-1 1 1,1 2 0,-1 3-118,-1-4 0,0 4 0,0 1 0,-1-1 0,0-3 32,0 3 0,0-2 0,-1-2 1,0-1-1,0 0 0,-1 1 1,-1 3-1,-1 3-419,-2-6 1,-2 4-1,-1 2 1,-1 0 0,-2 0 632,-2-1 1,-3-1-1,-1 1 1,1 2 0,2 2-1,-1-4 1,2 3-1,-2 3 1,0 6 0,0 1-1,-1-1 1</inkml:trace>
  <inkml:trace contextRef="#ctx0" brushRef="#br0" timeOffset="147884">1866 14849 16983,'-6'2'2297,"1"0"-2039,6-2-168,7 0-79,7 0 56,9 0-1706,12 0 1,5 0 1173,4 0 1,1 0 467,-8 0 1,1 0 0,-1 0 286,0 0 0,-1 0 0,-1 0-290,7 0 0,4 0-365,-11 0 0,6-1 0,3 1 0,2-1 0,-3 1 0,-3-1 365,-1 1 0,-4-1 0,1 1 0,4 0-8,-4-1 0,4 1 0,2-1 0,0 0 0,0 1 0,-3-1 0,-4 1-369,3 0 1,-5-1 0,-1 1 0,4 0 376,5 0 0,3 0 0,1-1 0,0 1 0,-2 0 2,0 0 1,-2 0 0,0 0 0,3 0 0,-8 0 1,3-1 0,0 1 0,1 0 0,-2 0-1,-1 0-3,5 0 0,-2 0 0,0 0 0,4 0-6,-6 0 1,2 0-1,2 0 1,1 0-1,4 0 1,3 0 6,-14 0 1,2 0 0,4 0-1,1 0 1,1 0 0,1 0 0,1 0-1,0 0 1,0 0 0,-2 0 0,0 0-1,-2 0 1,-3 0-2,5 0 0,-2 0 0,-1 0 0,-2 0 0,0 0 0,1 0 0,0 0 0,2 0 0,2 0 95,-4 0 0,2 0 0,2 0 0,2 0 0,0 0 0,1 0 0,0 0 0,-2 0 0,0 0 0,-2 0 0,-3 0 0,-2 0 0,-4 0-100,15 0 1,-7 0-1,-2 0 1,0 0 0,3-1 10,-1 1 0,0 0 1,2 0-1,1 0 1,1-1-1,1 1 0,1 0-10,-7 0 1,1 0 0,1 0-1,2-1 1,0 1 0,-1 0 0,1 0-1,0 0 1,-2 0 0,-1-1 3,4 1 0,0 0 0,-2 0 0,0 0 0,0-1 0,1 1 0,0 0 0,0 0-159,0 0 1,2 0 0,1 0 0,-1 0 0,1 0 0,-1-1 0,-3 1-1,-1 0 1,-4 0 158,6 0 0,-5 0 0,-2 0 0,2 0 0,5 0 1,-8 1 0,4-1 1,1 0-1,2 1 0,1 0 1,0-1-1,0 1 0,-2 0 1,-1-1-1,-1 1 0,0 0 1,-1 0-1,-1 0 1,0 0-1,1 0 0,1 0 1,0 1-19,1-1 1,2 0-1,0 0 1,1 0 0,0 0-1,0 0 1,-2 0 0,-1 1-1,-2-1 17,7 1 0,-1 0 0,-2 0 0,-1 0 0,-1 0 0,-2 0-6,6 0 1,-4 1-1,1-1 1,2 0 1,-7 0 0,3 0 0,1 0 1,0 1-1,-1-1 0,-2 0 4,-1 0 0,-2 0 0,-1-1 0,1 1 0,1 0 29,8 1 0,2-1 0,1 1 0,-2-1 0,-3 0-21,-4 1 1,-3-1-1,0-1 1,0 1 185,-1 0 0,-1 0 0,1-1 0,4 1-204,1-1 1,5 0 0,1 1-1,2-1 1,-3 0 0,-3 0-143,1 0 0,-3 0 1,1 0-1,3 0 156,-4-1 1,4 1 0,2 0 0,1 0 0,0 0 0,-1 0 0,-3-1-7,-2 1 0,-2-1 0,-1 1 0,0-1 0,0 0 1,1 1 10,1-1 0,0 0 1,1 1-1,-1-1 0,0 1 1,0-1-15,4 0 1,0 1-1,-1-1 1,0 0-1,1 0-5,-5 0 1,1-1 0,0 0 0,-1 0-1,0-1 1,-1 1 245,0-1 0,-1 0 0,-1 0 0,0 0 1,1-1-231,5 1 1,0 0 0,1-1 0,-2 0-1,-1 1 112,3-2 1,-2 1-1,-2 0 1,-4 0-119,11-1 0,-6 1 11,-12 0 0,-4 1-11,1 0 1668,-17 2-1612,-9 0-3333,-22 0 3640,-14 0 1,7 0 0,-2 1-1</inkml:trace>
  <inkml:trace contextRef="#ctx0" brushRef="#br0" timeOffset="150669">2744 14496 10724,'-8'0'1860,"2"0"-1015,6 0-307,-1 0 515,10 0-433,-1-1-373,12 1-1270,11 0 0,3 0 1157,7 0-52,-11 1 0,5 0 0,2-3-469,8-6 0,2-4 0,-2 2 409,-11 3 0,-1 2 1,2-3-15,1-2 0,3-1 1,0-2-1,-5 2 3,2-3 1,1-1 2,-3 1 0,6-4 0,0 0 0,-5 2-368,7-3 0,-1-1 354,-9 5 0,3-1 0,1-2 0,-3 0 26,-1-2 0,-3-1 1,1-1 47,4-6 1,1-2 0,0 0-34,0 2 0,-1 0 0,0-1 637,-2 1 1,0-1-1,1-2-569,-3-1 0,2-3 1,-1 0-1,-3 3-68,-1 1 0,-3 2 0,2-3-186,-1 1 1,4-4 0,0 0-1,-1 0 1,-3 2 155,3-3 0,-3 1 1,0-2-167,-4 7 1,1-3 0,-1-1 0,1 0-1,-2 3 194,0 0 0,-1 1 1,-1 1-1,0-1-23,2-3 1,0-2 0,-1 1 0,-2 4 749,0-6 0,-1-1-697,-2 6 1,3-4-1,0-3 1,0 2 0,-2 5-65,4-11 1,1-1-6,-5 11 0,3-5 0,0-1 0,0 1 0,-3 5 62,6-12 0,-2 4-286,-5 9 1,0-1 0,0-2 253,2-8 0,2-2 0,-2 1 208,-3 7 0,0 2 0,-1-1-238,0 1 0,-1 1 0,1-2 53,-1 2 0,1-2 1,0-1-1,-1 2-35,3-7 1,-1 2 0,1-2-186,-2 5 0,1-1 1,0 0-1,-1 2 182,0 1 0,-1 2 0,2-3-257,1-2 0,2-3 1,0 1-1,-1 3 242,3-7 0,0 1 0,-2 6 0,1-3 0,-1 0 0,-1 6 35,1-1 0,-2 4-24,1 0 1,1-4-15,2 1 0,2-6 0,2-1 1,-2 3 2,0-1 0,0 2 0,2-2 6,-4 5 1,2-3 0,1-1 0,0 1-1,-2 4-196,4-5 1,-1 4-1,1-1 175,3-2 0,1 1 0,-1 2 773,0 0 1,1 3-770,2-3 0,-1 4-731,-7 10 1,-2 1 741,2 2 0,0-1-12,6-3 1,2 0 18,0 4 1,2 0 0,-1 2-8,-2-1 0,1 2 483,2 1 0,3 0 0,-1 3-483,10 3 0,2 4-262,-12 0 1,3 0-1,1 0 1,-2 1 261,2 1 0,-1 0 0,0 0 596,4 1 0,1 0 1,-3 1-597,2 4 0,-2 1 184,-5 2 1,2 2 0,-2-1-185,9 2 0,0 2-634,-2 3 0,1 5 0,-5-1 679,-7 0 0,-2 1-30,-3-1 0,2 2 0,-2 2-142,-3 6 0,-2 4 0,-2-3 138,-1 0 0,-1 0 15,-3-2 0,0 1 0,-3-3 8,1 16-154,-4-14 0,0 2 210,0 8 0,0 0-51,-1-7 1,0 2 45,-2-1 1,1 4 0,0-1 33,-1-4 1,1-1 0,-1-1 489,1 13 1,-1-2-599,3 3 0,-1-4-1250,-1-6 1362,1 6 0,1 3-67,-1-13 0,0 2-28,0 1 0,1 5 0,0 0 0,0-5 11,0 3 1,0-2 440,0-3 0,0 3 1,0-3-442,0 3 1,1 0-372,0-5 0,0 2 1,0-1 331,2 8 0,1 1 523,-1-3 1,2 2 0,-1-5-468,-2-7 0,1 0 565,3 10 0,3 4 0,0-1-593,1 1 0,1 2-535,-3-8 1,1 3 0,0 0-1,0-1 507,0 0 0,0-1 0,-1 0 26,1-1 0,-1 1 1,-1-2 988,2 6 0,-1-1-1015,1 2 0,-1 1-660,-3-12 1,-1 0 0,1 0 659,0 0 0,-1-1 0,2 1 132,2 6 0,1 1 0,-1-3-132,-1-3 0,1 0 576,4 8 1,4 5-1,-2-3-582,2 0 1,2 0-479,-3-6 0,3 5 1,0 0-1,-3-6 484,4 5 0,-1-4 18,-3-4 1,0 1 0,-2-4 2000,4 6-2014,-7-11 1,-1 2-990,1 0 1,0 0 983,0 0 0,-1 0 0,-1-1 0,1-1-555,3 7 1,0 0 559,-3-6 1,2 1 780,5 9 1,1 0-782,-2-4 1,-1-2-72,-3-5 0,0-1 54,-1-1 1,-1-1 2293,6 9-2282,-7-10 11,4 8-67,-4-6 67,4 4-11,-6-9 56,21 16-202,-6-9 151,-9-8 1,1 0-1035,2-3 1,0-2 1039,13 2-11,5 3 2057,-8-7-2001,0 1-1124,-8-4 0,1 1 1068,15 5 70,-13-5 0,-2 0-159,8 2 2341,4 0-2252,-7-2 0,3-1-914,6 1 1,0 0 913,1-1 0,0 1 0,2-1 0,-2 0-11,-10-2 0,2 1-143,1-2 0,7 1 0,0-2 0,-3-3-939,0-4 1,-3-2 0,2-1 682,1 2 0,3 1 1,-2-1-1,-6-3 1,0-5-1,-8-3 0,-5-5 1</inkml:trace>
  <inkml:trace contextRef="#ctx0" brushRef="#br0" timeOffset="152289">6767 9820 12815,'0'-6'3025,"0"2"-2476,0 4-369,0-1 257,0 24-415,0-8 0,0 25-1661,-1-7 1,-1 3 132,-2 1 1,-1 0 603,1 9 0,-1-1 318,-1-6 1,-1 0 583,0 2 0,1-3 0,0-2 0,2-12 0,0 0 0</inkml:trace>
  <inkml:trace contextRef="#ctx0" brushRef="#br0" timeOffset="152511">6646 10842 5438,'-3'37'655,"0"0"0,1 0 1,-2 11-1,-1 1 0,1-8-960,1-14 0,0-3 182,-2 14 0,0 0-561,1-15 1,0 0 557,-2 5 0,1-3 1,0-1-1,-3 10 1</inkml:trace>
  <inkml:trace contextRef="#ctx0" brushRef="#br0" timeOffset="152738">6504 12073 2036,'-4'41'127,"0"0"0,1 0 0,-1-5 0,0 1 0,0-1 0,-1-4-1011,0 2 1,-2-2 539,1 0 0,-1 2 1,1-3 343,-1 1 0,1-3 0,-4 10 0,7-22 0</inkml:trace>
  <inkml:trace contextRef="#ctx0" brushRef="#br0" timeOffset="153305">6259 13483 10672,'-4'28'455,"-1"0"1,0-2 0,1 0-2095,1 0 1,0 0 1778,-1 4 1,0 2 402,-1 9 1,1 0-13,-1-7 1,1-1-196,0-1 1,0-1-1417,-2 9 1091,1 0-285,3-14 0,0-1 263,-1 12 1759,1 5-1771,-1-20-1834,0 5 770,-1-3 574,-2 6-440,2-7 1313,-1 1-411,1 2 1,0 2-701,-2 7 751,0-3 0,1 1 156,0 3 2355,-1-1-1951,1-2 579,-1-1 0,1 2 183,0 10-1093,1-9 0,0 3 1015,-2 8 0,0-3-716,2-18 1,1-1-277,-4 17 1,0-1-2842,-1 5 2522,3-23-2051,-4 9-1159,5-29 2813,-6-9 1,6 5-1,-1-5 1</inkml:trace>
  <inkml:trace contextRef="#ctx0" brushRef="#br0" timeOffset="154321">5539 15941 10417,'-18'-25'1092,"0"0"0,1 5 0,5 3 2184,8 7-752,2 9-2143,1 7 594,1 12-1954,-1 13 0,-1 6 1281,-1-3 1,-1 3 0,-1 0-992,2 0 0,-1 1 0,-1 4 691,1-3 0,-2 5 1,1 1-1,0-2 0,1-5-491,0-3 1,1-5-1,0 2 339,-3 18 1,-1 3 0,8-27-3128,12-45 2258,-7-15 0,-1-12 0,-1-1 1124,1 8 1,1 0 0,-1-4-234,-2 2 0,0-4 1,0-2-1,-2 1 0,1 4 565,-1-8 0,0 4 0,-1 2-355,0 7 0,0 2 1,1 3 259,0-1 0,0 15 1235,0 51-1185,1 11 0,1 4 324,-1-18 0,1-1-683,1 19 1,1-4 0,4-10 246,15-6-280,-8-21 22,5-16 1,0-8-23,1-20 7,-6 9 1,2-4-1,-3 4-7,5-11 0,-5 10 0,-1 8 34,-6 19 638,7 34-510,-4-9 1,1 2-107,5 9 0,3 0-688,1-2 1,4-6-1008,6-9 1,1-7 821,11-9 0,-4-8 1,-30-6-1</inkml:trace>
  <inkml:trace contextRef="#ctx0" brushRef="#br0" timeOffset="155489">4887 14612 13389,'1'-10'1199,"0"1"-3,0 7-995,1-1-201,-2 0 411,2-2-456,-1 2 45,0 0 1860,0 1-1445,-1 11 155,0 7-150,-4 7 0,-4 9-864,0 4 0,-4 9 0,-1 5 0,1-1 0,1-7 414,1-4 0,1-5 0,-1 5-268,-1 4 0,-2 7 0,-1 1 0,2-6 0,4-12-2979,0-2 3258,-4-6 1,8-12-1,-4-4 1</inkml:trace>
  <inkml:trace contextRef="#ctx0" brushRef="#br0" timeOffset="156095">4084 15711 18059,'-8'39'616,"1"0"0,-1 0 1,1-4-1,0-1 0,0 0-545,0 1 0,-2 0 0,1-1-68,1-2 1,0 0 0,0-2-667,1 2 1,-1-1 639,0-1 1,1-2 447,-1 12-3702,5-28 354,1-16 368,1-15-359,3-18 2281,-1 13 1,1 0-1,1-4 1,0 2 0</inkml:trace>
  <inkml:trace contextRef="#ctx0" brushRef="#br0" timeOffset="156490">4026 15737 8691,'0'42'1092,"0"1"0,-1-5 0,1-2-686,4-2 1,4-5-339,11-6 1386,9 9-1454,5-51-451,-4-12 456,-4-6 1,-1-1 540,-10 15 0,-1 0-541,7-13 1,-4 3 2074,-8 11-1705,-7 47 1,-2 15-264,1-16 0,1 2-90,-2 5 0,0 4 1,1-2-51,2 1 0,2-4-331,7 9-1400,4-6 1475,3-15 284,5-15 0,-12-2 0,5-3 0</inkml:trace>
  <inkml:trace contextRef="#ctx0" brushRef="#br0" timeOffset="156832">4550 15964 12870,'-12'45'544,"0"0"1,0 0-1,4-11 1,1-3 0,-1-3 737,0-1 1,1-6-1429,5-10 101,3-5 1454,6-4-1454,5-1-1594,18-12 1,4-6-1449,5-3 1617,-1-1 1,-1-2 1469,-3-6 0,-15 13 0,-6 4 0</inkml:trace>
  <inkml:trace contextRef="#ctx0" brushRef="#br0" timeOffset="157142">4842 15895 9876,'-7'40'1092,"0"1"0,-3 5 0,1-1 82,2-11 1,1-1-1159,1 1 1,0-2-17,-1-4 0,3-3 1442,7-3-1408,21-24-571,-3-6 358,17-9-1849,-13-3 389,-8 3 1,0 0 818,7-7 1,-1 1 0,-16 13 0</inkml:trace>
  <inkml:trace contextRef="#ctx0" brushRef="#br0" timeOffset="158647">4980 13109 7762,'-6'-31'448,"1"0"0,0 2 0,0 5-1759,1 5 2050,1 5 1149,-1-5-1496,2 10 661,0-9-471,2 8-291,0-6-89,0 7 201,0 1-2135,0 0 2169,0 2 901,0 0-968,1 1 89,0 1 225,1 1-550,-2 2 505,2 7 2637,-1 10-2318,3 15-1521,-3 6 0,-1 8 0,0-1 708,0-12 1,-1-1 0,0 3-96,0 5 0,-1 5 1,0 1-1,-1-1-578,-1 0 0,-1 0 0,-2 1 1,1 4 527,0-11 0,0 3 0,0 2 0,-1 1 0,0 0 0,0 1 0,0-1-79,0 0 0,0 0 0,0 0 0,0 1 1,-1 0-1,1 3 0,-1 1-142,1-9 0,-1 3 0,1 2 0,-1 0 0,0 2 0,0-1 0,0 0 0,0-1 0,1-2 0,0-2 0,0-3-326,-1 7 1,1-4 0,0-2 0,0 0 0,0 0 0,0 2 545,0 1 0,-1 5 0,-1 1 0,2-1 0,-1-4 0,2-4 0,1-9 0,0 1 0,2-6 0,-1 4 0,1 0 0</inkml:trace>
  <inkml:trace contextRef="#ctx0" brushRef="#br0" timeOffset="160362">8347 12985 9913,'-20'-13'1512,"4"0"-1512,11 6 415,-1-5-359,2 4 180,0-2 749,1-4 46,2 3 68,-1-9-495,1 9-2573,-3-6 2305,4 12-33,-2-4 1131,-1 9-806,2-1 627,-1 1-841,1-8-257,1 0-123,0-9 3242,-1 0-2947,-4-23-1835,-3-1 1601,4 17 0,-1-2 174,-7-12 0,-1 3 23,4 9-242,-1 0 0,2 6-16,6 17-157,2 13 224,-1 18-975,0 9 0,1 9 1,-1-2 921,1-12 1,-1-1-1,0 3-34,0 6 0,0 4 0,0 0 0,-1-3 159,0-5 1,0-2 0,0 4-154,0-4 1,0 6 0,-1 1-1,0 2 1,1-2 0,0-4-529,0 4 0,0-3 1,0 0-1,0 3 508,-1-1 0,1 3 0,-1 2 0,1-1 0,-1-1 0,1-4 0,1-2 0,0-4 0,0 0 0,-1 4-234,1 1 1,-1 4 0,0 1 0,0 1 0,0-1 0,0-2 217,1-2 0,-1-1 1,0-1-1,1 0 1,-1 1 115,0 7 1,0 2 0,0 0-1,1-2 1,-1-4-101,0 1 0,0-3 0,0-1-1093,1 6 1,0 0 0,0-4-547,1-10 1,-1 0 1191,0 10 1,1 4 0,0-12-1,0-14 1,0 7 0</inkml:trace>
  <inkml:trace contextRef="#ctx0" brushRef="#br0" timeOffset="160975">7998 15326 19336,'-9'46'461,"0"-1"0,1 1 0,-1-1 0,2-5 0,0-1 0,0-1 1,1 0-395,-1 0 0,1-1 0,1 0 0,-1-3 0,1 1 0,1-2 1,-1 1-27,0 5 0,-1 0 0,1-3-1680,1-4 1,0-1 418,-3 15 1,2-5 1062,4-21 770,1-11-1269,1-26 1,1-25-1,-1-13 1,1 0 0,-1 10 327,0 12 0,-1 3 0,1-4 1,0-8-1,1-9 0,0-1 1,-1 5-1,0 11 0,-1-7 1</inkml:trace>
  <inkml:trace contextRef="#ctx0" brushRef="#br0" timeOffset="161364">7887 15356 17050,'9'29'1092,"1"1"0,-2-7 0,0 1-310,-2 12 1,1 3-2422,3 0 1,1-2 608,-1-13 1,1-3 1733,5 8 1,2-8-671,8-17-772,0-30 0,-2-12 710,-9 15 0,-1-2-47,1-4 0,1-2 1,-2 1-685,-1-2 1,-2 5 691,1-1 1584,1 6-1316,-8 40-775,3 21 1,1 6 584,-2-6 0,0 2-11,1-2 0,0 4 0,0-5-56,-2-2 0,0-4-1583,3-1 1,0-6 818,0-7 1,2-2 0,-7-16 0</inkml:trace>
  <inkml:trace contextRef="#ctx0" brushRef="#br0" timeOffset="161761">8481 15659 14804,'0'-8'2812,"0"2"-3621,16 42 1856,-14 2 1,-3 5-958,8-4 0,-1 2-324,-7-7 1,-1 1 0,0-5 233,1 3 1079,5-11-1046,5-19-1194,23 0 1071,0-5-100,8-1 1012,-8-4-3186,-3-5 725,-8 2 1,1-1-1639,9-7 2457,7-7 1,-30 17 0,-3 1 0</inkml:trace>
  <inkml:trace contextRef="#ctx0" brushRef="#br0" timeOffset="162298">8525 15724 5958,'0'0'0</inkml:trace>
  <inkml:trace contextRef="#ctx0" brushRef="#br0" timeOffset="162678">8713 15676 14092,'0'-16'3276,"0"8"0,0 51 0,0-13-3097,0 6 0,2 4-28,1-11 0,1 0-954,3 8 1,1 0 802,-3-8 0,1 0 204,0 0 1,1-2-1045,-2-4-2437,1-12 0,1-6 2457,0-30 1,-3 13 0,0-11 0</inkml:trace>
  <inkml:trace contextRef="#ctx0" brushRef="#br0" timeOffset="163145">8998 15538 11761,'-3'42'1092,"0"1"0,0-9 0,1-1-478,2-1 1,0 2 0,0-4-587,0-6 0,0-1 811,0 13 0,0-1-839,2-7-226,7 4 248,3-15 1529,5 1-1450,1-16 2167,2-4-2246,5-9 1,3-3-654,-4 3 1,0-1 585,6-4 0,-2-1-90,9-4-3142,-13 4 3096,-5-2 0,-5 6 1,-5 0-1</inkml:trace>
  <inkml:trace contextRef="#ctx0" brushRef="#br0" timeOffset="163897">7208 12199 21096,'35'-26'292,"0"0"1,0 0-1,1 0 1,-1 1-1,0-1 1,3-1-1,-3 2 1,0 0-1,3-2-553,-1 2 0,2-1 0,2-2 0,0 1 1,-2 1-1,-2 3 261,2-1 0,-3 3 0,1 0 0,5-1-410,-7 4 0,4-2 1,2 0-1,3-1 1,-1 0-1,1 1 0,-2 0 1,-2 1 388,-1 1 1,-3 1 0,0 1 0,0 0 0,0 0 0,1 0-1,0-1 136,1 1 0,1-2 0,2 1 0,-1-1 0,0 0 0,-1 2 0,-3 0 0,-4 2-185,10-3 0,-3 1 0,-5 2 0,-7 3-1499,2-3-380,-26 7-1328,-27 12 2457,5-2 1,4 2 0,9-5 0</inkml:trace>
  <inkml:trace contextRef="#ctx0" brushRef="#br0" timeOffset="164179">8932 10943 9737,'27'34'819,"1"-1"0,-4-5 0,1 2 0,-4-3-312,-4-2 0,-4 1-378,5 17 0,-6 1 350,-12-11 1,-7-2-514,-5 7 1,-5-2-736,-2-6 0,-2-2-870,0 0 1,-2 0 1155,0-1 1,2-2-1,-4 3 1,6-8 0</inkml:trace>
  <inkml:trace contextRef="#ctx0" brushRef="#br0" timeOffset="164928">9799 10781 19078,'8'-23'291,"-1"0"1,0-7-158,-2 1 1,-10 3 201,-23 12 0,-7 7-179,-8-4-781,0 12 1,-1 8 802,21 3 1,2 4-1268,-9 7 1,2 4 1255,3 2 0,2 1-129,1-1 1,2 1-40,7-4 0,3-1 0,6 2-2006,8 0 2028,20-14 462,21-12-477,-11-16 1,5-9 0,-2 1 1109,-2 2 0,-1-1-1117,2-5 0,2-5 0,-7 7-2301,-5 0 2301,2 7 2469,-20 25-2111,0 14 303,-3 14 113,-1 11-1750,-3-21 1,-1 4 1079,-3 11 1,-2 5-1,-1-1-86,1-7 1,-1-1 0,1 2-33,-1-1 0,-1 2 0,1-1 0,-1-5-1625,-3 8 1,4-19 818,11-32 1,-3-6 0,10-28 0</inkml:trace>
  <inkml:trace contextRef="#ctx0" brushRef="#br0" timeOffset="165350">10177 10700 17575,'-3'0'1894,"0"0"-1419,3 0 1093,7-30-4845,-5 21 3608,5-22 596,-17 31-759,-6 7-898,-11 13 1,-3 3 779,13-7 1,0 1-77,-12 13 0,4 1 70,9 5 68,6-1-140,19 0 0,6 2 28,8 3 0,0-7 0,5-1 6,6-10 0,0-4 905,-10-4 0,0 0-917,5 1 1,-3 0 266,-6-2-172,-17-5 1000,-22 5-1089,-3 0-180,-21 3-672,5-7 852,-6-21 0,1-3 0,10 9 0,0-10 0,1 0 0</inkml:trace>
  <inkml:trace contextRef="#ctx0" brushRef="#br0" timeOffset="165563">10187 10727 21241,'19'-26'-387,"0"1"1,9 2-1,5 0 1,-3 5-2337,8-1 2176,-2 8 1,6-1 0,-10 4 0,-12 5 0,21-1 0</inkml:trace>
  <inkml:trace contextRef="#ctx0" brushRef="#br0" timeOffset="166521">10911 10338 12207,'-29'4'819,"0"1"0,1 11 0,-1 5 0,6 0 1026,-1 15-1778,1-2 1,4-1 2135,14-13-2203,6-2-2437,20-10 2437,2-9 1006,19-13-1006,-5-12 22,-15 4 0,1-4 1,-3 3-23,8-6 569,-4-3 0,-11 9-636,-45 42-2179,12-4 2279,1 0 1,2 2 2235,8 4-2370,5 10 101,17-14-34,3 2 102,15-19-91,-1-11-123,-5-7 0,5-7 1,1-3-1,-5 5-146,-1 3 1,0-1 288,0-2 0,5-5 1,-2 2-1,-6 8-143,1 5 180,-5 20 471,-4 30-169,-16 0 0,-7 8 0,-1-1-868,3-9 1,-1-1 0,-1 3 542,-3 1 0,-1 3 1,-2-1-1,1-3 0,0-5 0,0-2 1,0 1-325,-6 11 1,0 2 0,2-4 329,2-2 0,1-3 662,-4 9 1,4-8-680,11-20-1431,8-16 1481,16-15 1,5-9-163,-4 3 0,2-1-12,1-1 1,3-2-1,-4 3 96,-3 2 0,-3 2 1347,7-5-1319,-21 30 214,-3 7 21,1 13 1,-1 6-135,-2 1 0,1 2-45,2 7 0,3-1-17,2-13 0,3-4-5,13 1 46,14-31-80,-1-9-448,-12-6 1,2-6 0,-3 2 520,-4 4 0,-1 0 201,11-17 0,-6 2 1920,-17 13-1992,-36 17 0,-11 9-202,-3 6 752,13-3 1,-5 2 0,3 5-1846,6 5 1,4 4 0,2 0 545,-1 1 1,2 1 0,-3 2 0,4-2 0,11-4 0</inkml:trace>
  <inkml:trace contextRef="#ctx0" brushRef="#br0" timeOffset="166729">11831 11230 14025,'0'0'0</inkml:trace>
  <inkml:trace contextRef="#ctx0" brushRef="#br0" timeOffset="169819">11761 10233 18300,'9'-22'969,"0"-1"1,1-17-4247,-21 19 3308,-15-3 1,-8 0 132,8 7 0,-1 2 0,-2-1-450,-4-3 1,-1-1 0,-4 1 324,0 3 0,-4 2 1,0 1-1,2 1-130,1 1 0,2 1 0,-3 1 113,1 0 1,-3 0-1,0 1 1,1 0 53,-1 1 1,1 2 0,-5 0-53,8 2 0,-2 0 1,-3 0-1,-3 1 1,0 1-1,-2 2 0,8 1 1,-1 2 0,-3 1 0,0 1 0,-1 1 0,1 0 0,-1-1 0,2 0 0,0-1-11,1-1 0,0 0 0,1-1 0,0 0 0,0 0 0,0 1 0,0 0 0,-1 2 180,1 1 1,-2 1 0,0 0-1,0 2 1,0-1 0,1 1 0,1 0-1,2 0 1,3 1-162,-10 2 1,3 0 0,3 1-1,0 2 1,-1 1 44,4 0 0,0 2 1,0 1-1,0 2 1,1-1-1,1 2-52,0-2 0,1 1 0,1 0 1,0 1-1,1 2 0,2 3-156,3 1 1,0 3 0,2 2 0,0 1-1,2 0 1,2-1 0,3-3 171,-2 7 0,5-3 0,2 1 0,1 3-13,1 3 0,1 4 0,2 1 0,2-1 0,5-1 7,5-5 0,4-1 0,2 0 0,1-1 0,-2-1-219,-1 5 1,0-1 0,0-1-1,3 1 185,2-5 0,2 1 1,1 0-1,1-2 1,-1-4 23,1 1 0,1-3 0,7 2-9,-1-8 0,6 3 1,4 2-1,3 1 1,2 0-1,1 0 1,-2-1-1,-3-3 1,-3-2-18,1 1 0,-3-3 0,-2-1 0,2 0 0,5 3 1,-2-1 0,3 2 0,2 2 1,2 1-1,1 0 0,1-2 0,-1-1 1,-1-4-1,-1-3 17,6-2 1,-1-5 0,1-2 0,-2-2-1,1-1 1,-1 0 23,-3 0 1,-1 0-1,0-2 1,1 1-1,0-1 1,3-1-43,-1 1 0,2-1 0,1 0 0,2 0 0,-1-1 0,0 0 0,-3-1 0,-2-1-3,7 0 1,-3-1 0,-2-1 0,0-1 0,2-1 5,-3-1 1,1-1 0,0-1 0,0 0-1,-3-1 1,-3 1-129,10-3 1,-6 0 0,2-2 124,-3 1 0,2 0 0,-1-1 0,-4 0 400,-2 0 0,-2 1 0,0-2-386,1 0 0,0-1 0,2-1 0,1-2-106,-2 0 0,2-2 0,1-1 0,-1 0 1,-1 0 91,2-1 0,0 1 0,-1 0 0,0-2 0,-4 2 0,0-1 0,0-1 0,-1 0 0,-4 0 5,0-1 1,-3 0-1,-2-2 1,0-1 5,2-6 0,-1-3 0,-2-1 1,0 0 379,-1 0 0,0-2 0,-2 1 1,-2-1-384,-2 3 1,-1-1-1,-2 1 1,-3 1 32,-2-3 0,-4 2 0,-1 2-35,-4-4 0,-3-1 31,-4 1 0,-4-2 1,-2 0-8,1 8 1,-2 1 0,-2-1 0,-3-1-24,-1 3 1,-2-3-1,-3 0 1,-1 0-1,0 1 1,-1 2-15,-3-2 0,-1 2 0,-1 1 1,-2 1-1,-3 1-3,2 3 0,-4 0 1,-1 0-1,-1 1 1,0 1-1,1 2 1,4 2-289,-1 1 1,3 3 0,1 1-1,0 1 1,-2 0 297,-5 0 0,-2 0 0,0 1 0,1 2 0,5 1-47,2 2 1,4 2-1,-4 2 21,-5 1 1,-4 2 0,-1 2 0,2 2-494,3 4 1,1 2 0,0 1 0,-1 0-138,4-2 1,-1-1-1,-1 1 1,1 2 0,1 3 559,-4 6 1,0 5 0,1 2 0,3-1-1,5-5 1,-4 3 0,3-1 0,3 1-1,0 0 1,0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8:03:20.969"/>
    </inkml:context>
    <inkml:brush xml:id="br0">
      <inkml:brushProperty name="width" value="0.09071" units="cm"/>
      <inkml:brushProperty name="height" value="0.09071" units="cm"/>
      <inkml:brushProperty name="color" value="#92D05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5577 1919 14092,'-30'18'1638,"1"1"0,-5-39 0,-1 7 0,2-4-482,20-8 0,6-3-1056,3-18-3377,8 38 782,14 11 3926,17 11-1420,-8-1 1,5 0-338,9 1 1,7 1 0,-4-2 331,-6-1 0,1-2-34,5 0 0,5-1 0,-6-7 61,-6-11 1,-4-4-6,-4 5 0,-2 0-17,2-8 1,-4-1 2508,-1-9-2005,-9 8-515,-3 2-78,-9 14 78,-5 18-153,-8 10 0,-6 9 0,0-2 237,0 5 1,-2 1-60,2-5 0,-3 3 0,0 0 1,0-2-44,0 0 1,-1-2 0,1 0 65,-2 3 1,-1 0 0,-3 3-25,3-7 0,-3 3 0,-3 2 1,1 0-1,0-2 0,3-3-431,-1 0 1,3-2 0,0-1 0,-3 2 406,-3 4 0,-3 3 0,0 1 0,1-4 0,5-6 5,-2 0 1,4-6 223,4-5 1,1-4-51,1-11 2270,6-18-2449,10-15 0,5-6-1100,-2 9 1,2 0 1082,0-12 0,0 1 1749,7-8-1776,0 7-2449,5 22 2616,15 24-78,0 14 28,-1 2 0,2 2-57,-11-10 1,3 0-6,9 2 1,6 2-1,1-4-15,-4-6 0,0-4 1,1 1-178,0 3 0,1 0 1,-2-3 180,-2-5 0,-1-3 0,-4-1 1971,16-8-3610,-17-6 1,-2-5-1,-11 2 1,-2-3 982,4-3 1,-4 0-1,-10-5 1,-3 15 0</inkml:trace>
  <inkml:trace contextRef="#ctx0" brushRef="#br0" timeOffset="332">5334 2326 17834,'46'-1'1638,"-24"0"0,4-1-2458,5-1 1,7 0 0,2-1 0,-6 0 247,3 1 1,1 1 120,-2-1 0,6-1 0,-1 0 0,-6 2-349,-5 2 1,-2 0 799,4 0 0,2 0 0,-4 0 0,13 0 0,-11 0 0,-1 0 0</inkml:trace>
  <inkml:trace contextRef="#ctx0" brushRef="#br0" timeOffset="881">7324 2389 13476,'-6'-3'3276,"2"0"-1745,42 0-1307,-9 1-1317,7 0 1,9-1 0,-6 0-442,-12 2 1,0 0 340,20-3 0,-3 4 923,-14 10 1,-15-7 0,-3 8-1</inkml:trace>
  <inkml:trace contextRef="#ctx0" brushRef="#br0" timeOffset="1031">7463 2625 9897,'38'-7'605,"0"1"0,1 0 0,4-3-605,-10 1 0,6-1 0,1-2 0,-2 1 0,-5 1 0,4 0 0,-2 0 0,2 0 0,-1-1 0,0 0 0,0 0 0</inkml:trace>
  <inkml:trace contextRef="#ctx0" brushRef="#br0" timeOffset="1600">10580 1707 9351,'-26'30'717,"-1"-1"1,1 1-1,0 0 450,3-4 1,-1 2-1079,1-2 1,-3 3-1,-1 1 1,2-3-301,-7 7 1,0 1 210,8-10 0,-2 4 0,0-2 0,4-4 0,0-1 0,2-4 519,1 2 1,1-1-3797,-3 5 3152,2-7 0,15-11 0,1-7 1</inkml:trace>
  <inkml:trace contextRef="#ctx0" brushRef="#br0" timeOffset="1863">10108 1727 17129,'31'29'546,"1"0"0,-7-3 0,5 6 0,0 1 0,-1-1 0,-4-4-2185,4 8 1,-1-1 1527,0-1 0,4 5 1,0-1-1,-5-5-530,0 0 1,-4-3-55,1-1 1,1-1-945,-2-4 1,0-3-1639,12 7 2457,-13-26 1,-13-3 0,0-3 0</inkml:trace>
  <inkml:trace contextRef="#ctx0" brushRef="#br0" timeOffset="2521">9983 1607 12008,'-5'0'3276,"0"0"-344,-27-12-1689,23 9-1041,-24-9 1098,32 10-785,5 2-55,6-2-124,11-1-1027,6 1 0,11 0 0,3-1 0,-3 1 732,2-1 0,-2 1 0,3-1-28,-6 1 0,3-1 1,2 0-1,-2 1 1,-2 0-95,6-1 1,-3 0-1,-1 1 118,2-1 1,0 1-1,-2-1-567,-6 2 0,-1 0 1,-1-1 545,15 0 1,-4 0 62,1 2 324,-34 0-112,-5 0-481,-2 0-3087,-1 7 0,6-4 2457,8 4 1,-4-6 0,2-1 0</inkml:trace>
  <inkml:trace contextRef="#ctx0" brushRef="#br0" timeOffset="4398">11336 2062 17913,'-11'-6'1333,"2"2"797,37 11-3198,-3-3 1303,0 1 0,3-1-1676,7-1 0,1-2 1564,-7 0 0,0 0 218,11 0 0,0 0-279,-12-1 0,1 0-1035,8 0 0,2 0 978,-1-1 1,-2-1-255,-4 1 1,-3 0 248,12-3 1726,-34 2-1759,-7 2-3244,14-4 2457,-2 0 1,4-1 0,-7 2 0</inkml:trace>
  <inkml:trace contextRef="#ctx0" brushRef="#br0" timeOffset="4915">12733 1754 12423,'-1'-31'1445,"-2"16"1831,-7 57-2551,1-5 0,-1 4-873,0 2 1,0 2 251,2-11 1,-1 2 0,1-2-50,-2 6 0,-1 3 9,1-3 0,-1 6 1,0 0-1,0-4-365,2-4 1,1-3 0,-1 2 300,0 5 0,-2 3 0,0-1 0,3-6 0,0 1 0,1-6 5,1-3 1,0-3-6,-2 14 657,3-10-657,2-16 859,1-4-1128,1-11-3008,2-25 0,4 1 1638,-2 0 1,1-2 982,1 0 1,1 3-1,0-6 1,-1 2 0</inkml:trace>
  <inkml:trace contextRef="#ctx0" brushRef="#br0" timeOffset="5452">12634 1772 16602,'4'-40'1232,"1"27"-839,-3 33-1,1 19 235,-3-2-207,0-1 1,0 1-1640,0 8 1258,0-11 1,2-1 5,1-6-2675,30 1 2742,-11-15-79,8-10 1,1-6-34,3-13-947,-6-6 0,0-5 947,-12 8 0,-1-2 16,3-9 1,-1 0 276,-7 7 1,-1-3-165,1-17 0,-2 0 2562,1 2-2781,-4 5 1,-2 14-926,-4 40 1,-2 14 1327,2-4 1,-1 2-183,0 2 0,-1 3 0,4 0-57,4-2 1,4-1 0,1-2-42,2 3 1,4-3-34,3-3 0,5-5-1608,8-10 0,2-9 1265,10-16 0,3 10 0,-25-13 0</inkml:trace>
  <inkml:trace contextRef="#ctx0" brushRef="#br0" timeOffset="6402">10263 2996 2349,'-33'1'546,"-1"0"0,0 0 0,-3 0 0,-3 1 0,2-1 0,5 0 1092,3 0 0,2 1 1638,-54 1 0,82-3-854,24-2-1481,15-1 1,7-1-780,-9 1 1,4-2-311,-8 2 0,5-1 0,3 0 1,-1 0-1,-2 0 195,-2 0 1,-1 1 0,0-1-1,3 0-27,3 0 0,2-1 0,2 1 1,0-1-1,-2 1-20,3-1 0,-1 1 0,0 0 0,1-1 161,-7 2 1,-1-1-1,1 1 1,1-1 0,2 1-148,-3 0 0,1 1 1,1-1-1,1 1 1,1-1-1,-1 1 0,0 0-252,1 0 0,-1 0 1,0 1-1,0-1 1,1 1-1,1 0 0,0-1 240,1 1 1,2 0 0,0 0 0,1 0 0,0 0 0,-1 0 0,-1 0 0,-2 0-3,4 1 0,-3-1 0,0 1 0,-1 0 0,1 0 0,3 0-143,-4-1 1,3 1-1,1 0 1,1 0-1,-1 0 1,-1 0 0,-4 0-1,-3 1 148,7-1 1,-5 0 0,-1 0 0,4 1 160,-6-1 1,4 1 0,2-1 0,0 0 0,0 1 0,-3-1 0,-4 1-165,4-1 1,-3 0 0,-2 1 0,-1-1 207,3 1 1,-3 0-1,-1 0-64,12 1-1,-15-4 3131,-30-4-3070,-1-1-206,-3-6-67,2 5 2697,-1 2-5907,1 7 0,-3 6 2457,-4 3 1,3-2 0,-3-1 0</inkml:trace>
  <inkml:trace contextRef="#ctx0" brushRef="#br0" timeOffset="7222">11711 3453 8530,'5'0'3276,"-1"0"0,-24 0-629,-19 0-2502,16 0 1,-3 1-1198,-11 1 0,-6 0 1,1 1 1144,4-1 0,2 1 1,-2 0 127,-7 0 1,-2 1 0,2-1-204,4 0 1,2 1 0,2-1 581,-3 1 0,1 1-483,2 0 1,1 1-675,-4 1 1,2 4 556,6 4 0,2 1 6,6-4 0,2 1 1936,-4 20-1942,22-15-610,2 9 599,2-7 11,7 7-11,3-9 33,19-7 0,12-2 1,-3-1 54,-13-2 0,1 0-70,13 0 1,6 0-1,-8-3 15,-1-9-1640,3-19 1853,-21-7 350,-12 7 0,-7-2-596,-18-5 0,-7 2-71,10 11 0,0 2 42,-10-6 1,2 10-3238,7 35 2457,15-9 1,-4 14 0,13-18 0</inkml:trace>
  <inkml:trace contextRef="#ctx0" brushRef="#br0" timeOffset="7687">12192 3281 16064,'-17'26'819,"1"0"0,-4 2 0,-2 3 0,-6 7-825,8-12 0,-3 5 1,-3 3-1,-2 2 1,-1 2-1,-2 2 1,1-1-1,0 0 0,1-1 1,2-3-1,2-3 13,-5 8 1,3-4-1,1-2 1,0 0-1,-1 2 1,-3 5 1,6-9 0,-3 3 1,-1 3-1,-3 2 0,1 1 1,-1 0-1,0-1 1,2-1-1,2-2 0,2-3 1,3-4-1,3-5 430,-6 11 1,5-7 0,2-2-535,-8 12 0,7-9-2449,13-22-733,34-29 2457,-7 4 1,10-8 0,-17 13 0</inkml:trace>
  <inkml:trace contextRef="#ctx0" brushRef="#br0" timeOffset="8253">12183 3868 17790,'-14'30'655,"1"0"0,0 0 1,-2 3-1,-1 0 0,-1 1 367,-1 4 0,-2 0 0,-1 2-1842,2-5 1,-1 1 0,0 0 0,0-2 207,-1 4 1,0-2 0,1-1 618,1-2 1,0-1-1,3-3-535,0-2 1,4-4 617,3-7 1200,3-3-1290,5-13 22,1-9-5,4-20 0,2-5 1737,-4-6-1754,3-1 0,0 2 56,-7 3-56,-6 11 0,-4 0-45,-6-6 45,-9-3-23,13 24-44,8 8-3210,4 0 0,14 4 2457,15-2 1,-9 1 0,6-1 0</inkml:trace>
  <inkml:trace contextRef="#ctx0" brushRef="#br0" timeOffset="8568">12186 3878 12911,'-8'-2'3276,"1"-3"-39,19 1-2362,25-11-2443,3 3 1,4-2 1567,-14 5 0,1 1 0,-1-1 282,16-5 1,-3 1-294,-13 6 0,-3 1-2047,4 0-1219,-9 3 2457,-7 4 1,-8 0 0,-6 2 0</inkml:trace>
  <inkml:trace contextRef="#ctx0" brushRef="#br0" timeOffset="9281">12316 4276 13476,'-5'-4'3276,"0"2"0,5 2-718,-40 50-2289,20-21-1362,-1 0 1,-4 7 0,3-4 884,8-8 1,1-2 665,-4 7 0,2-3 68,3-6-402,8-15-90,9-12-1185,6-12 0,5-5 1156,7-11 1,2-1-18,-1 2 1,2-1 402,1 1 1,2 0 0,-2 5-392,-7 11 0,-1 2 0,8-8 0,0 3 0,15 10-885,-13 8 908,6 6 2445,-14 5-2042,-8 20-1725,-6-4 1932,-4 9 1,-1 3-1275,-2-9 1,0-1 836,-1 11 0,1 0-861,-2 10 665,3-20-11,6-12-79,9-8 90,27-4 0,5-3 0,-15 2 0,8-2 0,0 0 0</inkml:trace>
  <inkml:trace contextRef="#ctx0" brushRef="#br0" timeOffset="16711">837 6217 0,'3'-14'0,"-1"3"0</inkml:trace>
  <inkml:trace contextRef="#ctx0" brushRef="#br0" timeOffset="17655">837 6217 19291,'40'-12'95,"-1"0"0,0 0 1,0 0-1,9-3 1,-1 1-1,-15-4-61,-19-17 279,-20 5 1,-6 1-225,-9 3 23,0 6 0,-5 9 221,1 25 1,-2 14-1,0 6 1,3-6-250,0 0 0,2 3-740,3-2 1,-3 7-1,1 2 1,5 0 0,9-6 325,17 10 0,9-3 330,-10 4 0,8-5-459,14-17 1,11-6-1,-2-7 476,2-10 0,0-6-6,-1 1 0,2-2 1,-2-5-5,-3-8 1,-3-5-1,-2 0-213,-7 4 0,-1-1 1,-1 0 199,7-11 0,-3-1-28,-7 1 1,-2 0-18,-6 4 1,0 0 56,0 0 0,0 1 958,-4 0 0,-1 3-964,-3-3-1940,-2-9 1940,-1 19 21,0-4-123,-16 39 2092,4 2-1996,-5 16 1,1 4-139,9-13 0,1 1 127,-4 7 1,4 1 38,11-6 0,6-1-11,3-3 1,3-2-18,-2 1 1,1-1 394,8 1 1,-5 2-351,-17 0 0,-4 0 85,0 4-79,-17-6 0,-7-5 417,-11-14-406,7-1 0,0-4-56,-8-9-22,6 2 3223,14-6-6478,14 9 0,16 3 2457,4-1 1,0 2 0,-3 0 0</inkml:trace>
  <inkml:trace contextRef="#ctx0" brushRef="#br0" timeOffset="19481">1819 5759 19673,'-10'40'379,"0"1"0,0-1 0,1 1 0,-1 2 0,2-2 0,5 0-1472,6 2 1,5-1 0,2-4-44,1-6 1,2-5 1140,2-6 1,1-5 1403,5-3-1230,18-19-550,-13-9 371,-6 1 0,-2-3 56,2-16-931,-11 10 1,0 0 964,0 0 1770,-2 5-1803,-14 52-1,5-8 0,0 3 11,-1 6 1,4 1-615,10 1 0,8-6 625,12-13 0,5-7 693,-8-3 1,1-6-767,7-11 1,-4-8-1996,-5-15 2118,-11 3 1,-1 0-1155,-1 4 1049,3-11 1388,-21 47-1288,-8 22 0,-1 4-89,2-3 235,-2 4 1,2-4-113,11-23 2254,5-11-2378,6-11-161,7-10 0,6-9 1,-4 6-64,6 1 213,4-10 1,-4 12-23,-22 57-1118,-1-11 1,0 1 1117,3-1 0,0-1 0,2 13 34,5-23 55,21-41 456,-16 10 0,1-1-545,5-5 0,0 0-939,-1-2 0,-2 2 771,-1 5 1555,0 20-1387,-13 12 0,-2 16 45,11 5 640,9-15-652,7 3-33,5-17 56,-1-14 0,3-6-56,-5-1 0,1-1-4,-6 3 1,0-1-1,-2 0 319,2-7 0,-4 1-270,-1-5-2087,-10-4 1986,-9 11 56,-10 1 319,-8 12-347,-17 16 0,-3 7-6,14-2 1,1 2 1172,-14 5 1,5 3-1146,17 1 1,6-1-363,5-3 368,6 2 3276,9-22-3242,6-12-3277,7-5 3203,-7-3 1,2-4-1073,-3 3 0,1 0 1084,0-1 0,-1 2 229,3-3-335,-13 20-1361,-1 39 1495,5 1 5,-8-12 1,3-1 56,9-1 0,3-8-29,13-15 96,-10-1 0,-1-5-112,-2-11 0,-2-5-17,-1 0 0,-1-2 0,0 0 0,0-7-144,-7-3 0,0-10 0,0-6 1,-1 0-1,-1 2 0,0 8 364,1 2 1,-1 5 0,-1-5-221,1-3 0,2-8 0,-1-4 0,-1 4 0,-5 10 0,-5 17-145,-8 15 257,-5 24 0,0 13 59,1 0 1,0 4 0,1 1-232,-2-1 1,2 0-1,0 4 79,4 2 1,1 6 0,2-1 0,1-7-357,1 3 1,2-2 328,1 0 1,2 1 0,2-7-444,9 3 523,17-32 1,5-10-73,7-10 619,-2-6 1,-2-6-670,-9-10 0,-5-5 50,-4 2 0,-1 0 16,-2 5 1,-3 3-118,-2-12 180,-39 77-34,9 8-17,3-12 0,2 1 402,4 1 1,7-2-409,11-9 1,3-2-23,12 13-22,11-13 2324,-6-19-2313,4-4-2929,-6-4 1360,0-1 1733,-10-4-153,-10-14 0,-3 15 0,-2-10 0</inkml:trace>
  <inkml:trace contextRef="#ctx0" brushRef="#br0" timeOffset="19677">3576 5956 19269,'37'-15'-656,"0"0"1,0 0-1,5-4 1,0 0 0,-8 3-1,-2-4 1,-8 8-1,-7 0 1,-16 4 0</inkml:trace>
  <inkml:trace contextRef="#ctx0" brushRef="#br0" timeOffset="19844">1894 5853 16609,'30'-12'-7,"1"0"1,-1 0-1,8 2 1,7 0 0,2 0-1,-2 2 1,-8 1-1,3 0 1,-1 2 0,1 0-1,0 0 1,0 0-1,0 0 1</inkml:trace>
  <inkml:trace contextRef="#ctx0" brushRef="#br0" timeOffset="20660">4882 5962 13779,'2'-5'2924,"0"1"-2196,-2 4 2548,-5 90-4541,0-60 0,-1 3 1464,2 1 0,0 4 0,-1 2 0,-1-3-28,-2-1 1,-1-2 0,-1 7-264,3-8 0,-2 5 0,0 5 1,-1 3-1,0 0 0,0 1 1,1-2-1,0-3 0,1-5 92,-2 11 0,1-6 0,0 0 0,-1 6-6,2-8 0,-2 5 1,0 4-1,0 1 1,0-1-1,1-3 1,2-5-1,1-8 17,-1 19 1,4-20-1570,3-26-1086,17-43 1551,-7 1 1,-1-9 0,1-5 1025,-2 12 1,0-4 0,0-3 0,0 0 0,-1 3 0,0 4 0,3-7 0,-2 5 0,0-2 0,-2 0 0,0 0 0,0 0 0,-1 0 0</inkml:trace>
  <inkml:trace contextRef="#ctx0" brushRef="#br0" timeOffset="21032">4810 6131 16927,'10'38'1092,"-1"0"0,-2-15 0,1 0-2731,-1 17 1,2 0 1508,2-16 1,2-3-780,19 12 943,2-7 1144,3-16-1133,-7-23 0,-1-9-249,-5-3 0,-2-3 232,7-6 0,-3-2 1022,-10 1 0,-6 0-692,-6 4 1,-1 3 751,0 0-1009,-3-2-101,-2 41 140,-3 13 1,3 5-472,8 4 1,3 0 330,-5 4 0,6-3-1093,12-10 1,9-4 0,0-4-547,9-7 1,1-4 1169,-8 1 1,1-1 0,-3-1 0,0-3 0,-5-2 0,-3 1 0</inkml:trace>
  <inkml:trace contextRef="#ctx0" brushRef="#br0" timeOffset="23416">5525 5578 8972,'5'3'2207,"0"0"-5484,-5-3 3941,14 16 1944,-10-12-804,11 12-358,-15-16 1060,-3-12-1789,-8-7 0,-3-3-2839,-8-16 2138,2 9 1,-3-1 61,6 10 1,-1 2 860,1-1 1,-7 1-871,-4 5 1,-8 1-1,-4 0 1,0 1-1,6 2-765,0 0 1,3 1-1,-4 2 720,-3-1 1,-5 0 0,-3 0 0,3 3 0,5 3-22,5 4 1,5 3 0,-3 3-414,-10 3 1,-3 3 0,0 6 489,11-1 1,-2 5 0,1 2 0,0 0-1,2-2 314,-1-2 0,1-2 0,1 2 1,0 8-333,9-3 0,-2 5 0,0 4 1,0 3-1,1 2 0,1-1 1,1-1-1,2-3 0,3-4-330,-2 7 1,4-5 0,1 1 0,-1 4 287,1-2 1,-2 4 0,0 3 0,-1 0 0,2-1 0,1-3 0,3-4-10,-1 9 0,4-5 0,1 2 39,1-1 1,0 1-1,1 2 1,2 2-22,1-9 1,1 1 0,0 1 0,1 0 0,1 0 0,1 0-14,0-1 1,2 0 0,1 1 0,0-1 0,0-1 0,1 1-13,-1 5 1,0 0-1,0-1 1,5-1-1,5-1-158,5-3 1,6 0 0,4-2 0,1-1 0,1-2 0,-2-5 155,5 0 1,0-5 0,1-1 0,1 1 164,-5-2 0,0 2 0,1 0 1,1-1-1,2-2 0,0-4-167,3-4 0,1-3 0,2-2 0,0-3 0,-1-1 0,0-2 20,2-2 0,-1-3 1,0-2-1,-1-1 0,1 2-20,1 1 0,0 1 0,0 0 0,0-2 0,-1-3-5,0-3 1,-1-2 0,0-3-1,-1-3 1,-1-5 10,-9 0 0,0-3 1,0-4-1,-1-2 1,-1 0-1,-1 1 1,0 1 204,0 0 1,-1 2 0,-1 0 0,-1-2 0,1-1-1,1-3-201,-3 2 0,2-4 0,1-1 0,-1-2 0,1-1 0,-2 0 0,-2 1 0,-1 2 0,-4 1-230,0-3 0,-3 1 0,-3 2 0,-1 0 0,0-1 0,0 1 226,2-5 1,1 0 0,-2 0 0,-2-1 0,-4-1 58,-3 2 0,-4-1 1,-1-1-1,-3 0 1,-3 1-1,-2 1-9,-2 4 0,-5 1 0,-1 1 0,-2 1 0,1-1 0,0 0 183,3 0 1,1-1-1,0 0 1,-1 1 0,-2 1-1,-4 2-234,-6-2 1,-3-1 0,-2 2-1,-3 3 1,-3 3 0,-2 6-196,3 7 1,-3 5 0,-2 3 0,-2 2-1,0 1 1,0 2 0,2 0 0,3-1-437,-8-2 1,2 1 0,2 1 0,-1 2-1,-3 2 157,3 2 1,-4 2 0,-2 1 0,0 2 0,4 2 0,5 1 0,7 3-1,-1 9 1,9 4 0,5 0 0,1 3 0,5-2 0,1 1 0</inkml:trace>
  <inkml:trace contextRef="#ctx0" brushRef="#br0" timeOffset="25685">7344 6817 20244,'-9'3'980,"3"15"0,0 10-1374,1 3 1,0 7 0,0 3 0,0 0 460,-2 2 0,1 2 0,-1 0 1,0 1-562,1-7 0,0 1 0,0 0 0,0 0 0,0-1 500,0 2 1,0 0 0,0-1 0,0 0 0,1-3-322,-1 11 0,0-2 1,1-2 314,0 0 0,-1 0 0,1-3-17,0 6 0,0-5 29,0-3-813,-1-8 745,3-15 1091,-2-6-2884,1-9-1428,-5-45 2621,5 6 1,0 12-1,1 1 1,3-3 0</inkml:trace>
  <inkml:trace contextRef="#ctx0" brushRef="#br0" timeOffset="26332">7338 6889 17599,'5'-23'2925,"-2"25"-2387,-7 21-68,-1 23-26,1-7 1,-1 7 0,1-4-1228,1-6 1,1 1 785,-2 6 1,0 4 0,4-3-1264,10 2 1,4-7 1270,1 1-11,2-9 0,3-7 123,4-20-86,1-19 1,5-12-1,-4 2-732,-3 5 0,-2-1 695,7-10 0,3-5 0,-7 1 284,-8 4 1,-4-2-278,-1-4 1,0-4 0,-1 4 535,-3 4 1,0 1-544,3-17 0,-3 7 157,-6 22-104,-1 9 3,0 5 1932,0 9-1753,-5 18 1,-2 8-1181,3 1 0,0 2 1120,0 8 1,-1 5-1,0-3 543,2-1 1,1-2-719,1 6 0,3-1-1167,4-11 1,6-4-473,13-12 1,4-3-1,-8 2 1,2-4 982,12-15 1,-3-7-1,-14-5 1,-2 1 0</inkml:trace>
  <inkml:trace contextRef="#ctx0" brushRef="#br0" timeOffset="26752">8490 7027 21409,'-5'0'1647,"41"0"-2785,-10 0 0,2-1 1154,7 0 1,3-1-898,-4 0 1,1-1 0,-2-1 863,-4 1 1,-2-1 428,7 0 1,-4 0-413,-4 0-1378,-20 4 1378,-44 14 0,28-11 0,-31 11 0</inkml:trace>
  <inkml:trace contextRef="#ctx0" brushRef="#br0" timeOffset="27105">8429 7231 15762,'-3'0'3276,"0"0"-367,42 7-1878,6-5-925,-13 2 1,3-1 53,-3-4 1,0-1-1,0-1-725,5-1 0,-1 0 677,1 0 0,-2-1 502,11-1 159,-36 4-1255,-4 2 482,-28 17 0,16-13 0,-17 13 0</inkml:trace>
  <inkml:trace contextRef="#ctx0" brushRef="#br0" timeOffset="27739">11287 6473 19538,'-36'25'1092,"11"-4"0,-4 5 0,0 0-2185,4 1 1,-1 0 0,0 1 572,-6 5 1,-2 0-1,3 0 1019,6-7 1,1 0 0,1 0-500,-1 0 0,2-1 0,1 0 401,-2 3 1,1 0-1382,-1 0 0,3-4-2297,5-12 2880,14-37 1,1 10-1,0-9 1</inkml:trace>
  <inkml:trace contextRef="#ctx0" brushRef="#br0" timeOffset="28091">10900 6529 14406,'0'-5'3276,"0"0"-6027,0 37 3910,12-2 1,4 4-583,-5-6 1,0 2-1,2 0-387,8 7 1,2 1 0,3 1-399,-2-4 0,3 2 0,0-1 1,-2-4 214,-4-4 1,-1-3-1,1 1-7,8 10 0,2 1 0,-7-10-1150,-6-13 1273,-3-2 1037,-12-12-3424,-2-8 2020,-6-16 1,0-2 0,2 6 0,-6-25 0</inkml:trace>
  <inkml:trace contextRef="#ctx0" brushRef="#br0" timeOffset="28686">10778 6301 11835,'-25'14'1638,"1"0"0,-16 10 1638,38-22 0,0 0-5141,6-2 2391,43 0-59,-10-1-394,1-1 0,2 0 109,-13 0 1,3-1-150,5 0 1,8-1 0,4 0 0,-3 0-1,-7 0-27,3 0 0,-1 1 2,5-1 0,10-1 1,-5 0-1,-18 3 3268,-22 1-1935,-4 0-394,-4 1-1463,-1 0-304,31-1 1,-23 1 0,24 0 0</inkml:trace>
  <inkml:trace contextRef="#ctx0" brushRef="#br0" timeOffset="29633">12796 6710 17241,'-19'-3'3276,"5"0"-1891,13 3-1172,0 0 1064,16 3-739,2-2-297,5 0 0,9 1-148,0-3 0,8 0 1,5 0-1,1-1 1,-3 0-1,-4 1-918,5 0 1,-5-1 0,6 1 840,-5-1 1,6 0 0,2 0 0,0 0 0,-4 0-1,-6 0-738,-1 0 0,-5 0 1,-4-1 1371,18-1-493,-14 3 0,-11-2 100,-20 2 349,0 0-1268,0-1-1545,-2 1-1070,-13 0 0,-3 4 2457,-4-3 1,9 3 0,8-3 0</inkml:trace>
  <inkml:trace contextRef="#ctx0" brushRef="#br0" timeOffset="31139">15427 6392 13391,'-25'0'1638,"0"0"0,-21 0 219,29-8-191,1 1-1174,-4-7 304,2-10-572,10 12 293,-4-8-315,11 16 341,5 1-521,6 2-22,7 1 0,7 0-1331,6 0 1,2 1 1330,12-1 0,-8 1 0,2-2-1123,0-4 0,-2-2 1151,-9 2 0,-2-1 0,4-1 0,-3-1-117,-7 1 251,-28 24 1,-8 7 72,-11 12-198,11-14 1,-2 5-1,-2 0 13,-2 2 1,-4 1-1,1 1 1,1-3-44,3-2 1,2-2-1,-2 1 1,-2 3 1,-2 3-1,1-2 1,3-3-9,0-1 0,1-2 11,-2 4 0,2-2 124,-1 0-57,0 0-22,31-39-34,24-20-10,-11 6-52,-3 10 1,-3 4 17,-8 8-101,3 6 2182,-1 9-2048,7 4 3261,2 7-3272,3-1-1591,1-3 0,5-1 1596,2-5 1,3-3-57,3 5 1,-1-4-1589,-3-5 1,-2-7 1248,-4-9 1,-4-2-1,-2 3 1,2-14 0</inkml:trace>
  <inkml:trace contextRef="#ctx0" brushRef="#br0" timeOffset="31739">16681 6213 12714,'0'-5'3276,"0"2"-703,0 3-1385,-12 17-2334,-5 3 1,-2 3 1386,-2 2 0,-2 1-236,-5 6 1,0-2-727,8-11 0,1-2-1251,-6 4-404,12-12 527,7-13-1428,6-17 0,0-12 5372,2-7 1181,0 9 0,-1 13 0,-1 21-452,5 15-2488,11 6 0,3 2-336,4 11-56,-1-10 0,2-4 56,17-2 0,-24-11 0,11-1 0</inkml:trace>
  <inkml:trace contextRef="#ctx0" brushRef="#br0" timeOffset="32524">17822 5897 15538,'13'-16'3276,"-11"4"-647,-23 10-1957,-12 2-2137,-12 3 1,-3 1 1576,15-1 0,-1 0 39,1 0 0,-4 1 1,-1 1-1,6-1-811,-4 0 1,2 2 681,-1 1 1,-1 1-1,6-1-22,-6 7-78,0 15 78,33-11-23,32 12 1,11-2 33,-4-9-8,-8-4 1,5 1 0,-2-7 41,1-13 0,-4-5 1801,4-4-1790,-10 1 0,-4-2-44,-12-6-46,-22-13-639,-27 17-772,1-1-194,9 21 1,1 9 982,13 2 1,2 1-1,-10 9 1,9-2 0</inkml:trace>
  <inkml:trace contextRef="#ctx0" brushRef="#br0" timeOffset="32944">17045 6452 19661,'32'-4'748,"0"0"0,0 1 0,3-1 0,4 0-1404,-4 0 1,5 0-1,4-1 1,3 1 0,2 0 491,-9 2 0,3 0 0,2 0 0,2 1 0,1 0 0,-1 0 0,-1 0 0,-2 0 0,-4 0 432,10-2 1,-4 1 0,-2 0 0,1 0 0,3 0-281,-6 1 1,4 0 0,3 0 0,1 1 0,-3-1 0,-5 1 0,-7-1-1,-10 1-857,8-2-2408,-61 1 0,-4 0 2685,3 4 0,-1 0 0,3-1 1,2 4-1</inkml:trace>
  <inkml:trace contextRef="#ctx0" brushRef="#br0" timeOffset="33446">17430 6814 12343,'0'41'539,"-1"0"1,0 0 0,0 0 0,0 4 0,0-2-1,-1 0 312,-1 0 1,-1 1-1,0 0-851,1-6 0,0 1 0,-1 0 0,1-3-89,1-2 0,0-2 1,0 0 88,-1 8 0,0 1 0,1-7 33,2 3 958,1-31-935,-1-33 2266,-3-3-2328,-6-9 1,-12-5 90,-4 16 0,-8-1 0,-5 0 0,0 1 1,4 3-621,-4-3 0,3 4 0,-4-2 528,4 3 0,-4-5 1,-1 2-1,3 6 1,5 12-73,-6 16 1,12 12-1726,20 16-706,9 5 2400,23-28 1,12-4-1,-4-4 1,4-1-1,2-5 1,1 1-1</inkml:trace>
  <inkml:trace contextRef="#ctx0" brushRef="#br0" timeOffset="33688">17341 6869 19841,'41'-14'134,"0"-1"0,1 1 1,-1-1-1,1 1 1,-1 1-1,1 2-205,5 2 0,1 1 0,-6 4-1021,-6 3 0,-10 6 1092,-17 12 0,-5-6 0,-4 5 0</inkml:trace>
  <inkml:trace contextRef="#ctx0" brushRef="#br0" timeOffset="34243">17670 7174 21801,'-4'30'636,"0"1"0,-2 1 0,-1 2 0,-1-1-2275,-1 0 1,1-1 541,-4 9 1,2-3 1118,1 2 2115,6-30-2137,7-15 916,4-14-927,9-15-1124,0 3 1,3-4 1115,-3 9 1,0-1-1,0 0 19,0 1 0,0-1 0,1 2 1134,9-12 1,0 5-1152,-6 11 0,0 6-613,15 1 652,-6 14-644,-15 35 0,-5 12 739,-6-14 1,-1 0-85,0 0 1,0 1 0,0-3-34,-2-2 0,-1-4 0,3 5-1639,14-13 1,5-2-1639,13 0 2621,2-8 1,-2-4-1,-4-4 1,-2-6 0</inkml:trace>
  <inkml:trace contextRef="#ctx0" brushRef="#br1" timeOffset="71413">15554 5960 13106,'-28'-19'1092,"0"0"0,-8 1 0,-1 7-54,-8 16-2131,14 3 1,-5 3 0,1 3 1108,1 4 0,0 3 0,0 0 85,1-2 0,-1 1 0,-1 1-189,3 2 1,-2 1 0,2 1-1,3-3 228,-3 4 1,0 3 190,5-2 1,-4 5 0,-1 4 0,1-1 0,4-3-220,0 4 0,4-1 0,-1 3-255,5-7 0,-2 4 0,0 1 1,0 1-1,3-2 0,4-2 169,0 11 0,4-2 0,3-1-22,0-1 0,2 1 0,2-3 648,4 5 1,7 0-628,3-11 0,4 3 0,3-1 1,1-1-10,2-3 1,2-1 0,1-1 0,-1 1-12,2 5 1,0 1 0,0 0-1,1-4-86,7 1 0,0-4 0,-2-5 92,-4-4 1,-1-3 859,-1 0 0,1-1-860,-1-3 0,1-1-882,-2-2 0,2-1 899,11-2 0,1-2 617,-9-1 1,-1-1-613,8-2 1,3-4-211,-1-6 0,2-4 0,-2-1 194,4-4 0,0-2-17,-4 3 0,1-2 0,-2 0-670,1-7 1,-4-1 753,-2 0 1,-1 0 640,-6 4 0,-1 0-686,3-2 1,-2 1-1076,1-2 1131,-8 7 1,1 0 38,9-12-84,-9 11 1,-1 0 1533,7-10-1360,-1 0 11,-3 3 0,-1-4-825,-1-4 0,-1-1 629,1 0 0,-1 0 28,-4 2 1,-4-5 19,-5 4 0,-2-5 0,-1-1 0,-1 6-82,2-5 1,-1-1 390,0 4 0,1-5 0,-2-1 0,-4 3-359,-7-7 1,-5 2-1,1 5-351,1 4 0,-2 0 314,-3-4 0,-3-4 0,-1 7 1015,2 14 0,-1 4-1021,-2-2 1,-3 2-102,0 4 1,-4 1 0,-1 1-324,-5 1 1,-1 3 0,-2 0-391,2 2 1,-2 1 0,-2 1 0,0 2 491,-5 2 0,-2 3 0,2 1 1,3-1-1,7 0 0,3-1 1,0 2-1,-12 4 0,0 1 1</inkml:trace>
  <inkml:trace contextRef="#ctx0" brushRef="#br1" timeOffset="72455">14818 2323 16039,'8'25'1344,"-1"7"1,0 5-1822,-1-6 0,0 1 550,1 7 0,0 0-1222,0-6 0,2-6 1799,5-8 483,6-2-853,5-29-1126,0-7 1,1-8 674,-5 1 0,2-5 1,-1-1-1,-1 3-462,7-7 0,0 0-39,-2-1 0,1-2 0,-17 14 672,-21 20 0,8 2 0,-10 6 0</inkml:trace>
  <inkml:trace contextRef="#ctx0" brushRef="#br1" timeOffset="72776">14828 2668 14428,'4'12'3276,"10"18"-1274,6 5-1840,-7-13 1,-2-2-40,2 1 348,19-30 0,3-10-483,0-5-808,-9 3 1,8-7 0,0-1 0,-6 2 350,1-6 1,-3 1 0,-4 8 0,1 0 0,-3 2 0,3-12 0</inkml:trace>
  <inkml:trace contextRef="#ctx0" brushRef="#br1" timeOffset="73869">16422 5664 7067,'1'46'0,"0"-9"0</inkml:trace>
  <inkml:trace contextRef="#ctx0" brushRef="#br1" timeOffset="74453">15354 5869 9554,'0'-7'2555,"0"1"-2968,11-11 659,-9 12 3030,9-12-1095,-11 17 654,0 0-2181,1-7-453,8-5-63,10-14-47,0 6 1,7-5 0,5-3 0,0-1 0,-2 2-78,3-2 0,-1 0 0,1 0 0,4-3-14,-6 5 0,3-3 0,1-1 0,2 0 0,-1 0 0,0 1 0,-3 2-528,0 1 1,0 1-1,-2 1 1,1 1 0,-1 0-1,-1 1 532,3-2 1,0 1-1,-1 0 1,-1 2 0,-3 1-89,5-2 0,-2 1 1,-4 4 128,16-9-23,-42 27-1434,-8 0 550,0 2-808,-9 2 2664,2 1-994,-12 7 0,16-8 0,-6 3 0</inkml:trace>
  <inkml:trace contextRef="#ctx0" brushRef="#br1" timeOffset="74803">16228 4850 17375,'-9'9'1591,"14"-1"-1344,22 10-113,-1-10 1,0-1 11,10 3-74,-1 1 1,0 1-50,-5 3 346,6 10-145,-31-5-1858,-18 7 0,-7 4 1124,6-7 0,-1 0-818,-6 8 1,1-3-1950,-1 3 3093,18-23 0,3-4 1,0-5-1</inkml:trace>
  <inkml:trace contextRef="#ctx0" brushRef="#br1" timeOffset="75358">17151 4287 12522,'-30'1'933,"-1"0"1,5 1 0,2-2-3772,6-8 3331,8 0-280,0-10 1473,8 1-1619,1-4 870,7-1-803,9 2 1,4-1-113,7-2 183,-3 4 1,4 3-111,10 8 0,-1 4 2230,3 1-2275,-4 4 0,-4 4 264,-16 11 314,-7 25-1914,-12-15 0,-2 1 1375,0 0 1,-3 2-62,-9 8 0,-3 2-1086,0-1 0,0 0 307,3 0 1,1-1-116,3-3 1,3 0 865,10 0 0,3-4 0,-1-9 0,4 12 0</inkml:trace>
  <inkml:trace contextRef="#ctx0" brushRef="#br1" timeOffset="75737">17244 4950 17185,'-12'44'2745,"4"-8"-6022,41-25 1263,-7-14 2025,1-1 1,-1-4 1520,8-15-1420,-5-4-318,-16 4 1,-5-3 261,-7-7-886,-10-4-1209,-19 26 2039,3 22 0,0 4 0,2-7 0,-11 18 0</inkml:trace>
  <inkml:trace contextRef="#ctx0" brushRef="#br1" timeOffset="80862">24596 6635 16546,'-7'-4'3276,"0"0"-3011,7 4-97,0 0 123,5-1 606,26-1-902,-3-1 1,5 0 194,0 0 0,3 0 1,-1-1-156,-2 1 0,-1 0 0,5-1 115,0 0 0,5 0 0,2-1 0,0 0 0,-2 1-921,2 0 1,-1 0 0,-1 1 0,3-1 787,-3 0 1,2 0 0,0 0 0,0 0 0,-2 1-386,2 0 1,0 0 0,-2 0 0,-2 0 367,3 1 0,-3-1 0,1 1-169,-1 0 1,0-1 0,5 1 198,-10 0 0,5-1 0,2 1 0,0-1 0,-1 1 0,-4 0-384,2 0 0,-3 0 0,0 0 0,2 0 380,6-1 1,4 0 0,0 1 0,-1-1 0,-6 1 202,-3 1 1,-5 0 0,5 0-206,3 0 1,5 0 0,1 0 0,0 0 0,-6 0-26,1 0 1,-3 0 0,2 0 0,-1 0 0,4 0 0,1 0 0,-2 1 0,-7-1 306,4-1 0,0 0-269,-7 0 0,6 0 1,3 0-1,2-1 1,-2 1-1,-5 0-18,1 0 1,-3 1 0,0 0-1,3 0-16,0-1 1,3 0 0,3-1 0,-2 1 0,-2 0 0,-6 1 14,3 0 1,-4 2 0,-3-1 409,4 0 1,1 0-418,-3 0 0,2 0 0,0 0-232,3 0 0,1 0 0,0 0 217,1 1 0,-1-1 1,0 0 21,-1 0 1,0 0 0,2 0-383,4-1 1,4-1-1,0 0 1,-5 0 374,-8 0 0,-3 1 0,3 0 207,7-1 0,5-1 0,-1 0 0,-8 1-218,-3 0 0,-4 0 47,0 0 0,1 0-42,11-2 1,0 1-6,-10 0 0,1 1 33,9-1 1,0-1-34,-9 2 0,-2 1 958,1-1 1,3 0-989,5 0 0,5 0 0,-3 0-35,-8 1 0,-1 0 0,0 0 53,8-1 1,1 0 0,-3 1 28,0 0 0,-4 1-17,-10-1 0,1 0 770,6 0 0,5-1 1,-1 0-771,-5 1 0,0 0 0,3 0-648,4 0 1,5-1-1,0 1 1,-3 0 662,0 0 0,-3 0 0,0 1-23,-1-1 1,0 1-1,-3-1 540,2 1 0,0-1-527,8 0 1,1-1-548,-7 1 0,1-1 547,6 1 1,2-1-803,-5 1 0,2-1 797,-2 1 0,3 1 0,-2-1 11,-8 1 0,0-1 1,2 1-21,4 0 1,4 0 0,0-1-1,-5 1 27,-5 0 1,-3 0 0,0 0-19,16 0 0,-3 0 5,-11 0 1,-1 0-12,10 0 1,-1 0-181,-13 0 0,-1 0 214,16 0 0,0 0-28,2 0 6,-17 0 0,4 0-21,1 0 0,3 0 0,-2 0-2,0 0 0,1 0 6,4 1 0,4-1 0,-3 0 5,-1 0 0,-3 0 858,-1 1 0,-1-1-830,1 0 1,-3 0-1749,8 0 1838,-8-1 1027,-7 0-1105,-12 0 2257,-12 1-5568,-24-14 0,-6 0 2621,0-1 1,0 0-1,-1 1 1,1 1 0</inkml:trace>
  <inkml:trace contextRef="#ctx0" brushRef="#br1" timeOffset="84673">24820 6199 13106,'0'-4'3276,"0"0"-277,0 4-2282,6 0-3994,23-1 3278,-8 1 144,18-2 905,-18 2-636,13-3 1,10-4 0,-5 2-657,-14 3 0,0-1 272,14-2 0,5-2 0,-4 1 26,-5 1 0,-5-1-56,-6 2 0,-1-1 16,8-1 1,0 0-2031,11-6 2070,-2-6 0,1-2-34,-9 5 0,0-3-11,7-3 0,4-4 1,-6 2 21,-13 7 1,-2 0-1,7-5 1,-2 1-34,-9 2-1006,11-10 1073,-12 12 0,0-1-39,0 0 0,0-1 798,0 2 0,0-1-709,5-7 1,-1-2 920,0-2 0,-1 0-1010,1 0 0,0-2-957,1-10 0,-2 1 979,-8 14 1,-1 0-40,3-5 0,0 1 1052,-3 5 1,-1 3-1041,4-9-2038,5-11 2015,-4 9 56,4-9 320,-5 11-348,-1 3 0,1-4 886,3-11 0,0-1-900,-4 12 1,-1 0 0,0 1-1060,4-14 1,-1 0 1070,-3 9 0,1-1 1,-2 5-61,-3 6 1,1 0 1122,6-16 0,0-2-1089,-6 15 0,0-1-1045,3-12 1,1-2 1029,-4 12 0,0 0 0,1 0 49,3-14 0,-1 3 135,-2 9 1,0 1-170,-2 4 0,0-1 496,4-13 1,0-1-497,-3 10 0,1-2-603,2-5 0,2-5 1,-2 3 607,1 3 1,0 2-6,-2 6 0,0-1 0,-1 2 926,2-2 1,0 1-927,5-13 0,-1 2-217,-7 18 1,0 1 205,6-19 0,-1 1 1178,-1 9-1156,-3-1 0,1-3 447,-1 8 0,0-1-458,1-5 0,1-2-782,0 1 1,1-2 0,-1 3 764,-1 4 0,-1 0 17,0-1 0,2-3 0,-2 4 193,-3 5 0,0 2-148,6-16 0,0 1-576,2-6 531,0 5 0,0 3 0,1 5-287,3-7 1,2-2 291,-9 19 1,0-1-6,9-17 0,-1 1 2061,-4 7-2061,-4 11 0,1-1-1971,10-19 1999,-8 15 0,0 0 373,7-10-401,-2 3 28,0 5 1,0 1-29,2-3 0,0 3 0,0 1-46,-2 6 51,1 2 1,2 0 1135,5 0 1,0 0-1142,-1-1 0,0 2-1121,1 1 0,-2 3 1121,3 0 17,0 3 0,2 0-23,-4 1 1,1 1-7,13-2 1,2 0 22,2 3 1,0 2-220,-8 0 1,-1 2 207,0 1 0,-3 0 0,6 1 0,-3 3 0,7 4-45,-13-1 0,2 1 56,6 3 0,0 1-11,-6-3 0,2 2 18,5 5 1,3 3 0,-2 0-36,-5 0 0,1 3 28,-7-4 0,4 4 1,-1 0-1,-4-1-11,5 9 0,-4 0 17,-1 0 0,-1 1-17,-9-6 0,1 3 0,-2 0 48,-1 3 1,-2 0 0,1 0-42,1-1 1,-1 0-1,0 1 26,1 6 1,0 2 0,-1 1-60,-2-6 0,0 1 0,-1 0 0,0-1 48,2 2 1,-2-2-1,3 5 54,0 2 0,2 6 1,1 2-1,-2-4 0,-2-6-76,2 4 0,-2-2 33,-1-6 1,1 5 0,-1-1 0,-1-5-1,1 5 1,-1-3 10,1 3 1,-1 1-255,0-3 0,-1 0 226,-2-8 1,-2-2 725,3 14-661,-1-5 0,2 9 1,1 2-1,-3-7-59,0-4 1,0 0-23,0 3 0,2 5 0,0 1 0,-1-7 101,0 0 0,-1-5 713,-1-2 0,0-1-769,1 5 0,1 2 3,-2-6 1,1 2-1,0-2-42,1-1 0,0 0 5,2 11 0,1 0-684,1-8 0,0-1 673,-2-4 0,1 0-189,0 1 1,0 0 176,0 0 1,0-1 210,5 14-205,-6-12 1,1 1 50,0-1 0,0 0-45,0 0 0,-1-2 16,-1-3 1,0-3 1955,4 7-1961,8 9-82,-7-13 0,0 0 71,-2-3 0,0-1 87,1 2 1,0 1-60,10 12 0,-1-1-28,0-3 1491,-1 2 0,2-1-1497,-5-13 1,-2-4 61,3 4-56,-1-2 0,-1-1 0,-2-2 73,16 11 0,3 2-73,-7-4 719,6 3 1,-2-1-675,-18-13-3322,12 7 3197,3 4-12,8 4 92,-9-6-2238,0 0 2238,-6-6 0,-6-2 0,1-2 0,-11-7 0,5 3 0,12 5 2238,-2-1-2238,0 0 0,2 1 92,13 5-92,5 3 0,1-3 0,-10-5 0,0-1 0,-7-3 0,0 1 0,11 2 0,-13-4 0,-2 0 0,8 1 0,7 2 0,-16-3 0,23 5 0,-4 1 0,-12-5 0,7 2 0,2-7 2534,-7-2-2534,13 1-79,2-2 79,-24 0-3239,24 0-38,-12 0 0,4 1 0,4 4 2457,-5 3 1,-14-1 0,-4-2 0</inkml:trace>
  <inkml:trace contextRef="#ctx0" brushRef="#br1" timeOffset="85476">32896 7016 10685,'16'-43'1983,"-4"8"796,-12 35-1233,0 0-3698,-6 3-1125,2 1 0,-3-1 3195,4 0 0,3-3 0,0 0 0</inkml:trace>
  <inkml:trace contextRef="#ctx0" brushRef="#br1" timeOffset="86062">33101 6548 11525,'9'-15'3081,"-2"4"-56,-7 11-1121,-9 7-54,-6 6-1324,-5 6 1,-6 6-232,-1 0 0,-4 4 1,-1 2-210,1-2 1,-2 3 0,0 1 0,0-2 91,6-4 0,-1 0 0,2-1 1,-1-1-161,-7 9 1,1-1 0,6-6-75,4-1-79,12-12-3142,12-16 0,10-12 0,0-2 2457,5-11 1,-9 15 0,-2 0 0</inkml:trace>
  <inkml:trace contextRef="#ctx0" brushRef="#br1" timeOffset="86450">32692 6629 15538,'-3'-5'3276,"0"0"-860,3 5 206,10 26-1916,1-7-398,-1 1 0,3 3-1879,8 8 0,1 1 1834,-2-2 0,1 0 200,3 6 1,0 0-386,-5-9 1,-3-2-2247,5 8 2236,-2-4-1417,2 5 1383,-4-8 1550,-2-3-1618,-7-12 34,-4-8 0,-3-2 599,0 0-2392,0-8-1484,2-24 2457,-2-13 1,2 8 0,-3 6 0</inkml:trace>
  <inkml:trace contextRef="#ctx0" brushRef="#br1" timeOffset="86790">32838 6429 19414,'-11'-11'1872,"2"2"-864,9 9-593,7-2 11,8-1-213,17 0-143,-5 2 1,6 0 0,3 0-436,7 1 1,2 0 0,-1 0 0,-10 0 0,-1 0 0,-1-1 0,14 2 0,0 0 0</inkml:trace>
  <inkml:trace contextRef="#ctx0" brushRef="#br1" timeOffset="87846">33203 6865 11873,'-28'-10'67,"14"2"-45,52 8-11,-9 0 1,1 0 715,-1 0 0,-1 0-767,-3 0 1,-2 0-1487,-1 1-1751,-13 0 1176,1 0 525,-5 0 1576,0-1 0,-3 0 0,0 0 0</inkml:trace>
  <inkml:trace contextRef="#ctx0" brushRef="#br1" timeOffset="88092">33403 6807 18642,'-24'-13'761,"10"6"-570,26 21-23,5 1-3445,4 8 3625,-7-2 1486,-5 4-1633,-28-3-2469,-13-4-1009,-5-2 0,11-8 2457,20-3 1,7-5 0,4 0 0</inkml:trace>
  <inkml:trace contextRef="#ctx0" brushRef="#br1" timeOffset="88498">33611 6638 21308,'46'-7'-56,"-17"4"45,7 15-3266,-27 21 2306,-22 3 1251,7-13 0,-1 1 698,-5-3 1,0 0-586,-6 11-1488,0 11 1140,5-2-1,3-4-21,7-9 66,8-8 1935,13-10-2024,3 0-1639,15-19 1,0-6 982,-11 2 1,5-1-1,-7 1 1,-23 6 0</inkml:trace>
  <inkml:trace contextRef="#ctx0" brushRef="#br1" timeOffset="88710">33581 6869 15559,'39'-4'-1093,"1"-1"1,-12 1 0,0 0-547,10 4 1,-1 0 818,-2 0 1,-17 0 0,-9 0 0</inkml:trace>
  <inkml:trace contextRef="#ctx0" brushRef="#br1" timeOffset="91566">28076 1960 15000,'0'-6'2241,"-1"-2"-650,1 4-1053,0 1-56,0-1 302,0 4-661,-2 4 202,1 8 157,-2 10 336,-1 21-2818,1 2 2157,-2 1-11,3-7 67,1-9-1411,1-8 1,0 3 1410,0 13 0,0 2-391,0-7 1,0 0 222,1 10 0,-1-1 755,1-17 1,0 0-762,0 12 1,2 2-217,-1-2 1,1 2 194,-1-9 1,1 2 0,-1 1-8,-1 10 0,1 3 1,-1-5-12,1-2 0,-1-1 0,0 1 0,-1 4 0,0-4-777,1 1 0,-1-2 794,3 1 0,-1 0-17,0-2 0,1-2 0,-1-10 0,2-3-1283,0 9 1294,0-4 0,0 2 17,-1-5 0,1 2 315,2 13 0,0 5 0,0-5-327,-1-8 1,-1 0 24,2 9 0,0 5 1,-1-8-9,-1 1-664,-1-9 0,-1-1 676,-1 2 1340,0-1-1301,-1 0 0,0 4-67,-1 2 0,1 0 311,-1-1 0,1 2-317,-2 7 0,0-2 1151,0-12 1,0-2-1141,0 2 1,0-1 10,1 2 1,-1-1-1,1 9-1117,0-13 1,1 0 1105,-2 13 34,1-13 1,0 1-57,0 15 39,-1-6 0,-1 0-27,0 11 4,0 1 1,0 0 811,2-23 1,-1-1-813,1 11 1,1-1 3050,-2 3-3034,2 0 1,0 3-23,0-15 1,0 1-1016,0 8 0,0 3 1,0-3 1031,0-4 0,0-2 0,0-1 0,0-2-2023,0 13 2051,-1 9 239,-3-9-284,0 9-673,1-22 0,0 0 796,1 22-134,0-2 1425,2-3-1302,-2 3 1886,0-21-2009,-2 15 408,4-27-420,-1 0 57,1 3-22,0 6-12,-2 8 0,-1 5 23,0 5-303,1 1 0,0-1 302,0 0-11,2-6 1,0 0-12,0 7 1758,0-14-1713,0 17-56,0-21 168,0 19 542,0 6-665,-2-4-34,-1 5-11,-3-19-2760,1-6 2749,0-3 11,4-13 958,-1-4-947,1 3-235,-2-2-986,0 0-2067,-1-3 2771,2-8 0,0 4 0,2-4 1</inkml:trace>
  <inkml:trace contextRef="#ctx0" brushRef="#br1" timeOffset="92353">27968 6807 1587,'12'-35'1092,"0"0"0,-1-2 0,-6 15 2184,-9 25 0,-6 9-2184,1 14 0,0 10 0,1-1-217,1-4 1,0 1-783,-1 8 0,0 4 1,1-4 461,4-4 1,2-3-489,-1 3 0,0 2-30,1-5 1,0 3-1,0-2 8,0 3 0,1 0-29,-2 8 1,1-2 5,1-18 1,0-3 11,0 15 22,0-1-56,0-16-23,-1-4-3254,1-13 2922,2-32 1,0-13-1,-1 24 1,1-18-1,0 1 1</inkml:trace>
  <inkml:trace contextRef="#ctx0" brushRef="#br1" timeOffset="92912">27962 6878 15191,'-1'-8'3276,"-6"-8"-1858,5 17 207,-5 26-1065,7 14-2199,1-14 1,2 1 1302,7 8 0,3-4 392,3-6-189,8-4 0,5-8 172,-3-26 0,0-7-22,-2 7 0,-1-1-6,3-11 0,-4-5-907,-8-9 1,-4 3 974,1 1-63,-3 3 1,-3 5 1769,-5 22-1428,-1 32 1305,-2-3-1260,0 16 1,2 3-1154,1-16 1,0-1 771,2 7 1,1-2-1,9 0-55,22-19-3244,1-6 0,7-2 2457,-9-2 1,-22-1 0,-2 0 0</inkml:trace>
  <inkml:trace contextRef="#ctx0" brushRef="#br1" timeOffset="93946">28216 8033 18362,'-4'-3'3276,"-34"3"-323,13 5-2835,1-1 0,-1 1 128,3 4 101,0 4-55,0 5-281,5-1 68,1 6 33,8 19 0,5 5-1751,8-22 1,1-1 1619,-5 25 1,6-5 41,26-16-1124,-2-19 0,4-4 1151,-3-3 1,0-1-282,8-1 0,-1-3 231,-8-2 0,-3-4-626,4-11 0,-2-5 699,-3-7 0,-2-2-12,1 3 1,-5-1 106,-6-5 0,-11 3-134,-26 3 1296,-6 6-2013,-10 15 0,-6 7-956,11 2 1,1 3 982,-11-1 1,3 1-1,0 4 1,23-2 0</inkml:trace>
  <inkml:trace contextRef="#ctx0" brushRef="#br1" timeOffset="98069">26587 6380 9453,'1'-5'3276,"-1"1"-1094,0 4-1186,1-11 349,-1 2-863,1-6 157,-1 5 2637,0-1-2149,0 7-903,0-4-156,0 8 772,-7 110-818,5-64-4,-1-6 1,0 8 0,1-5 3,1-10 1,0-6-832,0 6 809,0 10 0,1-33-246,-1-4-3031,0-4 0,-2-1 2457,-2-1 1,2 0 0,-1 0 0</inkml:trace>
  <inkml:trace contextRef="#ctx0" brushRef="#br1" timeOffset="98773">26338 7342 18709,'0'23'1092,"-5"16"0,-2 12 0,1-6-1011,4-18 1,-1 0-45,-3 17 1,-1 6-1,2-12-3,5-17 78,0-10-45,1-2 192,5-6 133,28-2-370,5-1-45,-10 0 1,0 0-3255,9-1 0,7-2 0,-29-2 2457,10-2 1,-21 2 0,-2 1 0</inkml:trace>
  <inkml:trace contextRef="#ctx0" brushRef="#br1" timeOffset="99075">26657 7386 15547,'4'-6'3070,"-1"2"-5647,4 35 3843,-5 8-531,2-4 1,-1 3-512,-4-3 0,-1-1 328,0-8 0,1 0-457,-2 1 0,3-4 181,22-6-259,0-10 0,7-4-17,9-8 0,9-7 0,2-1 0,-7 1 0,-2 3 0,0 0 0,-5-2 0,1 1 0,-1 0 0,1 0 0</inkml:trace>
  <inkml:trace contextRef="#ctx0" brushRef="#br1" timeOffset="99972">30075 6134 13285,'0'-5'2846,"0"2"-974,0 3-1121,0-6-606,0 8 629,0 1-270,0 15 257,-2 25-1990,2-14 0,0 1 1251,-1 0 0,0 0-22,1 1 0,0-2 34,0 9-12,0 5-10,0-6-147,0 0 135,-5-11 0,4-13 0,-4-5 0</inkml:trace>
  <inkml:trace contextRef="#ctx0" brushRef="#br1" timeOffset="100610">29908 6906 17711,'0'8'3250,"0"3"-4889,0 19 1,0 7 984,-1-9 0,2 2 659,1 12 1,1-1-539,-1-15 0,3-3 556,12 17-270,4-24 449,2-3-90,2-10-56,-4-6 106,2-16 1,0-5 1450,3-6-1580,-4 1 1,-3-2-34,-9-9-156,-4 6 1312,-3 8-3083,-3 11-931,0 14 2858,-6 7 0,5-5 0,-5 5 0</inkml:trace>
  <inkml:trace contextRef="#ctx0" brushRef="#br1" timeOffset="100986">30367 6958 16614,'0'-3'2543,"0"0"-1904,0 44-169,0-16-218,0 3 0,-1 3-1891,-2 1 1,0-2 1605,-1 7 603,1-5 0,1 0-369,2-4 34,6-7-43,5-8 76,10-13-256,8-1-12,5-4 0,3 0-90,7 1-381,-8-1 0,-2 1-2806,-9 3 3275,0 1 1,-13 0 0,-1 0 0</inkml:trace>
  <inkml:trace contextRef="#ctx0" brushRef="#br1" timeOffset="102202">26281 8186 17106,'-5'0'3194,"1"-1"-2645,6-3-84,21-1 0,6 2-432,-2-3-11,3 5 1,7 2 0,-6 2-3300,2 14 2862,-8 0 1,-4 2 436,-13 15 983,-19 6-983,-9-14 1,-7 4-1,1-4-22,8-6 0,-2 1-745,-11 10 0,-4 5 1,8-7 632,8-7 78,-3 8-927,27-23 1152,18-6 1652,2 2-1843,15-2-1765,4-1 1698,-1 0-23,-1 0 1306,-11 0-1216,0-19 0,-18 14 0,7-14 0</inkml:trace>
  <inkml:trace contextRef="#ctx0" brushRef="#br1" timeOffset="102435">26305 8375 11571,'26'-6'336,"4"1"1728,0 0-2131,-5 2 0,3 1-1572,3 0 1,1 1 982,0 0 1,-2 0-1,13 1 1,-26 0 0</inkml:trace>
  <inkml:trace contextRef="#ctx0" brushRef="#br1" timeOffset="102692">26879 8454 12100,'-5'27'859,"0"0"0,1-2 0,1-1-2849,-1 20-621,3-13-666,3 3 2457,7-21 1,-3-11 0,2-2 0</inkml:trace>
  <inkml:trace contextRef="#ctx0" brushRef="#br1" timeOffset="104789">30318 7936 7057,'-29'-4'478,"-1"-1"0,4 1 0,2 1 197,-2-1 950,3 3-751,2-2 1202,7 2-1684,12-1-871,9 1 557,8 0-11,13 0 1143,9 1-1188,-9 0 1,2 0-7,2 2 1,0 2-39,10 4 0,-1 4-737,-14 1 1,-4 3 819,-2 8 1,-8 3 1192,-21 15-1125,-2-18 1,-3 0-74,-1-5 0,-4-1 246,-11 14 0,-1-1 787,13-12 0,0-1-1050,-10 11 1,4-2 3049,13-9-2943,28-2-101,3-9 277,8-4 1,5-2-346,2-5 1,0-2-1617,2-1 1,-2-1-1,-6 0 1,-4-1-1639,2-11 2457,-29 7 1,0 6 0,-2 0 0</inkml:trace>
  <inkml:trace contextRef="#ctx0" brushRef="#br1" timeOffset="105004">30179 8177 16355,'-9'-1'1783,"2"0"-1750,7 1 146,41-6-145,-14 4 0,3-1-1127,0 0 1,2 0 0,2 0-1,12 1 1,2 1 0,-5 0 545,-3 0 1,-3-1 0,9 2 0,-9 0 0,-23 0 0</inkml:trace>
  <inkml:trace contextRef="#ctx0" brushRef="#br1" timeOffset="105442">30972 8258 10450,'-8'0'3276,"2"0"0,10-8-1742,12 1-986,19-3-525,-7 5-3300,13 27 3280,-31 10 154,-8 13 406,-7-22 0,-5-1-193,-19 9 0,-2-4 42,3 2-401,2-5 1,5-5-1,18-14 50,29-2 1,14-3-415,-17-2 1,2 0-732,8 0 1,5 1 0,-4-2-556,2-2 1,-3-2 982,2 0 1,-3-1-1,5 0 1,-9 0 0</inkml:trace>
  <inkml:trace contextRef="#ctx0" brushRef="#br1" timeOffset="107189">26463 4871 13824,'7'-43'3276,"-1"9"-703,-5 30-2450,-1 3 627,0 1-503,0 7 180,0 28-248,0-6-73,0-6 1,-1 4-1602,-1 4 0,1 1 1629,-1-2 1,-1 2-72,2-2 1,-1 3 0,1 1-669,-1 5 1,1 1-1,1-2 655,-1 3 1,0-1-227,1-7 0,-1 1 0,1-4 237,0-6 1,0 0 22,0 17 0,0 3-17,0 1 1,0 0-68,0-1 0,0 3-300,0-2 0,0 4 0,0-4 345,0-5 0,0-2-45,0-2 0,-1 2 0,0-2 45,0 3 0,-1 2-12,1-8 1,0 4 0,0 0-1,0-3 647,2 13 0,0-1-680,-1-10 0,1 3 0,0-1 0,2-4 96,3 4 0,1-5-96,-3-9 0,1-1 1008,0 2 1,-1-1-976,1 9-44,-2-8-2253,-1 1-1013,-2-19 2457,0-15 1,0 1 0,0-4 0</inkml:trace>
  <inkml:trace contextRef="#ctx0" brushRef="#br1" timeOffset="108162">29901 4764 8815,'0'-25'610,"0"-1"1,0-14-174,0 25 56,0 8-101,-6 2-336,-2 3-67,-1 1 11,-2 1-1143,-4 0-975,1 4 2118,-3 0 0,9 0 0,4-2 0</inkml:trace>
  <inkml:trace contextRef="#ctx0" brushRef="#br1" timeOffset="108912">29679 4628 10821,'0'-4'3276,"0"1"-1331,0 2 599,0 1-5821,2 9 2159,3 10 2897,0 7-1471,0-4 0,0 4-363,1 5 0,0 4 0,0-1 122,0 1 0,1 0-114,-1 1 0,2 2 0,-2-5 80,0-8 1,-1-2 928,1-1 0,1 4-800,2 8 0,1 8 1,1 1-1,-2-6-560,0 1 1,0-1 405,0-2 1,1 6-1,1 0 1,-2-4 84,0-1 0,0-2 1,-1-2-21,1 6 0,0 0-62,-1-5 0,1 3 0,-2-1-447,-1-1 0,-1-1 0,-2 0 531,0 14 1,-1 0 52,2-1 1,-1 0-149,-3-4 0,1 0 150,2 6 1,1-3-151,-2-18 0,1-1 1014,1 20 0,2-1-997,0-19 0,0-1 798,2-1 0,0 0-793,-1-1 0,0-1-22,7 11-2579,-3-9 2243,-5-11-664,0 0-2277,-9-26 2457,-5-6 1,2 0 0,-1 5 0</inkml:trace>
  <inkml:trace contextRef="#ctx0" brushRef="#br1" timeOffset="109725">26692 4992 5866,'-24'7'1638,"0"0"0,-3-6-1203,41-24 1,22-14 0,3-1-212,-8 8 0,2 1 0,1-1 0,2-2 33,-9 8 1,0-1 0,0 0 0,2-1-1,2-1 1,4-2-244,-7 7 1,3-2 0,2 0 0,1-2-1,2-1 1,1 0 0,1 0 0,1 0-1,0 0 1,-1 1 0,0 0 0,-1 1-1,-1 1-58,3-2 1,-1 2 0,0 1 0,0 0-1,0 0 1,0 1 0,1-1 0,-1 1 0,0-1-1,1-1 1,1 0 40,-4 1 0,1 0 1,0-2-1,1 1 1,0-1-1,0 0 1,-1 0-1,1 0 1,-1 1-1,0 1 1,-1 0-1,0 1 0,-2 2 132,7-4 0,0 2 1,0-1-1,-1 2 1,-1 0-1,-2 2 1,-2 1-1,-3 1 1,-3 1-130,13-5 0,-6 2 0,-3 1 41,-3 2 0,-2-1 0,-3 1 110,-4 0 0,-3 0-95,7-9 197,-24 13-409,-18 10-1240,-8 12 1,-4 5 381,4-5 1,-2 2-80,1 3 1,-3 3 0,2-1 1054,-6 7 1,4-2 0,-6 4 0,2-1 0</inkml:trace>
  <inkml:trace contextRef="#ctx0" brushRef="#br1" timeOffset="110145">26788 5674 16546,'-7'1'619,"19"-14"0,16-13 0,8-4 0,-5 4-1712,-5 5 1,0 2 0,4-4 1134,-1 1 1,3-3 0,3-3-1,3-1 1,1-1 0,2 0 0,1 1-6,-9 7 1,3 0 0,1-1-1,1-1 1,1 1 0,0 0-1,1 0 1,-1 0 0,-1 1-1,-1 1 1,-2 0-263,5-2 0,-3 0 0,-1 2 1,-1 0-1,1 0 0,1 0 0,1-1 1,3-1 224,-6 4 0,3-1 0,1-1 0,2-1 0,1 0 0,0 0 0,1 0 0,-2 1 0,0 0 0,-2 2 0,-2 0 0,-2 2 0,-4 3-3,12-6 1,-6 4 0,-2 1 0,1 0-1,2-1-83,-1 1 0,2-1 0,2-1 0,0 0 0,-2 1 0,-3 1 0,-5 2 97,3-2 0,-5 3 1,-1-1 77,8-3 1,0 0 0,-12 4-45,-17 4-790,-27 5 28,-2 11-213,1-1 0,-4 3-163,-9 11 1,-5 7 0,2-2 682,10-7 0,1 0 1,-1-1-1,-6 6 1,-1 0-1,6-3 0,-10 6 1</inkml:trace>
  <inkml:trace contextRef="#ctx0" brushRef="#br1" timeOffset="110542">27344 5969 19146,'37'-22'175,"-1"0"0,1 1 0,0-1 0,-1 0 0,1 0 0,-2 5 0,3-2 0,2 0 0,2-1 0,2 1 0,0-1 1,-1 1-1,1 0 0,-3 1 0,-1 0 0,-2 2-644,4-2 1,-3 1 0,-2 1 0,0 0 0,0 1 0,3-1 0,2-1 230,-2 1 1,1 0 0,3-1 0,1 0 0,0-1-1,1 1 1,0 1 0,-1 0 0,-1 1 0,0 2 220,-1 0 1,0 1 0,1 1 0,-1 1 0,0 0 0,-2 1-1,-1 0 1,-2 0 0,-3 1 11,5-2 0,-4 1 0,-2 1 0,1 0 0,3-1-258,1 0 1,6 0-1,1-2 1,0 2 0,-3 0-1,-7 1 1,-10 3 83,8-1-1460,-65 20 1,-20 5 228,22-6 1,-1 0 589,-3 1 1,-5 1 0,-1 1 0,5-1 797,-8 9 1,6-2 0,13-9 0,2 0-1,-13 10 1</inkml:trace>
  <inkml:trace contextRef="#ctx0" brushRef="#br1" timeOffset="110817">28420 6231 19100,'40'-13'166,"0"0"0,0-1 1,1 1-1,-1 0 0,0-1 1,-2 1-1,1-1 1,1-1-1,1 0 0,0 0 1,-1 0-1,0 0 1,-2 1-314,7-4 1,-3 1 0,1 0 0,-1 0 0,0 0 0,2-1 110,-1 0 1,1 0 0,2-1 0,0 0 0,-2 1 0,-3 0 0,-4 1-785,5-3 1,-4 1 0,-3 1 0,-1 0-274,4-1 1,-3 1 0,-11-4 465,-17-9 0,-8 3 0,-1 7 1,-6-12-1</inkml:trace>
  <inkml:trace contextRef="#ctx0" brushRef="#br1" timeOffset="111363">27449 3485 11616,'29'-5'1638,"6"-12"0,9-8-1170,-13 10 0,5-2 0,5-2 0,1 0 0,1-1 0,-1 0 0,-4 2-878,3-2 0,-3 1 0,0-1 0,1 1 1,3-2 411,-7 3 1,3-1 0,2-1 0,0 0 0,0 0-1,-1 1 1,-3 1 0,-3 2 5,6-2 1,-3 2-1,-2 1 1,0 0-372,9-4 0,-1 1 0,0 0 407,1-2 1,0 0 0,-5 2-214,-6 3 0,-3 0 169,4-1 0,-11 3-258,-23 9-2219,-8 7 2477,1 18 0,-1-12 0,6 11 0</inkml:trace>
  <inkml:trace contextRef="#ctx0" brushRef="#br1" timeOffset="112045">29265 3064 16490,'13'-17'3276,"12"-2"-2897,0 6 0,6 0-1472,0-1 1,4-2 0,7 0 887,-7 4 1,7-1-1,2-1 1,3 0 0,0 0-1,-3 1 1,-3 0 415,-2 1 1,-3 0 0,-1 1 0,1-1-1,4 0-211,1 0 0,4-1 0,3 0 0,0 0 0,-3 1 0,-4 1 0,-6 2 0,13-3 0,-8 4-659,-4 0 1,-4 1 652,-6 1 1,-4-1-6,1-1-785,-10-1-2481,-29-4 0,-11 0 0,-5-1 4386,-1 6 2167,-1-6 0,22 9 0,-8-6-1533,20 11-4777,1 8 4357,12 9-617,7 15-583,-5-9 0,0 1-78,-2-4 0,-3 1-12,-1 18 1,-5 0-596,-8 3 545,0-9 0,-4-2 3109,-11-2-3204,0-7-3165,1-3 2457,10-10 1,2-2 0,7-7 0</inkml:trace>
  <inkml:trace contextRef="#ctx0" brushRef="#br1" timeOffset="112577">31168 2452 9331,'0'-28'821,"-1"0"1,-33 3 0,-8 12-564,-3 19-229,12-2 1,-4 1 0,6 6-306,1 17 0,8 5 281,9-12 1,4 1-1,-4 9 1,8-3-150,35-2 149,14-24 1,5-9 542,-14 0 1,-1-2-531,2-1 1,2-2 0,-8 0 1271,1-11-1290,-10 12 190,-21 30 0,-4 11-95,1-2 1,1 1-63,-1 10 1,1 0 1122,-1-6 1,1-3-1157,2 7-1639,14-9 1,5-6 1224,16-16 1,4 18 0,-12-40 0</inkml:trace>
  <inkml:trace contextRef="#ctx0" brushRef="#br1" timeOffset="112934">31603 2316 10199,'-21'28'560,"0"1"0,5 14 1,11 0-511,14-19 0,5-1-44,-1 9 0,3 1-325,6-5 1,1 0 418,-5 7 1,-3-2-17,-3-11 0,-3 0 793,-2 6 0,-10-3-872,-23-16 1,-6-6 333,-1 2-1281,1-1 1,2-6-2336,8-20 2457,9-3 1,2 0 0,9 9 0</inkml:trace>
  <inkml:trace contextRef="#ctx0" brushRef="#br1" timeOffset="113126">31720 2265 10920,'38'-13'-6,"0"1"1,-1-1-1,-2-4 1,-5 4-1,16 13 1</inkml:trace>
  <inkml:trace contextRef="#ctx0" brushRef="#br1" timeOffset="114140">32260 2122 17487,'-30'5'258,"0"-1"0,4 1 0,5 3-3535,8 13 961,7 7 3586,5-7-1247,5 0 908,2-4-886,36-8-202,-17-7 157,21-5 3254,-28-6-3165,-5-10-3112,-5 5 3135,-8-8-2316,-17 11 2260,-9 1 52,-4 9-108,2 6-23,3 13 23,13-5-56,-3 7 56,13-12 0,5-2 56,18-3 796,7-8 1,2-2-848,-5 2 1,1-2-14,9-7 1,5-5 0,-5 0 40,-1-1 1,-3-2-5,-1 2 1,1-1 0,-3 0-759,-1-1 1,-3 2 728,3-3 0,-14 21 78,-17 19-450,-5 8 0,-3 5 534,-6 10 1,-3 1 53,5-12 0,1 1 0,-2 0-183,-1 3 1,-1-1 0,0 2 423,-4 2 0,0 0 0,1 3-452,3-3 1,0 2 0,1 0-1,2-3 69,0-3 1,2-2 0,1 1-75,0 5 0,2 0 0,12-15-517,20-26 1,12-16 0,-2 1 516,-7 7 0,1-2 11,5-5 0,3-3 1,-5 3 1672,4-9-1214,-5 4-671,-20 33 1570,-6 3-1369,-15 26 101,5 5 134,12-1-67,7-10 707,31-9 441,-6-37 0,1-10-725,-11 14 0,-4-3-423,7-27 0,-18 0 593,-39 27 0,-13 5-2400,10-3 1,-3 5 1273,0 13 1,-6 8 0,1 2 0,7-1 0,6-1 0,4 0 0,-14 9 0,1 0 0</inkml:trace>
  <inkml:trace contextRef="#ctx0" brushRef="#br1" timeOffset="121001">26842 7071 5352,'-37'-25'160,"-1"-1"1,4 3-1,0 4-3,5 11 0,-5 4 182,-1 3 0,-6 1 0,-1 1 0,2 0 254,0 1 0,2 0 0,-3 1-522,6 0 1,-2 0 0,-2 1-1,0 3 1,-1 4 38,6 3 0,-3 4 0,0 2 0,1 3 0,0-1 1,2 0-1,3-2-46,-5 3 0,4-1 1,1 0-1,-4 4 191,3-3 0,-3 2 0,-2 2 0,0 0 0,2 1 1,3-1-1,6-2-192,-5 8 1,7 0-1,0 7-21,8-7 0,-1 5 0,-1 5 0,1 2 0,1 1 0,0-2 0,1-2 0,2-5-28,-2 8 0,3-5 0,0 0 0,0 5-14,1-8 0,-1 5 0,-1 2 0,0 2 0,1-1 0,1-2 0,3-3 0,3-6 0,4 7 0,4-6 0,3 1-377,0 1 1,2 0 0,1 1 0,2 0 376,3-2 0,1-1 0,2 1 0,1-2 136,-1 1 0,1 0 0,1-1 0,2-2-118,7 5 1,3-2 0,-1-4-37,-5-10 1,0-4 0,2-1 17,13 3 0,4-1 0,2-4 11,-8-5 0,1-2 0,1-1 0,1 0 0,-1 0 0,1 0 1,0-2-1,0-1 22,0-3 1,0-1 0,0-3 0,0-2-12,0-1 0,-2-2 1,2-3-1,2-5 49,-10 0 1,3-3-1,1-4 1,1-1-1,0-1 1,0-1-1,-3 0 1,-1 2 85,3-2 0,-2 1 1,-2 0-1,0-1 1,0-3-1,0-4-127,-6 5 0,1-3 0,1-2 1,1-2-1,-2-1 0,0 0 1,-2 0-1,-3 0 0,-2 1 1,-4 2-228,0-8 1,-5 1 0,-3 0 0,-2 1 0,-2 0 0,0-1 197,0 1 1,-1-2 0,-1 0 0,-1 1 0,-2 1 0,-2 2 9,-2-10 0,-2 2 1,-4 1-1,-4 0 4,-3 10 0,-3-2 0,-3 1 0,-1 0 0,-1 2 0,0 2-31,-1-1 0,-1 2 1,-1 2-1,-1-1 0,0 0 245,1 0 1,0-1 0,-1-1 0,0 2 0,-2 2 0,-1 4-239,-3 2 0,-2 2 0,-1 4 0,0 3 0,0 5-811,-4 5 1,0 6 0,1 4 0,0 2 660,3 2 1,1 4 0,1 0 0,1 1 0,-5 0 0,2 1 0,8 3-1,13 10 1,0 0 0</inkml:trace>
  <inkml:trace contextRef="#ctx0" brushRef="#br1" timeOffset="122186">30389 6738 12389,'-35'-9'291,"0"0"0,1-1 1,-1 1-1,1-1 1,1 1-1,1 3-191,-3 5 1,0 3 0,1 4-1194,2 3 1,1 3 0,-1 5 1023,-1 6 0,-2 6 1,-1 4-1,1-1 1,2-2 115,0-2 1,1-3 0,1 2-1,-2 5-114,9-5 1,-2 4 0,-1 2 0,-1 3 0,1 0 0,0 1 0,1-1 0,3-1-1,3-3 156,-2 8 1,3-2 0,2 0 0,1 0-1,-1 4-96,1-4 0,-1 2 1,0 2-1,0 0 1,2 1-1,2-1 1,2-2 104,2 7 1,4 0-1,2-1 1,1-1-1,3-2-288,1 1 1,2-2 0,2 0 0,2-2 211,1-1 0,2-2 1,3 1-1,6 0 38,1-8 1,5 2 0,4 0 0,2-1 0,0 0 0,-2-2 0,-2-2-61,3 3 0,-3-3 0,1 0 0,4 2 36,-4-4 1,4 4 0,2 1 0,0-1 0,0-1 0,-2-2 0,-3-6-37,9 4 0,-4-7 0,5 0 31,-1-4 0,6-1 1,2-1-1,0 0 1,-2-2 39,-4-2 1,-1-2 0,0 0 0,1 0 0,0-1 88,-1 0 1,1 0 0,0-1 0,1 0 0,-2 0 0,-2-3-117,9-1 1,-2-1 0,-2-2 0,-2-1-34,-2-1 0,-2-1 0,2-3 20,-2-1 1,4-3-1,0-1 1,0 0-1,-4 0-78,5-1 0,-3 0 1,3-5 89,-9 2 0,3-4 0,3-3 1,0-1-1,-1 0 0,-3 1 0,-6 2-28,6-8 0,-7 2 0,2-5-6,-3 5 0,1-4 0,1-1 0,-3 1 0,-5 2 10,-2-1 1,-4 2 0,-3-7 4,-3 0 0,-2-7 1,-2-4-1,0 0 0,-1 1 1,-1 5-16,-1 1 1,-1 5-1,0-2 1,-2-3-10,1 4 0,-1-4 0,1-2 0,-2-1 0,0 2 0,-2 2 0,-2 5 0,-3-1 0,-2 4 0,-2 2 0,-4-2-5,-3-3 1,-3-1-1,-3-1 1,-2 2-1,-3 1 5,0 6 0,-4 2 0,-1 1 0,-2 0 0,-1 1 0,1 0 0,0 0 0,-1-1 0,0 1 0,-2 1 0,0 1 0,-2 3-72,4 3 0,1 0 0,-2 2 0,-1 1 0,-2 3 0,-3 3 0,-3 4-147,13 4 1,-3 1-1,-3 3 1,-1 1-1,-2 2 1,-2 1-1,0 1 1,0 2-1,0 0 1,0 1 0,2 0-1,0 1 1,2 1-1,3-1 1,2 0 105,-4 4 0,2 1 0,3 2 0,2 1 0,0 0 0,0 0 0,0 0 0,-1 0 0,-2 0 0,-2-2 0,0-3 0,-3-1 0,-3 0 0,-1-1 0,-1 0 0,0 0 0,0 0 0,1 0 0,2 0 0,3 2 0,4 0 0,3 1 0,6 2 0,2 14 0,1 1 0,0 0 0,-1 0 0,1 0 0</inkml:trace>
  <inkml:trace contextRef="#ctx0" brushRef="#br2" timeOffset="140795">25179 6264 14911,'-2'16'3276,"-25"22"-4369,4-14 1,-6 2 0,1 0 716,-4 5 0,-1 0 613,4-5 1,-2 1-1,5-4-237,7-5 0,1-2-557,-1 2 1,1 0 388,-5 7-2284,4-5 950,12-12 1585,14-11-83,17-17 0,-11 12 0,9-11 0</inkml:trace>
  <inkml:trace contextRef="#ctx0" brushRef="#br2" timeOffset="141164">25768 6032 13308,'-16'11'3276,"-4"4"-1599,-6 12-1386,11-12 0,-3 4-753,-4 4 1,-6 7-1,-3 3 1,1-1-1,4-4 484,3-3 1,2-2 0,-2 2-8,-3 3 1,-4 4 0,-1 1-1,2-2 1,6-5-827,-3 3 1,6-6 732,-2 1-23,1 1-593,20-24-371,4-3-2212,20-19 2820,-4 2 0,2-1 1,9-8-1,1-3 1</inkml:trace>
  <inkml:trace contextRef="#ctx0" brushRef="#br2" timeOffset="141528">26127 5849 9206,'-25'33'364,"0"0"0,-1 0 0,1 0 0,-1 0 0,2-1 0,0-1 0,0 0 0,0 0 0,0-1-287,-4 4 0,-1 0 1,2-2-1,2-2-81,3-4 1,2-2-1,-1 0 485,-2 4 0,-1 0 0,6-8-1489,7-7-2269,12-11 0,5-8 3002,13-11 1,-8 6 0,1 0-1</inkml:trace>
  <inkml:trace contextRef="#ctx0" brushRef="#br2" timeOffset="141844">26344 5898 7338,'-20'34'546,"-1"0"0,1-1 0,-4 4 0,-3 2 0,0 0 0,3-4 143,3-5 1,3-3-1,-2 2-686,0 0 0,-3 1 0,0 0 0,4-4-88,-1 0 0,3-4-1932,-9 10-169,6-6-1091,21-21 2676,14-16 1,-3 4 0,0-3 0</inkml:trace>
  <inkml:trace contextRef="#ctx0" brushRef="#br2" timeOffset="142076">26396 6198 14517,'5'0'3276,"-1"0"-2344,-13 23 1,-14 21-1,1-5-932,8-15 0,-2 0-820,-1 7 1,-3 7 0,-1-2 0,5-8-1,-7-1 1,5-6 0,16-21 0</inkml:trace>
  <inkml:trace contextRef="#ctx0" brushRef="#br2" timeOffset="142847">30441 5544 8069,'-7'0'1423,"1"0"-617,6 0 2470,-3-10-934,3 7-1469,-3-8-756,-11 27 0,-8 21 0,-2 1 110,0-4 1,-1 1 0,-2 3-477,5-7 0,0 3 1,-2 1-1,1-1 0,2-2 251,-2 0 1,1-1 0,1-2 0,1-2 75,-7 14 0,3-6-162,7-11 0,4-5-2157,-2 2 168,8-9 2073,27-29 0,7-10 0,-11 11 0,7-5 0,0-1 0</inkml:trace>
  <inkml:trace contextRef="#ctx0" brushRef="#br2" timeOffset="143162">30679 5695 12332,'-25'28'383,"-1"-1"1,1 1 0,-1 0 0,1-1 0,-3 5 0,0-1-1,0-1 1,2-1-250,-2 2 1,1-1-1,3-3-117,-2 0 0,1 0 247,0 0 0,-2 2 1,3-5-265,-10 7-619,3 0-2658,16-15 527,10-5-527,36-32 2457,2-1 1,1-1 0,-16 11 0</inkml:trace>
  <inkml:trace contextRef="#ctx0" brushRef="#br2" timeOffset="143442">30845 5869 16714,'6'-2'1638,"-23"34"0,-14 12 0,16-24 0,-1 1-2458,-8 9 1,-5 8 0,-2 0 0,6-7 531,3-5 0,0-2-83,-3 5 1,-4 3 0,6-5 269,3-2 786,-3 6-3962,21-27 0,6-3 0,29-23 2457,2-1 1,2-3 0,-14 10 0</inkml:trace>
  <inkml:trace contextRef="#ctx0" brushRef="#br2" timeOffset="143708">31488 5865 15021,'-21'36'399,"-1"0"0,1 0 0,1-2 0,-1 0 0,-1-3-317,0-4 0,-3-3 0,1 1-64,-1 1 1,1-1 0,-2 1-64,-2 4 0,-2 1 1,3-3-320,1 0 0,3-4-1065,-4 8-1848,63-51 2621,-4-3 1,-10 9-1,-1 0 1,1-3 0</inkml:trace>
  <inkml:trace contextRef="#ctx0" brushRef="#br2" timeOffset="143962">32020 6014 12901,'-13'29'655,"0"1"0,0-1 1,-4 5-1,-2 0 0,-4-1 194,-5-2 0,-4-1 0,0 0-890,1 0 0,0 0 0,0-1-45,-2 0 0,-1-1 0,3-4 265,3 0 0,4-6-3456,2-3 2457,10-8 1,5-4 0,4-3 0</inkml:trace>
  <inkml:trace contextRef="#ctx0" brushRef="#br2" timeOffset="145163">25913 6260 14036,'2'-2'2006,"0"1"-740,-2 1 1311,-12-10-1994,-3 2-270,-20-11-1817,0 8 1,-6 0 1738,5 2 1,-3 0-1,0 0-520,0-1 0,-1 0 0,0 0 315,-3-1 0,-1 0 0,2-2-74,1-5 1,0-3 0,2-3 45,10 5 1,0-2 0,1-1 0,1 0-3,-10-6 0,2-1 0,3-2-11,2-4 0,2-3 0,8 1-783,6-8 0,8 0 766,4 4 0,4 2 22,4 4 1,5 5 1480,16-1-1519,1 11-511,-6 9 533,-2 1 354,-9 9-332,-8 11 112,-6 23-90,-5-5-22,-8 15 0,-4-22 0,0 0 0,0-4-11,-1 4 11,7-9-56,1 0 2235,9-10-2280,14-21-199,3 0 232,12-18 3306,0 6-3311,5 14 1,2 4 72,-1 4 0,-2 3 0,-2 8-1614,-12 21 1,-6 4-964,2-1 1249,-2 0 0,-3-2-1949,-8-12 2900,-5-5 0,3-5 1,-2-2-1</inkml:trace>
  <inkml:trace contextRef="#ctx0" brushRef="#br2" timeOffset="145674">25010 5007 15013,'12'28'299,"1"1"1,-1 0 0,5 13 0,-2-1-1939,-2 2 1,-3-3 721,-3-13 0,-1-2 2383,3 13-1398,-7-30 1016,-1-6-1073,-1-15 34,-9-19-45,-1 2 0,-1-2 37,-1 2 0,-2-3 22,-2-5 1,-3-4 0,2 5-15,4 6 0,1 1 7,0-1 0,0-1 0,2 3 206,5-7-123,3 7-56,8 6 21,25 8-100,-7 8 23,19 11 27,-25 12 1,-4 3 2319,1 11-2314,-4-4 0,-4 0 56,-9 7-1578,-11-2 1,-3 1 1387,2-2 0,-1-1-276,-4 2 1,2-2-1036,-6 11-706,19-28 2013,2-5 1,2-3-1,0-4 1</inkml:trace>
  <inkml:trace contextRef="#ctx0" brushRef="#br2" timeOffset="145889">25190 5084 12775,'3'0'2767,"0"0"-2289,17 42-1571,-8-15 1,0 4 0,1-1 1083,4 3 1,-1 0-1,2 12 1,-3-11 0,-9-29-1</inkml:trace>
  <inkml:trace contextRef="#ctx0" brushRef="#br2" timeOffset="146898">30699 6016 17117,'-5'0'1872,"11"-6"-3443,28-11 0,15-5 1593,-18 6 1,2-3-1,1 1 1,0-1-21,-1 1 1,-1-1 0,1 1 0,-1-2-218,3-1 1,1-1 0,-2 0 0,-4-2 94,-1-4 1,-4-2 0,-2 1-359,2-5 1,-2-1 342,-5 6 0,0-3 1,-4 3-46,-5 0 1,-3 1 39,0 4 0,-4 0-236,-15-6 1,-5 3 285,-5 1 23,-2 8 0,-2 5 1458,-8 12-1402,0 1 762,29 44-448,35-15 606,-11 3 0,4-1-797,3-16 0,-2 0-1150,-6 25 1083,-27-14-45,1 5-56,-11-15-3221,16-15 2457,11-11 1,-1 3 0,3-5 0</inkml:trace>
  <inkml:trace contextRef="#ctx0" brushRef="#br2" timeOffset="147430">31556 4922 12849,'-3'30'810,"1"1"1,0-3 0,1 0-1421,0-3 0,2 0 626,2 4 1,0-1 708,-1-2 0,0-2-1084,6 17 1013,-6-29-1584,-1-31 919,-6-3-11,-2-24 22,-5 2 29,6 12 1,0-4 0,1 2-326,0 2 0,1 0 344,0-1 1,-1-3 0,3 5 298,1-9 359,17 0-593,17 21-13,0 4-777,-4 23 1,-2 8 699,-6 4-63,5 18 141,-22-13 1231,-8 2-1315,-10-5 0,-5 1-1021,0-1 1,0-1-572,-1-1 1,0-1 2361,-6 5 1,25-21 0,1-3-1</inkml:trace>
  <inkml:trace contextRef="#ctx0" brushRef="#br2" timeOffset="147824">31907 4860 14540,'39'20'3276,"-5"4"0,-22 5-2186,-4-2-2729,-19 2 1,-4-1 409,2-5 2045,-6-1 1,6-4-593,15-11-213,18-7 0,9-5-885,-2 2 1,2-2-220,1-1 1,3 0 0,-2-2 492,11-5 0,-5 1 1,8-2-1,-10 0 0</inkml:trace>
  <inkml:trace contextRef="#ctx0" brushRef="#br2" timeOffset="148755">25499 10297 14406,'-2'-3'3276,"1"0"-1330,1 3-1241,-4 42-1951,4-13 0,-1 5 1638,0 9 0,0 7 1,0-3-360,1-12 1,0-2-1,0 1 233,0 5 1,0 2 0,0-3-278,0 3 0,0-6-432,0 6 348,0-15 0,0-5-1071,0-15 1149,6-33 1,2-11-1,-4 21 1,3-17-1,1 1 1</inkml:trace>
  <inkml:trace contextRef="#ctx0" brushRef="#br2" timeOffset="149012">25503 10201 16187,'35'-5'819,"-1"1"0,1-1 0,11-1 0,-2 6-182,-9 16 0,-6 5-3745,3 6 3421,-10-6 1,-6 2 876,-14 5-1037,-22-1 0,-12 5 0,3-3-674,9-4 1,-1 1 197,-1 0 1,-4 4 0,2-1 0,4-6-1,-1 4 1,14 5 0</inkml:trace>
  <inkml:trace contextRef="#ctx0" brushRef="#br2" timeOffset="149276">26005 10710 13727,'4'34'1092,"1"1"0,-2 6 0,0 1-1734,-2-12 0,-1 1 104,0 5 1,0-1 7,0 3-2619,6-14-128,6-31 2503,9-9 0,-8 5 1,-1-3-1</inkml:trace>
  <inkml:trace contextRef="#ctx0" brushRef="#br2" timeOffset="149759">26786 10421 17801,'-30'1'3276,"6"-1"-6553,29 0 3388,30-6 12,4 1 581,-10 0 1,3-1-1228,2 3 0,3 1 1,-4-1-1443,11-1 326,-1 3 1,-9 3 818,-30 3 1,-2 1 0,-2-2 0</inkml:trace>
  <inkml:trace contextRef="#ctx0" brushRef="#br2" timeOffset="149957">26833 10583 14460,'-4'3'3276,"41"-8"-2375,-7-1-895,2 0 0,1 0-3283,10-5 2868,-13 2 0,1 1-856,-8 1 1,1-1 1264,18-8 0,-3 1 0,-10 3 0,10-6 0</inkml:trace>
  <inkml:trace contextRef="#ctx0" brushRef="#br2" timeOffset="150310">28153 10116 13454,'6'39'1092,"1"0"0,-2-9 0,0 0-1303,4 10 1,0-2 490,2 8 381,-5-17 1,0-1-561,0 6 936,-2-7-1104,-1 2-1603,-2-15 146,0 1 1870,-1-14-3623,0-12 2457,-5-6 1,4 2 0,-3 0 0</inkml:trace>
  <inkml:trace contextRef="#ctx0" brushRef="#br2" timeOffset="150640">28065 10072 8208,'1'-32'1092,"0"0"0,-1 3 0,8 5 234,33 10 0,9 10-1237,-18 2 1,1 2 277,-1-2 0,2 0 0,-5 3-311,10 14-213,-32 22 225,-25-2-46,10-12 0,-2-2 675,-7-4 0,-2-2-1684,-5 3 1,2 0 1506,-6 13 1,-4-3 0,24-11 0</inkml:trace>
  <inkml:trace contextRef="#ctx0" brushRef="#br2" timeOffset="151024">28500 10263 16658,'0'-5'3276,"0"0"-1756,17-13-4797,17 5 1275,6-8 3455,-1 12-1251,-18 11 1072,-10 6-837,-4 31-2694,-3-9 2330,-8 2 0,-2 0-62,-3-2 2336,-6 6-2258,44-17-237,4-15-945,-3-5 1,6-4 0,0-3 682,0-4 0,-2-4 1,0 2-1,6 0 1,-3-1-1,-6-1 0,-1 0 1</inkml:trace>
  <inkml:trace contextRef="#ctx0" brushRef="#br2" timeOffset="156391">25031 12038 13263,'0'-6'3276,"0"1"-310,0 5-2630,0-1 806,0 17-2352,0 4 1916,1 21-325,1 6-781,0-10 0,2 9 1,0 3-1,0-6 404,0-4 0,0-3 0,0 2-21,0 3 0,0 4 0,0-2 0,-1-7-274,2-4 0,-2-10-1479,-3-17-472,0-2-1035,0-26 2457,0-3 1,0-1 0,0 7 0</inkml:trace>
  <inkml:trace contextRef="#ctx0" brushRef="#br2" timeOffset="156708">25049 12009 16849,'37'-12'655,"1"0"0,-1 1 1,-3 1-1,0 1 0,-5 8-2289,-3 12 1,-4 6 1924,-4 4 1,-3 2 458,1 1 1,-4 0-684,-4 0 0,-6 0-519,-3 0 0,-7-1 486,-17 10 0,-5-1-68,15-10 0,-1-2-425,-16 5 0,1-4-2818,9-6 2879,11 2 1,-2-3-1,13-2 1</inkml:trace>
  <inkml:trace contextRef="#ctx0" brushRef="#br2" timeOffset="157016">25618 12553 19717,'6'3'1638,"7"26"0,0 6 1126,-2-2-3857,-1 6 1,2 11 0,-3-8-731,-1 3 1823,-3-4 0,-1-3-860,-3-18-362,-1-4-2055,0-10 0,3-13 0,1-16 2489,4-18 1,-3 16 0,-1-1-1</inkml:trace>
  <inkml:trace contextRef="#ctx0" brushRef="#br2" timeOffset="157349">26088 12179 19584,'2'-11'1350,"17"2"1,9 1-1335,-4 3 1,1 1 847,14-3 1,2 0-2504,-6 2 1,-4 1-1639,-1-2 2457,3 0 1,-35 4 0,-3 0 0</inkml:trace>
  <inkml:trace contextRef="#ctx0" brushRef="#br2" timeOffset="157632">26231 11932 14013,'11'38'1092,"1"1"0,-2-4 0,0-1 2184,6 7-3118,-5-13 0,0 3-692,1-2 1,-1 1 522,0-1 0,-1 0 11,-3-5 0,-1-2-280,1 9 280,-1-20 0,-3 3 0,1-17 0</inkml:trace>
  <inkml:trace contextRef="#ctx0" brushRef="#br2" timeOffset="157946">26728 12082 22597,'13'40'577,"-1"0"0,1 1 0,-3-5 0,1 1-555,1-1 1,1 2-1,-1-5 191,1 11-168,-3-4-1684,-4-13 1,-1-2 708,0 2 930,0 7-743,-5-29-2534,3-15 0,-1-26 2457,1-6 1,-2 3 0,-1 17 0</inkml:trace>
  <inkml:trace contextRef="#ctx0" brushRef="#br2" timeOffset="158265">26750 11956 20983,'4'-26'706,"-1"-1"0,6-15-2345,15 37 1,6 7 631,1 3 1,-1 4 501,-2 2 0,-1 4 505,-2 0 0,-4 3 1099,-7 20-987,-30 4-871,0-20 1,-5-1-273,-10 8 0,-2 0 1031,5-4 0,1-3 0,5-5 0,3-2 0,6 1 0</inkml:trace>
  <inkml:trace contextRef="#ctx0" brushRef="#br2" timeOffset="158680">27148 12268 21005,'40'-14'2522,"-22"7"-2517,6 2 1,0 4-3283,-1 14 1499,-11 18 1879,3-1-550,-23 3 0,-5 0 505,-4 7 505,3-15 0,0-2-572,2-1-494,40-31 1,10-12-1479,-1-1 1793,-8 2 0,8-8 1,0 1-1,-8 4 1,6-7-1,-6 1 1,0 0-1</inkml:trace>
  <inkml:trace contextRef="#ctx0" brushRef="#br2" timeOffset="158994">27744 11845 22104,'35'-8'-820,"0"0"1,0 0 0,-3 1 0,-2 1-820,0-1 1,-7 1 818,-18 5 1,-3 1 0,-2 0 0</inkml:trace>
  <inkml:trace contextRef="#ctx0" brushRef="#br2" timeOffset="159166">27843 12014 19056,'-5'3'829,"25"-10"0,10-3-2498,0-1 352,6-2 0,2-1 1317,-15 3 0,-3 1 0,1 0 0,2-4 0</inkml:trace>
  <inkml:trace contextRef="#ctx0" brushRef="#br2" timeOffset="160260">27965 11376 14955,'0'-5'3276,"0"0"-1118,-6 5-275,4 25-5160,-4-1 3718,6 7 0,4 8 0,0 1-139,1-6 0,0 0 1,1 4-532,2 5 0,2 4 0,0 1 0,0-4 285,1 2 0,1-3 0,1-1-52,0 2 0,2-2 0,-2-4-10,-2-8 0,0-5-16,6 9-146,-11-28-964,2-11-2145,7-30 1638,-3 11 1,1-1 982,1-2 1,0 1-1,7-9 1,-10 21 0</inkml:trace>
  <inkml:trace contextRef="#ctx0" brushRef="#br2" timeOffset="161845">28969 11728 14798,'-7'2'3276,"3"0"-3271,4-2 937,38-9-898,-3-1 711,-4 1 0,7 0-1575,-5 1 1,4 1 0,1-1 0,-6 2-820,1-1 1,0 1 545,9-1 1,4-1 0,-10 3 695,-7 5 0,-13 0 0,-4 0 0</inkml:trace>
  <inkml:trace contextRef="#ctx0" brushRef="#br2" timeOffset="162299">30126 11176 17801,'-7'-7'1638,"-19"28"0,-2 13 1114,7 3-3572,6-5 1,-2 8 0,1 2 0,5-7 243,5-4 1,5-1 597,-2 4 1,2 3 0,8-5-338,16-9 1,9-5 0,0-4 347,4-1 1,2-3 332,-3 0 1,3 0 0,-3-8-306,5-15 1,-8-12-100,-16-3 0,-5-6 0,-2-2 56,1-1 1,-1-1 0,-7-2-17,-8 0 1,-6-4 0,-4 1 0,2 6-26,-2-7 1,-5 6 3,-2 9 0,-5 2 1,-1 12-649,-15 23 1,2 14-973,17-4 1,1 2 368,-15 7 1,8 4-370,23 2 1,10-1 818,16 3 1,-4-1 0,3-24 0</inkml:trace>
  <inkml:trace contextRef="#ctx0" brushRef="#br2" timeOffset="162665">30834 11306 22844,'-42'12'-998,"18"-2"841,40-1 124,9-18 55,-3-12-203,-8-6 304,-10 3 0,-9 10-101,-4 8-111,-8 4-3188,1 0 0,2 12 2457,7-4 1,5 4 0,2-6 0</inkml:trace>
  <inkml:trace contextRef="#ctx0" brushRef="#br2" timeOffset="163261">31482 10911 19056,'0'-27'605,"0"1"0,-3 0 0,-6 6-2244,-13 14 1,-4 6 28,-18 2 2028,8 4 1,0 4-296,11 2 0,3 1 506,0 1 0,0 1-562,-4 7 1,2 2-992,6 1 0,3 0 924,0-1 0,2 1 0,4 15 501,28-21 0,8-4-552,-5-6 1,1-3 408,12 4 0,1-7-392,3-15 0,-3-9 101,-11-1 1,-1-2-7,0 1 1,-2 0 227,5-14-121,-24 31-146,-2 3 696,0 32-233,0-2 1,1 2-340,0 2 0,0 5-536,2-1 0,2 7 1,1-1-1,-2-4 390,3 7 0,0-1-8,0-2 1,0 2 0,-1-7-1503,3 9-1767,0-34 2457,9-35 1,-7 14 0,3-19 0</inkml:trace>
  <inkml:trace contextRef="#ctx0" brushRef="#br2" timeOffset="163671">31973 10902 20840,'-30'-3'709,"1"0"1,-8 13 0,6 7-336,9 21-318,5-8 0,9 2-1695,30 4 1,9-3 1194,-15-11 0,2-2 444,18 10 0,0-3 862,-2-2-851,-4-2-2285,-1 8 3047,-16-10-314,-17 4-369,-27-12-1729,-9-8 1,-2-4 33,15-1 0,0-2-34,-9-1 1,5-7 1125,14-30 1,10 23-1,4-14 1</inkml:trace>
  <inkml:trace contextRef="#ctx0" brushRef="#br2" timeOffset="163886">32018 10729 23280,'34'-10'-547,"0"0"1,-1 1 0,1-1 0,-2-1 0,-3 0 0,1 2-1093,15 0 1,-4 2 818,-4-6 1,-17 4 0,-6 2 0</inkml:trace>
  <inkml:trace contextRef="#ctx0" brushRef="#br2" timeOffset="174753">26513 13913 14215,'5'3'2522,"0"-1"-1794,-5-1 1031,0-1-672,1 3-964,-1-2 34,0 0-191,0 1 146,0-1-156,0 3-1290,5 5-1943,0-3 2457,6 2 1,-5-6 0,-2-2 0</inkml:trace>
  <inkml:trace contextRef="#ctx0" brushRef="#br2" timeOffset="179973">24309 4174 17465,'-30'18'1781,"11"-6"-1489,-6-4-45,12-7-203,2 0 203,-6-1-3524,1-9 2515,3 0 1622,4-7-816,8 1-66,1 0-12,26-11 23,-8 14-11,24-6 22,3 23-1135,-22 6 1,1 4 1134,-1-2 0,-2 3 11,-2 6 1,-5 5 10,-10 2 1,-5 4-1,-3-1-19,-7 1 1,-5-1 0,1 1-1,4 1 1,0 1 0,-4-3-4,-7 0 0,-5-2 0,-1-5 26,1-6 0,-1-3 1,2-2-66,1 3 1,0-2 43,-9 3 1,5-9 2174,19-18-2258,3-26 3354,4 12-3298,8-16-23,9 30 45,13 5 0,-2 9 0,4 1 348,-7 3-359,1-1-3266,0 0 3218,12 1-2243,-3-3-975,14 0 0,-17-4 2457,4-9 1,-23 6 0,-1-6 0</inkml:trace>
  <inkml:trace contextRef="#ctx0" brushRef="#br2" timeOffset="180260">24622 4381 14048,'-7'0'1367,"2"0"-763,-3 37-335,15-27 101,12 22-157,17-55-78,-4 6 727,-11-13-3133,-26 13 2271,-5 9 67,-8-1-78,-1 9 11,-1 4-2118,-4 11 2010,13-3 0,-2 3 0,13-10 0</inkml:trace>
  <inkml:trace contextRef="#ctx0" brushRef="#br2" timeOffset="180706">24948 4146 17577,'-13'31'1160,"0"1"0,-3 12-1071,31-12 34,6-15-11,4 1 164,-4 3 1,2 6 0,-7-2-98,-16 13-1818,9 2 1,-8-5 1117,-26-22 0,-8-8-426,5 1 0,0-4-2019,-11-10-311,12-7 3155,15-12 0,7 12 0,2 0 0</inkml:trace>
  <inkml:trace contextRef="#ctx0" brushRef="#br2" timeOffset="180907">24942 4149 11400,'2'-7'3193,"-1"2"-5946,-1 5 2731,53-24-3255,-17 13 1638,-2-4 1,1 0 818,0 4 1,-22 6 0,-2 0 0</inkml:trace>
  <inkml:trace contextRef="#ctx0" brushRef="#br2" timeOffset="181861">25413 3789 16165,'-24'29'508,"0"1"0,5-7 0,3-2-363,10 6 35,5-14 112,13 1-124,19-11-168,-1-3 22,12-10 202,-18-10 0,-4-1-179,-9 6-45,8-18 100,-37 41 1,-8 10 45,-3 9-146,7-11 0,5 1 202,11 3-23,44-37-145,-8 5-31,6-7 1,9-5 0,-8 4-471,1 0 472,6-5 1,-8 7 5,-29 18 168,-5 9-1234,-1 17 1,-4 7 1233,-7 1 0,-5 4 1,2 0-158,3-2 1,1 0-1,-2 0 67,-6 6 1,-3 1 0,1-3 10,4-10 1,1-2 0,2 0-1021,-2 6 0,2-1 987,0 1 1,5-4-1529,15-1 1629,15-24 1361,15-17-1529,-17 3 0,2-3-4,5-6 0,3-3 0,-3 2-537,-3 1 0,-1 0 541,13-10 0,-4 2 112,-18 9 1192,-6 16-1281,-13 17 2422,2 6-2367,-6 12-44,38-10 44,-7-8-67,1-8 1,2-5 66,5-9 0,-2-3 1235,5-3-887,-9 0 0,-3-2 122,-14-5-2095,-24-19 1530,-14 25 0,-4 3-23,8-5 1,-1 2-1600,-18 10 1,3 10 1363,12 16 1,4-7 0,20 3-1</inkml:trace>
  <inkml:trace contextRef="#ctx0" brushRef="#br2" timeOffset="182959">32151 4318 14484,'4'-1'3276,"-1"1"0,-31 0-2824,17-2-251,-20-2 158,27-22-404,6 8 11,7-14 34,7 17-101,14 3-1137,-3 14 1250,3 8-35,-9 19 17,-12 9 1,-6 5-1469,-6-4 0,-2 0 1485,2-7 0,0 0 0,-3-1-99,-8 3 0,-3-4 177,-12 5 684,0-7-773,2-9 135,-3-5-102,15-7-22,0-7 3099,22-31-3121,1 11-1580,5-1 1,1 2 1546,2 12 44,11 7 0,-13 11-68,8 12-3209,13 5 2890,-14-16 1,0-2-1,10 8 1,-9-16-1</inkml:trace>
  <inkml:trace contextRef="#ctx0" brushRef="#br2" timeOffset="183126">32477 4476 17017,'-6'-5'-820,"3"2"1,5 6 0,1-2 0</inkml:trace>
  <inkml:trace contextRef="#ctx0" brushRef="#br2" timeOffset="183527">32702 4309 14865,'0'-3'3276,"0"-1"-1464,-25 22-1079,10 9 1,0 2-706,0-10 0,1 0-28,0 11 0,11 1 0,25-8 0,5-4-22,-7-1 117,0 6 0,-9 0-117,-38-11-101,-6 3-572,-4-7-125,-1-36 1,22 21 0,-8-23 0</inkml:trace>
  <inkml:trace contextRef="#ctx0" brushRef="#br2" timeOffset="183725">32661 4295 14951,'0'-5'3276,"0"1"-6553,0 4 2624,24-12-2624,16 9 3260,-15-3 0,0 1 1,14 4-1,-21 1 1</inkml:trace>
  <inkml:trace contextRef="#ctx0" brushRef="#br2" timeOffset="184659">33091 4027 17868,'-31'33'440,"1"0"1,8-10 0,3-1-362,7 18-3356,27-25 1061,27-15 3625,-4-6-1437,-11 0 0,1-2-682,-7-5 0,-2-2 845,10-12 604,-5-4-683,-24 14 56,-45 16-78,15 13 1100,5-6 0,2 1-1190,7 11 135,28-13-57,5-6-22,23-9-19,-6-6 1,5-6-1,-4 3 1657,-11 7 0,-1 1-1603,9-6 0,4-2 0,-12 7-3312,-16 9 3050,-4 4 283,0 20 325,-2 23-210,-10-12 0,-5 7 0,-2 1 0,2-3-924,3-2 1,0-3 0,-2 3 752,-5 4 0,-3 3 0,-1-1 0,1-5 0,-3 3 0,0-3-510,3-6 1,0 2-1,1-1 471,-2 9 0,3-1 780,-6-3 1,14-9-585,32-19 0,9-9-554,9-20 393,-12 6 0,4-2 1,0-2-5,-1-4 1,0-3-1,-4 4 75,-6 5 1,0 1-91,13-16 1,-9 13 89,-30 42 168,-7 23-270,7-23 1,0 1 34,-1 3 0,3-1-1005,16 9 1414,17-27 0,5-6-95,10 7 834,-5-14 1,-2-9-242,-18-7 1,-10-3-986,-27-12-1054,-8-1 1132,-10 33 0,-11 8 0,6 1 0,14-2 0,2 0 0,-17 9 0,-1-1 0</inkml:trace>
  <inkml:trace contextRef="#ctx0" brushRef="#br2" timeOffset="187403">3616 10384 11178,'4'39'1079,"1"0"1,0 1 0,-1 0 482,0-6 1,0 6-1319,-2-7 0,0 6 0,0 3 1,-1 2-1,1-1-327,-1-2 1,0 2-1,-1 0 1,1 0-1,0 1 1,-1-1 85,1-1 1,0 2 0,0-1 0,-1-1 0,1 1-1,-1-1 17,1 0 1,-1 0 0,0 0-1,0-1 1,0-3 0,-1-4-168,1 5 1,0-4-1,0 0 210,0 7 1,0 1 0,0-3-53,0 3 0,0-2 15,0-3 0,0 1 0,0-6-587,0 4 584,0 3 1227,0-36-4028,-5-29 2042,1-1-463,-1 1 1,1-3-147,1 5 1,1-4 1344,-2-13 0,0-7 0,1 6 0,1 16 0,1 0 0,-2-9 0,1 1 0,-1 0 0</inkml:trace>
  <inkml:trace contextRef="#ctx0" brushRef="#br2" timeOffset="188260">3617 10633 13375,'0'-7'3276,"-3"-14"0,2 17-1682,-3-11-227,3 15-706,1 0-336,0-4-78,0-18-926,5-1 802,-1-7-2914,3 8 3060,-3 10 112,-2-1-2438,-1 7 1945,-1 3-479,2 31 1,0 18 668,-2-12 1,1 1 22,0 1 0,1 2 1,0 2-50,0 1 0,2 2 1,1-4 368,6 0 0,1-1-432,-2 4 0,3-4 1000,-1-14 1,5-9-901,14-23 1,8-15 0,-5 2 1120,-12 7 1,-1-2-1206,5-4 1,6-4 0,-1-3-1,-9 1-1340,-11-10 1,-6 1 1351,2 8 0,-2 2-12,-4-3 1,-3 4-1193,-5 9 1176,1 7-135,2 2 12,2 7-515,5 28 1,3 12 653,0-16 1,0 1 646,2 19 0,0 0-658,-1-19 1,0-4 5,8 14-123,0-5-1121,-2-6-2033,10-11 2457,-12-12 1,3-3 0,-8 1 0</inkml:trace>
  <inkml:trace contextRef="#ctx0" brushRef="#br2" timeOffset="188764">4418 10953 18698,'0'-12'3276,"1"15"-2213,1 26 0,1 18 0,-2-3-2702,-1-14 1,0 2 1274,1 13 0,1 7 1,-2-10 385,-5-4-1333,0-3 1367,4-16 1045,-1-4-1079,3-12 56,5-3-55,36-11 300,-15 4-553,-1-1 0,0 1 1483,-4 0-3460,-2 1-1070,9-5 2457,-15 2 1,4 0 0,-17 4 0</inkml:trace>
  <inkml:trace contextRef="#ctx0" brushRef="#br2" timeOffset="189135">4727 10995 16053,'0'-4'2241,"0"0"258,10 16-1580,-6 2 179,3 13 0,-3 6-2664,-4 6 1,-2 1 1766,1 4 1,1 0-96,-3-5 1,1-4 787,1 2-850,1-21 24,5-4 156,7-7-2392,22-8 1810,0-8-1523,2-2-954,-13-1 696,-10 5 2139,12-3 0,-14 6 0,6-1 0</inkml:trace>
  <inkml:trace contextRef="#ctx0" brushRef="#br2" timeOffset="189565">5713 10664 14955,'-4'-2'3276,"0"0"-1633,11 1-209,33-8-2898,-16 5 0,0-1 1470,7-1 0,-1 0 642,15-3-648,-15 16 0,-16-6 0,0 9 0</inkml:trace>
  <inkml:trace contextRef="#ctx0" brushRef="#br2" timeOffset="189779">5745 10908 16243,'-2'3'3059,"1"-1"-6336,39-12 1186,-8-1 1368,3 0 0,1 0-916,-9 0 1,-2 0 982,2 0 1,-3 0-1,5-2 1,-8 3 0</inkml:trace>
  <inkml:trace contextRef="#ctx0" brushRef="#br2" timeOffset="190431">7775 10200 22428,'-28'27'721,"1"0"0,-1 1 0,-2 5-647,6-4 0,-4 6 0,-1 3 0,1-2 0,3-4-372,0 0 0,2-4 1,1 2 297,-7 10 0,0 2 0,8-10-3277,6-5 1318,4-7 839,8-12-1850,3-13 2428,0-36 0,0 26 1,0-24-1</inkml:trace>
  <inkml:trace contextRef="#ctx0" brushRef="#br2" timeOffset="190784">7375 10283 12254,'38'17'1092,"-1"0"0,-3-1 0,-1 3-238,-8 2 0,-1 4 0,-1 0-757,-1-2 0,-2 0 0,1 2 458,8 8 1,2 2 0,-2 0-530,-2-2 0,-1-1 0,-3-3 423,-2-2 1,-2-3-461,1 1 0,-3-7 1748,-13-14-5014,-2-7 0,-3-10 2638,-9-11 0,-2-2 0,5 3 1,-16-18-1</inkml:trace>
  <inkml:trace contextRef="#ctx0" brushRef="#br2" timeOffset="191452">7126 10010 18787,'-3'0'3276,"0"0"0,2 0-2533,16-2-4020,22-5 2784,5-1-77,-12 3 0,1-1 615,-7 1 0,0 0-34,3 0 0,1 0 28,0 0 1,2 0-560,4-1 1,3 0 0,-2 1 530,6-1 0,-1 1 22,4-2 1,-4 1 1819,-4 2-1573,-32 3 1278,-3 1-4835,-6 8 2457,-4-3 1,2 4 0,0-6 0</inkml:trace>
  <inkml:trace contextRef="#ctx0" brushRef="#br2" timeOffset="192933">8906 10411 20031,'-12'-1'3276,"25"-1"-4601,16-4 0,8 0 1409,7 0 0,2 0-36,-13 1 1,1 0-1,0 0 447,4 0 1,-1 1 0,2 0-309,3 0 0,0 1 0,-3-1 122,-1 1 1,-1 0-204,11-2 1,-14 2 216,-32 3-3600,-2-1 3063,1-5 0,-1 4 0,0-3 0</inkml:trace>
  <inkml:trace contextRef="#ctx0" brushRef="#br2" timeOffset="196319">10797 9790 14888,'-7'0'3171,"1"0"-2103,6 0 243,-6 0-847,4 0-60,-4 0 144,6 0 371,12 0-496,4-3-221,14-3-1761,1-3 0,1-1 1559,-3 3 0,-1 1 6,7-3 0,-2 2-51,12 2 34,-21 5-1413,1 10 1435,-13 3 314,0 16-78,-24 5-98,-4-5 1,-7 6-1,0-3-60,-1 0 1,-2 0-365,-2 3 0,-4 3 1,3-4 296,2-6 1,1-1-262,4-5 0,-1 1 1,1 0 260,-9 7 1,2-2 5,5-5 0,2-2 5,-5 5 2137,25-24-2170,14-11-1340,32 2 1362,-6-4 990,-7 8 0,0 1-1012,8 2 0,4 0 28,-12 1 0,1-2-28,-1 0 0,-1-1-23,2 0 1,-1-2-3255,6-13 0,-22 4 2848,-19-6 0,0 13 0,-4 0 0</inkml:trace>
  <inkml:trace contextRef="#ctx0" brushRef="#br2" timeOffset="196587">10630 10144 15538,'-3'0'3276,"0"0"-2160,41-18-842,-12 9 1,3-1-1865,12-4 1,1 0 1242,-5 4 0,-2 2-1292,-5 4 1,-2 0 1021,14 1 0,-18 1 0,-6 1 1</inkml:trace>
  <inkml:trace contextRef="#ctx0" brushRef="#br2" timeOffset="197571">11778 10167 12699,'2'-4'3276,"-1"1"-2578,-1 3 523,1-3 2055,-2 10-1623,-11 17-1224,-2 1 1,-4 6 0,0-1-330,1-3 1,0-1 0,-1 1-27,-3 6 1,-1 2 0,-2-5 152,-2-5 1,-1-4 0,3-10-162,-9-21-72,6-13 0,5-10-439,18-6 0,8-3 445,-4-3 0,7 3-62,10 11 1,5 7-40,16 8 95,-14 9 1,1 7-1028,2 16 1,2 10 0,-4-1 1026,-4-3 1,-2 1 12,5 6 1,2 3-1,-5-3-18,-6-6 0,-2 0-1087,3 7 1,1 1-542,-1-1 1,0-1-1,-1-4 1,0-3 818,6 10 1,-12-26 0,-6-6 0</inkml:trace>
  <inkml:trace contextRef="#ctx0" brushRef="#br2" timeOffset="197934">12164 10167 16849,'1'-4'3276,"-1"1"-1073,0 3-1183,4 2 705,-3 23-1606,-3-3 1,-1 3 14,-1 5 1,-2 2 143,-3 5 0,-2 5-250,1-9 0,-3 5 0,0 0 0,0-1-1083,-1 5 0,0-1 0,0 1 1055,1-4 0,0 1 0,-1 0 0,1-2-1093,-3 6 1,1-2 0,2-8-2185,-1-2 2574,4-12 1,13-31 0,6-13-1</inkml:trace>
  <inkml:trace contextRef="#ctx0" brushRef="#br2" timeOffset="198370">12327 10544 16882,'18'-18'3276,"1"1"-355,22 7-2899,-18 5 23,18 3 78,-26 24-3400,-7 17 2482,-7 5 806,-5-20 0,-3 1-396,-12 7 0,-2-1 659,6-9 1,0-1-270,-4 7 1,2-3 73,9-5-1,34-12-825,-3-11 0,3-3 395,4-1 1,3-1 0,-2-1 202,3-1 0,-1-2 149,-2 0 0,2-2 0,-7 3 0,-4 1 0,7-4 0</inkml:trace>
  <inkml:trace contextRef="#ctx0" brushRef="#br2" timeOffset="200020">14210 9336 19583,'-9'-28'3171,"-3"7"-3070,-17 18 246,-4 3-213,-9 6-1227,10 3 1,-5 3 0,0 1 1025,1 0 0,-1 1 0,0 2 89,4-4 1,0 2-1,0-1 1,0 1 249,-9 5 1,0 0 0,5 0-245,4 1 0,4 1-1130,0 3 1,4 1 1101,5 8-78,25 5 83,15-26 1,6-3 1129,-1 2 0,2-4-1135,11-5 0,0-5 138,-13 0 1,-3-4-106,13-21-22,-24 8 57,-3-7-102,-11 10-11,-16-2 23,-1 10-1415,-5 5 0,-3 6-202,2 8 1,0 3-1,0-1 1,0 1-1,1 6 1,4 1 929,-4 9 1,11-12 0,5-4 0</inkml:trace>
  <inkml:trace contextRef="#ctx0" brushRef="#br2" timeOffset="200425">13006 10171 21005,'36'-12'627,"-1"-1"1,1 2 0,3-1 0,3 2-1448,-6 1 1,2 1 0,2 0 0,-1 0 458,2-1 1,0 0-1,1 0 1,1 0 366,-5 1 1,1 0 0,1-1 0,-1 1-1,-2 0 360,2 0 0,-1 1 1,-1-1-1,0 1-352,1-1 0,0 1 0,0-1 0,-1 1-367,0 0 1,-1 0 0,0 0 0,2-1 360,7-1 1,2 0-1,0 0 1,-3-1-380,-7 3 0,-1-1 0,-1 1 1,-1 0 388,7-2 1,-1 1 0,-5 1 739,-2-1 0,-12 3-1598,-18 5-799,-19 8 1,-13 6 1270,-9 9 0,-2 1 0,9-8 0,1 0 0,-4 5 0,1 0 0</inkml:trace>
  <inkml:trace contextRef="#ctx0" brushRef="#br2" timeOffset="200936">13929 10422 16367,'0'7'2151,"0"-2"-582,0-5-4002,34 93 2780,-26-61 0,-1 2 1,0 2-1,1 3-514,-1-1 1,2 3-1,0 2 1,-1 0-1,1 0 1,-2-3 174,1 7 1,-1-2-1,-1-1 1,0-1 282,-2-1 1,0 0 0,-1-3 0,1-5-287,1 0 1,0-5-1467,4 9 1528,-1-8 1551,-5-22-1607,-3-13 680,-12-30 1,-6-11-681,4 20 0,-1-1-8,-4-10 1,-2-4 0,-1 4-988,-4 6 1,-4 3 1016,-5 1 1,-5 1 0,3 3 618,3 3 0,0 2-611,1 2 0,-3 0 0,5 6 38,-8 12-141,16 13 0,3 5-128,0 14-236,7-9 1,9-2-1214,26-5 1,10-8 1169,1-16 1,1-4 0,-2 9 0,0-1 0,-9-10 0,0 0 0</inkml:trace>
  <inkml:trace contextRef="#ctx0" brushRef="#br2" timeOffset="201172">13932 10511 21633,'33'-21'15,"-1"-1"0,-1 2 0,1 4-1654,3 8 1,1 3 441,-10 2 0,0 0 1051,7-1 0,-1 0 99,8 3-1592,-16 4 1,0 2 818,6 7 1,-3-1 0,-19-1 0</inkml:trace>
  <inkml:trace contextRef="#ctx0" brushRef="#br2" timeOffset="201722">14376 10908 20872,'-4'26'1092,"0"0"0,0 8 0,3 2-2731,6 3 1,2-2 1377,-4-9 0,0-2 261,2 3 0,-1-7 1467,-2-19-1299,2-9-1366,8-28 1198,-3 7 0,0-5 0,1 0-13,1 0 1,1-1 0,0 0 15,3-7 1,0 0 0,3 4-27,10 0 1,2 8 22,-1 12 0,1 7 50,-1 7 1,-1 8-305,-3 9 1,-1 7 0,-2 2 578,3 13 0,-2 1 430,2 2 1,0-1-672,-10 0 0,5-9-1177,19-24 1,12-14 0,-5 1-547,-7 5 1,1-2 1228,1-6 0,6-3 1,-2-2-1,-9 2 1,-11 2-1,-5 0 0,13-10 1</inkml:trace>
  <inkml:trace contextRef="#ctx0" brushRef="#br2" timeOffset="202720">3968 13356 15146,'0'-4'1638,"5"26"0,1 18 0,-4 0 0,-1 9-1365,0-16 0,1 6 0,-1 3 0,0 1 0,-1 0 0,0-1-929,-1 4 1,-2-1-1,0 0 1,0 0 0,0 1 349,1-6 0,0 0 1,0 1-1,-1-1 0,1-1 1,-1-2 35,-1 7 1,-1-2 0,1-1-1,-1-2 195,1 7 1,1-3-1,0-6 178,-1 6-1727,5 2-15,5-71 1,2-20 545,-3 11 1,1-3 0,-1 0 682,-1-3 0,1-1 1,-1 3-1,0-9 1,-1 5-1,-3 20 0,0-1 1</inkml:trace>
  <inkml:trace contextRef="#ctx0" brushRef="#br2" timeOffset="203174">3973 13404 18496,'2'40'468,"-1"0"0,1 0 0,-1 0 0,1-4 0,-1 1 0,0-2 0,0 1-1561,-1 9 1,0 1 0,0-3 890,0-9 0,0-1 0,0-3 224,0-2 1,3-2-506,9 4 0,3-4 539,3-2 511,9-21 0,2-12-571,-9-13 0,-4-12 0,0-1-502,1-1 1,-2-3-1,-1 0 506,1-2 0,-1-2 0,-4 3 775,-3-9 1,-4 6-776,-2 17 0,-2 3 1276,-5-13-985,3 72-67,-3-8-112,7 3 0,3 11 0,2 2 0,2-6 746,6 4 0,2-3-862,-4 0 0,0 2 1,7-8-1636,21-7 1,5-14-1,-5-19 1,-1-7 1091,1 6 1,-3-3 0,-7-6 0,-8-1 0,-13 2 0</inkml:trace>
  <inkml:trace contextRef="#ctx0" brushRef="#br2" timeOffset="204593">4426 11045 7100,'19'38'589,"0"0"0,1 1 1,-3-4-1,0 0 1,-3-5-456,1 11-61,-5-16 0,0 0 215,4 8-277,5 3 1035,-7-21-967,3-6 537,8-40-516,-8 5-10,-7-5 0,-3-8 0,-1 1 33,-3-4 0,-2 0-119,0 9 0,0-1 0,0 1 862,-2-4 0,-1 5-206,-6-2 1298,5 27-1958,-1 19 44,3 31-536,0-7 1,-1 9 0,0 4 0,1-7 487,1-6 0,1-4 1,-1 4 209,0 0 0,-1 5 0,0 1 0,1-2 1,0-6-207,2 9 0,1-5-926,1-3 1,1-1 953,4 3 0,1-3 308,2-1 952,6-2-571,-12-46-678,2-28 1,1-7-40,-4 14 0,0-2 0,1-3 0,0-5 0,-1-2-163,-4 5 0,0-2 0,-2 0 0,-2 2 182,0 6 1,-1 1-1,-1 0 1,-1-1 5,0-8 0,0-3 1,-2 2-1,0 5-25,-5-5 0,-3 10-11,-7 12 8,16 48 0,3 28 0,2 7 0,1-10 67,-1-4 0,0 0-64,1-4 0,-1 7 0,1 3 0,1-4 0,2-8 717,3 1 0,3-2-717,2-2 0,2 7 0,1 2 0,0-2 0,-3-8 0,2 2 0,-1-2 0,2 5 0,-1 0 0,1-1 0,-1 1 0</inkml:trace>
  <inkml:trace contextRef="#ctx0" brushRef="#br2" timeOffset="205458">5013 13882 18642,'23'-26'3276,"-9"10"-2911,-24 23 196,-6 7-3838,-21 1 3444,15-6 817,-12-2-816,21-14-191,2-17 23,5-2-1472,2-11 1439,7 12 2650,4 6-2718,6 7-2629,17 10 2741,-6 20 1,0 7-890,-3-7 1,-1 2 877,4 18 0,-4 3 462,-10-10 1,-4 0-435,-1 1 0,-1 3-515,-2-5 0,-1 2 1,-4 0 545,-7 3 1,-4 1 0,0-2-27,2 10 1,-3-3 48,-4-9 0,-4 0 0,-2-13 13,-5-20 1,1-8 1300,-10 2-1396,15-15 0,8-7-838,16 0 1,10 4 815,30 6 22,-2-4 736,-11 27 1,0 7-737,6 1-51,-2-3 1,3-3-140,7 1-645,-8-2 0,-1-2-1397,2-9-536,0-5-509,-1-10 2998,2-5 0,-16 10 0,-4 1 0</inkml:trace>
  <inkml:trace contextRef="#ctx0" brushRef="#br2" timeOffset="205705">5721 13517 17082,'-7'-2'3276,"2"1"-6553,5 1 1463,41-19 2932,-13 9-1118,3-3 0,1 1 841,4 5-2466,3 3 1635,-17 22 0,-2-14 0,-17 15 0</inkml:trace>
  <inkml:trace contextRef="#ctx0" brushRef="#br2" timeOffset="205890">5829 13712 20983,'41'-16'-328,"0"0"0,-1 0 0,1-1 1,5-1-1,-1 0 0,-7 4 1,-12 6-1,-5 2 0,1 1 1</inkml:trace>
  <inkml:trace contextRef="#ctx0" brushRef="#br2" timeOffset="206478">7844 12926 15370,'-12'26'1638,"0"-1"0,-10 11-546,9-10 0,-3 3 0,-3 3-400,-5 5 1,-4 4 0,-1-1-1,5-5-1850,1-2 1,2-1 1120,-2 0 1,-3 6 0,2-4 0,8-11-3241,10-12 0,2-26 0,3-5 2457,0-24 1,0 22 0,1 2 0</inkml:trace>
  <inkml:trace contextRef="#ctx0" brushRef="#br2" timeOffset="206675">7471 13037 13667,'26'32'273,"0"0"0,0-1 0,0 1 0,0 0 0,0 0 0,1-1 0,1 3 0,2 2 0,0-1 0,-1-2 0,-3-5 0,-3-4 1365,8 1 0,-4-5-898,-3-2 1,-3-5-4018,-9-8 2457,-15-16 1,2 5 0,-4-5 0</inkml:trace>
  <inkml:trace contextRef="#ctx0" brushRef="#br2" timeOffset="207027">7333 12683 19807,'36'-8'1092,"1"0"0,-11 1 0,0 1-220,12-4 0,4 0-1965,-8 2 1,1-1 0,0 1 458,-4 1 0,0 0 0,0 1 634,2-1 0,0 0 0,-3 0-146,4 2 1,-8 1-158,-16 3-100,-4 2-2812,-6 7-62,0 3 2457,1 4 1,-1-5 0,0-5 0</inkml:trace>
  <inkml:trace contextRef="#ctx0" brushRef="#br2" timeOffset="207723">9508 12962 11190,'-5'0'3276,"14"0"0,25-1-2899,7-5 0,5-3-964,-15 4 1,1-1 0,0 1 563,0-3 1,1 1 0,-1-1-1617,14-2 1,-7 1 977,-12 1 0,6 1 1,-33 5-1</inkml:trace>
  <inkml:trace contextRef="#ctx0" brushRef="#br2" timeOffset="207961">9697 12683 18899,'5'42'317,"0"0"0,-1 0 0,1 0 0,-1 1 0,-1-6 0,-2-4 0,2 4-326,3 7 1,2 5 0,0-2-1,2-8-1630,1-7 1,0-8 818,5 3 1,4 2 0,-13-27 0</inkml:trace>
  <inkml:trace contextRef="#ctx0" brushRef="#br2" timeOffset="208912">11187 12642 7839,'-14'-31'668,"1"-1"1,-2 4 0,8 3-232,30-4-224,5 15 1195,14-5-1072,0 20-123,-19 17 1,0 8 0,-2 0-153,-5-2 1,-1 2-40,3 7 1,1 6 0,-7-3 722,-9-1 1,-7 0-683,-3-1 1,-5 2-1,-2 0 108,-3-4 1,-4 0-1,0 0 1,0-1-101,-2 4 0,0-1 0,-4-1-420,1-5 1,-4 0 0,0-3 0,2-4 521,-8-4 1,1-6-157,6 1 0,1-4 1663,-15-13-1736,33-31-255,15 8 1,3-1 310,-1 6 0,2 1 826,7-2 1,4 6-749,5 13 0,3 8 30,4 5 1,2 4-1,1 1-90,3-2 1,1 0 0,-1 1-42,0 2 1,-1 2 0,-2-1-125,6 0 1,-3 0 146,-8-1 0,-4-1 0,-2-3 0,11 9 0</inkml:trace>
  <inkml:trace contextRef="#ctx0" brushRef="#br2" timeOffset="210076">10869 12614 18373,'-25'8'1638,"1"0"0,-14-29-2312,37 2 691,1-5 0,2 0 883,4 1-496,14-17-337,-2 26 0,4 3 162,-3-5 0,2 4-173,14 12 0,8 6-468,-10-2 0,6 2 0,3 1 0,1 0 1,-2 0-1,-5-1 445,6 2 1,-5-1 0,5 0-31,-5-1 1,5 0 0,2 1 0,-1-1-1,-4-1 1,-6-2-610,7-3 0,-8-1 618,4 1-1,5-1 168,-41 7-1001,-30 28 1008,7-5 1,-4 6 0,-1-1-157,4-5 0,1-1 0,-3 2-14,1 1 1,-2 1 0,0 1 0,0-1 352,1-1 1,0-1 0,0-1 0,1-1-314,-2 2 0,0-1 0,-2 1-28,3-2 0,-2 2 0,0-1 0,1-1 5,-4 2 1,0-2 0,2-1-17,-3 3 0,1-2-17,3-2 0,3-3 0,6-6 123,31-39 1110,3-4-1233,0 1 0,1-2-17,0 4 1,1 0 1387,-1 0 1,2 0-1372,7-6 0,1 3-2392,3-1 2341,-9 9 1,-1 6 50,-6 15 67,10 16 884,-2-2-903,3 1 1,8 2 0,0-4-1145,9-4 0,1-2 1103,-6 1 1,1 2-1,-1-4-7,9-5 0,-2-5 1144,-14 0 0,-1-2-1127,9-2 0,-1-2-1152,-13 1 1,0 0 1123,3-2 0,-4 0-11,-9 0-707,-7 0 824,-10-2-3372,-7 4 0,1-1 0,-5 9 2457,5 2 1,4-1 0,2 1 0</inkml:trace>
  <inkml:trace contextRef="#ctx0" brushRef="#br2" timeOffset="210692">12336 13120 19639,'2'-19'2610,"-7"11"-2183,-22 45-207,7-14 0,-3 2 0,-1-1-740,-1-1 1,0 0 0,0-1 519,0 2 0,1-1 0,0-2 197,-6 6 1,4-13-276,6-47-1,14-12 17,6 6 1,6 0-144,7 9 0,3 5 104,15-7 1358,6 26-1229,-8 27 0,-2 6-938,4 3 887,-3 0 1,0 1-2960,0 5 1343,-1-16 1,1-2 982,10 8 1,-14-13-1,-3-4 1,-12-10 0</inkml:trace>
  <inkml:trace contextRef="#ctx0" brushRef="#br2" timeOffset="210951">12763 13091 18283,'-7'0'1092,"-7"18"0,-4 17 0,2 0-1752,1 1 1,1 2 0,-1 1 667,0-4 0,-2 2 1,1 0-1,1-1 6,2-1 0,0-1 0,2 0 0,0-4 625,-1 8 1,0-2-655,3-6 0,-1 2 0,1-1-795,0 4 0,0-2-193,0 0 1,2-5-1587,1-3-688,14-36 2457,5-11 1,-1 4 0,-2 0 0</inkml:trace>
  <inkml:trace contextRef="#ctx0" brushRef="#br2" timeOffset="211313">12827 13489 16279,'0'-5'2868,"0"1"-2541,0 4 189,36-18-3793,-16 15 3437,4 5 1,-2 5 331,-8 17-549,-17 7 0,-7 9 0,0-4 85,2-10 0,-1-1 61,-4 6 0,-2 3 0,2-6 34,-3 3-44,5-9 178,34-15-212,5-11-45,0-3 0,6-3 0,-3 0 0,5-2 0,0 0 0,-5 1 0,-4 2 0,0 0 0,8-2 0,-1-1 0,0 1 0</inkml:trace>
  <inkml:trace contextRef="#ctx0" brushRef="#br2" timeOffset="212182">14502 12519 20737,'-36'-3'445,"0"-1"0,0 0 1,-8-2-1,2 4-327,3 13 0,-2 6 122,5 0 1,-4 3 0,0 1 0,6-2-241,-2 2 0,2 0-820,1-2 1,-5 4 0,5-1 0,15-2-1564,22 6 3836,37-7-1442,-5-17 1,2-5-478,-7-2 0,0-2 0,-1-1 496,1-3 0,-2-2 0,-2 0-8,1-2 1,-5 0-23,0-15 44,-38 20-83,-7 6 0,-4 1-62,-18 0 9,13 5 0,0 3-222,-8 7 894,8 11-2219,15-2 1,3 4 1111,1 4 1,1 0 0,-4 14-1,6-6 1</inkml:trace>
  <inkml:trace contextRef="#ctx0" brushRef="#br2" timeOffset="212530">13733 13271 14042,'32'-27'409,"-1"-1"1,-2 14-1,6 0 1,5 1-1,4 0 1,0 0 0,-1 2-1,-3 1 79,-1 2 1,-1 0-1,-1 2 1,0 1 0,4-1-1,2-1-486,-3 0 0,4-1 0,3 0 1,2 0-1,0-1 0,1 0 1,-2 1-1,-1 0 0,-2 1 1,-4 0-337,4 1 1,-2-1 0,-3 2 0,0-1-1,-2 1 1,1 0 333,5-1 0,0-1 0,0 1 0,-6 0 0,-7 2 683,2-1 0,-17 2-3383,-26 0 1061,-12 4 1,-4 2-1,1 2 1,-2 2-1,-9 3 1,-1 2 1380,9 3 0,2-1 0,-3 3 0,6-2 0</inkml:trace>
  <inkml:trace contextRef="#ctx0" brushRef="#br2" timeOffset="212971">14381 13520 20714,'14'41'409,"1"0"1,-1-1-1,0 1 1,-2-1-1,0 2 1,-1 1 0,0-1-1,-2 0-1065,0-4 1,-1-1-1,-1 1 1,0-1 0,0-1 66,0 4 1,0 0 0,-1-1-1,1-3 596,0 2 1,-1-3 0,1-7-816,0-3 819,-10-43 0,-4-13 1145,-8-11-1156,5 11 0,0-5 0,-8-2 5,-5 5 1,-8-3-1,-4-1 1,-2 0 0,4 3-1,5 5-31,3 0 0,4 5 0,-5-2-60,-6-6 1,-8-6 0,-1 0 0,6 10 0,13 18 1422,13 26-2098,17 18 2310,5-10-3188,13-12 1,5-6 1091,0-10 1,0-2 0,-1 7 0,-3-2 0,13-19 0</inkml:trace>
  <inkml:trace contextRef="#ctx0" brushRef="#br2" timeOffset="213182">14520 13497 17700,'34'-13'-656,"-1"1"1,1-1-1,1 5 1,1 3 0,-8 6-165,2 21 1,1 3 0,-25-12 0</inkml:trace>
  <inkml:trace contextRef="#ctx0" brushRef="#br2" timeOffset="213630">14730 13798 19101,'21'28'2353,"-3"1"-5630,-3 16 2597,-8-10 1754,-2-8 0,-2 0-816,-2 5-1169,0-4 1370,0-18-425,2-18-40,8-22 1,2-7-1,0 3 1,1-1 5,-3 6 0,1-1 0,0 1 0,0-2 0,4 7-336,28 12 482,-1 28 720,-17-7 1,1 4-884,7 15 1,0 2-937,-4-13 1,0-2-687,1 4 1,0-4 999,-1-6 0,-3-6 639,4-12 0,-14 6 0,-4-7 0</inkml:trace>
  <inkml:trace contextRef="#ctx0" brushRef="#br2" timeOffset="-214097.73">13130 14525 12194,'-25'-5'953,"6"1"-162,19 4 2485,0 0-720,-4-4-2556,3 3 1046,-3-4-1046,2 4 11,0-1 0,-3-4 1732,-2-1-1765,-2-4 33,-2-2 2173,3 4-2207,0-1 23,1 4 45,1 1 1014,1 0-1059,1 2 68,3 2-147,0 0 57,0 1 22,-1 0 201,-1 0-189,1 0 268,0 0-56,0 0-68,1 0-480,-1 0-496,42 6 1,-31-4 0,31 4 0</inkml:trace>
  <inkml:trace contextRef="#ctx0" brushRef="#br2" timeOffset="-211558.73">19266 1116 10705,'6'3'3276,"-2"0"-1263,-4-3-75,3 15-973,-2-11 33,3 11 1336,-4-13-1672,0-2 1446,0 3-1928,0-18-68,0 3-39,0-7 387,-1 10-516,-3 25 56,0 5-1639,-1 7 1,1 7 1581,2 0 0,1 3 0,1-2 12,1 0 1,3-2-1074,10 9 1,6-14 1133,4-39 1,2-10-51,2 0 1,-1-4 33,0-6 0,-3-5-793,-2-4 1,-3-6 777,-7 4 0,-3-5 1,0 2 6,0 9 1,-1 2-1,-1-2 34,-1-11 0,-3-2 1,-1 15-285,-2 19 1775,-3 44-1515,2 3 1,0 10 0,0 5 0,0 0-300,0-4 0,0 1 1,0 2-1,0 0 1,0 0 294,0-5 0,0 1 0,0 0 0,0 0 0,0 0 1,1-1 253,-1-2 1,1 0 0,-1-1 0,1 0 0,0 1-1,0 1-262,-1 4 1,0 1 0,1 1 0,-1 0 0,2-2-1,1-2 283,1-3 1,1-2-1,1-1 1,0-1 0,0 1-308,-2 15 0,-1 3 1,3-7-1,9-18-979,22-21 1,2-22 1003,-16-12 1,-4-14-1,-1-5 1,0 4 8,4-3 0,0 2 0,-3-1 506,-2 3 0,0-2 0,-5 2 0,-9 6-344,-22-5 1,-8 9-304,8 13 1,-2 2 170,-4 0 0,-4 1 0,-3 3-372,-9 7 1,-4 6 0,2-1 389,7-2 1,1 1 0,0-1-49,-3 2 0,-1-1 0,5-1 1005,0 1 1,11-10-2099,23-23 1,14-16 0,-1 3-1,-5 13 1,-1 2 0,0-4 764,1-2 0,1-5 0,0-2 1,0 3-1,-1 7 0,2-5 1,-2 5-1,-6 5 0,1 0 1</inkml:trace>
  <inkml:trace contextRef="#ctx0" brushRef="#br2" timeOffset="-211346.73">19061 944 15054,'8'22'-820,"-1"-9"1,9 10 0,-8-16 0</inkml:trace>
  <inkml:trace contextRef="#ctx0" brushRef="#br2" timeOffset="-210926.73">20787 768 16882,'-36'10'546,"-1"1"0,0 0 0,6 5 0,-2 3 0,3 3 0,2 1 291,-2 10 0,3 4 1,3 0-794,-2 0 1,2 0 0,5 2-715,6-4 1,4 1 0,10-3 685,19 7 1,7-4 251,-8-6 1,2-3-269,5-10 0,4-3 0,0-4 0,-1-4 0,1-6-807,2-1 1,2-3-1,-1-2-832,9-4 1,0-1 1169,-10 2 1,1 0 0,-4 0 0,-4-2 0,-4 1 0,-2 0 0</inkml:trace>
  <inkml:trace contextRef="#ctx0" brushRef="#br2" timeOffset="-210723.73">21454 1077 21275,'24'-1'0,"1"0"0,5 1 0,-4 0 0,-10-1 0,7 1 0</inkml:trace>
  <inkml:trace contextRef="#ctx0" brushRef="#br2" timeOffset="-210530.73">21477 1246 12424,'43'-12'-656,"0"-1"1,-10 5-1,-6 1 1,-11-1 0</inkml:trace>
  <inkml:trace contextRef="#ctx0" brushRef="#br2" timeOffset="-208820.73">22604 876 20188,'-19'25'616,"0"-1"0,-1 1 0,2 6 1,1 1-1,3 1-590,2-4 0,2 1 1,4 1-95,3 12 1,4 2 0,4-9 56,9-3-129,2-3 0,6-7-690,4-25 1,4-10-264,-1 0 1,2-3 0,0-2-1,-2 1 1,-1-1 0,0-1 492,0-1 1,0-1 0,-5 1-78,-4-1 1,-6 3 3017,-6 1-1063,-28 22-516,6 7-342,-6 7 0,3 5-112,17 9 1,4 1 1791,-1 5-2095,11-14 1,5-8 5,3-22 0,2-9-67,5-7 0,-1-4-17,-5 5 1,-1-3 16,1-6 0,-7-2-23,-11 3 1,-6 2-2097,-17-17 2186,-1 7-11,-14 21 176,6 26-98,8 6 1,1 3 2212,-7 18-2258,11-11 1,2 2-1146,8-3 0,3 0 1101,6 10 0,9 5 2246,10-24-2555,11-14 0,4-5-1178,-13-1 0,0-3 1189,17-3 1,-1-4-62,-16 0 1,-3-3 229,0 1 0,-1-1 28,4-7 0,-2 1 912,1 1-599,1-6-156,-24 29 560,-1 7-67,0 8 336,-3 20-616,-1-7-90,-2 10 2492,0-16-2604,2-5-1481,1-5 1660,2-8 1876,1-9-2133,14-24-1,-1-2 1,4-5 0,1-1-472,-1 3 488,-5 8 1,-1 5 1676,-5 12-1469,12 31 0,2 12-113,0-11-84,2 12 1,3-2 39,12-17-741,-4-15 0,3-4 645,-7-1 1,1-3-107,9-4 1,-1-8-937,-8-13 1,-4-9 0,-4-2-1,-8 0 1,-6-2 0,2-1 871,6-1 0,2-1 0,-7 1 564,-10 8 1,-5 0-1,-1 9 879,-8 5 515,-7 49-1434,7 9 38,3-1 1,1 6-374,6-2 0,2 3 0,0 5 84,0-11 0,0 3 1,1 2-1,0 2 0,-1 0 1,0-1-50,-1 2 1,0-1 0,0 1 0,-1 1-1,-1 1 1,-1 1-6,1-7 1,-1 2 0,0 1 0,-1 1 0,0 0 0,-1 0-1,0-2 1,-1-1 0,0-3-1,-2 5 0,-1-3 0,0-1 0,-1-1 1,-1-1-1,0-1-7,-2 5 0,0 0 0,-1-1 0,0-4 0,-2-6-10,-1 2 1,-2-6-1,-1-13-861,-5-23 0,-3-15 0,5-1 773,4-1 1,2-4 80,3 1 1,-2-5 0,2-1 0,4 1 436,5 1 0,4 0 0,5-2-420,3 1 0,4-4 0,3-1 0,0 2 0,-1 3 1,1-4 1,0 4-1,3-1-1,3-4 1,3-4 0,2 3 0,0 8 8,6 3 0,4 8-171,0 9 1,5 1 0,2 3 0,-7 2 226,1 1 0,-1 4 630,8-1 1,4 1 0,-12 10-390,-21 13 0,-6 5-1534,2 20 1237,-5-20 0,0 0 1793,-3 4-5070,0-13 2457,-4-56 1,3 29 0,-2-33 0</inkml:trace>
  <inkml:trace contextRef="#ctx0" brushRef="#br2" timeOffset="-208671.73">23895 1187 17868,'5'31'0,"1"0"0,-1-5 0,-1-1 0</inkml:trace>
  <inkml:trace contextRef="#ctx0" brushRef="#br2" timeOffset="-207537.73">24293 1565 15181,'7'-4'1176,"4"-19"1,-4-7-3679,-16-14 2614,9 14 0,-2 2 145,-28-2 1603,-1 41-1445,-4 8-615,5 14 1,2 7 294,11-8 0,2 2-498,0-4 1,1 2 0,5-3 396,8-3 1,6-5 1488,24 7-1696,-6-27 0,4-7-1296,8-6 0,2-8 887,-11 0 0,1-5 0,0-2 0,-3 1 349,1-1 1,-3 0 0,0-2 467,-2 0 1,1-1 0,-3-2 0,-3-1-581,-3-8 1,-4-2-1,-3-1 315,0 9 0,-2-2 0,-1 1 0,0 0 84,1-11 1,-2 0 0,0 2 175,-2 5 1,0 0 0,-2 7 1725,-6-11-1871,1 29 593,-5 54-522,9-4 0,2 6 1,0 1 133,0 2 0,0 2 0,2 1-93,1-5 1,2 3 0,0-1 0,1-4-113,0-4-1,0-3 1,2-1-39,4 9 0,4-5 22,7-9 0,3-4-6,7 1-22,-5-11 0,0-7 0,9-18-431,-4-14 0,-2-10 223,-11-5 1,-4-2 891,9 1 0,-9 2-191,-23 0 0,-10 12 68,-20 35-399,14-2 1,2 4 1047,3 8 1,6 6-1096,12 9 1,6 5 0,4-6-127,16 8-1,-6 7 1,6-11-146,8-35 1,3-13-937,-6 0 1,0-4 0,-1-1 694,-2 0 0,0-2 0,-2 0 446,2 0 0,-1-1 1,-4 1 18,3-19 1121,-18 25-707,-10 19-22,-3 8-134,-6 16 0,3 4 0,1 1-302,0 2-23,2-5 0,3-4 2291,4-15-2235,3-10-68,15-21-88,0-6 44,-3 5 0,2-2-1230,1-6 0,0 1 1258,2 2 0,-1 2 22,-3 2 1,-1 2 5,9-1 281,-17 31 251,-1 21 0,0 7-460,-2-11 1,0 0-73,1 15 0,1-2-381,0-15 1,3-7-2897,10-11 979,5-5 2298,-4-21 0,-2-5 0,-3 5 0,6-14 0</inkml:trace>
  <inkml:trace contextRef="#ctx0" brushRef="#br2" timeOffset="-207110.73">25643 1094 9687,'-23'35'655,"0"-1"0,-1 1 1,4-7-1,0-2 0,8 1 983,13 12 0,7-4 1382,8-7-3434,6-5 0,7-7 391,11-20 1,2-11-394,1 0 0,0-4 277,-14 6 1,1-3 0,-4-1 663,3-6 0,-8-4-553,-9-3 0,-7 1 378,-14 5-59,-6-1 2280,-15 45-2067,26 23 1,13 3-517,2-25 1,6-4-1082,16 7 1,11-1 0,-3-9-547,0-13 1,1-7 1091,1-1 1,2-2 0,-8 2 0,-2-2 0,-8 3 0</inkml:trace>
  <inkml:trace contextRef="#ctx0" brushRef="#br2" timeOffset="-206970.73">26461 1309 23034,'-16'-3'-1093,"9"3"1,-6-4 0</inkml:trace>
  <inkml:trace contextRef="#ctx0" brushRef="#br2" timeOffset="-205853.73">19975 3447 18485,'-7'-6'2622,"-2"5"-4261,-8 26 1,-4 13 1157,2-6 1,0 0 583,3-5 0,-1 0 0,0 0-2,-4 8 0,0 0-445,-2 1 0,-2-1 456,-5 1 0,0-1-84,6-5 0,0-2-573,-2-2 0,1-5 1308,-3-12 182,0-13-945,2-8 640,6-16-635,10-8 1,4-8 207,2 7 1,2-2 0,0 1-214,-1 1 0,0 0 0,1 0-12,1-7 1,1 0 0,5 4-11,10 3 0,3 4 10,-7 5 1,3 3 443,8 1 0,5 8-483,2 15 1,0 7-1733,10 5 1800,-9 1 0,-1 2-17,-1 15 1002,-3 3-883,-6 0 1,3 9-1,-2-5 550,-6-9 0,0 0-647,3 8 0,3 5 1,-2-5-927,-5-6 1,4-3-736,21 0 1,3-2-1,-15-3 1,1-1 982,17-4 1,-5-6-1,-21-10 1,-5 0 0</inkml:trace>
  <inkml:trace contextRef="#ctx0" brushRef="#br2" timeOffset="-205541.73">20568 3480 16411,'-6'4'1783,"1"-1"-5060,5-3 1520,20-4 3166,0-1-1431,20-3-213,-7 3 0,0 0 0,-6 0 0,-4 3 1,0-1-1</inkml:trace>
  <inkml:trace contextRef="#ctx0" brushRef="#br2" timeOffset="-205341.73">20585 3686 10797,'32'-12'-120,"1"-1"1,-3 2 0,-3 0-667,1 0 786,9-9 0,-20 12 0,5-5 0</inkml:trace>
  <inkml:trace contextRef="#ctx0" brushRef="#br2" timeOffset="-204800.73">21364 3086 21924,'-16'-4'2746,"-3"23"-2130,10 13-295,4-1 0,2 7 1,0-3-842,1-3 1,0 1 567,1 1 1,0 3 0,1-5-184,0-5 0,0-1 217,0 7 0,0 2 1,-1-2-946,1-2 0,0 0 891,0 16 0,-1-3-28,1-10-2197,0-6 2287,0-14 419,0-3-2055,0-26-1731,8-12 0,1-6 3046,3 7 1,0 2 0,-1 5-1,3-5 1</inkml:trace>
  <inkml:trace contextRef="#ctx0" brushRef="#br2" timeOffset="-204243.73">21693 3353 15264,'-6'0'3276,"1"0"-158,5 0-1505,-9 0-458,6 1-482,-6 0-416,8 0-1648,21-3 0,15-2 1391,-7 1 0,2 0-11,13-1 0,1 0 186,-9 1 1,-3 0-188,-7 1 1,-2 0-2212,7 0 2301,-4 0 23,-19 2 212,-7 0 1586,0 0-5176,2-4 0,8-8 2457,1-3 1,0 2 0,-4 5 0</inkml:trace>
  <inkml:trace contextRef="#ctx0" brushRef="#br2" timeOffset="-203552.73">23020 2915 16176,'6'0'3276,"-1"0"0,-5 0-584,0-2-2513,0-1-10,-2-2-102,-4-2 84,-15-3 1,-6 0-152,-3 2 33,-1-1 1,-2 5-1601,-3 15 0,1 7 1645,3 0 0,1 3-11,6-3 0,-2 1 1,4 0-35,-4 8 1,3 2 106,6 3 1,2 0-1236,4-8 0,2 2 1201,-3 14 1,5 2-810,10-2 1,5-1 718,-1-7 1,4-1 758,14 8 1,9-6-750,-4-19 0,5-6 0,0 0-202,-1 0 1,1 0 0,0-1 193,1-2 1,0-1 0,-2-2-19,2-3 0,-2-1 62,-5-1 0,-1-1 2146,16-7-2197,-8 2 213,-16 2-246,-17 4-124,0 1-3131,-1 0 2457,-4 1 1,2 0 0,-2 0 0</inkml:trace>
  <inkml:trace contextRef="#ctx0" brushRef="#br2" timeOffset="-202959.73">23914 2610 13760,'0'-7'3276,"0"2"-2925,-7 44 389,4-2 5,-1-1 0,1 4-493,2-7 0,1 1 414,0 2 1,0 3-428,0-3 0,0 4 0,0 2-482,2 0 0,0 3 0,0 1 0,0-3 254,-1-6 0,-1-1 0,0 0 1,1 3 6,0-2 1,0 4 0,1 2 0,-1-1 0,-1-1-1,-1-4-24,-2 3 1,-3-2-1,1-3 1,-1 2-234,2 0 1,1 1 0,-2-1 0,-1-4-855,-3 2 1,-1-4 0,-3-8 369,-15-7 0,14-12 0,-1-4 1</inkml:trace>
  <inkml:trace contextRef="#ctx0" brushRef="#br2" timeOffset="-201618.73">23630 4091 16987,'-44'7'327,"-1"0"1,14-1 0,-7 0-1,-4 1 1,-4 1 0,-2 0-1,1 0 1,1 0 0,3-1-1,6-1-674,-12 2 1,8-1 0,-2 0-1,-6 1 382,13-2 1,-4 1 0,-3 0 0,-2 1 0,-1-1 0,0 1 0,0 0 0,3-1 0,4-1 0,3 0 45,-14 2 0,7-1 0,1-1 0,0 0 104,-4 1 0,0 0 0,0 1 0,0-1-154,10-2 0,2 0 1,-1 1-1,-3 0 1,-5 0-48,8 0 1,-5 0 0,-3 1 0,-3 0 0,-2 1 0,-1 0 0,0 0 0,0 0 0,1-1 0,2 1 0,3-2 0,4 1 37,-11 0 0,6 0 1,2 0-1,0-1 1,-4 1-1,-8 2-12,18-4 1,-3 1-1,-4 1 1,-2 0-1,-3 0 1,-1 1-1,-1-1 1,-1 1 0,0 0-1,-1 0 1,2 0-1,1-1 1,1 0-1,2 0 1,3 0 0,2-1-1,4 0-156,-12 1 0,4 0 0,3 0 0,3-1 0,-1 0 0,-1 0 0,-3 0 147,0 1 0,-1 0 0,-2-1 0,-1 1 1,0 0-1,1 0 0,0 0 0,2 1 1,1-1 1,-2 1 0,-1 1 0,2 0 0,0 0 1,3-1-1,3 0 0,4 0-3,-7 1 0,5-1 0,-2 1-47,-6 2 0,-5 1 1,2 0-1,10-2 52,12-3 1,2 1 5,-11 2 1,-1 1 27,6-3 0,1 0-22,1 0 0,2-1 1202,-5 1-1140,24-5 1789,4-2-1778,0 0 1353,3-1-1252,-1-3-169,-4-12 3254,-1-2-3213,0-5 1,-2-4-81,-3-16 1,-1-5 23,3 9 1,0-3-1,0 1-7,-1-2 0,1 0 0,0-4-656,2 4 1,0-4-1,1-2 1,0 2 0,0 4 598,1-1 0,1 3 0,-1-2 52,1 4 1,0-2-1,-1-2 1,1 0 0,2 1 1,-1-6 0,2 0 0,0 0 1,2 3-504,-1 6 1,1 1 0,1 1 0,0-3 505,0-2 0,0-2 0,1-2 0,-1 3 0,1 3-542,2-2 0,0 3 1,1 1 541,0-8 0,1 0 0,0 6 706,-3 12 1,0 2-718,1-9 0,-1 4 11,-3 17-45,-1 5 1922,0 4-1989,0 3 3355,2 1-3254,3 0 11,6 1 15,15 0 1,16-1 0,8-1 0,0 0 0,-7 0-941,-1-2 1,-4 0 0,7 0 924,-10 1 0,5 1 0,2-1 0,2 0 0,1 0 0,1-1 0,-1-1-6,-3 0 0,1-1 1,-1 0-1,1-1 1,1 0-1,2-1 1,0 1-1,3 0-174,-10 1 1,2 0-1,0 0 1,2 0 0,0 0-1,2 0 1,-1 0-1,1 0 1,0 0 0,1 0-1,-1-1 1,0 1-1,-1 0 182,1-1 1,-1 1-1,1 0 1,-1-1 0,0 1-1,1 0 1,-1-1 0,2 1-1,-1-1 1,2 0 0,0 0-1,2 0 1,0 0-6,-6 1 1,2-1 0,0 0-1,2 0 1,1 0 0,1 0-1,1 0 1,-1-1 0,1 1-1,0-1 1,-1 1 0,0 0-1,-1 0 1,-1-1 0,-1 1-1,-2 1 1,-2-1 0,-1 1-1,-2 0-169,13-2 0,-4 1 1,-3 0-1,-1 0 1,-1 1-1,-1-1 0,1 0 1,1 0-1,2 0 177,-1 0 0,2-1 0,1 0 0,2 0 0,0 0 0,-1-1 1,-1 1-1,-2 0 0,-2 1 0,-4 0 0,-4 1-9,14-1 0,-8 0 0,-2 1 1,3 0 11,-3 0 1,0 1 0,1-1 0,1 1 0,-1 0-47,-1 0 0,1 1 0,0 0 0,-1-1 0,0 1 43,7 0 1,-1-1 0,-1 1 0,-2 0-6,5 1 0,-3 0 0,-2-1 18,-7 1 1,0 0 0,-5 0-19,-3 0 0,-2 0 743,9 0 1,-1-1-744,0 0-11,-11 2 11,-8-1 33,-2 2-1355,-21-1-1955,-32 14 2457,8-7 1,-8 8 0,29-12 0</inkml:trace>
  <inkml:trace contextRef="#ctx0" brushRef="#br2" timeOffset="-199488.73">24212 14110 7963,'-9'-22'-14,"1"14"0,7 11 0,0 5 0</inkml:trace>
  <inkml:trace contextRef="#ctx0" brushRef="#br2" timeOffset="-198863.73">24212 14110 16165,'13'-41'545,"1"-1"0,-2 7 1,-3 5-310,-7 11-135,-7 8 940,-32 10-3372,4 10 2437,4 0 1,-1 3-29,7 3 1,2 2 177,0 2 0,-1 1-60,2 1 0,-1 4-912,1 6 0,0 5 0,3-1 755,1 5 1,3 0-37,1-6 1,-1 0 0,7-3 1,7-1 1,10-6-163,15-10 0,13-5 0,3-3 1,-5 0-864,3 2 0,1-1 344,0-3 1,6 0 0,2-1 0,-6-4 454,-4-4 1,-2-2-1,-5 0 1,-6 3-1,0-1 1,6-3-1,1 0 1</inkml:trace>
  <inkml:trace contextRef="#ctx0" brushRef="#br2" timeOffset="-198654.73">24682 14213 15919,'41'-5'-469,"0"0"1,1 0 0,2-1 0,-5 1 0,1 4 0,-35 1 0</inkml:trace>
  <inkml:trace contextRef="#ctx0" brushRef="#br2" timeOffset="-198472.73">24738 14351 16479,'45'-13'-111,"0"-1"0,0 1 1,0 0-1,-2-1 1,3 0-1,0 0 1,-3 0-1,-5 3 1,-3 1-1,-4 1 0,0 0 1,6-2-1,0-1 1,0 1-1</inkml:trace>
  <inkml:trace contextRef="#ctx0" brushRef="#br2" timeOffset="-198055.73">25682 13844 12022,'-32'14'1034,"0"0"1,2 0 0,4 4-1786,8 8 1,5 4 1007,2 2 1,2 2 424,-1-2 0,2 1-665,4-4 0,7-1-372,16-4 1,8-4 382,1-8 0,4-2-17,7 4 1,2-5 267,-3-8 0,-1-8-264,-6-10 0,0-6 0,-4 1 798,-6 1 0,-3-2-813,5-3 0,1-4 0,-12-1-580,-21-2 1,-12-2 0,-2 4 562,-1 4 0,-3 2-2,1-5 1,-1 0-1,0 14-1074,-2 25 1,0 14 0,7-1-2185,7 8 2621,0 11 1,9-2-1,20-24 1,0-4 0</inkml:trace>
  <inkml:trace contextRef="#ctx0" brushRef="#br2" timeOffset="-197913.73">26463 13922 8557,'0'0'0</inkml:trace>
  <inkml:trace contextRef="#ctx0" brushRef="#br2" timeOffset="-197682.73">26463 13922 9745,'0'0'0</inkml:trace>
  <inkml:trace contextRef="#ctx0" brushRef="#br2" timeOffset="-196994.73">26863 13782 6751,'10'-24'1638,"1"-1"0,7-18-799,-7 18 606,-4-9-1321,0 6 1605,-7-4-1426,-31 14-88,-9 25 1,-3 7-216,15-12 0,2 4-284,-5 12 1,0 8 0,13 0 288,18-3 1,8 0 881,2 2 1,3-2-900,22 6-32,7-23-287,-16-18 1,-1-5 461,-7 2 1,-1-2-132,6-4 0,-3-3 128,-10-6 1,-3 11-129,-2 22 3243,-2-2-3041,-3 44-1035,0-10 1,1 6 0,-1-3 832,0-6 0,0 1-30,0 5 0,0 3 0,1-6 30,0 4-302,3-10-2975,14-11 2689,18-22 0,-12 4 0,4-12 0</inkml:trace>
  <inkml:trace contextRef="#ctx0" brushRef="#br2" timeOffset="-196565.73">27397 13483 18742,'-37'14'735,"0"-1"1,2-3 0,10 5-4013,34 30 1164,5-19 2113,1-3 0,2 0 868,17-1-874,-7-4 0,2 1-425,-3 3 0,0 0 447,0 0 1,-3-1 17,-4 0 0,-6-2-1227,-4 4 1664,-33 14 1099,3-18-1570,0-5 0,-4-1-1639,-5-7 1,2-5-1639,-3-4 2754,-13-8 0,38 1 0,4-2 0</inkml:trace>
  <inkml:trace contextRef="#ctx0" brushRef="#br2" timeOffset="-196403.73">27463 13446 7850,'38'-8'-328,"-1"-1"0,0 0 0,0 1 1,1-5-1,-2 3 0,-1 5 1,1 2-1,-12 2 0,-19 1 1</inkml:trace>
  <inkml:trace contextRef="#ctx0" brushRef="#br2" timeOffset="-195701.73">24367 15212 6797,'-9'30'819,"0"0"0,-6 6 0,-3 3 0,-3-2-268,1-7 1,-1-1-1,-3 0-411,0 3 0,-2 1 0,-1 0 0,0-3 423,-5 0 0,0-3 0,0-2-557,-5 10 0,1-18 79,7-40 1,1-21 0,7 3-86,9 14 0,6-4-86,8-5 0,4-11 1,3-3-1,4 4 1,0 12 163,8 9 1,4 6-34,7-4 0,5 0 0,-2 14 263,2 28 0,-2 17-146,-11-11 0,0 4 1,-1 1-1,0-1-37,4 4 0,-1-1 1,-1 1-132,-4-4 0,-1 2 0,0 0 0,-1-2-468,3 4 0,-1-1 0,0-3-1165,7 0 1,1-2-1,5 6 1,0-5 1223,-6-21 0,-3-5 0,-3-3 1,-4-3-1</inkml:trace>
  <inkml:trace contextRef="#ctx0" brushRef="#br2" timeOffset="-195567.73">24903 15447 16658,'42'-4'106,"0"0"1,2 3-1,-6 3 1,-15 1-1,1 4 1</inkml:trace>
  <inkml:trace contextRef="#ctx0" brushRef="#br2" timeOffset="-195393.73">24867 15704 12005,'33'-14'188,"1"-1"0,-1 0 1,-1 1-1,0 0 1,-2 2-1497,5 1 1,2 0 1307,-4-1 0,3-1 0,1-1 0,-6 2 0,-2 2 0,-1 0 0,4-2 0,0-1 0,1 1 0</inkml:trace>
  <inkml:trace contextRef="#ctx0" brushRef="#br2" timeOffset="-195099.73">25699 15021 17788,'9'36'616,"-1"0"0,3 3 1,2 3-1,0-4-2255,-1-5 1,1-1 1510,0 2 0,0 2 1,-2-3 116,-5-6-1,-2-3 1476,5 20-1666,-3-20 0,0-1-3075,12 10 0,1-7 2457,4-16 1,-13-10 0,-1 0 0</inkml:trace>
  <inkml:trace contextRef="#ctx0" brushRef="#br2" timeOffset="-194933.73">26154 15253 8724,'33'-18'500,"0"1"1,-1 1 0,-1 4-507,-8 9 1,2 2 5,8-2 0,4 1 0,-6 1 0,10-2 0,-4 2 0,-1-1 0</inkml:trace>
  <inkml:trace contextRef="#ctx0" brushRef="#br2" timeOffset="-194268.73">27123 14791 20871,'-21'41'403,"1"0"1,-1 0-1,2-3 1,2-1-1,5-4-341,8-7 0,5-2 27,7 15 1,3-1-2079,6 5 1994,0-12 1,3-5 72,12-13-1247,9-16 0,1-6 1180,1-7 28,-3-1 0,-5-5-28,-19-19-17,-10 19 1,-3-4-10,-8-9 0,-5-5 0,0 3-336,0 2 0,-3 0 340,0-1 0,-3-3 0,-3 6 339,-4 7 0,-3 7-608,3 4 0,0 8-1359,-4 18 1,3 8-1639,-3 13 1638,16 1 1,8 3 818,12 4 1,-4-18 0,4-6 0</inkml:trace>
  <inkml:trace contextRef="#ctx0" brushRef="#br2" timeOffset="-194097.73">27589 14966 18653,'19'-13'-86,"-17"-9"0,21 44 0</inkml:trace>
  <inkml:trace contextRef="#ctx0" brushRef="#br2" timeOffset="-193626.73">28031 14680 17599,'-33'11'518,"1"0"1,0-1-1,-11 1 1,11 2-519,20 19-3277,12-2 893,17-12 3771,11 1-1673,0-15 0,2-4 1145,4-2-870,7 1-2179,-36 2 2796,-2 29 2099,-2-8-2386,-1 5 0,-1 4-207,-3 8 1,0-1-181,2-11 1,0 0-1572,-5 10 1,6-5 1117,19-18 0,-13-9 0,13-7 0</inkml:trace>
  <inkml:trace contextRef="#ctx0" brushRef="#br2" timeOffset="-193164.73">28374 14676 20625,'-35'-13'415,"11"8"-404,-2 18-11,15 3 45,4 27-2861,8-15 2816,1-3 0,3-1-12,11 5 634,4 0-633,2-1 0,1 1 11,-1 2 0,-2-6 0,-3-1 67,-11-5-14,-21-7 148,-2 1 1900,-19-9-2101,-5-2 0,32-23 0,1-2 0,-15 12 0,26-34 0</inkml:trace>
  <inkml:trace contextRef="#ctx0" brushRef="#br2" timeOffset="-193000.73">28418 14599 16972,'33'-14'-171,"-1"-1"0,0 0 0,13-6 0,-6 7-3106,-6 11 2496,-3 1 1,-14 1 0,-5 0 0</inkml:trace>
  <inkml:trace contextRef="#ctx0" brushRef="#br2" timeOffset="-192698.73">29000 14571 15840,'-4'0'3276,"0"0"-6553,43-17 2089,-16 13 0,1 1-451,5-6 1,-1 0-1639,18 6 2457,-32 3 1,-7 0 0,-4 0 0</inkml:trace>
  <inkml:trace contextRef="#ctx0" brushRef="#br2" timeOffset="-192577.73">29100 14615 12692,'2'-4'-14,"20"-11"1,4 0 0,-14 9 0,11-7 0,0 0 0</inkml:trace>
  <inkml:trace contextRef="#ctx0" brushRef="#br2" timeOffset="-189362.73">29386 14629 17409,'-24'33'647,"0"0"0,8-5 0,0 1 0,4-1-928,4-2 1,3 1 386,-4 6 1,6 1-1649,21 0 0,8-4 1542,11-2 48,-4-15 1,6-2 0,-2-6 429,-3-10 1,-1-5-457,10-2 1,1-5-697,-15-8 0,-2-5 0,-3 1 685,-2 0 0,-4-1 124,1-3 0,-1-2 1,-6 2-92,-9 0 1,-5 2-45,-5-1 0,-3 0 168,-1 1 0,-4 2-23,-15-2 1,-4 4-905,10 10 1,-2 5 741,-18 1 1,0 12-85,13 18 0,4 7 56,-1-3 1,4 3-345,6 9 0,7 2-558,6-10 1,5 1 946,10 3 0,6 1 0,-3-3 0,-2 11 0,8-9 0,1 0 0</inkml:trace>
  <inkml:trace contextRef="#ctx0" brushRef="#br2" timeOffset="-189142.73">29991 14690 12186,'-25'2'-960,"4"-7"0,21 16 0</inkml:trace>
  <inkml:trace contextRef="#ctx0" brushRef="#br2" timeOffset="-188725.73">30348 14429 10002,'-39'6'836,"-1"1"1,4-2-1,5 5-511,16 8 1,4 4-102,-1 17-185,15-4 0,6 1-28,-1-14 0,3-1 513,8 5 0,4-2-513,4 1 1,1-1 27,-5 0 0,-1 1 731,3-2 0,-4 1-367,-10 2 1,-9-4 1021,-29 1-1414,-4 2-11,-12-10-706,16-9 0,0-5-2571,-10-15 0,-3-8 2621,30-1 1,5-2-1,4 0 1,1 0 0</inkml:trace>
  <inkml:trace contextRef="#ctx0" brushRef="#br2" timeOffset="-188531.73">30543 14328 17196,'41'-16'-385,"0"-1"0,-5 5 0,7-1 1,2-1-1,-3 1 0,-7 2 135,3-2 1,-2 2 0,2 0 0,7-1 0,-4 1 0,-13 2-1,-15 2 1</inkml:trace>
  <inkml:trace contextRef="#ctx0" brushRef="#br2" timeOffset="-187478.73">11366 11036 8310,'1'3'-44,"1"0"1187,-2-3-2130,1 4-133,-1 0 1120,0 5 0,0-4 0,0-2 0</inkml:trace>
  <inkml:trace contextRef="#ctx0" brushRef="#br2" timeOffset="-182151.73">26485 6320 13196,'3'-9'112,"-1"1"-112,-2 8 1434,0 0-1254,1-3-147,-1 0-77,-2-5 44,1 4 0,-1 0 22,1 3 23,1 1-79,0-4 34,0 3 0,-1-4 45,0 4-45,-1-1 11,2 0-11,-1 2 34,1-2 55,-1 1-89,-1-1 23,1 1-68,0 0 67,-1 0 12,1 0 56,0 1 862,0-1-919,0-4-33,1 1 11,0-2-33,0 0 212,-1 3-178,-1-2 167,1 2-134,0 0 90,-4-2-135,2 1 0,-2-1 44,3 2-10,0 0 0,1 1-68,1 1-168,-1 0-3075,1 18 2457,-3-13 1,3 13 0,-3-17 0</inkml:trace>
  <inkml:trace contextRef="#ctx0" brushRef="#br2" timeOffset="-158201.75">26623 6377 16019,'-10'-44'3276,"3"9"-4324,-2 5 1978,5 13-560,-3-3 1263,4 13-1487,0 5-817,-3 20 1,0 11 815,-1 4 1,-1 4-589,0 4 1,0 5 0,0-1 453,1-7 0,1-1 1,0 0 493,0 1 1,1 0 0,0 0-491,-1 4 0,2 0 0,0-3-190,0 4 1,1-1 196,-1 4 1,1-6 481,3-9-286,0-64 1,0-21-219,-1 12 0,-1-7 1,0 15 1,0-6 0,-1-3 0,0-1 0,1 3 0,-1 5-2,-1-7 0,0 5 0,0-1-11,0 0 0,-1-3 0,1 4 0,-2 9 1094,-4 1-1241,5 37 158,0 7 6,4 16 0,2 9-381,-1-4 0,0 6 0,0 1 1,0-5 374,0-5 0,0-3 0,0 3 0,0 3 0,-1 5 0,1-2 0,3-8 56,9 13-45,-6-25 731,8 3-585,-11-26-893,4-18 0,1-11 727,-4-1 1,-1-7 0,0-3-1,1 4 505,1-3 0,1 2 0,-1-2-502,-1-3 1,-2-5-1,0 3 1,-1 7 21,-2 3 1,-1 4 580,-3 0 0,0 4-676,-1-1-22,-2 6 78,3 57 1,3 21 22,1-15 0,1 3 950,-2-1 0,0 4 1,0 2-949,2-4 1,1 3 0,0-2 0,1-6-1399,0-2 1,0-1 1395,0 5 0,1 3 0,0-10 1056,3-12-1023,0-9 1,-2-6-650,4-34-695,-2 7 857,-1-5 0,0 1 1,-1 7-1,-1 0 0</inkml:trace>
  <inkml:trace contextRef="#ctx0" brushRef="#br2" timeOffset="-156972.75">30121 6313 12120,'-7'-36'3276,"2"7"0,2 28-2861,-8 29-190,-2 3-840,2-3 0,0 3 777,-2 6 0,-1 1-421,1 0 0,0-1 281,1 0 1,0-2 637,4-6 1,1-2-650,1 7 672,3-14-198,2-8-485,7-37 5,2-14 1,0-6-6,-1 7 0,-2-1 0,1 4 0,0-3 0,-2 1 63,-6-3 1,-2 0-1,-1 6-141,-4-11-686,1 7 0,-1 13 752,-2 52 12,1 15 0,5-16 0,0 0-17,1 2 1,1 2 32,0 11 1,2 3-6,6-11 1,2 0-1,-1-1-11,-1 9 0,2-3 758,6-1 1,1-7-669,2-13 694,8-36-784,-9-1 33,-5-9 1,-3-10 0,-1 0 657,-2 7 1,-2 0 0,-1-1-677,-1-11 0,-1-2 0,-2 3-15,-2-2 0,-2 7-85,1 11 1,-3 9 61,-7 18 23,4 24-41,1 7 0,-1 9 0,0 1-1052,3-3 1,0 0 0,1 2 272,-1-3 1,0 1 0,0 0 0,1-2-274,1 5 1,2-3 0,0-1 436,-1 3 1,2-4-1,-1 6 1,0-11 0</inkml:trace>
  <inkml:trace contextRef="#ctx0" brushRef="#br2" timeOffset="-155818.75">25511 8400 18944,'10'0'1638,"17"-2"0,8-2-3277,5-1 1,2-1 1558,-9 2 0,0 0 0,-1 0-145,6-3 1,-2 0 224,2 1 0,-4 0 0,-1 1 0,11-2 0</inkml:trace>
  <inkml:trace contextRef="#ctx0" brushRef="#br2" timeOffset="-154854.75">29796 8184 12814,'-4'-4'2084,"0"0"-277,4 4-1818,12-4 11,28-1-34,2-2-1605,-11 4 1,1-1 1547,2-1 0,-2 0 0,-2 0 0,11-2 0</inkml:trace>
  <inkml:trace contextRef="#ctx0" brushRef="#br2" timeOffset="-154636.75">29878 8073 18587,'4'39'-410,"-1"0"0,1 1 1,0-1-1,-1 0 1,1 7-1,0 0 0,0-2 1,0-5-247,2 5 1,0-6-1,1 8 1,-7-7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8:07:31.497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5564 3055 18978,'8'-24'3276,"-2"-5"-2910,-5 15 530,-10-19-1750,-2 10 1111,-11-5 270,-5 13-298,-9 11 1,-5 9-632,2 9 1,-3 8 468,12-6 0,-3 2 1,-1 3-1,2 4 87,2 4 1,1 6 0,0 2 0,2 1-1,2 0-326,2-4 0,2 0 1,2 1-1,0 1 0,1 1 209,1-1 0,1 2 1,1 1-1,0-1 1,3 0-1,2-3-37,0 1 0,2-1 0,4-2 0,5 2-476,7 8 0,7 3 0,2-3 0,1-6 476,5 0 0,4-3 7,2 0 1,3 0 0,6-7-430,-6-14 0,3-7 1,2-2-1,-2 0 418,7-2 1,-1-1-1,2-2-217,-6 1 0,2 0 1,0-2-1,-4-1-104,2-2 0,-3-3 0,-1-1-768,3-4 1,-1-2 0,-3 0 545,1-1 1,-3 1 0,8-3 0,-5 1 0,-14 3 0</inkml:trace>
  <inkml:trace contextRef="#ctx0" brushRef="#br0" timeOffset="311">6240 3079 18989,'33'-8'1092,"-1"0"0,0 0 0,2 0-2731,9-1 1,4 1 1114,-4 1 1,4 0 0,-3 1 1031,0-2 1,-2 2-1602,-5 1 1,1 1 0,-18 6 561,-26 10 1,5-5 0,-10 3 0</inkml:trace>
  <inkml:trace contextRef="#ctx0" brushRef="#br0" timeOffset="596">6596 3064 12265,'12'36'655,"1"0"0,-1 0 1,0-3-1,-2 1 0,0 4-316,-2 3 1,-1 6 0,-1 3 0,-1-3 0,0-6-337,0-5 1,-1-5 0,1 5 286,0 4 1,1 7 0,0 1 0,-2-4 0,-2-10-1930,-3-5 1,-4-8-1639,-8 1 0,-12 1 2689,-11-23 0,16 0 1,0 0-1</inkml:trace>
  <inkml:trace contextRef="#ctx0" brushRef="#br0" timeOffset="800">6377 3914 20687,'38'2'261,"1"0"0,-1 0 1,1-1-1355,-6-2 1,1-2 0,3 1 376,-2-1 0,1 0 0,2 0 1,-1 0-105,1-1 1,1 0 0,-1-1 0,2 1 773,4-1 1,1-1 0,-1 0 0,-7 2 0,1-2 0,-6 2-1,-4-1 1,1 0 0</inkml:trace>
  <inkml:trace contextRef="#ctx0" brushRef="#br0" timeOffset="1229">8462 3360 14484,'-6'1'3276,"50"0"-557,-10-1-2480,4-2 0,8-1 0,-3 0-1878,-1 1 1,-1 0 1249,-7-1 1,1 0 0,-3 0 339,2 2 0,-5 0-3228,4 1 2975,-7 3 1,-13-2 0,-6 2 0</inkml:trace>
  <inkml:trace contextRef="#ctx0" brushRef="#br0" timeOffset="1414">8763 3564 17487,'-4'1'3276,"0"0"-4369,26-5 1,23-4 0,-2 1 290,-15 3 1,2 0 8,4-2 0,6 0 1,0 0-1,-4 1-846,1 1 1,-2 0 982,4-1 1,-3 1-1,6-1 1,-8-1 0</inkml:trace>
  <inkml:trace contextRef="#ctx0" brushRef="#br0" timeOffset="3233">11654 2883 10339,'-6'-2'3276,"-18"-1"0,11 9-1570,-8-4-1247,11 4 191,10-5 2297,-1-1-2891,16-12-45,8-8-11,8-7-1639,-7 5 1,0-1 1631,1-2 0,-2 1 85,-4 4 1,-1 1 218,0-1 0,-5 4 543,-8 11-582,-20 25-508,-1 1 0,-7 9 1,-3 3-1,0 2 0,3-5 324,-2 5 1,2-3 0,-3 5 305,3-7 0,-3 5 0,-1 1 0,-1 0 0,2-2 0,4-3-358,-5 5 0,3-3 1,1 0 21,-3 0 1,1 1 0,-1-2-760,3-1 0,-1-2 0,0 1 767,-2 4 0,-1-1 1,2-1-339,1 0 0,1-2 286,-1 3 0,3-4 1812,10-8-2025,19-39-739,3-8-687,6-11 1,0-9 1423,-6 6 0,-1-3 0,0 4 0,2 3 0,-1 1 0,-3-9 0,0-1 0</inkml:trace>
  <inkml:trace contextRef="#ctx0" brushRef="#br0" timeOffset="3564">11167 2750 20076,'32'24'546,"0"1"0,0-1 0,0 0 0,3 3 0,-1 0 0,-2 0-403,-4 0 1,-2 1 0,-1-1 1,2 6 1,3 3-565,-6-5 0,5 6 1,1 2-1,-1-2 1,-4-4 436,1 0 1,-3-3 0,3 3-19,-1-1 0,2 4 0,2 0 0,-3-2 0,-4-6 485,-2-2 1,-1-4-520,2 6 1,-1-7-1828,6-16-1416,-2-29 1638,-18-2 1,-5-5 982,-4-13 1,-2 3-1,2 3 1,-6 3 0</inkml:trace>
  <inkml:trace contextRef="#ctx0" brushRef="#br0" timeOffset="4039">10945 2230 12109,'-23'26'3276,"13"-15"0,-11 18 0,23-20-846,11-5-1847,14 1-427,-6-7 1,6-3-813,5-1 1,9-4-1,3 0 1,0-1 0,-6 1 521,3 1 0,-4 0 0,5-1 279,-8 1 0,5-1 0,1 0 0,1-1 0,-1 2 1,-3 0-130,3 1 1,-1 1 0,-2 1 0,2 0-576,4 0 0,1 2 1,0 0-1,-3-1 615,2 0 0,-3-1 0,-2 1 67,4 3 0,-2 0 1,-22 1 88,-20 1-324,0 0 1776,0 0-3303,22 0 1,14 0 1091,-8-5 1,0 0 0,8 4 0,-2 0 0,6-8 0</inkml:trace>
  <inkml:trace contextRef="#ctx0" brushRef="#br0" timeOffset="4679">14530 2660 20311,'42'2'655,"1"0"0,-1 0 1,-1-1-1,0-1 0,-3-1-315,3-2 0,1-2-1160,-7 2 1,2-2 0,1 1 0,-3 0-356,7-1 0,0 1 1434,-2-1 0,3 1 1,-7 1-361,2 1 862,-8 1-4038,-5 0 0,-13 0 2457,-8 1 1,-5 0 0,-3 0 0</inkml:trace>
  <inkml:trace contextRef="#ctx0" brushRef="#br0" timeOffset="4990">14980 2309 20311,'14'31'655,"1"1"0,-1 0 1,0 5-1,-2 1 0,-4 3-1475,-4-1 1,-5 3 0,0 0 0,0-1 583,1 5 1,0-2-1,0 1 180,0 1 0,0 1 0,0-6 194,0-8 1,0-2-1778,0 2 1,-1-3 818,-6-1 1,4 3 0,-3-24 0</inkml:trace>
  <inkml:trace contextRef="#ctx0" brushRef="#br0" timeOffset="5572">14484 3516 21252,'-9'-3'2723,"4"1"-1681,31 2-773,3-2 0,11-1 0,4 0 0,-6 0-1362,-3 1 1,-2 0 0,3 0 720,1 0 1,4-1-1,2 0 1,-1-1 0,-6 2 10,0-1 1,-4 1-1,2 0 408,2-1 1,2 0 0,2 1 0,-1-1-150,-1 0 0,0 1 0,0 0 1,0 0 106,-1-1 1,0 1-1,0 0 1,-2 0 5,4 0 0,-2 1 1,-4-1 341,-4 2 0,-5 0 1313,1 0-1442,-8 0 2101,-17 0-2258,0 0-605,2-1-560,0 0-2179,7-5 0,-1-1 2457,9-9 1,-9 8 0,1-3 0</inkml:trace>
  <inkml:trace contextRef="#ctx0" brushRef="#br0" timeOffset="8852">17441 2303 8053,'2'5'145,"-1"0"225,1-5 1008,-2 1 796,3-1-1759,-2 0 1265,1 0-1545,0 0 268,-1 0 1446,0 0-1692,1 3-90,-2 0 79,1 2-12,-1 0 1,1-1 1131,-1 7-874,0-5 23,-1 5-2564,-15-3 2934,-4-5-259,-7 2-156,2-5 583,-11-25-2801,19 9 1876,1-2 0,2-2 73,5-17-1,4 9 180,-2-16-291,5 27-1442,6-2 1475,13 30 1389,2 2-1355,7 14-814,1 2 1,1-1 779,6 2 6,-5-3 0,6-3-6,-3-17 1,3-4 0,-4-2-12,-2-1 0,0-1 342,5 1 1,3-2-1,-5-2-353,10-13-660,-13-1 0,-1-3 671,-10 4 1,-1 1 760,4-5 0,-3 1-459,-7 1 1845,-20 39-2068,-7 10-245,3-5 0,-7 11 0,-4 7 1,-1 3-1,-1 1 0,2-5 0,3-5 158,2-3 0,1-5 0,0 0 0,-2 5 45,1-1 0,-3 3 1,-1 4-1,-1 2 0,1-2 1,0-1-1,2-4 0,3-7-37,-4 5 0,2-6 1,1-2-822,-8 11 1,0-1 814,-2-1 1,2-3-63,10-13 1,1-2 156,-11 11 1631,21-26-1748,13-30 1,8-13 1202,0 5-1192,1-7 1,0 2 2851,2 16-2969,8 11-582,6 26 716,4 5 39,-5 4 1,1 2-34,-11-9 0,3-2 35,9 1 0,7-2 0,-1-2-744,-6-6 0,0-3 0,1 0 426,3-2 1,2-1 0,-4-3-927,6-3 0,-7-6-447,-15-1 1,-5-2-1639,-1-14 3097,-6-3 1,-4 15 0,-3 4 0</inkml:trace>
  <inkml:trace contextRef="#ctx0" brushRef="#br0" timeOffset="9067">17524 2781 9834,'37'-4'-365,"1"-1"1,-1 1 0,0-1 0,11 0 0,-1-1 0,-9 3 0,-5 3 0,-4 0 0</inkml:trace>
  <inkml:trace contextRef="#ctx0" brushRef="#br0" timeOffset="9670">18832 3031 19371,'-12'25'655,"0"0"0,-6 1 1,-7 4-1,0 0 0,2-3-2294,-3 3 1,-2-2 1506,3-2 1,-3 2 0,0-1 0,3-6 176,0-3 0,3-5 681,0-1 1,-1-3-666,-3-1 1,1-3-1570,-9-1 1542,-2-14 19,19-26-102,16 7 1,4-5-1,2 3-115,1-2 1,3 0 157,3-10 1,4 7-51,14 21 56,-6 25 0,2 8 61,-2-1 1,1 2-56,4 5 0,2 3-6,-5-1 0,1 1 0,-3-2-12,-5-6 1,1 0-101,14 14 0,-1-2-611,-7-12 723,0-12 0,-1-3 0,-9-1 0,13-8 0</inkml:trace>
  <inkml:trace contextRef="#ctx0" brushRef="#br0" timeOffset="9968">19207 2984 10159,'-24'39'1092,"0"0"0,3-2 0,-1 5-546,8-8 0,-1 5 0,0 5 0,-1 1 0,1-1 0,1-3-293,-2 3 0,1-2 1,0 0-1,-2 4-41,4-10 0,-2 3 0,0 2 1,-1 0-1,1-1 0,0-2 0,2-4-1032,-4 9 1,-1-1 0,5-7 0,8-12-1,11-11 1,-17 25 0,34-69 0</inkml:trace>
  <inkml:trace contextRef="#ctx0" brushRef="#br0" timeOffset="10335">19338 3495 21667,'36'-5'190,"-6"16"-111,-5 10 89,-12 17 33,-23-4 1,-10 6 0,1-4-29,5-6 1,-2 0 35,-5 7 0,-5 4 1,4-8 406,-9 0-3649,7-9 3290,10-8-201,7-8 56,16-4 67,16-8-774,1-2 0,8-3 0,5-1 0,0 0 48,-4 2 1,3-1 0,1 1 0,1-1 0,-1 0 0,0-1 311,-1 0 1,1 0 0,-1-1 0,0 0 0,0 1 0,-2 0 0,6 0 0,-1 1 0,0 0 0,-4 0 0,-6 1 0,0 0 0,-1-1 0</inkml:trace>
  <inkml:trace contextRef="#ctx0" brushRef="#br0" timeOffset="12203">21637 1641 20770,'-31'-5'1585,"-1"0"1,-11-1-1418,3 4 1,-7 2-989,10 3 1,-4 2 0,-3 1 0,-1 0 632,8-1 1,-2 0 0,-1 1 0,-1 0-1,1 0 1,0 0 515,-7 1 0,1 0 0,0 1 0,1-1 0,-1 0-316,-1 1 1,-2 1-1,2-1 1,2 0-1,7-1 37,-7 3 1,6 0-717,4 2 1,6 4 693,12 10 0,7 4 11,8 0 1,10 2-512,16 3 0,11 1 0,0-4 472,0-3 0,4-4 505,0-4 1,4 0 0,-4-6-506,-6-9 0,0-4-495,5-3 1,5-3-1,-4-1 506,-3-2 1,-2-2 355,1 0 1,1-1-1,-7-2-288,1-22-46,-28 4 1,-6-6 0,-2 3-34,-2 6 0,-3 1 0,-3-7 0,-3-2 0,-2 8-23,-3 12 1,-3 6-85,-18 3 1,-2 9 49,9 9 0,1 5-1030,-8-1 0,3 5-325,13 7 1,5 3 1411,2 6 0,3-2 0,0-1 0,8-12 0,-1 1 0</inkml:trace>
  <inkml:trace contextRef="#ctx0" brushRef="#br0" timeOffset="12702">20132 2603 17098,'-11'-11'3276,"45"-6"-3848,-5 10 1,9 1 0,7 0 662,-11 2 1,5-1 0,5 0 0,4-1 0,1 1 0,2-1 0,-1 1 0,-2 0-1,-2 0 1,-5 0 102,5-1 0,-4 1 0,-2 0 0,0 0 0,2 1 0,4-2-189,-4 2 1,2-1 0,3 1-1,1-1 1,1 0 0,1 1 0,-1-1-1,-2 1 1,-1-1 0,-4 1-8,5 0 0,-2-1 1,-1 1-1,-1 0 0,-2 0 1,-3 1-1,-3 0-388,11-2 0,-5 2 1,3-2 398,-2 1 0,6-1 0,0 1 0,-7-1 0,-15 2-99,-13 1-2,-18 2-736,-7 2-2449,-31 13 1638,10-1 1,-2 2 1091,-2 3 1,0-1 0,9-3 0,2-1 0,0 2 0</inkml:trace>
  <inkml:trace contextRef="#ctx0" brushRef="#br0" timeOffset="13227">21218 3240 8870,'4'-29'1638,"-1"0"0,2-11 0,-4 63 0,-1 17-735,0 2 0,0 6-495,0-9 1,0 5-1,0 0 1,0-2-409,0 4 0,0-1 0,0 3-86,-1-7 0,0 6 1,0 0-1,-1-3 0,1-4 86,-1-4 0,1-5 0,-1 2 0,1 3 0,-2 4 0,1-3 0,1-8 1652,-2 7-1472,2-46 2088,1-10-2260,-3-9 1,-4-14-1,-1-3 1,-2 4-448,-1 8 0,-2 1 0,-2 1 0,1-3 443,2 0 1,2-3 0,-2 0-1,-2 1 1,-5 2 28,-10-1 1,-7 1 0,-2 2-1,2 3 1,5 5 1207,-2-4 1,0 3-1245,2 6 0,-6-2 1,3 3-1,12 8-546,12 9-2728,43 7 253,-2-3 1870,1 2 0,5-3 891,3-7 0,4-4 1,-7 1-1,-12 6 1,-1 0-1,7-5 0,0-1 1,0 1-1</inkml:trace>
  <inkml:trace contextRef="#ctx0" brushRef="#br0" timeOffset="13457">21436 3080 21622,'42'-20'-17,"-4"9"0,3 3-392,-9 3 0,0 1-1230,11 1 1,-6 6 818,-18 15 1,-5-8 0,-8 6 0</inkml:trace>
  <inkml:trace contextRef="#ctx0" brushRef="#br0" timeOffset="13973">21621 3532 23280,'-14'-3'2095,"2"10"-3734,4 21 1,2 8 1023,1-13 1,0 2 1134,-4 18 0,1 0-520,2-18 0,2-1-557,-2 9 0,2-2 557,-1 4 0,0 3 134,5-32 12,4-29 572,5 0 1,1-3-719,-1-3 0,2-2-539,7-6 0,5-5 1,1 5 545,-2 12 1,1 2-1,0 1-15,-1-5 1,0 0 0,2 6 149,18 2 1,-1 16-25,-19 21 0,-2 7-118,2-8 0,-2 3 78,-6 21 0,-6 2 13,-4-13 1,-1-3-675,-3-2 0,4-3 583,20 9 0,-16-26 0,13-3 0</inkml:trace>
  <inkml:trace contextRef="#ctx0" brushRef="#br0" timeOffset="-56165.46">3855 6385 19930,'-4'6'3276,"1"-2"-2787,1-4 1674,1 0-1614,0 0-549,-4 33-3277,2-1 3342,-1 1 1,1 3-27,1-4 0,0 3-570,1 1 1,0 5-1,0 3 1,1 0 546,-1 2 1,1 1 0,-1 0 0,1 0-12,0 0 1,0 1-1,0-1 1,-1-2 2,1-5 1,0 0-1,0-3 1,0-1-24,1-1 0,-1-3 0,1-4-1239,-1 10-2023,-18-62 2808,11-2 1,2-5 0,-2 0 0,-1-2 0,2 5 0,-1-8 0</inkml:trace>
  <inkml:trace contextRef="#ctx0" brushRef="#br0" timeOffset="-55863.46">3685 6531 13049,'22'-27'748,"1"1"0,4 8 0,4 2 0,0 7 98,13 14 0,1 7-650,1-6 0,-2 5-784,-14 7 0,-2 6 0,-7 1 1030,-7 3 0,-6 3-269,-2 7 0,-5 0 23,-6-8 0,-5-3 510,-5 0 0,-4-4-549,-16 5-961,-4-5 781,8-12 1,-1-3 1190,-6 1-2009,10-7 1,4-6 840,15-27 0,3 16 0,9-14 0</inkml:trace>
  <inkml:trace contextRef="#ctx0" brushRef="#br0" timeOffset="-55366.46">4421 6627 13778,'-28'-4'933,"-1"1"1,3 1 0,2 7-604,5 22 1,7 8-287,9-2 1,4 1 682,-2 1 0,6-2-727,8-5 0,10-8 16,10-17 1,11-10 0,2-6 0,-8 0 550,0-4 1,-5-7-543,-4 0 0,3-7 0,-6-1 0,-11 4 701,-18-3 0,-11 2-726,-6 3 0,-5 1 0,-1 8 1488,2 9 0,-1 8-1533,-10 9 0,2 8-410,13 1 1,3 4 409,-7 2 1,5 5-1570,16 6 0,13 2 521,11-9 1,9-2 0,-1-3-547,-2 3 1,2-4 1091,6-2 1,5-1 0,-8-8 0,-2-12 0,-6 0 0</inkml:trace>
  <inkml:trace contextRef="#ctx0" brushRef="#br0" timeOffset="-54810.46">4904 6569 14282,'2'41'214,"0"0"1,-1 1 0,1-1 0,0 1-1,0-1 1,0-1 0,-1 2 0,1 0 0,0 0-1,1 0 1,0-1 0,1-1 289,2 7 0,2-3 0,0 1 0,1-1 0,-1 2-488,1 1 1,0 3 0,0 2 0,0-3 0,-1-6 0,-1-7 55,1 2 1,-1-10-1105,6-4 1037,-16-43 1,-8-25 0,-3-11-1,1 6 239,4 8 0,0 2 0,-1-3 1,0-3-245,0 7 0,-1-5 0,0-2 0,-1 0 0,1 0 0,1 3 0,2 5 148,0-1 1,2 4 0,0 1 0,0-1-155,-3-8 1,-1-2-1,1 2 1,5 6 5,5 0 0,5 8-68,9 0 29,13 14 0,7 5 28,5 8 0,1 3-1,-1-3 1,-1 5-793,7 12 0,-10 8 961,-27 18 979,-3 0-1097,-27-16 0,-11-3-1132,-1-5 1,-6-1 0,5-2-547,3 2 1,2-1 982,-19 5 1,15-3-1,33-13 1,0-3 0</inkml:trace>
  <inkml:trace contextRef="#ctx0" brushRef="#br0" timeOffset="-54682.46">5505 6816 10742,'-3'-32'0,"1"7"0</inkml:trace>
  <inkml:trace contextRef="#ctx0" brushRef="#br0" timeOffset="-54049.46">6424 6042 20199,'-30'15'661,"1"0"0,-1-1 0,-2 1 1,3 4-427,9 8 0,4 7 0,3 2 112,2 0 1,3 2-1,1 3-235,2-3 0,1 3 0,0 0 0,1-2-1205,0 5 1,0-1 0,3 1 757,1 3 1,3 0 0,3-7 921,5-14 0,4-4-626,13 2 0,5-3-762,5-6 0,3-6-292,-5-4 1,2-3 0,0-4 696,2-7 0,0-4 0,-3 1 1,-1 1-1,-5-2 0,-5-3 1,-1-1-1</inkml:trace>
  <inkml:trace contextRef="#ctx0" brushRef="#br0" timeOffset="-53731.46">6860 6346 15736,'-7'0'3276,"-1"34"-1638,7-10 0,1 6-1181,0 1 0,1 6 1,0 2-1,0 0-1277,0 0 1,0 0 0,1 1 0,-1 0 653,1 3 1,0 0 0,1 0 0,-1-1 173,-1-5 1,0-1-1,0-1 1,0 2-229,0 9 0,0 2 0,0-1 0,0-4 205,-1-9 0,1-3 0,-1 1 258,1 15 0,0 1 1,0-12-1656,0-14-1865,2-40 2730,-2-8 1,0-2 0,1-5 0,-2 8 0,0 1 0</inkml:trace>
  <inkml:trace contextRef="#ctx0" brushRef="#br0" timeOffset="-53262.46">6750 6346 12037,'2'36'655,"0"0"0,0 1 1,2 1-1,0 1 0,2-4-221,4-7 0,3-2-434,2 3 0,2-2 10,10 4 1,2-17 1106,-7-14-1117,3-10-346,-2-15 0,-1-4 312,-9 9 1,-1-2-12,7-14 0,-4 0 1677,-9-4-1564,-4-3 1818,-2 23-1830,0 18 420,4 29 1,3 17-460,-2-20 0,2 1-12,0 18 1,9-3-1645,25-18 1,3-10-1639,-7-6 1638,7-3 1,-4-8 865,-25-30 0,-6 14 0,-5 1 0</inkml:trace>
  <inkml:trace contextRef="#ctx0" brushRef="#br0" timeOffset="-52976.46">7419 5937 11245,'33'22'409,"-1"1"1,0 0-1,1 0 1,-1 0-1,0 0 1,0 0 0,-4-1-1,1 3 246,1 2 0,6 4 1,-2 1-1,-6 2 0,-11 0 73,-17 12 1,-14 0 0,-2-2-1822,6-14 1,-1-2 0,-2 1 272,-3 5 1,-3 3 0,-1-2 0,-1-5 272,-10 3 1,1-7 0,11-9 0,2-2 0,-11 6 0</inkml:trace>
  <inkml:trace contextRef="#ctx0" brushRef="#br0" timeOffset="-48150.46">6673 5824 13095,'0'6'2252,"0"-1"-1255,0-5-246,1 1 1210,17 9-1771,-8-4 1,13 9 145,-14-8-3347,3 2 3235,-1-2 45,-1-1 56,-1-4 56,-2-2 616,23-30-1946,-9 6 0,0-4 1055,4-6 1,-1-2 917,-3 2 1,-3 1-1003,-6 10 0,-2 1-2094,3-23 1937,-7 25-392,1-7-2750,-13 57 2457,-2-13 1,0 16 0,2-23 0</inkml:trace>
  <inkml:trace contextRef="#ctx0" brushRef="#br0" timeOffset="-47375.46">6598 5838 19796,'5'7'1378,"0"2"-437,13 8-628,-3-1-77,7 6-45,-5-4 167,4 1 1,0 1-214,1 1-72,-3-4 0,0-1-2871,0-6 3862,6-16-828,1-6-1197,-4-10 1,2-7 1031,-3 1 0,1-3 0,-1 1-55,7-7 1,-1 0-2,-5 7 0,0 0 0,0 0 52,7-5 0,-2 3-135,-8 9 1,0 2 106,3-5 1,-1 2 83,-4 4-101,-12 16 2102,-2 0-2146,-3 4 10,0-1-3265,4 0 0,1-1 2457,5-6 1,-5 6 0,-1-4 0</inkml:trace>
  <inkml:trace contextRef="#ctx0" brushRef="#br0" timeOffset="-44054.46">21783 1283 9049,'-23'-35'874,"0"0"0,2 3 0,-3 4-561,-2 14 1,-4 3 17,-10-1 0,-1 1 317,-2-1 0,-1 2-563,12 4 1,-2 1 0,3 1 479,-7 1 1,-1 1-451,2 1 1,-2-1 0,-2 2-38,4 1 1,-1 1 0,-1 1-1,2-1-19,-5 0 1,1 0 0,-1 1 371,-2 1 1,-1 2 0,7 0-410,9 1 1,2 2-407,-4 3 0,-4 4 0,1 1 402,-1 5 1,1 2 0,-1 0-12,0-1 1,1-1-1,-1 4-271,2 2 1,0 4 0,2 0 0,3-2 300,6-3 0,3-2 1,-1 1 415,-5 6 0,-2 1 1,4-2-421,2 1 1,3 0-511,2 0 0,2 1 510,2 0 1,1 1-12,0-1 1,1-1 735,4-3 1,2 0-703,3 5 0,4-1-23,4-4 1,2 0 39,3 11 0,6 1 58,6-11 0,7-3 0,-2-1-36,-1-1 0,1-2-51,0-2 1,2-1 0,-2-3 0,-5-6 0,-2-2 28,3 1 0,1-1 33,15 2 0,1 0-67,-8-3 1,0-1-18,12 2 1,-1 0 16,-13-4 0,1 0-3,0-2 1,6 0-1,1 0 1,-3-1 306,0 0 1,-1 0 0,2 0-339,-2-1 1,3 1 0,0 0-1,-1-1-569,8-1 1,-2 0 0,-1-1 604,-7-2 0,-1 1 0,0-1 597,1 1 1,0 0-1,-2 0-638,11-4 0,-4-1-840,-12 2 1,0-1 895,13-3 0,0-1 201,-8 2 1,1 0-247,5-1 0,2-3 11,-2-4 1,2-4-1,-5 2-22,-6 4 0,-1-1 0,9-5 0,4-2 0,-8 1-1354,3-6 1404,-7 0 1,0-2-51,-12 11 0,-1-2 56,2-5 0,2-3 0,-4 2-47,-6 4 1,-2 0 46,2-6 0,-1-2-6,-3 0 0,-3-4 6,-5-8 0,-4-6 0,-1 1-38,-2 9 1,-1 2 0,-2-3-14,-1 0 1,-2-4 0,-3 1 0,-4 5-4,-4 7 1,-3 3 0,-3 2 0,1 2 392,-9-5 0,0 3 0,-2 1-407,1 1 1,0 2 0,-1 4-327,0 4 0,-1 4 0,2 1 209,0 3 0,1 2-672,0-1 0,4 2-514,-8 7-1962,29 4 2931,8 13 0,4-11 0,1 4 0</inkml:trace>
  <inkml:trace contextRef="#ctx0" brushRef="#br0" timeOffset="-43484.46">22586 1793 18899,'38'-3'468,"1"0"0,0 0 0,0 0 0,-1 0 0,6 1 0,-4 0 0,3-1-223,-5 0 1,3-2 0,2 1 0,-2 0 0,-4 0-492,3 1 0,-4 0 0,1 0 287,1 0 0,0 0 0,2 0-861,-2 0 1,2 0 0,1-1 0,-3 1 767,-1 0 0,-2-1 0,0 1 145,8-1 0,0-1 0,-5 1-77,-9-1 1,-3 1 6,10-2 11,-13-1-1357,-13 4-492,-5 0 799,-10 3-2261,-24 3 2457,-2 3 1,-1-2 0,13 0 0</inkml:trace>
  <inkml:trace contextRef="#ctx0" brushRef="#br0" timeOffset="-43215.46">22948 1940 13094,'45'-2'179,"0"-1"0,1 1 1,-1-1-1,0 1 0,-3-1 1,-1 1-1,0-1 0,-2 1 1,-3 0-180,6-1 0,-3 0 0,0 0-467,7 0 0,0-2 0,-1 1-68,-6 1 0,-1 0 0,-1-1-558,1 0 1,0-1 0,-5 0 841,-5-2 1,-4 0-1,6 0 1,-4-2 0</inkml:trace>
  <inkml:trace contextRef="#ctx0" brushRef="#br0" timeOffset="-42718.46">25014 1531 14103,'-30'-19'1092,"-1"0"0,1 1 0,2 1-3764,-11-1 3394,14 4 1,1-2 861,-7-11-1422,13 10 1,4-2 852,5-9-813,6-11-180,15 12-22,9-6-1065,13 20 1,8 6 1041,1 7 1,2 4 1098,1-5 0,-3 9-1028,-10 20 1,-4 13 0,-11-2 180,-17-2 1,-10 3-527,-2 0 0,-7 7 1,-1-1-1,-2-7 297,1-11 0,-1-5 0,-2 0 0,-10 7 0,-2-1 0,4 0-1235,5 5 0,5-2-1745,1 7 1853,5-6 1,4-2-2151,11-1 2457,0 2 1,0-15 0,0-3 0</inkml:trace>
  <inkml:trace contextRef="#ctx0" brushRef="#br0" timeOffset="-42372.46">24821 2313 20378,'-19'21'1034,"0"0"1,1-2 0,6 1-4312,27 22 1230,14-15 2919,-1-8 1,4-8-556,1-20 1,3-12-1,-3 1-86,-1 4 0,-4-4-183,-1-6 1,-2-5 0,-8 2-49,-11 5 0,-8 0-39,-12-7 0,-11 2-1600,-13 8 1,-7 5 1232,11 3 0,0 1 0,0 3 0,-10 3 0,4 4 1,-6 2-1</inkml:trace>
  <inkml:trace contextRef="#ctx0" brushRef="#br0" timeOffset="-40213.46">13313 6981 21566,'-25'-1'616,"0"0"0,-1 1 1,-1 0-494,0-1 0,0 1-1762,-3 0 1,-1 2 1049,-1 1 0,-2 2 0,0 2 569,-2 1 1,-1 1 0,1 2 56,0-1 0,0 2 1,1 0 344,3 0 0,0 0 0,3 2-304,-8 9 0,5 0-688,13-8 0,1 0 593,-4 5 1,5 2 4,10 3-38,16 12 0,6 1 83,5-2-22,0 0 1,7-5-1,8-23 0,5-13 19,-12-3 0,2-5 0,-1 0 563,14-1 0,-1-2-576,-2-10 0,-8-5-847,-16 2 1,-9-1 818,-19-15-244,-2 18 1,-5 3 204,-4 10 0,-3 8 735,-7 7 1,1 10-2325,6 17 1,3 5-1,4-11 1,3 1 982,1 15 1,7-4-1,9-17 1,2-5 0</inkml:trace>
  <inkml:trace contextRef="#ctx0" brushRef="#br0" timeOffset="-39547.46">14605 6903 21398,'-11'44'117,"0"0"1,0 1 0,0-1-1,-3 4 1,1-3 0,9-4-1757,10-2 1,10-12 642,22-33 0,7-13 996,-11 5 0,0-6-250,-4-6 1,2-7-1,-1-2 1,-6 3 249,-2-2 0,-3 0 538,3-7 1,-5 9-550,-11 25-1450,13 18 1820,4 22-247,-10-15 0,1 2 70,-2 8 1,0 4 0,-2-2-149,-4 1 0,-1 0 724,3 6 1,-1-1-748,-7 4-1573,-5-21-242,-12-5-1473,-28-13 2457,5-10 1,-1 0 0,25-3 0</inkml:trace>
  <inkml:trace contextRef="#ctx0" brushRef="#br0" timeOffset="-39219.46">14628 6560 10630,'-27'13'788,"0"1"0,2-2 0,7 3-1193,19 16 629,17-2 683,5-15 0,4-4-845,2-6 0,0-5-288,2-1 1,-1-6 863,-7-13 1,-6-5 619,-7-2-1235,-10-17-1662,-33 40 1,-6 8 982,2 3 1,-1-1-1,5 3 1,22 4 0</inkml:trace>
  <inkml:trace contextRef="#ctx0" brushRef="#br0" timeOffset="-32806.46">16267 6982 12736,'1'6'2062,"0"-1"-1423,-1-5-370,21 16-23,-11-12 1748,24-25-1791,-27 1-30,-2-4 1,-6 0-2513,-37 3 2440,15 18 0,-2 3-101,-5 0 0,-1 6-674,3 11 0,2 7 0,2 1 702,2 6 0,3 2-39,-7 8 0,5-1 5,11-11 0,5-3-1533,8 15 1539,7-23 79,8 3 1482,7-21-1539,-1-12 1,5-7-1,-2-2 678,3-3 1,-1-2-690,-1 2 0,2-3 0,-5 2 0,-5-4 1,-2 6 234,10 14-223,-12 11 2944,7 22-2962,-9-2 1,-1 1-1025,18 9-620,-7-12 1,3-5 982,2-12 1,0-5-1,5 1 1,-3-11 0</inkml:trace>
  <inkml:trace contextRef="#ctx0" brushRef="#br0" timeOffset="-32509.47">16789 6895 11267,'-3'32'154,"0"0"0,0-1 1,-2 8-1,6-6-132,21 3 90,7-24 1466,0-6-1522,4-18 1122,-7-8-1100,-3-10 1,-2-6-57,-5 0 0,-3 0-22,4-3 0,-2 1 563,-9 7 0,-3 13-3840,-3 32 2457,1 9 1,-1 9 0,0-15 0</inkml:trace>
  <inkml:trace contextRef="#ctx0" brushRef="#br0" timeOffset="-31455.47">17581 6969 15291,'-13'-23'1638,"0"-1"0,-13-13-4915,-3 50 2772,10 0 1,0 5 942,-6 13 0,3 4-438,6-10 0,3 1 466,1 4 1,6-3-512,10-3-620,11-13 632,2-3 2856,8-16-2845,-4-15 0,-2-4 44,5-7 317,-6 6 1,-3 3-407,-6 9 11,-5 26 56,1 3 0,8 24-2323,-1-13 2323,6 5-2223,19-17 2234,-12-18 0,1-4-770,4-3 1,0-4 752,-2-4 1,-4-2 16,-6 1 1,-2-1 38,-4 1 0,-2 2 1546,1-1-1630,0-4 2302,-11 29-2133,-5 35 1924,4-2-2059,-2-10 0,1-1 11,10 6 41,16-23 0,12-8 1,-1-4-812,3-10 1,1-4 739,0 8 0,2 1 1,-6-6-33,-2-14 1,-8-6 5,-8-3 0,-4-5-70,-2 9 0,-1-2 1,0-3 46,0 3 1,-1-3 0,0 0 0,0 0-552,-1-2 0,-1-1 0,0 2 0,-1 2 580,5-14 0,-7 12 858,-14 19-625,-3 44 0,-2 30 1,1 1-603,4-18 1,1 2 0,0 0 0,0 0 407,-2 4 0,-3 0 0,4 1 0,5 0 150,8-2 1,3 3-1,3 0 1,4-7-1,2-10-167,12-10 0,3-6-73,0 13 1,3 2 0,-4-16 40,-4-27 1,-3-16-1,-3 2-687,-2 4 0,-4 1 736,4-12 1506,-16 34-1674,-1 2-2040,-11 9 2208,-10 1 0,6 0 0,-4-2 0</inkml:trace>
  <inkml:trace contextRef="#ctx0" brushRef="#br0" timeOffset="-31261.47">17777 6574 9263,'21'17'0,"0"-1"0,12 11 0</inkml:trace>
  <inkml:trace contextRef="#ctx0" brushRef="#br0" timeOffset="-30819.47">18832 6841 20389,'-6'-23'246,"0"1"1,-34 22 0,-4 16-336,11 13-1004,6-6 1,-4 3 0,17-5-1953,37-2 3995,7-9-1242,16-18-542,-23 0 1,0-2 822,14-8-104,-5 1 103,-17 10 35,-9 8 336,3 10 1942,2-1-2189,5 7-2111,27-7 2022,-13-4 1027,-4-4 0,1-2-1140,5-6-323,-3-7 1,-1-1 0,-5 2 0,16-13 0</inkml:trace>
  <inkml:trace contextRef="#ctx0" brushRef="#br0" timeOffset="-30606.47">20246 6713 25420,'-24'-5'-1093,"15"1"1,-9 6 0</inkml:trace>
  <inkml:trace contextRef="#ctx0" brushRef="#br0" timeOffset="-26022.47">2299 2330 18910,'7'43'167,"0"0"0,0 1 1,0-1-1,0 1 0,0-1 1,0 0-1,0 1 1,0-1-1,0 0 0,0 1 1,-2-1-1,-1-6 1,-1-2-1,1 1 0,3 7-171,0-4 1,1 7 0,3 3-1,0 3 1,0 1 0,1-2 0,-1-1-1,-1-5 1,-1-6 0,-2-7-574,3 19 0,-2-15-1485,0-13 2062,-17-44 0,-9-23 0,3 4 0,9 15 0,0-1 0,-6-9 0,0 1 0,-1-1 0,1 0 0</inkml:trace>
  <inkml:trace contextRef="#ctx0" brushRef="#br0" timeOffset="-25721.47">2112 2390 7212,'8'-32'819,"-1"-1"0,1 1 0,5-13 0,7 9-592,6 25 1,7 7-15,7 0 0,7 4 0,-3 6 36,-3 10 0,-3 6 1,1 0-198,3-7 0,0 0 1,-6 6 356,-8 8 0,-6 4 1,-8-1-197,-9-1 0,-11 0 22,-12 7 0,-10 2 1,1-3-175,2-1 1,-2-2-48,3-8 0,-3 2 0,-1-2 0,3-4 894,-3-2 0,1-5-998,-5 1 1,2-1 278,1-1-3466,16-15 0,38-19 2621,-1 0 1,-1 0-1,4-3 1,-3-1 0</inkml:trace>
  <inkml:trace contextRef="#ctx0" brushRef="#br0" timeOffset="-24922.47">2786 2245 10192,'-25'26'523,"0"0"0,3-3 0,8 0-523,24 5 50,15-9 1,4-2 981,5-1-1032,-1-4 0,0-9 22,-11-15 0,-4-5-22,8-14 545,-10 8 0,-7-4-523,-21-5 1,-8 2-12,-10-5 1011,0 10 0,-3 5-1022,10 13 0,0 6-34,-13 9 0,3 9 0,15 8 1,4 3 339,-7-2 0,10 0-1311,36 1 1,21 0-1,-2-9 44,-11-11 1,2-5 761,-2 3 0,6 1 1,-1-3-1,-4-10-160,0-22 1,-5-12 0,-5 3 834,-4 6 1,-2 1-104,2-5 1,0-3 0,-10 7 947,-15 1-984,1 51 268,3 11-334,7-1 1,4 7 0,2 5 0,-1-3-244,0-1 0,0-1 0,2 1 0,1 4-221,-1-7 1,3 4 0,0 1 0,2 1 0,-2 0 0,1-3-1,-3-4 193,1 4 0,-1-4 0,0-1 0,0 0 0,4 5 0,1 1 0,-1-4 0,-4-13 325,-5-13-202,-4-10-109,-10-27 0,-8-13-42,3 14 0,-2-1 9,-1-9 1,-2-5-1,-1 3-510,2 8 1,0 2-1,-2-4 497,-1-2 1,-1-6 0,-1-2 0,0 1-1,2 2 389,1 3 0,2 1 1,0 1-1,0-3-357,-1-1 0,0-4 0,0-1 0,3 4 0,3 5-28,1-6 0,8 8 62,21-5-497,7 41 0,10 13 0,-5-1 480,-10-4 0,-1 0 16,9 5 1,3 2 0,-10 3 31,-16 4 1,-8 1-66,-3 16 721,0-13 0,-2 0-732,-8 10-338,2 6 1,5-23-1,3 1 1</inkml:trace>
  <inkml:trace contextRef="#ctx0" brushRef="#br0" timeOffset="-24722.47">4009 1978 19134,'0'-5'-2655,"0"0"2655,-17 0 0,12 4 0,-12-4 0</inkml:trace>
  <inkml:trace contextRef="#ctx0" brushRef="#br0" timeOffset="-23220.47">4037 3741 13207,'-30'21'562,"0"0"1,-1 0-1,1 2 1,0 1-1,0 0-454,2 0 1,1 0-1,-4 4-655,5-4 1,-3 4 0,-1 1 0,0 0 0,0-1 0,3-2 289,-1 0 0,3-2 0,-1 0 1,-4 4 326,0 0 1,-3 3-1,-3 3 1,-1 0-1,1 0 1,1-1-1,4-4-63,-3 3 0,3-3 0,1 0 0,-4 5 21,8-8 0,-2 3 0,-1 1 0,-1 2 0,0 0 0,0-1 0,3 0 0,1-3-2,-3 5 1,3-2 0,1-1 0,-2 2 0,-2 5 7,6-9 1,-1 2-1,-2 3 1,-1 1 0,-1 1-1,0 1 1,-1 1 0,2 0-1,-1-1 1,2 1 0,1-1-69,-1 2 0,1-1 1,0 1-1,2 0 0,-1 0 1,1 0-1,-1 1 0,1 1 1,-1 1-1,-1 2 40,4-6 0,-1 2 1,0 1-1,-1 1 1,0 0-1,0 1 1,1 1-1,-1-1 1,1 1-1,0-1 1,0-1-1,2 0 1,0-1-1,0-2-5,-1 6 0,-1-1 0,2-1 0,0-1 1,1-1-1,0 1 0,1 0 0,0 0 0,2 1 1,0 2 2,1-2 0,1 3 0,0 1 0,1 0 0,0 1 0,1-1 0,1 0 0,0-2 0,2-2 0,0-1 0,2-4-252,-2 13 0,2-7 0,2-1 0,1 2 0,0 5 248,1-8 0,1 3 0,0 3 0,0 3 0,1 0 0,0 0 0,1 0 0,-1-2 0,2-4 0,-1-2 131,1 1 0,0-5 0,0-3 0,1 2 1,2 3-1,2 7-123,-1-13 1,2 4-1,0 3 1,2 3-1,0 3 1,2 1 0,-1 1-1,2 1 1,-1 1-1,1-1 1,0 0 0,-1-1-1,1-2 1,-1-2-1,0-3 1,-1-3 0,-1-3 10,3 11 1,0-6 0,-1-3 0,1-2 0,-1 1 0,2 2 0,2 5-17,-3-5 0,1 2 1,2 4-1,0 1 1,0 2-1,1 0 1,0 1-1,1-1 1,-1-1-1,0-2 0,0-2 1,-1-3-1,0-4-2,5 11 1,0-4 0,0-3 0,-1-2 0,0-1 0,0 0 29,0 1 0,0-2 1,-1 0-1,1 0 1,0 2 178,1 0 0,2 2 1,-1 0-1,1 1 0,-1-2 1,-1-2-206,3 6 1,0-4 0,-2 0-1,1 1 31,0-1 1,-1 0-1,2 1 1,2 3-151,-5-10 0,1 1 0,2 2 0,1 0 0,0 2 0,1-1 0,-1-1 1,-1-2 116,1 1 0,-1-1 0,1 0 0,0-1 1,-1 0-1,1 1 0,1 1-84,0 0 1,0 0 0,1 2 0,0 0 0,-1-1 0,1-1 0,-1 0 0,0-3 82,0 1 0,-1-2 0,0-2 0,0 0 0,1 1 0,2 2-1,1 0 0,2 1 1,1 2-1,2 0 1,-1 0-1,-1-1 0,-1-2 1,-2-3 11,1 2 0,-2-3 1,-1-1-1,1 1 1,3 3 10,-1-3 1,1 3-1,3 3 1,0-1-1,1 0 1,-2-1 0,-2-3-1,-3-4-24,3 1 0,-3-4 0,0-2 0,2 2-9,3 1 0,2 1 0,2 0 0,0 0 0,1-1 2,0 1 0,0-1 1,1 0-1,0 0 1,0 0 1,0-1 1,0 1-1,0-1 1,0 0-1,0 0 274,-3-3 0,0 1 1,1-1-1,-3-1 1,0-1-270,6 3 0,-1-1 0,-1-1 0,-1-1 0,0-1 0,3 1 16,-2-1 1,3 0 0,1 0 0,-3-1-14,2 0 1,-2-1 0,4 0-2,-5-1 0,5 1 1,0 1-1,0-2 1,-5 0-93,2-1 1,-4-1 0,5 1 91,-1-1 0,6 2 0,2 0 1,-3 0-1,-5-2 344,-4-1 0,-4-2 1,2 1-347,3 1 0,2 0 0,0 0 0,-7-2-97,-1-1 0,-4-1 108,7 2 0,-2 0-11,0 0 0,5 1 2479,-33-8-2221,-2-1 486,-15 0-2044,-13 0-1737,-3-3 1278,1-4-1518,19-17 2613,15-2 0,-2 2 1,4 10-1</inkml:trace>
  <inkml:trace contextRef="#ctx0" brushRef="#br0" timeOffset="-22734.47">6179 12876 19538,'-16'-3'840,"4"1"-605,16 3 12,5 3-3524,30 15 3434,-8-4-84,-5-2 0,1 1 876,9 5-680,4 3-1358,-19-10 0,1 1 1122,0 0 1,2 0-765,9 7 1,2 1 752,-1 2 1,0 1 516,-9-5 0,1 1 0,-2 1-461,3 8 1,-4 2-496,-5 0 0,-10 2 727,-15-1 0,-8 2 1,-1-2-311,-2 5 0,-4-1-8,-4-2 1,-5 2-1,0-4 212,7-7 1,-1-2-1,0 0-313,-3 3 1,0 1 0,-2 1-929,0 1 0,-1 2 0,-4 4 1037,10-9 0,-3 3 0,-2 3 0,-1 0 0,-1 1 0,2-1 0,3-3 0,3-3 0,-9 8 0,5-5 0,-3 3 0,3-1 0,-1 0 0,0-1 0,1 1 0,-1 0 0,0 0 0</inkml:trace>
  <inkml:trace contextRef="#ctx0" brushRef="#br0" timeOffset="-21483.47">8937 12538 13614,'5'-28'1045,"0"0"1,1 1 0,-5 4-2087,-14 10 1277,0 2 1543,-15 7-1488,1 6-1143,-4 7 1082,-3 13 0,0 8-111,5 5 0,1 3-60,4-8 1,0 0 0,2 6 45,6-3 0,3 5 1,0 1-1,2 1 1,1-3-62,2 1 1,2-2 0,0 1 0,1 2-23,-4 3 0,-2 2 1,1 2-1,6-1 1,10-3-200,9-8 1,9 0 0,6 0 0,3-2 0,0-1 0,-2-2 0,-5-3 183,1 9 1,-3-4-1,9-4 20,2-11 1,8 0 0,6-2 0,2-2 0,-1-4 0,-4-4 0,-7-5-1121,6-10 1,-7-10 0,3-2 857,-7 6 0,2-2 0,1 0 0,-2 0 0,-5 2 0,11-5 0,-7 1 0,-11 2 0,1 1 0</inkml:trace>
  <inkml:trace contextRef="#ctx0" brushRef="#br0" timeOffset="-21085.47">9726 12497 21219,'40'-14'799,"0"1"0,-13 3 0,3-1-1619,6 3 1,9 0 0,0 1 0,-3 0 193,-7 1 0,-1 0 0,0 1 633,7-2 1,1 0-1,-2 1 12,3 0 1,-8 4-3297,-13 12 0,-8 1 2647,-28 8 0,2-10 0,1-3 0</inkml:trace>
  <inkml:trace contextRef="#ctx0" brushRef="#br0" timeOffset="-20453.47">10086 12476 11245,'28'31'655,"0"1"0,-8-4 1,2 2-1,-1 4 0,-1 2 0,-3 3 0,-2 4 1,-1 2-1,0 0 0,0-4-643,2 0 0,0-3 0,0 1 0,-2 1 245,-2 1 1,0 2 0,-1 0-1,-3-1 1,-5-5-329,-5 1 0,-5-4 0,-1-4-254,1-5 0,-4-2-827,-12 18 1,-9-9 193,-8-29 0,-1-8 958,11 4 0,1-1 756,-13-4 0,6-1 521,16 3 1957,16 0-2427,21 4-97,25 0-453,-9-5 1,9-2 0,6-3 0,0 0 0,-1 2-220,-5 0 0,0 1 0,0 0 0,1 0 1,1-1-30,-1-1 0,2 0 1,0 0-1,0-1 0,-1 1 1,-1 0-453,2 0 1,0 1-1,-1-1 1,-5 2-1,-6 1 942,-3 0 0,-5 1-399,8-1 1,-9 1-67,-19 4-34,8-35 0,-9 27 0,8-27 0</inkml:trace>
  <inkml:trace contextRef="#ctx0" brushRef="#br0" timeOffset="-19085.47">17564 1688 9027,'-36'-2'855,"1"1"0,3-1 1,-1 4-1271,-12 9 0,0 4 673,13-5 0,0 2 103,-3 1 1,-3 2-1,3 0-210,1 0 0,0 5-153,7-1 0,-4 5 1,-1 2-1,1 2 0,3-2 69,1 2 0,3 0 1,0 1-1,-1 1 59,-2-1 0,-3 2 1,1 0-1,2 3 1,3 1-114,4 4 0,3 2 1,2 2-1,3 1 1,0 0-11,4-3 1,2 0 0,1 1 0,1 1-1,-1-1 1,0-1-4,-2 3 0,0 0 0,0 0 0,1-1 0,1 2-3,1 2 1,1 3 0,1-1 0,1-2 0,2-7-304,0-6 1,1-4 0,1 2 297,3 11 1,2 1 0,1-1 7,-2-11 0,1-1 0,0 1 0,4 8 0,0 1 0,2-2 5,0 0 1,5 1-9,1-7 1,4 3 0,3 3 0,0-2 0,-3-3 2,5 2 0,-2-2 0,3 2-5,-1-3 1,3 5-1,1-1 1,-1-3 0,-3-6 762,8 3 0,0-8-747,4-1 1,3-6-12,-13-11 0,1-4 0,-1 0 883,4 1 1,-1-1-923,6-4 0,-1-6-1600,3-12 1,-5-3-1639,-3 4 2621,1-2 1,-7 2-1,-22 15 1,-6 3 0</inkml:trace>
  <inkml:trace contextRef="#ctx0" brushRef="#br0" timeOffset="-18500.47">17720 1436 12938,'-5'-6'2566,"1"1"-2230,4 5 1468,0 0-840,17 13-247,2 0-347,-1-1 0,3 4-34,8 5 0,5 4 0,-2 0-1965,3 3 1,0 1 1647,-7-5 1,3 2-1,0 1 1,-4-1-13,-1 1 1,-2-1-1,-1 1-85,1 1 0,-1 1 1,0 3 68,-4 0 1,1 2-1,-2 2 1,-2 0-556,-3 1 1,-2-1-1,-2 2 1,1-1 537,0 0 1,1 1 0,-2-1 0,-3 0-737,-5 9 0,-3-1 0,-2-3-877,-2 4 1,-4-4 1367,-5-2 1,1-4 0,-4 7 0,3-16 0</inkml:trace>
  <inkml:trace contextRef="#ctx0" brushRef="#br0" timeOffset="-18000.47">17084 1305 21376,'4'-18'179,"6"2"-185,11 1 1,5-1-1634,-3 4 1,4-2 818,4-2 1,6-3 0,2-1 0,-5 1 409,-3 0 0,-3 1 1,2-1-1,11-3 1,4-1-1,-10 3 0,-2-8 1</inkml:trace>
  <inkml:trace contextRef="#ctx0" brushRef="#br0" timeOffset="-17705.47">17382 754 19527,'42'10'459,"0"1"0,-19-5 1,2 2-1553,10-1 1,5 2 0,-8 6-33,-10 17 1,-8 4 1124,-2-14 0,-5 1-550,-7 17 0,-12 0-313,-13-15 0,-6-4-776,3-1 1,0-1 1092,0-1 0,2-2 0,-5 2 1,19-15-1</inkml:trace>
  <inkml:trace contextRef="#ctx0" brushRef="#br0" timeOffset="-17396.47">17755 490 17487,'6'28'1638,"1"1"0,2 17-1606,-1-12 1,3 9 0,0 1-1,-1-6-1671,-2-1 1,-1-1 1584,3 8 1,0 5 0,-2-12 0,-5-12 0,-3-17 0</inkml:trace>
  <inkml:trace contextRef="#ctx0" brushRef="#br0" timeOffset="-17094.47">17694 484 16490,'14'-38'815,"0"1"0,11 17 1,6 6-1,-2 4-810,-4 8 1,1 4-1,20 5 1,-12 10 78,-38 15 0,-13 4-128,-1 1 38,-4-1 0,-2-1-83,-5-8-3188,3 10 2457,13-19 1,2 5 0,11-21 0</inkml:trace>
  <inkml:trace contextRef="#ctx0" brushRef="#br0" timeOffset="-16766.47">18100 512 13173,'0'-6'3276,"0"1"-1986,0 5-1212,-37 16-648,21 0 570,-6 0 0,1 1-23,11 10-1213,7-2 0,2-1 1191,7-1 427,20 9-971,0-37 1,2-9-300,-3 1 1,-1-3 612,1-2 0,-4-2 550,-4-15-1732,-35 9 2177,3 13-3997,-16-1 3230,12 14 1,8 0-1,4 0 1</inkml:trace>
  <inkml:trace contextRef="#ctx0" brushRef="#br0" timeOffset="-16228.46">18311 562 18563,'8'44'192,"1"1"1,-1 0 0,-3-14 0,-1-1 0,1 3-647,-1 9 1,-1 7 0,0-2 0,0-8 380,-2-6 0,-1-3-1566,1 27 1,0-21-1639,0-38 0,0-38 542,-2 0 1748,-4-2 1,-2-3 1843,-2 2 0,-1 0-179,-1 1 0,0-2 414,1 1 0,0-2 0,6 6-636,7 13 1,2 1 340,-4-14 0,6 6-718,26 22-600,-7 14 0,0 5 935,8 21 734,-9-5 1,-9 3-886,-24 9 1,-10 1 669,4-7 0,-2-3-933,-8 0 0,-1-5-3277,-3-1 2457,21-15 1,0-1 0,7-5 0</inkml:trace>
  <inkml:trace contextRef="#ctx0" brushRef="#br0" timeOffset="-16050.46">18729 676 16770,'1'-3'-3277,"1"-2"2539,-3 4 0,1-1 0,-1 2 0</inkml:trace>
  <inkml:trace contextRef="#ctx0" brushRef="#br0" timeOffset="-14978.46">12433 12560 19482,'17'9'3047,"6"-2"-4686,3-7 1,3-4 861,6-2 0,2 0 715,-1 0 1,0 1 681,-2-3 1,-1 4-621,-4 15 0,-3 2 0,-2-6 0,9 19 0</inkml:trace>
  <inkml:trace contextRef="#ctx0" brushRef="#br0" timeOffset="-14759.46">12666 12941 10573,'37'-19'366,"0"-1"0,-3 1 0,2 3-1459,0 6 1,3 2 0,1 0 1016,2 0 1,0 0 0,-1 0-1,-3 1 1,-1 1 0,-3 0-1,7 0 1,0 0 0</inkml:trace>
  <inkml:trace contextRef="#ctx0" brushRef="#br0" timeOffset="-14410.46">15194 12024 19572,'-1'-20'1092,"-18"33"0,-14 19 0,0 2-1853,9-9 1,0 1 0,-1 2 0,-2 1 787,0 0 0,-2 2 0,0 1 0,-2 0 0,0 1-18,1-3 0,-1 2 1,-1 0-1,1 0 0,2-1 1,3-3-14,-6 7 0,5-2 1,-1 0-11,2-2 0,-2 0 0,2-1 0,7-4-1444,5 3 1,7-14 1457,20-44 0,4-10 0,-9 23 0,8-22 0,0-1 0</inkml:trace>
  <inkml:trace contextRef="#ctx0" brushRef="#br0" timeOffset="-14080.46">14591 12051 11021,'23'25'546,"-1"1"0,1 0 0,6 2 0,3 1 0,2 0 0,-1-2 546,3 0 0,0-2 0,2 1-437,-7-4 0,2 1 1,2 0-1,-1 0 0,-2-1-308,0 1 0,0-1 0,-1-1 1,-2-1-1005,5 4 1,-2-1-1,-3-2 657,0 0 0,-5-2-22,-1 3 1513,-19-18-1524,-3-3-315,-1-1-2929,-9-12 0,-5-5 3186,-7-12 0,0-1 0,3 6 0,3 3 0,0-1 0</inkml:trace>
  <inkml:trace contextRef="#ctx0" brushRef="#br0" timeOffset="-13693.46">14174 11585 22562,'34'1'509,"1"0"1,1 0 0,2 0 0,3-1-1330,-6-1 1,1 0 0,1 0 0,0-1 436,1 1 0,1-1 0,-1 1 0,1-1 419,3-1 1,-1 0 0,1 0-1,2-1-168,-1 0 1,2-1-1,0 0 1,-1 1-1,-3 0 171,-2 0 0,-2 0 1,-1 1-1,1 0 236,8-1 0,2-1 0,-2 1 1,-7 1-276,-3 0 0,-8 2 67,-14 0 45,-8 1-49,-5 0-960,0 0-2380,-3 17 2457,22-13 1,-18 13 0,19-16 0</inkml:trace>
  <inkml:trace contextRef="#ctx0" brushRef="#br0" timeOffset="-13042.46">17076 11961 15303,'-29'5'1638,"1"0"0,-15 2 408,35-3-1755,8-3 2275,30 5-3190,-1-4 0,6-2 0,0 0 702,10 1 1,4-3-408,-16 0 0,4-1 0,2-1 0,0 0 1,0-1 325,3-1 1,0-2 0,1 1 0,-2-1-1,-3 1-147,7-2 1,-4 1 0,0 1-944,8 2 1,0 2 0,-26 5 272,-39 6 1,-13 12 0,14-16 0</inkml:trace>
  <inkml:trace contextRef="#ctx0" brushRef="#br0" timeOffset="-12697.46">17459 11774 21689,'38'12'2790,"-9"3"-2566,-10 7 0,-2 4-140,-6-4 0,-1 5 101,-4 10 0,-1 9 0,-1 1 0,0-7-524,1-3 1,0 0 335,-2 2 0,-1 7 1,0-2-1,-1-11-2854,-1-3 2857,0 2 0,0-16 0,0-6 0</inkml:trace>
  <inkml:trace contextRef="#ctx0" brushRef="#br0" timeOffset="-12243.46">17245 12861 24793,'-23'0'1636,"8"0"-1054,50-4-1675,1-1 1,7-1 0,0-1 473,-8 2 1,0 1-1,3-2 630,2 0 0,5 0 0,-1-1 1,-3 1 362,-3 1 0,-3 0 0,4-1-321,1 1 0,3-1 0,0 1 1,1-1-371,-2 1 1,0 0-1,0 0 1,0 1 316,-1-1 0,-1 0 0,0 1 0,-2 0-4,3 0 0,-2 0 0,-5 1-1017,11 0 1783,-23-1 834,-9 1-4873,-5-3 0,-4 1 0,4-8 2457,-4-7 1,-3 8 0,0-3 0</inkml:trace>
  <inkml:trace contextRef="#ctx0" brushRef="#br0" timeOffset="-11196.46">19754 11128 12501,'3'-8'2925,"0"2"-1996,-3 6 13,0 0-3524,37-32 3859,-19 24-969,5-10 0,-1 4 1034,-8 20 372,-3 18-1064,-7 7 0,-3 8 0,0-1-555,0 0 0,-1 3-6,0-2 1,-1 5 0,0 2 0,0-5-783,-1-2 1,1-4-1,-1 1 753,2-1 0,-1 0 0,2-1 539,3 2 0,2 0 1,0-5-567,9 13-27,-3-19 0,1-2 38,11 1-2060,0-10 2005,3-17 0,3-6-566,0-7 0,0-7-516,-2-5 1,0-6 0,-3 3 545,-3 0 1,-4 0 0,2-5 0,-9 7 0,-17 18 0</inkml:trace>
  <inkml:trace contextRef="#ctx0" brushRef="#br0" timeOffset="-10913.46">19478 11529 12623,'38'-11'541,"0"1"1,-7 1 0,1 1 732,0 0 0,2 1-2367,0 1 1,4 2 0,-1-1 774,-3 0 1,1 1-1,-1-1 1,-2 2 0,1-1-1,-4 1 1,0-1 0,0 1-1</inkml:trace>
  <inkml:trace contextRef="#ctx0" brushRef="#br0" timeOffset="-9591.46">20867 11767 15784,'-8'43'3276,"-3"-16"-2605,0 4 0,-4 9 0,-3-2-1764,-5-3 1,-3-1 0,-1-2 858,1 0 0,-1-1 0,0 0 308,0-2 1,-1-1 0,2-4 702,0-5 0,1-5-307,-7-3-384,18-47 1,5-13-87,-3 11-642,12-3 0,6-8 0,8 11 659,11 19 0,4 6-6,-4-7 0,3 5-6,17 21 1,1 12 44,-13 3 1,-1 5-57,1-2 1,-1 3-10,-7-3 0,0 3 0,-3-4-243,-4-6 1,-1-1-690,3 4 1,0-1-1399,3-3 2345,3-16 0,-15 1 0,7-5 0</inkml:trace>
  <inkml:trace contextRef="#ctx0" brushRef="#br0" timeOffset="-9261.46">21200 11688 16494,'0'31'3276,"0"-6"-3869,-2 2 1,0 7 0,-2 2 922,-3 0 1,-3 2 0,-1 1-1,0 0-190,0 1 1,0 0 0,-1 1 0,-1 1-119,1-3 1,-1 2-1,-1-1 1,0 0-1,1-3-245,0-2 0,1-1 1,-1-2-1,2-1 219,-1 3 1,0-1-1,2-5-63,0 0 0,4-8-3210,7-12 2457,22-48 1,-8 12 0,5-9 0</inkml:trace>
  <inkml:trace contextRef="#ctx0" brushRef="#br0" timeOffset="-8656.46">21480 12096 20625,'-33'-19'2308,"8"4"-2117,16-3-46,6 2-111,3-1-12,5-2-44,5 2-3255,28-3 2269,-11 11 1008,16 0 859,-19 17-870,-2 6-2291,-3 13 2296,-9 14 1,-4 6-765,-8-3 0,-2 2 770,1-9 0,0 1 0,-2-2 758,-8 9 1,-4-5-759,3-13 0,-3-3-742,-6 5 1,-2-1 769,1-6 0,0-2-28,2-1 0,0-2 1595,-9 0-1483,21-15-112,1-14-33,3-18-1,7-16 45,3 22 1,5 2 100,8 5 0,4 6 100,4 9 1,1 6-123,1 1 0,0 3 1100,-1 5 0,-2 1-1134,10 7-1190,-12-7 0,0-1 1067,8 5 33,4 2 1888,-17-12-5131,5-3 2457,-12-12 1,4 6 0,-13-7 0</inkml:trace>
  <inkml:trace contextRef="#ctx0" brushRef="#br0" timeOffset="-5492.46">22554 11179 17095,'9'-6'2432,"1"-3"-4071,5-6 1,2-5 1589,7-9 0,2-2 150,-2 1 0,1-2-300,-2 1 0,2-3 1,-2 2 246,-4 6 1,-1 1 0,1 0 260,7-10 1,3-2 0,-2 2-232,-6 8 1,-1 1-1,0 0-354,2 0 1,-1 0 0,-3 4 421,3-6 1363,-8 10-1307,-12 17-56,-1 1-157,-17 12 11,-5 3-34,-8 6 440,2-1-417,11-6 508,3 2-497,-6 12-23,8-10 12,-4 9 11,10-7-11,4-6 11,-1 3 33,11-4 79,13-3 0,3-2-100,7 5 10,-3-4 0,2 0-541,11 7 513,-15-4 1,0 2 5,-1-1 0,-1 0 5,-1 0 1,-3 1 28,5 8 33,-14-3-67,-2-1 123,-6-2 23,-3-1 1390,-29-2 1,-9-2-1481,7 2-17,-10-3 1,-4-3-29,14-6 0,4-2 797,-9 1-819,9 0 0,2 0-45,3 0-2219,-8 9 2275,15 4 0,-3-2 0,16 0 0</inkml:trace>
  <inkml:trace contextRef="#ctx0" brushRef="#br0" timeOffset="-4006.46">22026 11647 17666,'-8'-1'3276,"2"1"-1801,3 0-1060,2 0 1636,-1 0-1671,0 0 237,-1 0-393,0 1-89,1 0 245,0 0-100,1 0-212,0 0 201,0-1-235,9 1-12,8-3 28,21-5 1,15-3-576,-15 4 1,7-1 0,4 1 0,2-1-1,-2 0 1,-5 0 542,-3 0 0,-4 1 0,0-1 0,0 1 0,4-1-9,0 1 1,3 0-1,2-1 1,0 1 0,0 0-1,0-1 1,-3 1-383,-1 0 1,0 0-1,0 0 1,-2 0 0,-1 0-1,-2 1 373,3-1 0,-3 0 0,0 0 0,3 0-216,5 0 0,5-2 0,0 1 0,-1 0 0,-7 1 216,-4 0 0,-4 1 0,1 0-368,9-3 0,2 0 1,-4 1 507,-1-1 0,-2 0-73,4-1 0,-7 1 910,-15 1-853,-19 6-82,-1 0-3319,2 1 0,-3-3 0,-12 2 2457,-2-2 1,-2 3 0,6 0 0</inkml:trace>
  <inkml:trace contextRef="#ctx0" brushRef="#br0" timeOffset="-3233.46">23007 12033 21656,'3'28'1092,"-1"1"0,-1-5 0,2 1-741,5 11 0,3 1-38,-3-6 1,0 2-176,2 7 0,0 7 0,1-2-1231,-3-9 1,1 0 0,-1 1 907,1 1 0,0 2 1,0 0-1,-1-5 538,1 7 0,-1-5-331,1-3 1,-2-4 44,-2-9 79,0-4-123,-16-55-12,-2 13 0,-3-5-28,-5-4 0,-4-6 1,-2-1-1,2 5 870,4 5 0,1 3 0,-3-1-853,-2-4 0,-4-2 0,-1 2 0,0 8-965,-2 10 0,0 7 0,2 0 970,-1-5 1,-1 3-6,-11 5 0,3 6-2114,7 6 1990,15 1 80,3 2-46,13-1-1549,22-4 1,10-6-1639,14-7 2621,0-1 1,-1-3-1,-5-7 1,-10 0 0</inkml:trace>
  <inkml:trace contextRef="#ctx0" brushRef="#br0" timeOffset="-2737.46">22896 12031 20737,'-16'-10'3276,"4"-3"-1846,15 5-1150,7-5-30,19-1 0,13-1 1,0 1-222,-11 4 1,-1 0 0,4-1-686,5-1 1,6-3-1,3 1 1,-1-1 0,-5 2 356,5 0 1,-3 0-1,0 1 302,0-1 1,-1 0 0,-4 1 454,-4 2 0,-7 1-77,-7 1 146,-8 2-1155,-8 3-2649,-10 12 678,-4 2 960,-6 9 1,-2 3-1639,-4 4 2621,4-3 1,1-1-1,7-8 1,1-2 0</inkml:trace>
  <inkml:trace contextRef="#ctx0" brushRef="#br0" timeOffset="-1889.46">23412 12402 13824,'-4'-7'3276,"-1"-36"0,3 30-842,-2-28-4142,2 33 2235,0 5 455,0 0 150,5 38-829,4 8-128,-3-5 0,0 6 1,1-4-528,0-4 0,0-2 381,-2-2 1,1 3 0,-1-5 121,-1-2 1,-1-5-7,1 1-77,-1 6-68,-1-50-857,-2-13 857,1-8 0,-2-4-628,2 16 0,1 0 628,0 4 0,1-1 0,1-4 0,1 0 1947,6-11-1947,10 13 0,7 1 0,-1 5 0,2 0 0,7-7 0,1 4-974,-8 9 1,-3 4 973,9 4 92,-7 6-92,-8 3 1993,5 6-1993,3 29 0,-14-3 0,-2 3 0,2-3 0,-1 2 0,-3 0 0,-2 4 0,0-4 1239,2-2 0,-2-3-1239,0 3 0,1-2 0,7 6 0,-3-36 1178,0-4-1178,2-9-3277,-5-6 0,-4 8 2457,-1-4 1,-3 11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8:21:56.376"/>
    </inkml:context>
    <inkml:brush xml:id="br0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4450 2704 10334,'-5'25'1638,"1"1"0,-3 14 1638,-14-41 0,7-5-1270,-16-7-1849,11-16 0,3-5-157,2-1-1296,1-1 0,7-1 1252,30-3-434,-6 25 0,2 1 478,2-1 0,1 3 289,1 6 1,0 2-290,6 4 0,3 3-127,-2 5 0,4 2 0,2 2 0,-4-1 123,1 0 1,-2-1-1,1 3-2,1 1 1,3 2-1,-2 0 1,-6-1 10,-3 1 1,-6-1-6,3 3 224,5-44-179,-13-13-45,-4 13 0,-1 0-40,0-2 1,-4 11-28,-7 44 210,-9 8-125,4-9 1,-2 5 0,-4 5 5,-1-3 0,-4 4 0,-3 4 0,-2 2 0,0 0 0,0-2 0,0-2-10,1-1 1,0-2 0,-1-1 0,0 0 0,0 2 0,-2 1-10,3-1 1,-2 1 0,1 2 0,-1 1-1,-1 0 1,0-2 0,0 0 0,0-2 3,-3-1 1,0 0-1,-2 0 1,1-2 0,1-2-1,1-2 1,3-3 45,-7 8 1,3-5-1,-1 0-50,3 1 1,-1 2 0,0-4 0,4-14-1301,-10-20 1239,25-18 0,4-7 56,-4 0 0,1-2 148,1-7 0,6-1-160,11-2 1,7 6-34,-2 16 1,4 4 820,6-6 1,6 8-735,-4 22 0,6 10 0,0 4 0,-4-3 71,4 2 0,-1 1-113,-4-3 0,4 4 0,-1-1 0,-4-3 1228,-1-2 0,-1-3-1228,-2-1 0,1-2-1167,6-2 1,0-2 1138,-3-2 0,-1-4-850,-2-2 0,-1-3-590,10-11-267,-19-13-1542,-3-7 2901,-9 0 1,-2 0 0,2 4 0,-3 7 0,-1 0 0</inkml:trace>
  <inkml:trace contextRef="#ctx0" brushRef="#br0" timeOffset="218">4379 3299 20692,'40'-9'477,"0"0"0,-1 0 1,-3 1-1,-1 0 1,3 0-806,4-1 0,5 1 0,-2-1 1,-7 2-1,-6 1 0,-2 0 1,16-2-1,0 0 0,-1 0 1</inkml:trace>
  <inkml:trace contextRef="#ctx0" brushRef="#br0" timeOffset="686">6196 3282 14887,'-3'-2'3276,"0"0"-2174,23-4 0,10-1-1057,0 2-1138,2 0 1,7-1 0,-5 2-2185,11 4 1638,-12 2 1,-2 2 894,-10 8 1,-10-3 0,-6-2 0</inkml:trace>
  <inkml:trace contextRef="#ctx0" brushRef="#br0" timeOffset="865">6303 3507 20412,'37'-9'-469,"0"1"1,1-1 0,-1 1 0,0-1 0,9-1 0,-2 1 0,1-1 103,-1-1 1,3-2 0,-3 0 0,-6 3 0,-6 2 0,-5 0 0,-2 2 0,-1 0 0</inkml:trace>
  <inkml:trace contextRef="#ctx0" brushRef="#br0" timeOffset="1309">8835 2526 20703,'-23'29'476,"0"0"0,-1 0 0,1 0 1,-7 8-1,0 0 0,2-3-370,-4 2 1,2-2-1200,9-10 1,0-1 0,-3 3 549,-3 3 1,-3 2-1,-1 1 1,3-3 837,4-5 1,2-1 0,-1 1-375,-4 2 1,-3 3 0,2-1 0,5-6-3199,-10 7 2457,8-22 1,17-5 0,8-17 0</inkml:trace>
  <inkml:trace contextRef="#ctx0" brushRef="#br0" timeOffset="1591">8294 2635 20513,'17'31'819,"0"1"0,7 4 0,2 3 0,-1-3-973,-2-3 1,1-1 175,0 2 1,3 2-1,1 0-958,-2 0 0,0-1 0,1-1 835,-2-5 0,0-3 0,-1 1-747,0 1 1,-1 0-1,-1-5-791,3-2 1,-8-12 1534,-20-34 1,-6-7-1,5 11 1,-5-7-1,1 1 1</inkml:trace>
  <inkml:trace contextRef="#ctx0" brushRef="#br0" timeOffset="2034">7871 2200 13565,'38'7'481,"-1"1"1,1 0 0,-2-2 0,-1-1 0,6-3-408,-5-4 1,5-2 0,2-3 0,1 0-1,-2 0 1,-4 1-45,-2 1 1,-3 0 0,1 0 0,4 0 184,0-1 1,4-1 0,4 0 0,1 0 0,-2 0-1,-3 1 1,-5 1-209,8-1 1,-6 1 0,-1 1 216,-5 0 1,-1 0 0,-3 0-124,21 0-101,-50 4-504,0 0-2773,0 18 0,7-7 2457,13 15 1,-8-18 0,5-2 0</inkml:trace>
  <inkml:trace contextRef="#ctx0" brushRef="#br0" timeOffset="2503">9917 2596 20244,'34'11'2331,"9"-7"-3970,-12-7 1,3-3 1048,2-1 1,4-1 0,-1 0 657,-8 1 1,0 0 0,2 0-69,7-2 0,3 0 0,2 0-245,-7 4 0,3 0 1,-2 0-1,-5 1-159,3-1 1,-1 1-236,1-1 1,3 1-1,-15 3-2638,-18 5 2678,-14 7 0,6-5 0,-5 3 1</inkml:trace>
  <inkml:trace contextRef="#ctx0" brushRef="#br0" timeOffset="2885">11580 2324 20031,'-15'-1'3276,"2"18"-4096,9 10 1,3 13 0,2 6 0,-1 0 822,-2-8 1,-1 3 0,0 1-1,0 0 1,-1 1 0,1-2 236,1 0 0,-1-2 1,1 1-1,0 0 1,-1 0-1,0 2-247,0-1 1,-1 4 0,-1 0-1,1 0 1,0-2 0,0-3-1,1-5 31,0 5 1,0-6 0,1 0 0,-2 2-1,1-1 1,1-7 0,3-3 0</inkml:trace>
  <inkml:trace contextRef="#ctx0" brushRef="#br0" timeOffset="3301">11421 2292 7413,'7'44'409,"0"-1"1,1 1-1,-1 0 1,0 0-1,3 4 1,-1 0 0,3-5-1,5-10 1045,18-5 1,5-15-1388,0-13 1,1-11 343,-2-11 0,-3-8-383,-6 0 0,-4-4 310,-8 2 0,-3-3 0,-3 2-260,-3 0 0,-3 1 112,0 1 1,-1 3 2367,-4-1-2435,-6 50 286,3 22 0,1 7 1090,-1-12 0,3 2-1485,1-6 0,2 4 0,3 1 0,5-5-238,11 1 0,6-4 0,-1-2-449,2 6 1,3-4-421,-3-9 1,2-4 0,-1-6 483,-2-9 1,-5-5 0,3 2 0,2-2 0</inkml:trace>
  <inkml:trace contextRef="#ctx0" brushRef="#br0" timeOffset="3800">8404 4106 19117,'43'-11'215,"0"-1"1,1 1 0,-1 0-1,0-1 1,0 1 0,1-1-1,-1 1 1,3-1 0,-4 1 0,-1 0-1,3 0 1,6 0-436,-13 2 1,3 1 0,3-1-1,2-1 1,1 1 0,2-1 0,1 0-1,0 1 1,0 0 0,0 0 0,-1 0-1,-2 1 299,-3 1 0,0 1 0,0-1 1,-1 1-1,1 1 0,0-1 1,0 0-1,0 1 0,0-1 1,0 1-1,1 0 0,-1-1 1,1 1-212,1-1 1,1 0 0,0 0-1,0 0 1,0 1 0,0-1 0,0 0-1,0 1 1,1-1 0,-1 0 0,0 1-1,0 0 1,-1-1 152,1 1 1,-1 0-1,1 0 1,0 0-1,1-1 1,-1 1 0,-1 0-1,1 1 1,-2-1-1,0 0 1,0 1 0,-2-1-1,-1 1-14,7-1 1,0 1-1,-1-1 1,-2 1-1,0 0 1,-1 0-1,-1 0 1,-2 1-1,-1-1-126,4 0 0,-3 1 1,-2 0-1,0-1 1,1 1-1,3-1 144,-2 1 0,3-1 0,1 0 1,1-1-1,0 1 0,-2 0 0,-2 0 1,-3 1-233,3-1 0,-4 1 1,-2 0-1,1 0 1,1-1 219,4 0 0,2 1 0,2-1 0,-2-1 0,-5 1 0,-8 1 499,4-3 1,-9 1-580,-3-3 925,-16-2-4135,-32 2 3083,3 3 0,0 1 0,13 2 1</inkml:trace>
  <inkml:trace contextRef="#ctx0" brushRef="#br0" timeOffset="4634">10510 4019 9132,'23'-30'3276,"-30"4"-2175,-16 23 1,-8 9-960,-1-1 0,-3 3 0,1 1-231,2 0 1,0 1 0,0 1 200,-2 3 0,-1 2 0,2 1-54,-1 1 0,1 2 0,2 0-2,-3 1 0,1 2 301,7-5 1,-1 2 0,4-1-358,6 0 0,3-2-263,-3 14 252,13 8 810,16-14-799,15 4 1902,15-19-1880,-16-6 1,1-2-40,4-2 0,-1-1 23,1-3 0,1-2 16,8-4 0,-2-4 12,-9-3 0,-4-2-599,1-4 1,-8 0 598,-15-13-34,-27 9-12,-16 16-10,4 9 0,-4 4-629,-1 10 1,1 3 582,-2-2 1,3 2-73,5 7 0,7 5-1499,9 10 1,10 2 1091,12-10 1,2-1 0,-7 4 0,3-3 0,21-4 0</inkml:trace>
  <inkml:trace contextRef="#ctx0" brushRef="#br0" timeOffset="4986">11295 3827 12036,'-22'41'172,"0"-1"0,-1 1 1,1 0-1,0-1 1,0 1-1,0 0 1,-1-1-1,1 1 1,2-2-1,0 1 1,0 1-1,-1 1 0,1 0 1,0-1-1,0 1 1,1-2-1,1-1 1,1-1-1,0-3 374,-2 9 0,0-3 0,2-2 0,1-1 0,0 1 0,-1 1-435,1 0 1,0 2 0,0 1 0,-1-1 0,2-1 0,1-3 0,1-3 244,-3 7 0,-1 0 0,5-9 0,10-17-356,20-26 0,-28 50 0,30-77 0,0-1 0</inkml:trace>
  <inkml:trace contextRef="#ctx0" brushRef="#br0" timeOffset="5324">11298 4465 12618,'-10'43'468,"-1"1"0,0-1 0,1 1 0,0-3 0,0 0 0,1-2 0,1-3 1170,-1 6 0,2 1-1503,3-5 0,-1 5 1,1 0-1,0-6-23,0-4 0,0-1-75,1 8 1,0 2-1,1-22-37,2-40 39,-4-8 1,-1-4-40,-2 5 0,-1 0 563,-5-13 0,-2 0-507,-1 11 0,-3 0 22,-4 1 1,-4-2 0,2 4-356,3 3 0,-1 2 316,-12-10 0,2 7-39,12 18 1803,4 17-2038,10 8-1404,8 4 1,4 2-1639,15 10 1638,-4-13 1,3-2 1209,23-2 0,-17-9 0,-4-4 0</inkml:trace>
  <inkml:trace contextRef="#ctx0" brushRef="#br0" timeOffset="5536">11322 4493 14417,'3'-33'462,"0"-1"1,3 3 0,7 6-474,9 16 0,7 6-98,4-1 1,4 1 0,-3 1-304,-3-1 1,1 2-682,2 4 1,3 1 0,-8 3 357,-2 9 0,-2 2 0,-22-7 1</inkml:trace>
  <inkml:trace contextRef="#ctx0" brushRef="#br0" timeOffset="6109">11682 4832 23236,'-13'-28'698,"-1"0"0,1-4 1,5 1-587,14-1-3389,7-9 2113,10 23 0,3 4 1047,9-2 111,-7 7 1,-1 6 1033,4 16-1028,-4 12-620,-16 4 0,-4 10 0,-2-3 614,-5 1 1,-2 1 435,-1 4 0,-1 3 0,-5-4-430,-9-3 0,-4-5 597,2-1 0,-4 1-438,1-5 1,-3 2 0,-1 0 0,4-5-132,3-1 0,1-1 2,-10 6 0,-2 2 0,19-13 15,42-26-57,-4-1 40,-1 1 0,1 0 3007,12-5-3041,-11 6 1,-1 0 1084,4 0-1101,4-1 212,-26 6-156,-8 2-292,0 0-3019,-5 0 0,-2 0 0,-6 0 2457,-1-3 1,6 2 0,2-3 0</inkml:trace>
  <inkml:trace contextRef="#ctx0" brushRef="#br0" timeOffset="6655">11791 4857 14707,'-3'35'1019,"1"0"1,0-1 0,0 1-811,1-1 0,0 4 0,0 0-75,-4 0 1,0 1-1,0 0-127,2-3 1,1-1 0,-1-1 754,-5 10 1,2-11-662,5-24 1104,0-30-1205,1-6 1012,0 1 1,1-6-991,3 3 1,3-4 0,2-1-37,4-5 0,4-4 0,1 0 0,-1 2 11,-4 8 0,0 1 0,1 0 0,2 0-564,5-11 0,2-4 0,3 6 0,3 13 612,3 17 0,2 11 0,-3 1-122,1-4 0,-2 8 252,-2 10 1,0 9 0,-5 3 25,-11 3 1,-5 4 0,1 2-166,4 3 1,2 3-1,0 0 1,-1-3-37,-1 0 0,-1-2 0,4 1 0,2 0 0,5 4 0,1-4 0,1-11-1639,6-14 1,2-7-1,5 2 1,1-7 982,-1-14 1,-5-6-1,-3-3 1,-4-1 0</inkml:trace>
  <inkml:trace contextRef="#ctx0" brushRef="#br0" timeOffset="7904">19255 1858 7167,'1'-30'1092,"0"0"0,4 2 0,5 9 2184,18 29 0,2 8-2146,-6 19-1358,-14-3 1,-4 4 589,-2-5 1,-2 1-1,0 1-394,-2 1 0,-1 0 1,-1 1 158,-1 1 0,-1 1 0,-2 4-78,-2-2 0,-3 5 0,-1 1 0,1-1 0,2-7-38,1-3 0,2-4 1,-1 2-8,-2 3 1,-2 4-1,1 1 1,2-3-1,6-9-500,6-4 0,6-7 540,14 4 1072,11 0-1116,7-19-248,-11-11 0,1-2-184,-7 2 1,1-1-662,4-5 1,4-3 0,-5 0-547,-2 0 1,-1-1-1,7-5 1,-3-2 1135,-1-12 0,-13 16 0,-9 2 0</inkml:trace>
  <inkml:trace contextRef="#ctx0" brushRef="#br0" timeOffset="8238">18915 2365 20221,'39'-4'3276,"-4"-1"-4369,2-3 1,10-3 0,-1 1 561,-3 3 1,-1 0 0,-1 1 500,1-2 0,0 0 0,-1 2-946,-4 2 1,-1 0-1,-9 2-2301,-7 2 2457,-4 0 1,-17 0 0,1 0 0</inkml:trace>
  <inkml:trace contextRef="#ctx0" brushRef="#br0" timeOffset="8638">20458 2242 15042,'-21'2'3276,"13"0"0,33-2-2165,8 0-2750,8-2 1,3-1 1415,-17 2 0,1-1 459,16-1 1,0 0-416,-5 0-1458,-5 2 1637,-4 2 0,-14-1 0,-3 1 0</inkml:trace>
  <inkml:trace contextRef="#ctx0" brushRef="#br0" timeOffset="8888">20455 2443 20098,'39'-4'165,"0"1"0,4-3 1,4-2-1,-2 0-1258,-11 1 1,-2-1 0,1 0 623,8-2 1,0 0 0,-4 1 0,-7 2 0,-6 1 0,-6-1 0</inkml:trace>
  <inkml:trace contextRef="#ctx0" brushRef="#br0" timeOffset="11527">24309 1532 15784,'0'-4'1638,"-20"17"0,-8 11 409,-1 8-1756,7-10 0,-3 3 0,1-1 45,3 3 1,-1 1-1430,0 1 1,-3 1 0,0 0 567,-4 6 0,0 0 653,3-5 0,-2 1 0,2-2-50,-2 2 1,0-1-383,1-2 1,-2 3 0,2-3 247,-3 5 0,2-3-113,-4 4 1,4-4-3109,5-5 0,21-32 2457,1-23 1,1 14 0,0-12 0</inkml:trace>
  <inkml:trace contextRef="#ctx0" brushRef="#br0" timeOffset="11877">23743 1700 8680,'33'28'273,"-1"0"0,1 1 0,0-1 0,0 0 0,0 0 0,0 0 0,1 1 0,1 0 0,-1 0 0,-1-1 0,-3-1 0,-4-3 819,1 5 0,-5-2 0,-2-2 125,-1-2 0,-1 0-594,7 10 0,-3-3-623,-13-13-56,-2-5-3221,-2-18 0,-1-6 3029,-3-10 0,0-3 0,-1 4 0,0-12 0</inkml:trace>
  <inkml:trace contextRef="#ctx0" brushRef="#br0" timeOffset="12830">23413 1335 13556,'-32'10'3276,"4"-2"0,26-6-1570,10-1-238,10-1-975,20 0-2030,3-2 0,7-2 1637,-8 1 1,1-2 0,1 1-203,1-1 1,1 1 0,0-1 134,1-1 1,0 0 0,2 0-343,-4 1 0,2 0 0,1 0 0,-2 0 342,-3 0 1,-2 1-1,1 0 1,0 0-18,0-1 1,2 1 0,-3 0 0,-2 0-10,0 0 1,-4 1 0,-7 1 1213,-6 1-1086,-12-1 1546,-4 2-4958,-3 0 0,8 0 0,9-1 2457,16-5 1,-13 3 0,1-2 0</inkml:trace>
  <inkml:trace contextRef="#ctx0" brushRef="#br0" timeOffset="13648">25199 1878 11224,'-3'-3'3276,"0"0"-20,-28 3-522,15 6-2185,-19-3-68,26 4-51,7-6-150,2-1 1805,24 2-3319,10-2 0,6-1 1350,-9-1 0,3-1 0,0 0-102,3 0 1,2 1 0,-2-2 15,-2 0 0,-2-2 0,-1 1-8,3-1 1,2 1-663,3-1 0,4-1 1,-4 1 678,-4 0 0,-1 2-21,-2-1 1,3 0 0,-7 1-763,-1 0 1204,-15 3 1203,-5 0-1574,-8 1-3366,0 0 0,-4 0 2457,3-2 1,-2 1 0,3-1 0</inkml:trace>
  <inkml:trace contextRef="#ctx0" brushRef="#br0" timeOffset="14765">26717 1420 19470,'0'-32'919,"0"17"-257,0 46 85,0 1 0,0 7 0,0 2-1251,0 0 0,0 1 0,-1 3 531,1-6 0,-1 3 0,0 1 0,0 0 0,0-4-106,0 0 1,0-3 0,0 1 0,0 1 73,0 1 1,0 2-1,-1 0 1,1-1 0,0-4-729,0 2 0,0-3 1,1-1 724,-1 5 1,0-1-1,1-5-37,0 12-3232,4-57 0,-1-9 0,4-23 2621,-3 18 1,-1 2-1,0-5 1,0 2 0</inkml:trace>
  <inkml:trace contextRef="#ctx0" brushRef="#br0" timeOffset="15242">26753 1435 12925,'-4'35'546,"-1"0"0,0 0 0,1 0 0,-1 13 0,1 1 0,4-6-1400,10-4 0,3-4 971,-2-4 1,2-2-51,1-4 0,2-6 1620,4-9-1486,-2-10-1205,16-19 1004,-14 3 0,0-4-28,6-12 0,-3-4 146,-9 7 0,-1-1 0,-1 0-129,0-7 0,-3 0 485,-2 0 0,-3 4-350,-2-2 44,-2 11 100,0 12-256,-2 28 694,-1 30-477,1-20 1,1 1-20,-2 6 0,3 0-25,6-3 0,3-1-1076,7 12 902,-1-16 1,3-2-12,18 2 0,6-7-17,-19-12 0,4-2-1076,5-4 1,4-2 0,-3-3 594,0-1 0,-2-2 1,11 1-1,-6-1 0,-15-5 1</inkml:trace>
  <inkml:trace contextRef="#ctx0" brushRef="#br0" timeOffset="17051">23147 3340 17778,'0'-6'1300,"14"0"-2939,21-3 1,9 0 1242,-4 1 0,4-2 427,-12 4 1,3-1 0,1-1-1,0 1 95,-1 0 0,-1 0 0,1 0 0,1 1-202,3-2 0,1 1 0,1 0 0,4-1 132,-7 1 0,3 1 0,2-1 0,1 0 0,1-1 0,1 1 0,-1 0-192,-1 0 0,1 0 0,1 0 1,0 0-1,1 0 0,-1 0 0,1-1 1,-1 1 143,-4 1 1,0 0 0,0-1 0,0 1-1,0-1 1,0 1 0,0 0 0,0-1 0,0 1 108,-1-1 1,1 1-1,-1 0 1,1-1 0,-1 1-1,1 0 1,-1-1 0,0 1-1,1 0-117,3-1 0,-1 0 0,0 0 0,1 0 0,-1 0 0,3-1 0,1 0 0,2 0-27,-10 2 0,2-1 1,1 0-1,2-1 1,1 1-1,0-1 1,1 0-1,0 0 1,0 1-1,0-1 1,-1 0-1,-2 1 1,0-1-1,-2 1 23,6-1 1,-2 1 0,0-1-1,-2 1 1,0-1 0,0 1 0,0 0-1,1-1 1,0 1 0,1-1 1,-3 1 0,2-1 0,1 0 0,1 0 0,1 0 1,-1 1-1,-1-1 0,-1 0 0,-2 1 0,-3 0 0,-2 0 0,-5 1 652,20-3 0,-6 0 0,-6 1 0,-6 1-572,-8 2 0,-3 1-33,8-3 0,-10 2-45,-20 5 86,-1 0-209,2 0-3154,0-2 0,1-4 2593,0-7 1,-3 5 0,0-2-1</inkml:trace>
  <inkml:trace contextRef="#ctx0" brushRef="#br0" timeOffset="20600">10544 4328 10260,'-21'-9'1165,"4"2"-716,14 7-203,2 0-55,-1 0-90,-4 0-23,-1-2-67,-2 1-3280,0-3 3225,5 3 77,0-1-66,4 1 122,-1 1-66,-1 0-46,1 0 494,-1 0-427,0 11-167,3 20 123,32-2 0,-24 2 0,25-19 0</inkml:trace>
  <inkml:trace contextRef="#ctx0" brushRef="#br0" timeOffset="22357">24676 3325 8198,'3'2'707,"0"0"-461,-3-2-56,21 7-134,-10-6-56,17 6-3277,-12-7 1440,1 0 2696,-3 0-847,-4 0-1,-9 0 3265,1 0 0,-2-2 0,1 1 0,-1-4 0,-2-3-2628,-3 1-345,-5-1-157,-4 4-3168,-27 2 3173,16 8 0,0 0-106,0-2 0,-1 3-1033,-11 16 1,4 2 953,10-2 34,4-2 0,2-1-33,10-7-1735,4 5 1757,2-8 1622,3 4-1611,6-8-86,16-2 1,6-1 85,-3-1 0,2-1 5,9 2 1,2-1-770,-1-1 0,0 2 758,-5 5 1,-1 0 758,-5-1 0,-1 0-759,-1 4 1,-5 2-1501,-4 4 1601,-8 6 0,-3 5 1378,-1 13-1389,-4-12 0,-3-1 95,-13 5 68,-4-17 0,-6-3-284,-18 0 1,-4-2 120,10-1 0,-1-1 515,6-4 0,-2 0 0,0-4-588,-7-6 1,0-3-1,5 0-196,10 5 0,0-1-1454,-26-7 1,18 0 818,35 9 1,3 3 0,3-1 0</inkml:trace>
  <inkml:trace contextRef="#ctx0" brushRef="#br0" timeOffset="23352">25682 3189 11672,'1'-5'3276,"0"2"0,4-17 0,-3 15-2706,3-14 316,-5 19 940,0 0-1636,0 2 135,-1 4-168,-3 5-45,-3 4-1556,-6 16 1,-2 3 1510,5-12 0,0 0 15,-1 4 0,-2 3 0,0 3-585,-1 0 1,-1 1-1,-1 3 1,0 1 508,0-1 1,0 3 0,0 0-1,0 1 1,-1 1-260,1-4 0,0 1 0,-1 1 1,1-1-1,0 1 0,0-1 253,0 0 0,0 1 0,1-1 0,-1 0 0,2-2 0,0-2 22,-2 2 1,2-1-1,0-3 1,1-1-1,-6 15 1,2-7-12,0 0-11,10-22 78,7-15-2240,0-1 1920,2-1 242,37-25 0,-27 17 0,7-5 0,0-1 0</inkml:trace>
  <inkml:trace contextRef="#ctx0" brushRef="#br0" timeOffset="24608">24340 4078 12468,'-3'0'896,"0"0"2380,1 1-109,5-14-2708,5-2 68,11-17-1455,-1 6 0,6-4 0,-1-1 1159,0 0 1,0-1 0,3-2-150,-5 6 1,3-3 0,1-1 0,-1 1 0,-1 2-523,6-8 1,-2 1-1,3-1 496,-4 5 0,3-3 0,0 0 0,-1 2 0,-5 5 22,5-5 1,-2 1 63,4-4 0,2-5 0,-10 11-85,-13 12-24,-1 1 2147,-8 13-2101,0 2 3142,-2-3-3277,-6 2 56,-2-1-11,-2 4 0,-2 4 639,-2 4-639,-1 3 11,-5 5 0,3-1-3277,-13 13 3208,11-6 0,-1 2-1099,2 0 1,0-1 1167,1 0 0,3 0-210,-1 12 199,13-17-23,1 4 23,4-2 1615,5-7-1626,4 3 3032,7-8-2876,14-1 0,6-1-434,-8 0 0,1 0 300,12 2 0,-1 0-16,-13-4 0,-2 5 23,-3 12 1,0 7-1,-4-1 32,-5-2 0,-2 2-667,0 10 1,-1 5 0,-8-4 851,-14-6 1,-8-3-74,0-1 0,-3-2-1014,0-10 1,-5-3 1056,-3-4 0,-5-2 0,1-2-505,2-1 0,0-1 1,0 0 317,-6 2 1,-2-1-1,2-2-330,5-2 1,1-3 0,3 0-1034,-16-3 309,9-1-1452,25 2 860,30 2 1,11 0 982,9-3 1,-11 2-1,-2 0 1,-3 1 0</inkml:trace>
  <inkml:trace contextRef="#ctx0" brushRef="#br0" timeOffset="25537">25856 3722 18665,'0'-28'516,"0"14"-3690,2 57 3477,3 1-68,-2-9 1,2 0 606,1-8 1,1 0-759,3 12 0,3 2-67,0 0 0,0-1-12,0-1 1,0-1 16,1 0 1,-2-4 893,-3-5-704,-1 1 372,-17-23-112,-24-22-449,-5-5-12,7-2 0,-6-5 0,4 3 918,5 3 1,1 1-930,-2-2 0,-2-1 0,4 4 67,-6-4-11,6 6-224,15 9-67,3 2-90,9 6 11,5-1-1325,16-1 1,5-1-1639,9-1 2862,-1 0 0,-2 0 0,-11 1 0,-6-1 0</inkml:trace>
  <inkml:trace contextRef="#ctx0" brushRef="#br0" timeOffset="25810">25872 3634 20154,'33'-19'416,"0"0"1,0 0-1,-1 0 1,9-4 0,-1 1-1,-4 4-276,-8 8 0,1 2-101,15-1 1,-1 1-203,-19 3 1,0 1-404,9 0 0,-4 4-1978,-13 8 2544,-10 28 0,-3-21 0,-2 15 0</inkml:trace>
  <inkml:trace contextRef="#ctx0" brushRef="#br0" timeOffset="26341">26309 3899 16143,'-7'0'3276,"-3"0"-1230,10 1-253,-3 28-2491,6 12 860,-3-14 1,1 2-68,1-2 1,0 0-1292,-2 3 1,1-2 1453,-1 6-168,0 4 190,0-29 684,0-10-886,0-23-2121,0-4 2032,4-1 0,1-8 0,2 3-542,7-6 0,2 1 568,-4 6 0,-1-2 0,3 5 726,8-2 1,2 7-742,10-2-787,-10 17 1,2 3 719,10-3 1584,11 13-1495,-26 10 1,-1 7 33,-3 4 0,-2 5 0,0-1-11,5 7 0,-2 1-160,-5-5 0,-1 1 0,-1-2 115,-4-7 0,0-1-23,4 11 1,1-1 22,2-6 0,1-1 0,-5-1 0,1-2 0,9 0 0</inkml:trace>
  <inkml:trace contextRef="#ctx0" brushRef="#br0" timeOffset="36078">11386 6216 9838,'1'-6'415,"0"1"1647,-1 5-1637,7 7 1969,-2-2-1934,6 8-2277,1 4 2333,0 6-270,0 2 941,-3 3-884,1 16 48,0-7 1,1 8-1,0-4-329,-1-3 1,-1 0 10,3 5 1,1 3 0,-2-9 145,2 1-118,-1-12 1,2 1-23,7 5 0,2 1-355,-4-6 0,1 0 321,6 3 1,1-3-907,7 2 935,-7-7 0,2 1-691,4 1 0,2 0 657,1 0 0,0-1 668,1-1 0,3-2-661,-9-8 1,2-1-1,-1 0 10,7 1 0,1 0-14,-5-3 1,2 0 0,-1-1-473,3 0 1,3-1 493,-7-1 1,5 0-1,2 0 1,1 0-18,-6-2 1,1 1 0,1-1 0,1 1 0,3-1-14,-3 1 0,2 0 1,2 0-1,1 0 0,-1 0 1,0 0-1,-3-1 294,4 0 1,-3 1 0,-1-2 0,3 2 0,6-1-281,-13-1 0,4 1 0,2 0 1,3 0-1,1 0 0,0 1 0,0-1 1,-1 0-1,-1-1 0,-4 1 0,-3-1-266,6 0 1,-4 0-1,-3 0 1,1-1-1,1 1 1,5 0 253,-4 0 1,4 0 0,3 1 0,2 0 0,0-1-1,0 1 1,-1-1 0,-3 1 0,-2-1 0,-5-1 282,5 1 1,-3-1 0,-4-1 0,0 1 0,1-1-273,8 1 1,-1 0-1,0 0 1,0 0-9,-2-1 0,0 1 0,0-1 0,0 0 14,3 1 0,0-1 0,0 1 0,1-1-6,-1 1 0,0-1 1,0 0-1,-1 0-14,-1 0 1,1 0-1,-2 0 1,-2 0 5,0 0 0,-2 0 0,4 0-9,-2 0 0,4 0 0,1-1 0,1 1 0,-2 0 9,3 0 0,-1 0 0,-1 0 0,3 0-3,-6 0 0,1 0 0,1 0 0,1 0 0,2 0 9,-6 0 0,2 0 1,1-1-1,1 1 1,-2 0-1,-3 0 1,-3-1-7,1 1 0,-4-1 0,0 1 0,3-1 0,2 1 0,4-1 0,2 1 0,0 0 0,-2-1 0,-6 0-15,4 1 0,-4-1 0,-1-1-467,1 1 1,0 0-1,4 0 491,-3 1 0,4-1 0,1 0 0,2 0 0,-1-1-2,-5 1 1,0-1-1,0 0 1,1-1-1,-1 1 1,0 0-12,1 0 0,-2 1 0,1 0 1,0-1-1,1 0 0,2 0-129,2-1 1,2 0 0,2 0 0,0-1 0,-1 1 0,-2-1 0,-3 1 134,0-1 0,-3 1 1,-1 0-1,-1 0 0,3 0-1,-1-1 1,1 1 0,0-1 0,1 1 0,-2-1 0,-2 1-2,7-1 0,-1 1 0,-2-1 0,0 1 19,-2-1 1,-2 0 0,3-1 0,6 0-19,-10 1 0,4-2 0,4 1 0,3-1 0,1-1 0,1 1 1,-2 0-1,-1-1 0,-2 2 0,-5-1 8,4 1 0,-3-1 1,-3 1-1,-1 0 1,3 0-1,4-1-9,-5 1 0,4-1 0,1 0 0,3-1 0,0 1 0,-1-1 0,0 1 0,-3 0 0,-2 0 0,-4 0 29,7 0 0,-5-1 0,-2 1 0,-1 0 1,2 0-33,4-1 1,1 0 0,0 0 0,0 0-1,-1 0 7,0 0 1,-1 1-1,0-1 1,1 0 0,2 0 4,-1 0 0,3-1 1,0 0-1,1 0 0,-2 1 1,-2-1-8,-3 1 0,0-1 0,-2 1 1,0 0-1,0 0 205,1 0 0,0-1 1,0 1-1,0 0 1,0-1-199,1 0 0,2 0 0,0 0 0,-2 0 0,-3 0 24,7-2 1,-3 2-1,4-2-36,-6 2 1,4-1 0,1 0 0,-1 0 0,-3 1-4,-2 0 1,-3 1-1,0-1 1,0 0 318,7 0 1,1-1 0,-1 1-1,-2 0-313,3-1 0,-2 1 0,1 0 18,1 0 1,0-1 0,0 0-19,0 0 0,1 1 0,-2-1 0,-3 1 0,-1 0 0,-1 0-440,-2 0 1,-1 0 0,3-1 489,3-1 1,4-1-1,0 0 1,-3 0 425,0 1 1,-2 1 0,4-2-459,-4 1 0,4-1 0,1-1 0,0 0 0,-3 0-78,-1 1 1,-1-1 0,-1 1 0,0 0 59,1-1 0,0 0 0,0 0 0,1 0 25,6-3 0,1 0 1,-1-1-1,-4 1 8,-6 2 1,-2 0 0,-1 0-8,-1 1 1,0-1-1,-3 1 954,2-1 1,-1-1-909,6-3 1,0-1-662,-5 3 1,-1-2 610,7-2 1,-2 0 394,-9 4 0,-2 1-417,1-2 0,0 0 50,1 0 1,3-1-18,-2-1 1,3-1 0,-3 2-921,2-2 1,0 1 892,3-4 0,-2 2 938,3-4-827,-1-5 1,2-4-51,-9 6 1,0 0-68,-3 4 0,0-1 0,0-2 59,1-6 1,-2-3 0,-2 4 18,-5 6 1,0 0-64,1-3 0,2-4 0,-4 4 2342,2-14-2290,-4 2 1,0-4-1146,-2-1 1,1-3 1114,-3 10 0,1-1 1,-1 2-593,0-9 1,-1 4 554,-2 9 0,0 4 1681,1-14-1659,-2 2-1755,1 2 1761,-3 14 0,1 0 17,-1 0 0,0 0-34,0-16 1071,0 11-1082,0 21-11,0 7-56,0 1 2335,-1 3-2235,-15 14 1,-5 6-34,-3 5 1638,-2 0 0,-3 4-1547,5-7 0,0 1 0,1-2-69,0 0 1,0 0-23,-10 11 0,3-4-56,9-8-3221,14-17 3251,5-3 250,2-2-190,3-15-488,10-10 1,8-10-1,2-2 1,-4 6 425,-3 2 0,0 0 33,4-4 1,4-6-1,-1 2 1,-4 10-6,1 3 1691,-6 10-1691,-4 3 0,-6 8-78,-3 2 22,4 0 78,1 0 2396,5 0-2418,3 4-3088,9 8 3099,1 4 0,1 3-11,-5-3 0,1 1-760,13 11 1,-2 1 770,-14-12 0,-1 0-11,14 15 0,-17-14 11,-8-10 45,-3-3 34,-1-1-57,-1-3 3243,-1-1-6553,2 0 2457,-19-12 1,15 10 0,-16-10 0</inkml:trace>
  <inkml:trace contextRef="#ctx0" brushRef="#br0" timeOffset="38512">2110 13506 18698,'2'-5'1299,"0"1"-1299,3 4 56,4 0-3333,32 0 2460,-10 0 902,-2 0 1,2 0-25,-9 1 1,3-2-618,14-1 1,6-2-1,1 0 600,-1 0 1,0-1 0,4-1-32,-13 1 0,2 0 0,3 0 0,0-1 1,-1 0-1,-3 1-348,7-1 0,-4-1 0,3 0 0,7-1 341,-16 3 1,3-1 0,3-1 0,3 0 0,3 0 0,0-1 0,2 0 0,0 0 0,-1 0 0,-1 1 0,-1 0 0,-3 0 0,-3 1 100,6-1 0,-4 1 1,-2 0-1,-1 0 1,1 1-1,1-1 1,3 0-1,4-1-108,-9 1 0,2 0 1,2 0-1,3-1 0,1 0 1,1 0-1,1 0 0,0-1 1,1 1-1,-1 0 0,-1 0 1,0 0-1,-2 0 0,-2 1 1,-2 0-1,-2 1-106,13-2 1,-2 0-1,-3 1 1,-2 1 0,-1-1-1,0 1 1,0 0 0,2-1 108,-2 1 1,2-1 0,-1 1 0,0-1 0,0 1 0,-2 0-1,0 0 1,-2 0-7,4 0 0,-2 0 1,0 0-1,-2 0 0,-1 1 1,-1-1 232,7 1 0,-2 0 0,-1 0 0,0-1-229,0 1 0,0 0 0,1 0 0,1 0 1,-7 0 1,1 1 0,1 0 0,1-1 0,2 1 0,0 0 2,-4 0 0,1-1 0,1 1 1,0 0-1,1 0 0,1 0 0,-1-1 1,0 1-10,1 0 1,0 0 0,0 0 0,0 0 0,0 0-1,1 0 1,0 0 0,0 0-94,-1 0 1,1 0 0,1 0 0,0 0 0,0 0 0,-1 0 0,1 0 0,-2 0 0,-1 0 101,6 0 1,-1-1 0,0 0 0,-1 1 0,-2-1-1,1 1 1,-2-1-5,-1 1 0,0-1 0,-1 1 0,-1 0 0,-1-1 0,1 0 6,5-1 1,-1 1 0,0-1 0,1-1 0,2 0-115,-8 1 1,3-1 0,0 0 0,1 0 0,-1 0-1,0 0 1,-2 0 110,1 0 1,-1-1 0,-2 1 0,1 0 0,2-1 0,1 0 114,-2 1 1,3-1 0,1 0 0,1 0 0,-1 0 0,0 0 0,-3 0 0,-2 1-108,3-1 0,-2 0 0,-2 0 1,-1 0-1,2 1-20,4-2 0,1 0 0,0 0 0,-2 0 0,-1 1-5,-1 0 0,-2 0 0,-1 0 0,0 0 388,0 0 0,0 0 1,0 0-1,-2 0-374,5 0 0,-2-1 0,-4 2 1111,-5 0 0,-2 0-815,-3 0 1,-2 1-156,-1-1-152,-4 0 33,-17 6 3254,1-1-3619,-5 1-2934,-28 9 2457,-7-6 1,1 6 0,10-7 0</inkml:trace>
  <inkml:trace contextRef="#ctx0" brushRef="#br0" timeOffset="41049">2258 13144 11493,'0'-4'3276,"0"0"-334,0 4-1362,6-1-381,8 1-908,3 0 136,7 0 379,9 0 1,2 0-572,2 0-173,0-1 0,2 0 122,-9-3 1,-2-2-34,5-2 1,-1-1-52,1 0 1,-1-1-1740,-3 0 1,-1-2 1765,4-3 1,-2-1-2340,3-3 2240,-4 3 0,-2-1 151,-6 0-67,-2-3 0,2-4-446,2-9 1,1-1 338,0 2 1,1-3 36,-3 4 0,2-5 0,-1 0 0,-3 5-14,-1 1 0,1 1-14,0-2 0,3-6 0,0 0 0,-4 7 42,-7 6 0,0 1-111,6-13 0,-2 2 100,-3-3-310,-1 0 0,0-5 298,-4 12 1,1-2 0,-1 1-20,0 1 1,0 0 0,-1-2 0,2-10 0,0-1 0,-1 2-26,1-6 0,0 2 505,-4 13 0,1 1 0,-1 0-466,4-11 0,-1 1-23,1-1 1,0-2-462,-2 11 1,1-1 0,0-1 473,0-6 1,0-2 0,0 2-23,0 6 0,0 1 1,-1 2 761,-1-6 1,1 3-759,-2 10 0,0 0 22,3-11 1,-1-3-23,1-2 0,0-2 22,0 5 0,1-5-399,0 1 1,3-6 0,-1-1 0,0 6 379,-4 11 1,0 3 0,1-2 125,2-10 0,2-6 0,-1 2 0,-2 6-118,-1 6 1,-1 3-29,0 2 0,-1 1 17,4-9 17,-2 10 0,1 1-6,4-14-11,-3 14 0,0 0 1773,3-11-1758,2 2 0,2-7 0,-1 5-15,-4 7 0,0 1 0,2-2 0,2-6 0,0 2 0,-2 6-12,9-13-328,-8 16 0,-1 0 340,8-5-11,-3 4 67,1 1-56,1 0-23,4 1 1,5-1 11,4-2 0,2 0-6,0 0 0,0 0 17,-1 3 0,1 1-23,3 0 1,0 2 344,-2 2 1,1 1-331,-9 4 1,1 0 0,0 1 14,1 2 0,0 1 1,-3 2-8,-2 2 0,0 1 0,15-1 0,3 1 5,-10 3 1,0 1-6,0 0 0,0 1 22,-1 0 1,-1 1-23,15 4 17,-5 6 0,2 3 642,-17-4 1,1 1-649,6 4 0,3 3 0,-4 0-17,-7-3 1,0 3 7,1 1 1,5 3 0,-1 2 0,-2-4 281,4 5 0,0 0-284,1 1 0,3 2 0,-2-1-160,-6-3 0,0-1 1,0 2 195,-1-1 0,1 2 1,1 0-1,-1 1-527,0-1 1,1 1-1,-1 0 1,0 0 501,-1 0 0,-1 0 0,0-1 1,-3-1 6,0 0 1,-2 0 0,-2-2 2,1 4 1,-1 0 0,5 10 1,1 3 408,-8-12 0,-2 1 1,2 1-410,2 6 1,0 2-1,1 2-408,-2 0 1,1 1 0,-1 1 0,-1-4 399,-2-3 1,-1-2 0,1 1 24,1 3 0,1 4 1,0-2-1,-3-6 1026,-1-1 1,0-3-1033,3 8 1,0 2-260,1-2 0,0-1 321,-1 2 0,1-1 57,0 1 1,0-1-75,-2-4 1,-1 1-74,1-1 1,1 2 61,-4-7 0,1 1 0,0 1-691,0 1 0,0 0 0,0 0 646,6 12 1,-2-2 195,-5-11 1,-1-2-207,6 11-670,-5-15 1,1 2 662,1 0 1,0 0 5,1-1 1,1 0 752,-2-1 0,1-1-764,8 8 73,-1-1 0,2 1-40,-3-5 1,1 0-18,3 5 1,0-1 17,-6-9 0,-1-1-34,14 12 44,-8-6 12,6 3-10,1 1-46,-7-7 0,2 0 994,-8-6 1,1 0-995,6 5 0,-2-2 0,-3-4 0,-2-3 0,2 0 0,14 8 0,-15-9 0,3 0 0,7 0 0,-2-2 0,1-1 0,0-1 0,2-1 0,-6-4 0,-1-1 0,2 1 0,0-1 140,0-1 0,-1 0-140,-2 0 0,1-1-228,9 1 1,1-1 227,12 0 0,-9 1 0,2-2 0,-1-4 0,-2-2-85,-11 3 1,-1-1-1555,16-7 1,-4-7 1091,-15-7 1,-5-1 0,5-1 0,-11 6 0,-1 1 0</inkml:trace>
  <inkml:trace contextRef="#ctx0" brushRef="#br0" timeOffset="42661">3504 11914 15000,'1'-39'3276,"0"10"-614,1 23-2101,-1 5 616,-1 1-875,0 3 68,0 4-34,0 5 527,1 29-2369,-1-17 0,1 1 1624,0 7 0,1 1-1,-1-2 1,1 3-695,0 5 0,-1 4 1,2 2 643,-1-5 0,0 2 0,1 0 1,-1 1-54,0-2 0,0 0 0,0 1 0,1 4 42,0-9 0,1 4 0,0 2 0,0 0 0,0-1 0,1-2 0,-1-3-6,0 3 0,1-4 1,-1-1-1,1 3-48,0 2 0,1 2 1,-1 0-1,1-1 0,-1-5-2,1 1 0,-1-4 0,0-3 22,0-2 1,0-2-759,1 3 0,1-2 814,4 17 1439,-2-9-1472,-3-17 79,-4-14 313,-2-3-392,0-5-34,0-2 2257,0-2-2335,-2-2-67,0 3 33,-1 0-90,1 2 3112,1 3-4646,0 2-1552,-3 0 0,-5 0 2457,-3-4 1,3 3 0,4-3 0</inkml:trace>
  <inkml:trace contextRef="#ctx0" brushRef="#br0" timeOffset="44182">2753 13080 7374,'-23'39'312,"-1"0"1,1 0-1,-1 0 1,0 1 0,3-5-1,-1 0 1,1 0-1,3-4 1,4-4-364,1 1 1,7-7-387,4-14 447,9-5-218,5-19 1,2-12-886,3 1 1,2-3 0,1-1 504,4-5 1,2-1 0,0 0 310,0-1 0,0 1 1,1 0 287,2 0 0,0 1 1,-1 3 102,2-1 1,1 5 1523,9 7 0,-5 7-241,-17 14-882,-15 25 0,-10 12-403,-10-1 0,-9 5 1,-3 1-1,3-3-112,2-2 0,2-2 0,-1 1-3,2-1 0,-1 3 0,3-3 1,4-8 1809,3-5-3174,27-35 0,10-14 1083,-4 1 0,2-3 1,0 1-1,7-6 1,-1-1-1,-2 0 1,1 0-1</inkml:trace>
  <inkml:trace contextRef="#ctx0" brushRef="#br0" timeOffset="44382">3371 12581 6192,'-19'35'161,"-1"0"1,1 0 0,-1 0-1,2-3 1,1 0 0,0-1 0,0 0-144,0 2 1,0 0 0,3 1-382,0 5 1,2 2 0,2-5 237,-2 3 0,11-13 125,30-30 0,7-13 0,-15-1 0,-2-5 0,5-6 0,1 0 0,-1 0 0</inkml:trace>
  <inkml:trace contextRef="#ctx0" brushRef="#br0" timeOffset="44717">3581 12553 14798,'-9'36'243,"0"-1"0,0 1 0,-1 1-1336,0-6 1,-2 1 0,1 0 152,-2 6 0,-1 1 985,0 2 0,0 3 0,1-5-595,2-6 0,4-2 253,5 9 0,8-9 457,14-24-1246,23-19 357,-24-5 1,1-7-53,2-5 1,1-4-1,-2 2 1310,2-4 1,-2 1-60,-3 6 1,0-1 0,-4 5 2805,3-6-512,-21 74-3986,-3-15 0,-1 3 1222,0 11 0,-1 3 0,-2-5 0,-1 1-1639,1 3 1,0 0 1161,2-10 1,1-1 0,0 0 0,1-4 0,1-4 0</inkml:trace>
  <inkml:trace contextRef="#ctx0" brushRef="#br0" timeOffset="45549">3460 13947 11052,'0'-26'1524,"33"-5"-1457,9 15-56,-11 5 1,0 1 2510,7-3-2517,-13 5 1,0 3-23,2 10 0,-1 5 17,10 8 5,-21 5 1,-7 3 5,-12-2 1,-6 2-1,-4 8 0,-5 4 0,1-2 303,0-1 1,-1 1-299,2-6 1,-2 4 0,0-1 0,4-4 409,0-4 0,2-1-409,-4 6 0,2-2 2107,5-10-2079,4-4 56,8-16 11,7-6-1245,10-9 0,4 0 1261,2 4 1,2 1-66,4-5 1,2 2-31,6 7 1,-2 5 167,9 1-229,-5 1 0,-2 0-924,-7 1-1222,10-2-817,-36 1-286,-3-2 2519,-10-2 0,5 3 0,-5-1 0</inkml:trace>
  <inkml:trace contextRef="#ctx0" brushRef="#br0" timeOffset="45748">3652 14210 14551,'32'-14'3276,"-3"-3"-3200,2 0 1,4-2-150,4-7 0,-1-2-1566,-3-1 1,-1-1 1091,-2 0 1,-2 0 0,-10 10 0,-5 3 0,-9 0 0</inkml:trace>
  <inkml:trace contextRef="#ctx0" brushRef="#br0" timeOffset="46481">2841 13211 14551,'-1'24'1638,"-1"1"0,0 13-1117,-17-36 5,-3-3 1,-3-2 52,-2-2 0,-3-1-518,-8-3 1,-4-5-321,7-4 0,-3-6 0,0-2 0,1-1 281,3 1 1,2-3-1,0 0 1,-1-1-242,1 3 1,-1-1 0,0-1 0,1 0-1,3 0 219,1-2 0,1-1 0,4 0 0,2-1-19,0-11 1,5-1-1,3 4-26,0-2 0,3 3 11,-1-9 1,10 7-1056,29 17 966,-3 35-90,9 3-482,-14 15 252,-10-9-1327,-2-3-1507,1 0 0,-4-8 2457,1-3 1,-5-5 0,-1-2 0</inkml:trace>
  <inkml:trace contextRef="#ctx0" brushRef="#br0" timeOffset="46751">2073 12367 12815,'21'-11'3276,"-1"29"0,6-9-2631,-16 12 1,-5 4-612,-4 7-191,-1-1-179,0-13-1345,0-13 1681,-1-32 0,0-11 0,0 20 0,0-14 0,0 0 0</inkml:trace>
  <inkml:trace contextRef="#ctx0" brushRef="#br0" timeOffset="47236">2010 11818 10410,'-3'-5'817,"0"0"320,11 20 1,7 12-696,2-1 1,1 1-443,1 5 0,1 0-1095,3 1 1,-2-3 1050,-1-4-1223,-1-4 382,-10-12-80,-7-19 869,-22-26 1,-8-7-11,13 16 1,0-1 138,-7-7 1,-3-4-1,2 5 961,3 4 0,1 3-726,1-1 1,-1-3 500,1-1 1,0-2 0,2 0-378,0-6 0,2 0-269,2 9 0,1-1 0,2 2 303,3 2 0,5 3-489,13-1 1,5 5 152,19 1 542,-12 5 1,0 7-527,1 25 1,-6 11-1083,-11 2 1,-7 3 975,3 6 0,-4 0-23,-6-2 1,-4-2 1014,2-12 1,1 0-993,-1 19 0,2-2 0,-1-7 0,4-5 0,1 0 0</inkml:trace>
  <inkml:trace contextRef="#ctx0" brushRef="#br0" timeOffset="47622">2281 11719 17364,'1'-34'350,"0"-1"0,2-1 0,2-3 1,-3 4-245,-1 6 1,-4 1-1746,-9-14 1,-5 4-107,-9 14 1745,1 18 0,1 10-1088,3 37 1043,22-7 549,-1-9 1,3-2-516,34 5-155,-1-14 0,2-3-640,6 6 806,-3-9 0,-7-3 0,-24-2 0,4-7 0</inkml:trace>
  <inkml:trace contextRef="#ctx0" brushRef="#br0" timeOffset="48052">2455 11369 10223,'4'26'930,"-1"0"0,23-12 0,4-9 1455,-7-16-2380,8-4 1,-5-3-2094,-20-5 2245,-13-10-282,-7 9 136,-14-4 1094,-6 16-1099,-4 10 0,-3 6-461,9 7 0,1 2 455,-8-1 0,3 3 1105,14 4 1,6 1-1162,4 7 1803,7 1-1915,8-3-3109,21 5 2457,16-14 1,-8-1 0,-2-14 0</inkml:trace>
  <inkml:trace contextRef="#ctx0" brushRef="#br0" timeOffset="48506">2400 10839 15415,'16'39'546,"0"0"0,0 0 0,1 1 0,3 3 0,0-2 0,-2-8-665,-2-8 1,0-1 192,4 7 1,2 3 0,-4-7-3352,-1-2 3336,-3-6 1836,-9-10-1681,-5-16-2199,-4-20 1992,1-2 1,-1-8-1,2 4 75,1 7 1,2 0-83,4-23 0,7 9 34,17 34 2357,14 6-2357,-9 10-1028,-17 7 0,-4 6 1033,-6 17 0,-10 8-238,-3-11 0,-3 3 1,-4 2-1,-1 2 199,2-7 0,-3 2 0,-1 2 0,-1-1 0,1-2 0,1-2 0,-2 3 0,0-3 0,0-1 0,0 0 0,1-2 0,-1 1 0,0-1 0,0 1 0</inkml:trace>
  <inkml:trace contextRef="#ctx0" brushRef="#br0" timeOffset="50317">4442 8677 11336,'7'-42'3276,"-2"9"0,1 38-2220,0 5-743,7 10 1759,-1 6-1538,-1 2 0,3 7 0,-1-1-1057,3 9 0,1 2 553,-2-6 0,1 3 0,0 2-234,-3-9 0,0 1 0,0 2 0,1 0 0,-1-1 307,1 6 1,-1-2 0,1 2 0,0 0-13,-1-2 0,2 1 0,-1 1 0,0 0 0,-1-2-67,-1-4 1,-1-1 0,-1 0-1,1 1 1,0 2 16,1 2 0,-1 2 0,1 1 0,0 2 0,0 1 1,0 2-213,-1-7 1,0 2 0,0 1 0,1 2 0,0 0 0,-1 0 0,1-1 0,-1 0 0,0-2 177,0 1 0,0-1 0,0-1 0,-1 0 0,1 0 0,-1 0 0,1 1 0,0 0-4,-1 0 1,1 1 0,0 2 0,1-1-1,-1 1 1,0-2 0,-1-2 0,0-2 0,-1-4-153,2 10 1,-2-5-1,1-1 1,1 5 162,-1-8 0,0 2 0,1 3 0,1 1 0,0 1 0,-1-1 0,1-3 0,-2-2-12,2 6 0,-1-3 0,0-2 1,0 2-1,1 3-4,-2-7 1,1 2 0,1 2-1,0 1 1,0 0 0,-1-1-1,1-1 1,-1-3-45,2 3 0,-1-2 0,0-1 0,0-2 0,-1 0 0,0-1 32,2 7 0,-1-4 0,1 2 0,3 6 11,-3-11 1,2 4 0,2 4 0,2 2-1,0 1 1,0 1 0,0-3 0,-1-1 0,-2-4-1,-1-5 6,3 10 0,-2-6 0,0-2 0,2 6 142,-2-7 1,2 4 0,1 4 0,1 0-1,0-1 1,-2-3 0,-2-4 0,-2-8-146,3 7 0,-1-4 3,-2 2 1,1 2 0,-2-2-4,-1-3 0,-1 0 0,5 14 0,-2-4 582,-6-9-604,-2-4 89,-2-12-56,-2-4 168,-2-9-179,0-1 464,-4-12-2750,-2 0-991,-1-12 0,2 6 3265,3 3 0,2 7 1,0 4-1</inkml:trace>
  <inkml:trace contextRef="#ctx0" brushRef="#br0" timeOffset="50802">5900 14369 21611,'-19'37'546,"0"-1"0,-1 0 0,1 1 0,-4 2 0,1-1 0,7-2-341,9 2 0,9-2-1844,12 3 1,3-4-701,7 4 2845,2-11 1,3-7-496,14-15 491,-19-8 1,0-5-447,13-12 0,0-7-753,-13 4 0,-2-3 0,-1-1 756,1 0 1,-2-1 0,-2 0 57,3-15 1,-7 2 1158,-8 12 0,-6 2-1198,-5-1 0,-5 1-1014,-1 1 0,-6 1 820,-17 2 1,-10 3-1,2 3-533,1 1 0,-1 2-171,1 5 1,-5 1 0,-1 2 0,7 2-820,-2 6 1,3 2 1152,4-2 0,-1 1 1,5 0-1,-5 4 1,7-4-1</inkml:trace>
  <inkml:trace contextRef="#ctx0" brushRef="#br0" timeOffset="51553">3750 11793 10877,'-4'5'2487,"1"0"-2139,44-11-181,-8-5 1,5-6 0,3 1-824,-7 4 1,2 0-1,2-1 1,1 0 0,3-1 553,-2 1 1,2-2 0,2-1-1,1 0 1,0 0 0,-1 1-1,-1 0 94,0 0 1,-1 1 0,0 0-1,0 1 1,1 0 0,3-1-164,-7 4 1,3-1 0,0 0 0,2 0 0,0 0-1,1 1 1,-2 0 0,1 1 0,-3 0-115,1 1 1,-1 0 0,0 1 0,-1 1-1,0-1 1,0 1 0,0 0 0,0-1-79,6 0 0,0-1 0,-1 1 0,1 0 0,-1 0 0,0 0 0,-1 1 363,4-1 0,1 1 0,0 0 0,-3 0 0,-3 1 0,-5 0 0,-1 1 0,-6 0 0,-1 1 0,5-1 0,0-1 0</inkml:trace>
  <inkml:trace contextRef="#ctx0" brushRef="#br0" timeOffset="51608">6449 11211 10025,'-23'-11'0,"0"0"0,-13-6 0</inkml:trace>
  <inkml:trace contextRef="#ctx0" brushRef="#br0" timeOffset="51905">6290 10995 14798,'4'6'1210,"5"3"-2849,10 3 1,2 4 1062,6 14 1,-3 7 773,-10-10 0,-3 3 1,-5 3-211,-8 4 1,-5 5 0,-5 0 0,-1-2-809,-2-4 1,-2-2 0,-3 1 0,-2 0 638,-3 0 0,-5 1 0,0 1 1,0-3-1,4-4 0,2-2 1,2-4-1,0 0 0,-10 8 1,0 0-1</inkml:trace>
  <inkml:trace contextRef="#ctx0" brushRef="#br0" timeOffset="58596">19505 3505 15202,'-1'-3'3276,"0"1"-1264,1 2 62,-5 16-1458,10-1-213,-2 17-1584,7 1 1,3 5 1351,-6-5 1,0 2 0,0 0-120,0-1 0,1 0 1,-1 2 45,-2-2 0,-1 2 0,0 1 1,0 3-295,-1-3 1,0 4 0,-1 2 0,1 0 0,-1-2 0,0-2 253,1 3 1,0-3 0,-1 0 0,1 4-43,0-3 1,-1 4 0,1 1 0,-1 2 0,1-1 0,0-2-214,-1-3 0,1 1 0,0-2 1,0 1-1,-1-1 0,0 0 241,1 6 1,-2-2 0,1 1 0,-1 0 0,1 2-36,0-2 0,0 1 1,0 1-1,0 1 1,0-2-1,-1-2 13,0-1 1,0-1-1,-1-1 1,0 0-1,0 1-203,1 1 1,-1-1 0,1 1-1,-1 0 1,1 3 204,-1-4 0,1 2 0,-1 1 0,1 0 0,-1 1 0,1-1 0,-1-2 144,0 0 1,1 0 0,-1-1 0,1 0 0,-1 0-1,1 1-164,-1-2 1,0 2 0,1 1 0,-1-1 0,0-1 0,1-2 0,-1-3 3,0 3 1,0-4-1,0-1 1,0 1-4,0 1 1,0 0-1,0 1 1,0-1 2,0 0 1,0 1-1,0 0 1,0 0 13,0-1 0,0 0 1,0 1-1,0 2-13,0 0 0,-1 1 0,1 2 0,0 1 0,-1-2-3,1 0 1,-1 0 0,0 0 0,0 1 0,0 2 5,0-2 1,0 1 0,0 2 0,0 1 0,0 0-1,-1 1 1,1-1-9,0-4 0,-1 0 0,1 1 1,0 0-1,-1 0 0,1-1 1,0-2-1,-1 0-4,1 3 0,-1-1 0,1-2 0,-1 0 0,1 0 0,-1-1-11,1 8 1,-1 0 0,1-1-1,0-2 1,-1-3 21,-1 6 0,1-5 1,-1-1-1,0-8 1,1-1-1,-2 3-11,1 3 0,-1 3 0,0 0 0,0-4 0,0-5 0,-1-2 0,1-2 0,-1 14 0,0-2 49,0-12 0,2 0-49,0 5 0,2 0 753,0-10 0,0 2-753,0 6 0,1 4 0,-1-2-136,1 5 0,1-2 136,0 1 0,0-1 1058,0-5 1,2-2-1059,1-4 0,1-4 2620,-2-3-2620,4 12 0,-7-31 0,2 0 551,-1 0-3828,0-2 0,1-1 2876,-26-1 0,18 2 1,-18 1-1</inkml:trace>
  <inkml:trace contextRef="#ctx0" brushRef="#br0" timeOffset="59073">19180 9936 19146,'29'36'1638,"-2"-5"0,3 4-773,-8-10 0,1 0 0,0 1-1958,0-1 1,0 1 0,1 0 387,5 4 0,0-1 0,-3-3 1276,-7-6 1,0-3-561,10 9 1,-1-3-1256,-8-10 1984,7-9-642,-7-12 25,10-10 2140,-4-16-2233,-12 6 1,2-7 0,1-1 0,-3 4-83,3-6 1,1 0 53,-2 0 1,1-6 0,1 1 0,-5 8 8,-3 7 0,-2 4 11,2-8 1,-1 3-34,-4 12 227,-2 1-3493,-3 21 2457,3 4 1,-2-2 0,3 1 0</inkml:trace>
  <inkml:trace contextRef="#ctx0" brushRef="#br0" timeOffset="59670">20793 8884 19291,'-16'-32'1468,"-1"-1"0,-7-2-1440,0 15 0,-6 7-1667,-12 18 1,-1 11 861,9 0 0,1 3 885,4-4 0,-1 0 1,4 3 724,1 7 0,4 5-643,3 11 1,4 1-856,6-9 0,1 0 670,-5 7 1,7-1 16,14-10 1,6-5-23,15-5-992,10-17 1,3-8 72,-17 0 0,-2-5-112,11-6 1,-2-9-63,-14-1 1,-5-6 0,-2 1 545,2-2 1,-2 0 0,5-9 0,-3 3 0,-8 7 0</inkml:trace>
  <inkml:trace contextRef="#ctx0" brushRef="#br0" timeOffset="61810">20709 8395 18283,'-14'38'1092,"0"0"0,3-8 0,3 1 37,8 14 1,6 3-2223,-1-15 1,1 0 0,0-1 611,1 1 1,0 0-1,1 1 237,2 6 1,2 0 0,0-1 259,1 4 1,2-3 544,6 0 1,0-6-518,4-2-345,12-14 0,3-6 301,-2-11 982,-3-1 0,1-4-982,-8-10 0,-3-4 762,8-3-762,-8 2 0,-2 0 0,-2-6 0,-1-3 11,-1-4-1513,-2-3 1502,-2-1-850,-8 11 0,-1 1 906,0-11-427,-1-4 382,-5 20-734,-2 5 723,-9 5-11,-2 4 0,-22 12 39,13 12 0,2 3-28,2-7 0,2 4 52,5 16 0,4 8 0,5-6-17,10 7 201,2-14 0,4 3 0,3-8-191,21-11 701,-12-7 0,2-2-740,-5-3 0,1-3 1143,0-1 1,2-3-1145,14-5 1,3-4-239,-12 1 1,1-2 0,-1 0 232,1-1 0,-1 1 0,0-2 291,0 0 0,-1 0 0,-2-2-257,8-7 0,-5 0-23,-9 8 0,-2-1 11,1-5 1,-7 1-68,-17 6-22,-30 1 52,0 24 0,-7 11 0,3-3 9,5-5 1,2 1 5,-6 6 0,-3 4 0,12-1-56,14 5-34,13 15 90,9-22-45,11 8 22,5-26-1190,1-8 1,2-4 1212,6-1-11,-8-1 0,-1-1 2313,-2-2-2403,-3 3 90,-8 11 11,-2 10 44,-7 17-21,-1 13 27,-1-15 1,-1 1-29,1 4 0,-2 3 14,1 0 1,0 6 0,0 2 0,0-2-794,0 7 1,0-2 0,0 3 750,1-6 1,0 1-1,-1 1 1,-2-2-494,-4 10 1,-2-2 0,-1-6 526,2-14 0,-3-2-105,-7 10 0,-3-7 155,-5-17-11,-3-12 0,-3-9-39,1-17 0,2-5-28,-3 7 0,3-4 0,14-3 0,4-7 0,3-2 0,4 4 0,8 1 0,5 2 0,0-1 480,-1-8 0,0-1 1,4 3-478,3 9 1,3 3 0,3-1-2,2 1 1,4-2 0,0 2 0,-3 2-432,-1 2 1,-2 2 0,2-2 422,3-2 0,2-3 1,0 0-1,-3 4 0,3 0 1,-3 0 12,-2-3 1,-1-2-1,-2 3 15,-5 7 1,-2 1 741,10-14 0,-10 4-820,-20 21-11,-16 15 0,-2 7 45,0 6-6,2 8 0,6 3 2285,20 0-2280,16 8 3299,2-22-3235,0-1 1,2 1-760,12 10 729,-14-10 0,0-1-3131,13 10 3142,9-12-11,-5-2-11,-14-7 0,1-3 22,0-6 1,-1-3-333,10-9 1,-1-2 314,-5 3 1,-1-4-540,-3-6 1,0-6 0,-5 2 533,-8-2 0,-3 1 472,3-8 0,-2 2-472,-7 10 0,-2 3-22,-7-6-113,-18 13 113,1 13 22,-14 17 5,16 16 1,3 6-20,8-4 1,1 1 24,-9 6 1,10 2 7,20-11 1,12 3 0,3-2-1,-4-6-8,-4-5 1,3-2 10,12 10 0,7 2 1,-5-11 1063,5-21-1086,-1-7-976,-13-4 0,-1-4 998,9-12-22,-12 7 0,-3-2 548,-2-14-576,-9-3 0,-3-5 5,-2 4 1,-3 0 1139,0-1 1,-1 1-1141,-4 8 1,-1 8-157,-2 16 44,-2 2 3411,4 15-3126,-5 11-3427,-1 15 3116,3-3 139,2 3 22,6-15 46,0 0-2304,7 18 2258,-2-11 0,8 12 34,-2-13-23,10 2 0,4 1 998,-7-6 1,2-2-1016,8 10 1,0-3-17,7 2 22,-17-10 663,-4-5-630,-13 3-33,-12-7 23,-17 2 264,-13-6-287,17-2 0,-3-2-1093,-6-2 1,-3-1 0,2-2-547,3-1 1,0-1 545,0-1 1,-2 0 0,7-3 480,-4-21 1,16 14 0,4 1 0</inkml:trace>
  <inkml:trace contextRef="#ctx0" brushRef="#br0" timeOffset="62960">23757 8217 16232,'-5'-6'3276,"0"1"-3269,-22 31 0,-5 17 329,19-21 0,-1 3-837,-4 4 1,-5 6 0,1 3 0,8 1 707,10 5 1,8 3-1,2 0 1,-1-5-167,-2-5 0,-1-3 0,4 1 213,2 2 0,3 4 0,4-4 0,4-14-172,11-18 0,6-11 1,-4-3-1090,0 1 0,-1-3 1022,2-1 0,2-2 0,-5-2 1,-7-3 1,-5-5-319,-4-7 1,-2-5-1,-8 0 313,-12 2 1,-7 0-1,1 1 490,7-3 1,0 1 0,-7 4-495,-14 2 0,-9 5 1,0 14-83,2 22 0,0 14 0,3-1 52,-2 0 1,6 5-23,11 10 0,6 8 0,10-8 39,12-12 1,8-4-1,13 4 1,5-8 1055,-10-17 1,2-8-1731,12-6 0,5-6 0,0-2-413,-7 0 1,-1-2 0,1-1 466,-3 3 0,1-2 1,-1 0-1,-3-4-166,-3-3 1,-1-1 0,-5-4 0,-5-5 1231,-10-1 1,-6-7 0,-4-3 0,-2 0-1,1 2 1,3 6 113,6-6 1,1 5-1,-4-4-478,-6-2 0,-4-10 0,-2 1 1,-1 14-1,-1 24-414,-14 54 814,19-5 0,4 9 1,3 8-1,1 2 0,0 1 1,-2-5-444,-1 1 1,0-2-1,0 0 1,1 3 0,0 6-48,1-17 1,-1 3 0,2 3-1,-1 2 1,1 2 0,0 1-1,0 0 1,0 1 0,1-2-1,-1 0 1,0-2 0,-1-2-1,1-3 17,0 12 0,0-4 0,0-1 1,0-2-1,-1 0 0,1 1 1,0 1 150,-1-1 0,1 2 0,0 0 0,0 0 0,0 0 1,-1-1-1,0-2 0,-2-1-162,0 1 1,0 0-1,-2-2 1,0-1-1,-1-3 1,-2-3-165,-4 11 1,-3-5 0,-1-1 174,3 4 1,1 0 0,-6-9 7,-7-7 0,-5-15 0,1-27 0,-2-18 1,1-2 4,7 7 1,1-3 0,1-2 0,-1 0 362,-5-6 0,0-1 1,0-2-1,3-2-373,5 1 1,2-3 0,1-1 0,2 0-1,3 3-9,2-1 0,2 2 1,2 0-1,2-1-305,2 5 0,0-1 0,2-1 1,3 1-1,4 1 36,7-2 1,5 1 0,3 1 0,3 1 0,0 2-385,2 3 1,1 2-1,3 2 1,0 0 0,-1 0-1,-1 1 1,1 1-1,-1 0 1,1 0 0,-2 3 245,6-3 0,1 1 1,-3 3-1,-7 3 1,-7 4-1,-3 3 0,11-12 1</inkml:trace>
  <inkml:trace contextRef="#ctx0" brushRef="#br0" timeOffset="63476">25041 7954 16871,'0'-26'1638,"0"-1"0,0-17 219,0 36-1453,0 15 654,0 14-543,-1 9 1,2 9-924,3-5 0,3 7 0,2 3 0,-1 1 0,-1-5 469,-1-1 1,-2-3 0,1 1-1,1 3-360,1-2 1,1 4 0,1 2 0,0-1 0,-1-2 0,-1-4 309,1 8 0,-2-4 0,0-1 11,-1 3 1,0-1-1,-1 1-18,-1-4 0,-1 1 0,0 1-400,-1-4 0,-1 1 0,0 0 0,-1-1 396,-3 10 0,-2-2 0,0 0 0,2-2 0,0 0 0,-2-3 542,0-6 1,-2-2 0,-4-4-493,-10 9 1,-7-15 647,-2-26 0,-2-12-710,6 3 1,0-3 0,3-9-72,8-6 1,3-9 0,2-7 0,2-1 0,1 1 0,1 6-448,-1 0 1,2 4-1,2-1 1,0-2 488,1-5 1,0-3 0,2-2-1,4 3 1,4 6-364,9-1 1,5 5 0,4 4-690,0 6 1,3 2 0,1 1-1,3-4 1,2 2 0,0 4 436,7 4 1,-4 6-1,0 8 1,-24 4 0</inkml:trace>
  <inkml:trace contextRef="#ctx0" brushRef="#br0" timeOffset="64662">25300 8540 15399,'-6'-2'3276,"2"1"-1896,4 1-1189,23-11-3468,-2 2 3106,5-3 0,4-4-425,-8 2 0,0 0 596,-1-2 0,-1 0 236,7-19-192,-20 7-786,-11 2 1,-3 1 763,-8-3 0,2 7 1,-1 3 1539,-9 12-1215,-16 29 2134,20-3-2347,2 8 1,6 4-1225,13-7 1,7 0 1151,10 10 0,3-1-40,-3-11 1,2-4 1117,7 1 0,3-5-1118,-2-10 0,1-6-830,3-6 0,-1-4 802,0 2 1,-1-2 5,-2-5 0,-4-7-917,-4-13 0,-5-3 855,-7 8 0,-1 0 62,3-8 0,-3 1 1733,-8-2-1833,-3 26-80,-17 36 124,11-9 45,-10 25-663,21-12 562,11 0 1136,-1-1-990,8-4-34,-6-5 0,0 1-1834,6 7 1946,11 6 16,-12-17 1,2 0 6,20 6 708,2-12-832,-6-7-1494,3-3 1488,-5-8 1,0-5-12,-11-2 1,-2-3-18,6-3 1,-4-3 747,-14 2 0,-5 0-737,-5-13-651,-21 10 0,-5 4 775,5 9 753,-8 0 0,1 12-613,15 29 0,8 10-174,7-13 1,3 1 1089,-4 11 0,7-2-1038,16-13 1,9-6 0,2-2-861,-1-5 0,1-2 0,1 0 737,6 1 1,1 1 0,0-2-8,-5-1 0,0-3 0,2-3-152,-3-5 1,3-3 0,-2-2-1,-4 1-22,5-1 1,0-3 79,3-2 1,3-4 0,-8-4 26,-10-14 0,-9 0 55,-6 15 1,-2 0 44,5-12 1,-8 1-22,-25-2 356,-15 19-335,-9-2 275,4 25 0,1 8-191,13 1 1,2 2-62,-6 3 0,3 2-34,10 0 1,4 2 11,3 14 0,5 0-51,5-12 0,1-1-51,-2 11 1,6-3-1572,16-16 1,6-7-1,-5-6 1,1-4 982,5-1 1,-1-1-1,5-5 1,-21-1 0</inkml:trace>
  <inkml:trace contextRef="#ctx0" brushRef="#br0" timeOffset="65761">25196 8364 14831,'20'-26'1092,"0"0"0,-5 4 0,2 5-602,17 5-199,-9 9 550,11 13-186,-18 5 1,0 5-382,2 9 0,-1 3-1913,-5 0 1,-4 1 1375,-1 13 0,-5-2-408,-4-18 0,-2-1 688,0 7 0,-2-2 5,-8 3 57,-2-7-1114,-8-3 1203,10-13-101,-4-6 1506,9-15-1550,1-11-29,4-17 0,3-7-11,1 15 1,2-1-288,0-3 1,0-4 0,2 3 129,4 1 1,2 1 834,-1 1 1,1 0-1144,1 5 1,0 2-1117,-1 4 1,1 3-1680,19-6 3430,0 23 0,-10 0 0,-3 10 1</inkml:trace>
  <inkml:trace contextRef="#ctx0" brushRef="#br0" timeOffset="66447">25845 8396 13712,'-5'0'3276,"1"0"-1690,-1 0-1328,4 0-112,1-3 369,25-20-931,-1-7 477,-7 11 1,-2-2-1496,-4-6 1,-4-1 1607,-5 0 0,-2 2 621,-9-17-783,-15 9-1945,-13 52 2146,17 2 0,2 4 67,3 1 1,3 2-265,1 12 1,7 2-62,9-3 1,7 0-1363,4-2 1,3-2 73,3-3 0,5-5-306,2-12 1,1-5 1302,-3-5 1,-2-2 0,5-1 0,-5-1 0</inkml:trace>
  <inkml:trace contextRef="#ctx0" brushRef="#br0" timeOffset="67064">27043 7544 17543,'-16'20'1638,"0"0"0,-8 16-2346,18-1 1,4 12 0,1 2 0,1-6 768,-1 2 1,0 2-49,2-11 0,0 5 1,0 2-1,0 0 1,0-5-373,-1 7 0,1-3 0,-1-1 317,2-3 1,0 0 0,-1-2 8,-1 13 1,0-7-2545,0-11-700,4-23 0,7-4 2656,8-12 1,-6 6 0,-1-6 0</inkml:trace>
  <inkml:trace contextRef="#ctx0" brushRef="#br0" timeOffset="67516">27322 8001 15919,'-15'28'1638,"-1"0"0,7-2-61,-6 12 1,1 0-1388,14-11-88,2-3-3379,12-1 2470,1-9 1678,15-3-866,9-15 1,3-9-1185,-15-4 0,0-3 1179,15-2 0,-5-3-142,-19-3 0,-7-2 142,-4-15 2166,-6 1-2178,-22 14 1,-6 2-2166,-8-2 2194,0 10 0,-3 5-12,15 11 1,-1 4 16,-11 7 1,0 7-63,10 8 1,2 3 125,-4-3 1,6 4-1180,18 6 1,9 4 0,2-6-2185,16 6 1638,-1-6 1,4-5 818,15-18 1,-19-5 0,-3-2 0</inkml:trace>
  <inkml:trace contextRef="#ctx0" brushRef="#br0" timeOffset="68096">27799 7884 15795,'-15'27'1092,"1"1"0,0 2 0,5 0-1243,8 10 162,1-8 0,0-7 1409,0-20-1352,0-4 144,20-16-212,-2-3 0,-1 2 0,3-3-466,-1-6 0,0-4 1,-2 4 476,10-13-6,-4 3 1,-4 5-6,-15 23-90,0 9 359,1 17 2100,1-1-2010,5 16-246,-3-19-102,-1 0 112,-2-13-11,19-12-116,6-12 0,8-7 1,-3 3-312,-7 9 0,0 0 300,7-11 0,3-4 0,-8 14-2190,-10 20 2266,-6 16 1,-1 6-6,6 8-689,-2 6 1,-5 3-1007,-11-3 1,-3-3 1091,2-10 1,-1 0 0,-2 4 0,-3-7 0,0-18 0</inkml:trace>
  <inkml:trace contextRef="#ctx0" brushRef="#br0" timeOffset="71652">22608 15224 15056,'4'3'1692,"-1"-1"-347,-3-2-4622,4 1 2137,0 0 2986,7 0-1308,18 0 377,-6-1-792,23 0-2358,-10 0 2246,-2 0 1,3 0 613,2 0 1,1 0-621,3 0 1,-1 0 11,-3 1 0,5-2-419,-6-2 0,6-3 0,3 0 0,-1-1 0,-3 1 399,-2 1 0,-3-1 0,0 1 1,5-2 8,-6 1 0,5 0 1,1-2-1,2 1 1,-1 0-1,-2-1 1,-2 1-266,3-1 1,-2 0 0,-2-1-1,1 1 1,0 0 269,5-1 0,0 1 0,1-1 1,-1 0-1,-2 1 32,5-1 1,-3 0 0,1 1-1,-1-1-43,1 1 0,1 0 0,-1 0 0,-3 0 53,2 1 1,-3 1 0,3 0-61,-9 0 0,1 1 0,2-1 1,0 1-1,0 0 114,0-1 0,0 1 1,1-1-1,0 1 0,2-1-107,-1 1 0,1-1 0,1 0 0,1 0 0,1 0 0,-1 0-4,0 0 1,0 1 0,1-1 0,0 0 0,0 0 0,-1 0 0,0 0-3,0 0 0,0 0 1,-2 1-1,1-1 1,0 0-1,1 0 6,-3 0 0,0 1 0,1-1 0,0 0 0,-1 0 0,0 0 0,0 1 3,2-2 1,-1 0 0,0 1 0,0-1 0,-1 1 0,-1-1 39,2 1 0,-1-1 0,0 1 0,-1-1 0,0 1-43,8-1 0,-1-1 0,-2 1 0,-1 0-12,0 0 1,-2 0 0,2 0-66,-4 1 0,2 0 1,1 0-1,-2 0 74,-4 1 0,-1 0 1,0 0-1,1 0 3,6-1 0,1 0 0,0 0 0,0 0-215,-4 1 1,0 0 0,0 1 0,4-1 217,-3 1 1,2-1 0,3 0 0,0 0 0,-1 0 0,-2 1 99,1 0 1,-3 0-1,-1 0 1,3-1-1,3 1-106,-6 0 1,2 0-1,4-1 1,1 0-1,0 1 1,-1-1 0,-2 0-1,-3 1 1,-4 1 60,8-2 1,-5 2-1,-2-1 1,2 0-57,2 0 0,2 0 0,1 0 1,-3 0-1,-6 0 441,7 0 0,-1-1-435,-3 1 1,5-1-1,1 0 1,-3 0-6,-4 1 1,-2-1 0,3 1-4,4-1 0,4 0 0,0-1 0,-5 1-8,-5 1 1,-4 1 0,1-1-401,0 0 0,0 0 1,2 0 404,0 0 0,3 0 0,0-1 0,1 0 67,0 1 1,1-1-1,0 0 1,2 0-63,-2-1 0,2 1 0,1 0 1,-1-1-1,-2 1 80,2-1 1,-1 1 0,-2 0-1,1 0-71,-2 0 0,-1 0 1,1 0-1,-1 0-17,2 0 1,1-1-1,-1 1 1,-1 0 1,2 1 0,0-1 1,0 0-3,-2 1 0,2-1 1,0 0-1,-3 0 587,0 1 1,-3 0-1,1 0-581,-2 0 0,1 0 0,1-1-255,-2 1 0,2 0 0,1 0 0,1-1 260,7-1 1,1-1 0,1 0 0,-1 0-245,-8 2 0,-1 0 0,1 0 0,0-1 1,1 1 236,0-1 0,1 0 0,0 0 0,1 0 0,-2 0 0,-3 1-7,4-1 1,-2 0 0,-1 0 0,-1 1 8,11-2 0,-1 1 0,-3-1 5,-3 1 1,-3 0-6,-3-1 0,-2 1 1395,6-5-1395,5-2 0,-31 4 11,-4-4 1,-3 5 2190,0-1-2202,-4 6-706,-1 3-2162,-8 0 4537,-2 0-3664,-11 0-1282,-3-2 3255,-3-1 1,11 0 0,2 1 0</inkml:trace>
  <inkml:trace contextRef="#ctx0" brushRef="#br0" timeOffset="76422">23148 14805 13588,'-6'-1'2992,"1"0"-2768,5 1 146,-6 0 1165,5-1-157,-3 1-1031,10-1 673,22 1-465,-6-1 0,2 0-455,-1-1 1,2 0 182,9-1 1,6-2 0,-5 1-855,-9 0-1,-1 1 591,6-2-1,2 1 1,-3 0-2853,12-2 2941,-3 1-1,1 0-479,-15 2 0,0-1 384,14-1 0,-1 0 68,-1 1 5,1-1 0,1 0 161,-14 3 1,0-1-229,11-1 0,-2 0 2881,-1 1-2875,-8 0-988,-3-1 0,4 0 1026,2-1 1,0 0-432,1-1 0,-1 1 375,-1-1 1,-2 0 308,3-1-286,2-4 0,2 0-147,3-1 119,-4 0 0,-2 0 2958,-3 1-2953,2-2 1,2-1 16,4-1 547,-4 1 0,0 0-569,8-7-744,-11 6 0,-1-1 755,-5 3 0,0 0 6,2-1 0,-1-1-1364,0-2 0,-2 1 1347,2-2 0,-3 2 0,0 1 0,-4 1-1909,7-9 1954,6-4-34,0 0 671,1 0-682,-9 10 28,4-9 0,1-3-17,0 0 1134,-2 1 1,1-3-1096,-7 6 1,-1 1-29,-2 4 0,0-2 28,7-10 1,0 1-51,3-7 39,-11 16 1,0 0-1653,3-10 1624,0-2 0,-5 6 0,0-1 17,-2 7 1,-1 0-872,5-16 0,0-1 871,-3 12 0,-2 1 0,-1 2 0,-1 1 1747,2-8-1539,-1-12 878,1 1-1103,-5 17 0,2-2-915,4-17 0,0-2 915,-2 15 0,0 1 368,3-13 0,0 0-368,-3 16 1,-1 3 32,3-11-16,-5 9 0,0-3 17,-1-5 0,1-3-12,-1 0 1,1-1-665,0-8 1,0 0 652,-1 14 1,-1 1-23,2 2 0,-1 0 1773,0-12-1751,-1 10-391,0 4 0,-1-2 369,0 3 0,-1 1-753,1-5 0,-1-1 764,1 0 1,0 1 1505,0-5-1573,2-11-686,-1 16 0,-1 1 754,0-9 701,0 8 1,-1 1-714,0 0 0,0 2 0,0-3 5,0-1 1,0-1-1,0 0 1,0 0-748,0-4 1,0-1 741,1 6 0,-1-1 0,1 1 736,0-4 0,0 0-736,1-3 0,-1-4 0,1 7-1229,1-11 1229,-1 18 0,-1 2 22,0-4 1565,-1 2-1587,1-13 1231,0-5-1231,0-1 0,0 2-2013,0 5 2018,-1 12 1,0-2 831,0 2 1,0-1-842,0-2 0,0-3 1,0 3-236,0 6 1,0 0 238,0-9 0,0 1 1048,0 4-1048,0-12 0,1 3 0,2-7 0,-1 3-6,0 6 1,0 0 1,0-10 0,1-5 1,0 9-610,1-2 624,-1 5 492,1 10-514,5-14-1188,-4 15 1199,5-16 2449,-5 22-2449,1 1 0,2-3 222,0 0 0,2 0-222,-2 0 0,1-1-1325,6-5 1,0 1 1324,6-1 0,4-8 1273,-5 15-1318,6-2-723,-8 8 779,10-7 239,-12 11-256,3 0 1,2 0-40,7-2 45,12-7 22,-1 8-33,-10 6 3006,7-4-3040,-13 7-2950,-10 3 2984,2 2 0,-4 0 779,1 0-768,0 0-2279,31 11 2312,-11 0-803,-1 0 1,-1 1 735,2 4 1585,-2 1-1551,-11-3-1517,-1 3 1506,7 14 672,-5-5-661,7 11 1878,-8-8-1856,-1 0 1,1 0-1,4 9-626,-5-11 1,2 5-1,-2-2 643,1-2 0,-1-1-24,-1-1 0,1 2 0,0 0 149,6 7 1,0 2 0,-1-2-169,-6-6 1,0-1-1,-1 0 320,4 4 0,0-1 1,-1 1-306,-3-2 0,0 0 1,-1-2-656,2 2 1,-1-1 637,4 5 1,0 1 33,0-1 1,-3-2-29,6 9 224,-3-5 1,0 1-225,-8-14 0,0-1 0,4 5 0,2 3 22,4 6 1,1 0 262,-4-5 1,0-1-286,5 7 0,-1-1 0,-7-12 0,0 1 34,3 6 0,0 2-12,-3-3 0,0 1 1,1 2-23,-1-1 0,1 2 0,-1-1 357,0 0 0,-1-1 0,-1-2-357,-1 2 0,-1-1-932,1 0 1,0 0 936,-4-7 1,1 1 11,3 6 0,0 0 733,4 12-717,-5-14 1,1 2 457,0 1 0,0-1-463,0 0 0,0-1-28,-1-2 0,0-2 79,5 10-35,-4-11 1,1 1 92,2 2 1,-1-1-132,0 0 0,0 0 22,-1-2 0,-1-2 16,4 10-10,1-1-510,-6-10 0,2 0 610,7 11-117,-7-12 0,0-1-6,7 8-13,-6-9 1,2 2 23,7 7 1,2 1-663,-6-6 0,0 1 640,5 4 0,-1-2 1623,0 2-1556,0-2-45,2 2 1,0 0-95,3 3 72,-3-4 0,-1-1 2374,-4-4-2374,0-2-469,12 8 469,-7-5 0,-3-6 0,1 0 0,15 9-671,-13-10 0,0 0 671,12 6 0,-2-2 0,-9-5 0,12 7 0,-16-9 0,1 1 0,-1-1 0,0 0 0,0 0 0,1 0-888,-3-1 1,3 1 887,4 2 0,3 1 0,0 0 499,2 1 0,2 1-499,3-1 0,4 2 0,-2-3-262,-3-3 0,-1-3 262,-2 0 0,5 0 0,-4-2 0,7 1 0,-2 1 0,-6-3 0,-6 0 0,-1-1 0,13 3 0,5 2 0,-12-3 2008,-17-4-2008,0 0-647,8 0 0,2 1 647,10 1 0,-6-1 0,1 0-207,-7-1 0,1 0 207,11 1 0,1 1 1078,-10-2 1,0 1-1079,20 2 0,-1-1-1066,0 1 1066,-18-4 0,0 0 0,9 3 1479,-12-4-1479,5 2 0,7 1 0,-5 0 0,10 1 546,-11-2 0,4 1 1,-4-1-547,7 2 0,-4-3 0,7 2-1419,-15-3 1,1 0 1418,0 0 0,0 0 0,-1 0 0,1-1-574,10 1 0,-2 0 574,1-1 0,9 0 0,-18-1-1517,16 0 1517,-4 0 0,-14 0 0,2 0 0,20-2 0,0 0 0,-18 1 0,-1 0 758,15-2 1,-1 1-759,-2-1-759,-4-2 1,1-1 758,-7 2 0,0 0 307,4-1 1,3-1 0,-4 0-308,-3 1 0,-3 1 736,0-1 0,0-1-736,-1 0 0,1-1-528,16-7 1,2-2 527,-10 5 0,2-3-714,2-4 1,3-2 0,-6-1-926,-7-2 1,-4-1 982,10-6 1,-5 0-1,-5-4 1,-14 15 0</inkml:trace>
  <inkml:trace contextRef="#ctx0" brushRef="#br0" timeOffset="81191">23150 14714 11504,'-8'0'112,"2"1"-67,6-1-1,0 0 103,-5 0 1455,4 0-852,-5 0-156,6 0 2682,-1 0-1397,9-2-1566,4-1-145,3-1-11,5 1 11,-4 1-3246,11-2 3201,-9 1-910,20-4 955,-11 1-78,6-1 134,6-6-1264,-10 1 1107,5-2 0,-9 2 1249,-4 4-1271,3 1 1134,-5 3-1168,2 0 191,15-4-190,-16 3 38,8-3 0,1 0 29,0 0-79,7-3 0,-12 6 0,-3 0 90,15-7-68,-10 3 1163,11-6-1118,-6 0-915,-10 7 859,8-5-11,-16 9-11,8-5 1969,1 1-1924,0-1-34,2-1 22,2-2-22,-4 3-11,5-2 56,-2 0 507,-9 5-563,7-6 11,-11 7 78,16-8-78,-6 3-22,8-6 33,-10 5-11,18-15 538,-13 9-533,0 0 1,-1 0-6,2-1 22,-4 3-33,-6 3 22,-6 6-3288,19-16 3196,2 1-350,4-3 431,-8 4 0,-14 11 12,7-7-2105,2-4 2093,-1 1 0,0-2 12,-1 0-12,3-3-35,8-8 35,-8 8 0,-1 2 179,-5-4 1,0 0-180,-1 2 44,1-2 1,-1 0 191,1-3-57,3-8-179,0 2 140,-5 4 0,-1 0-95,0-3 1015,-4 10 0,1 1-1048,-2-3-1743,-3 8 1753,1-2-1471,2-9 1482,3-5 1495,-2 1-1483,1 1-1506,-5 4 1573,1-4-89,-1 2 1493,-2 1-1488,-1 4 0,0 0 1995,1-4-2001,-1 3 1,0 1-12,1 3 45,1-23 2748,-1 3-2804,-1 16 0,0 0 34,1-16 22,-1 13-2945,1-10 2912,-1 10-46,0-6 23,-1 11 0,1 0-958,0 1 0,1-1 981,3-20-23,-2 19 0,0-1-759,0 0 1,0 0 758,1-1 0,0 1 1517,3-18-1495,-3 20 1,-1 1-1551,0-2 1528,0-11 880,0 9-835,0-8 1913,-1 11-1958,0 0-957,-1-1 0,1-3 946,-1 4 0,0 0 28,1-5 0,0-1-17,-1 2 0,0-2 18,-1-9 1,1-5 0,-1 3 72,1 6 0,-1 1-80,1-6 1,-1-3-1,0 3-708,0 0 1,0 2 702,0-5 0,1-1-6,-1 1 0,1-2 0,0 7 0,1-2 0,-1 2 16,0 0 1,-1 0 432,1 6 1,-1-3-1,0 3-449,0-3 0,-1-2-6,0 2 1,0-5-1,0 0 1,0 5 243,0-3 0,0-1-236,0 4 0,0-6 0,0-2 1,0 3-1,0 6 688,0-1 1,0 3-691,0-16 0,1 3-22,0 4 16,-1 5 0,-1-1 12,1 5 0,-1 1-6,1-5 0,-2-2-666,1 6 0,-1-2 1,0 5 665,0-17-12,0 1 1,0-2 0,2 14 0,1 1-24,5-4 1,2-1 34,-1 2 0,1 2 926,3 6 1,1 1-922,2-4 1,0 0 11,-1 0 0,0 1-17,0-1 0,0 2 0,-4 4 0,1 0-995,3 2 0,2-1 961,3-5 1,2 0 336,0 1 0,2 0-309,7-5 1,1 1-6,-5 9 0,0 1 11,0 1 0,1 0-713,7-2 1,1 1 712,-1 6 0,0 1-6,0 0 1,2 1 737,2 1 0,2 0-736,-5 2 0,2 2 1,-2 0-20,-1 0 1,0 1 22,-1 1 0,1 0 0,-4 1 0,13 3-22,-7 1 10,-10 3 1,1 1 475,5 3-481,-9-2 1,-1 3 27,3 4 72,11 9-78,-13-7 1,0 1-6,0 0 0,0 0 0,2 2 0,-1-1 2502,11 9-2508,-12-6 1,2 2-1218,5 10 0,1 1 1228,-7-5 1,1 0 871,2 5 0,-1 0-849,-5-5 0,-2-2-28,-4-5 0,2 1 52,5 8 1,4 3-1,-3-3-451,-4-5 1,-1 0 413,2 1 0,1 2 0,-2-2 1482,-5-6 0,2 2-1402,5 7 0,6 8 0,1 0 1,-4-4-715,0 1 1,0-1 643,0 1 0,4 4 0,-1 0 0,-6-7-87,-4-6 0,-2-1 99,4 8 0,1 3 1,-2-2 307,1-1 1,-1 2-318,-2-3 0,2 4 0,0 0 0,-1-2-876,-3-2 0,0-2 0,0 2 881,2 2 1,1 3 0,0 0-1,-1-3 314,-1-1 1,-1-2 0,1 1-326,2 2 0,0 1 1,-1-1-967,5 7 1,0-1 984,-2-6 1,2 2-1,0 1-332,-2-4 0,0 2 0,1 0 0,-1-2 294,2 4 1,0-1 0,0 0 528,1 3 0,0 1 0,-3-4-532,-5-8 0,-1 0 48,3 6 1,2 3-1,-1-3-190,-4-5 0,1-1 159,5 13 0,2 1 55,-1-2 1,2-1-11,-1-1 0,1 0-23,0 1 0,1 1 20,-4-9 1,1 0 0,-2-2-15,0 1 0,-1-1-19,0-1 0,1 2 0,0-1 19,1 1 0,-1 0 0,0-1-80,6 9 1,1-2 73,-3-3 1,1 1 10,4 3 1,1-1-12,-2-3 1,-1-1-40,0 0 0,0 0 927,4 3 1,2 0-928,-5-7 0,3 1 0,-3-2 0,2 2 0,1 0 0,-1-2 0,2 3 0,-2-4 0,2 0 0,0-1-347,-1-2 1,2 2 0,-1-2 346,5 4 0,4 2 0,-6-5 0,5 5 0,2 1 0,-3-1 0,-6-5 0,1 1 0,-1-1 0,-1 0 0,5 3 0,-1 0 0,-4-1-768,4 4 1,-4-1 767,3-3 0,3 1-6,-2-1 1,4 1 0,4-1 5,-4-5 0,5 0 0,1-1 0,-1-1 0,-3-1 17,-5-2 1,-3-1-1,0 0 1,2 0-18,4 1 0,3 0 0,1 1 0,-2-1 0,-7-3-51,6 3 1,-2-1 50,1 0 0,3 2 0,-6-3 0,-11-2 0,-1-1 0,14 4 0,-1 0 0</inkml:trace>
  <inkml:trace contextRef="#ctx0" brushRef="#br0" timeOffset="114835">19053 11671 21588,'2'39'655,"0"-1"0,0 0 1,0 3-1,0 0 0,1 2-466,1-8 1,0 1 0,1 1 0,-1 0-101,0 4 1,0 1-1,-1 1 1,1 0-65,0 2 0,0 1 0,0-1 1,0-3-53,-1-4 1,0-2 0,0-1-75,1 13 0,0-1 1,0-25-976,-4-24-563,2-19 1,-3-10 1169,-2-2 1,-1-1 0,3 2 0,0 0 0,-3 6 0,0 0 0</inkml:trace>
  <inkml:trace contextRef="#ctx0" brushRef="#br0" timeOffset="115237">19023 11769 18866,'6'-38'1092,"0"0"0,5 4 0,4 5-467,0 9 0,2 4-333,25-3-1931,-5 31 1,0 8 619,-17-7 1,-2 2 1024,19 13 0,-6 4 704,-22-9 0,-5 0-654,1 0 0,-3 1-699,-6 7 1,-7 1 748,-6-1 0,-4 0-50,-7 4 0,-4-1-573,6-14 0,-1-2 1,1-2-1003,-2 0 1,1-3-371,-13 1 1889,28-26 0,10 6 0,2-6 0</inkml:trace>
  <inkml:trace contextRef="#ctx0" brushRef="#br0" timeOffset="115715">19464 12038 18944,'18'-36'319,"0"-1"0,0 0 1,0 1-1,2-7 0,-1 0 1,-5 4-62,-8 1 0,-6 3 391,-5-8-649,0 38-78,-10 18 78,7 2-67,-4 13 55,9-6-3265,1 7 3084,14-1 215,-3 1 12,12-5 56,-5-7-2045,14 13 2145,-12-11-100,-1-2 0,-2 0 22,-2-1-1751,18 0 1,4-5 1261,-1-18 0,-4 13 1,-3-3-1,-12-19 1</inkml:trace>
  <inkml:trace contextRef="#ctx0" brushRef="#br0" timeOffset="116573">19986 11771 17218,'0'-7'3276,"-9"38"-1173,6-9-1773,-3 13 1,3 3-163,12-2-67,2 6 22,11-24 67,11-14-3467,-7-11 3315,-1-11 0,-4-7 7,-4-10-17,-2 5 0,-8-2 78,-25-1 1,-10 4-233,9 14 0,-2 2 143,-12-7 0,-1 7 5,-10 27-78,28 15 0,5 12 0,4-5 12,3 7-12,5-8 0,3 5 0,10-13-1037,21-23 1,11-15 0,-2-1 371,-3 6 1,0-6 61,-6-1 1,5-5 0,-3-4 0,-10-5 89,-14-9 0,-9-6 1,-3-1-1,1 3 897,4 4 1,-1 2 0,-2-1 49,-6-5 0,-2-3 1,-3 1-1,-1 10 210,-3 7 1,0 6-974,-7-11 1583,5 9-996,12 32 1349,9 7-1423,0 2 1,3 5 204,2 3 1,3 6-1,2 2 1,-2-3-196,-1 0 0,0-2 0,1 2-122,0 1 1,1 3 0,0-1 0,-2-3-498,0 0 0,-2-2 1,-2-5 491,2 8 1611,1 2-1466,-12-30-88,-2-13-102,-9-15 0,-3-5-644,3-9 678,-3 2 0,2-1-79,11-11 68,19 26 0,9 4 11,2 1 0,2 5 11,8 5 0,1 5-11,-2 3 0,-4 9 299,-12 9 0,-2 7 0,-7-2 48,-3 17 93,-4 1 1,-11-2-423,-18-22 1,-9-4 0,0-2-31,-3 4 1,-1-1 685,3-4 0,-1 0 0,2-3-1268,-1-1 0,1-5-499,-2-8 1,-3-6 0,4-1 545,0-4 1,2-2 0,-8-1 0,5 0 0,14-7 0</inkml:trace>
  <inkml:trace contextRef="#ctx0" brushRef="#br0" timeOffset="117608">20710 10374 16008,'-28'-9'1638,"0"1"0,-12-5-913,30 10-725,10 3 212,20 0-1236,18-3 1,7-1 1146,-5 1 1,3 0-572,-11 0 1,1 0-1,4-1 1,2 0 495,1-1 1,4 0-1,2 0 1,0-1 0,0 0-1,-4 1-375,-3 1 0,-2-1 1,-1 1-1,2-1 0,3 0 327,1 0 0,4-1 0,2 0 0,1 0 0,0 1 0,-3-1 0,-2 0-81,0 1 1,-5 0 0,0 0-1,3 0 1,7-1 82,-14 1 1,3 0-1,3-1 1,2 0 0,2-1-1,2 1 1,0-1-1,1 0 1,-1 0 0,0 1-1,-1-1 1,-1 0 0,-2 1-49,1-1 0,-1 1 0,-1-1 0,0 1 0,-1 0 0,0-1 1,1 1-1,0-1 0,1 0 0,1 0 0,1 0 46,-2 1 1,1-1 0,1 0 0,1 0 0,1 0 0,0 0 0,0 0-1,0-1 1,1 1 0,-1 0 0,0-1 0,-1 1 0,0 0 0,-2-1 2,3 0 1,-1 0 0,-1 1-1,-1-1 1,-1 0 0,1 0 0,0 0-1,1 0 1,1 0 0,1-1 0,2-1-1,3 1 6,-13 1 0,3 1 0,0-1 0,2-1 1,1 0-1,1 1 0,1-1 0,0-1 0,1 1 1,1 0-1,-1-1 0,1 1 0,-1-1 0,0 1 1,0-1-1,-1 1 0,-1 0 0,0 0 0,-2 0 1,0 1-1,-3-1 0,0 1-3,9-2 1,-2 1 0,-2 0 0,-2 0 0,0 0 0,-2 1 0,1-1 0,0 1 0,0-1 0,2 0 0,2 0 0,1-1 0,3 0 12,-11 2 1,1-1 0,2 1 0,1-1 0,1 0 0,2-1 0,1 1 0,0-1 0,1 0 0,0 0 0,0 0 0,1 0 0,-1 0 0,0 1 0,0-1 0,-2 0 0,0 1 0,-1-1 0,-2 1 0,0 0 0,-3 1 0,-1-1 0,-2 1 0,-3 1-20,15-4 0,-5 2 0,-3-1 0,-1 2 0,-3-1 0,0 1 0,1-1 0,0 0 0,2 0 0,3 0-55,-2-1 0,3 1 0,0-1 0,2 0 0,0-1 0,1 1 0,0 0 0,-1-1 0,0 1 1,-1 0-1,-1 1 0,-2-1 0,-1 1 53,3 0 1,-1-1 0,-2 1 0,0 0-1,-2 1 1,1-1 0,-1 0 0,0 1 0,2-1 132,0 0 0,1 0 0,0 0 0,1 0 1,-1 0-1,-1 0 0,-2 1 0,-2 0 1,-3 1-127,15-3 1,-5 2-1,-3 0 1,-2 1-6,1 0 0,-3 0 0,-1 0 142,-3 1 0,-1 0 0,-5 1-490,4-1 326,-30 5 67,-2 0 596,1 0-2916,-1 0 1885,-12-6 0,9 5 0,-9-3 0</inkml:trace>
  <inkml:trace contextRef="#ctx0" brushRef="#br0" timeOffset="122055">20905 7531 15549,'4'-1'1638,"2"28"0,-3 12-4915,-1-1 3045,0-4 0,0 6 0,0-4-722,-1 10 1021,-1-18 0,0-1 1134,0 0-1190,0-6 147,0-6 995,0-10-1007,-7-31-113,1-4 1,0-7-32,0 1 1,1-5 0,0-3 0,0 3 44,1 5 1,-1 1 0,1 0 0,1 0 398,-1-2 1,1-1 0,0 2 0,1 5-375,-2-7 1,5 17-1846,16 44 1907,-1 7 1,2 5-567,2 6 1,0 1 431,-3-8 0,1 2 0,-2-3 816,2 5 0,0 0-707,-1-8 0,3 4 0,-1-2 1,-5-5 475,1 7-597,-7-1 12,-25-51 0,-13-18-6,2 7 1,-7-4-1,-1 0 1,4 5 1078,-5-2 1,-1 3-1074,6 3 0,-4-3 0,-2 4 0,0 13-292,2 18 1,0 11-1,1 5 1,2-5 287,2-5 0,2-2 1,0 5-6,-2 6 1,-2 6-1,4 1 1,8-2-1095,9 7 0,13-6 1103,18-13 0,8-5-46,0 1 0,7-10 52,-8-10 0,8-9 0,3-6 1,4-4-1,2-3 0,-1-1 1,-1 1-1,-3 2 0,-6 5-178,9-6 0,-6 3 0,0 0 0,4-5 177,-6 5 0,5-5 0,3-3 0,2-1 0,-1 0 0,-1 2 0,-5 4 0,-6 4 0,-7 7 914,13-10-897,-44 46 1,-10 11-8,-3 2 0,-5 3 0,-1 3 312,5-8 1,-1 1-1,-1 2 1,0 1-1,1 0-327,0 2 0,0 0 0,0 1 0,2 1 0,2 1-370,3-1 1,1 1 0,2 2 0,0 0 0,3 1 0,1-1-178,2 3 1,1 0 0,3 1 0,0-1 0,2 0 0,0-2 218,-1 1 0,1-1 0,1-1 1,2-3-1,4-2 0,7 9 1,4-4-1,0-12 0,0-11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08:24:01.706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FFC000"/>
    </inkml:brush>
    <inkml:brush xml:id="br2">
      <inkml:brushProperty name="width" value="0.09071" units="cm"/>
      <inkml:brushProperty name="height" value="0.09071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1867 2475 8222,'-9'24'1638,"-1"0"0,-5 12 1638,20-31-2106,7-15-1708,7-10 1,6-5 712,-3-2 1,2-3 0,0 0-100,1-2 1,1-1-1,-1-1-59,-3 5 0,0-1 0,-1-1 0,-1 2 139,0-3 0,0 0 0,-1-1-131,0-2 0,0-4 1,0 1-1,-1 2-538,0-2 0,-1 2 1,0-1 512,-2 4 0,0-2 0,-1 2 0,-2 3 16,2-5 1,-3 5 1634,1-10-1528,-6 20 458,-21 19-581,-5 14 17,2 0 0,-3 3 381,2 1 0,-1 4-350,0 7 1,0 4-1,2-1 233,2-1 0,2 1-277,1 0 0,0 2 0,4-3-4,7 16-1033,14-11 1,8 0 1032,3-7 0,4-1 5,5 6 1,3-3 337,2-7 0,0-3-343,-9-4 0,-1-2-770,-1 2 0,1 0 803,4 8 1,-3 2 597,-9-8 0,-3 2-558,5 14 0,-11 2 386,-31 1 0,-10-1-117,11-5 0,-3-2-436,-6-6 1,-5-2-1,1-3 150,0-5 0,-1-3 633,1-3 0,-2-1 0,-1-3-671,2 0 1,0-3 0,-1-2-219,-3-4 1,-1-3 0,3-2 176,-3-3 1,6-4 1353,10-5 0,6-3-1432,9 2 1,5 2 1042,4-1-975,9-2 19,11 33-356,7 5-1269,-3 5 1,2 2-1,-6-4 1,1-1-1,7 6 1,2-1-1,-9-8 1,0-3 818,23 3 1,-20-6 0,-4-6 0</inkml:trace>
  <inkml:trace contextRef="#ctx0" brushRef="#br0" timeOffset="258">2584 1813 20132,'9'41'192,"1"1"1,0-1 0,-1 0-1,1 0 1,-1 1 0,1-3 0,-1 0-1,-1-1 1,1-1 0,-1-2-1013,0 4 1,0-1 0,-1-2 0,-1-3-591,2 10 0,0-5-229,-1 0 1,-2-5 818,-3-10 1,-2-17 0,-3-17 0</inkml:trace>
  <inkml:trace contextRef="#ctx0" brushRef="#br0" timeOffset="382">2604 2210 19034,'19'-23'-42,"-1"-1"1,9 2 0,5 5-428,8 16 1,0 4 0,-14-5 0,0 1 0,0 5 0,1 0 0</inkml:trace>
  <inkml:trace contextRef="#ctx0" brushRef="#br0" timeOffset="1326">3093 2405 16031,'10'-28'706,"0"1"0,1 2 0,-5 1-101,-16-13-202,-4 13-11,-12-2-112,-5 19-1919,4 12 1,0 4 1213,-15 10 497,14-2 1,2 3 373,9-1 1,4 0-312,-10 22-1214,14-13 1,4 1 1100,5-3 1,2-1-23,2-1 0,3-1 56,17 6 2269,18-20-2273,-18-31 1,1-13-1,-2 1-24,-2 8 0,-3-2-32,-2-8 0,-3-5 1,-8 11-31,-13 12 68,-12 36 66,23 23 1,8 4 416,-4-21 1,1-1-518,7 18 0,3-5 78,14-19-1288,11-19 0,3-7 1238,-21 3 0,0-4-28,9-7 0,2-5 0,-6-7-431,-14-7 0,-8-8 0,-3-2 0,2 3 446,3 2 0,0 1 0,-3-2-20,-4 5 1,0-3-1,-2-1 1,-2 2-1,-4 4 16,-6-8 0,-4 5 1,-3 9 814,-18 6-798,12 8 0,4 10 59,14 25 0,8 17 0,5 7 0,2-3-23,7 0 0,6 1 1,2 0-1,-2-1 155,-5-3 0,0 0 0,0-1 1,3-2-204,4 1 1,3 0 0,2-5 0,1-6 43,10-9 0,3-8 0,-4-5-27,-4-7 1,0-4-16,0 5 1,2 0 0,-9-8-887,-11-29 1,-12-5 883,-7 20 1,-2 0-40,1-7 1,-2 5 18,-9 9 153,14 39 1,6 21-1,2-6-93,7 4 546,-5-2 0,2 6 0,1-10-568,15-5-481,-9-11 0,-1-3-2220,3-1-610,0-8 0,-25-24 2729,-12-17 0,4 15 0,-1-1 0</inkml:trace>
  <inkml:trace contextRef="#ctx0" brushRef="#br0" timeOffset="1498">3189 2177 8196,'40'-7'-547,"1"0"1,0-1 0,-5-2 0,1-5 0,-8 2 0</inkml:trace>
  <inkml:trace contextRef="#ctx0" brushRef="#br0" timeOffset="1729">3898 2043 11620,'-20'-32'-1905,"4"13"1905,16 37 0,0-7 0,0 6 0</inkml:trace>
  <inkml:trace contextRef="#ctx0" brushRef="#br0" timeOffset="3597">4274 2217 17386,'12'-27'743,"-1"-1"1,2 5 0,4 6-420,26 21-130,-17 21 0,2 12 1,-4-2-134,-4-8 1,-2 1-55,3 10 1,0 5-1,-11-6 94,-18-9 0,-9-4-496,-12 1 0,-4-2 406,5-4 0,-3-3 39,-8 0 1,-2-8-29,-2-18 1,4-6-1015,14 6 1,1-1 980,-13-9 0,4-3 11,9-5-462,5 3 451,32 33 896,3-2-880,15 12 1,11 4-541,-7-13 0,6-3 0,1-1 0,-3 0 561,-7 0 0,-2-1 1,2-1 340,5 0 1,3 0-1,-1-3 1,-9-9-351,-2-24 0,-11-8-1061,-6 13 0,-2-3 1040,1-3 0,-1-4 1,-3 1-53,-6-3 0,-4-4-397,0 11 0,-2-4 0,-2-3 0,0 1 0,1 2 450,-2 1 0,-1 1 0,1 0 0,-1 0 329,0-5 0,-1-2 0,0 3 0,0 5-438,-5-6 0,3 20-70,11 36 1,6 22 0,2 14 0,3 5 0,0-3 0,-2-12 203,2-7 1,0-6-1,1 7-21,-3 0 1,0 6 0,0 5-1,1 2 1,2-3 0,2-5 0,3-8 100,14 4 1,6-10-1,0-4-50,-6-5 1,1-4 0,0 0 535,3 3 0,0 0 1,-3-12-539,11-25 0,-9-15-749,-20-1 1,-5-4 698,1 9 0,0 0 0,-2-1 876,-6-16 0,-4 5-876,-1 3-112,22 65 0,5 14 2188,-4-12-2051,-1-1 0,5 9 0,1-2 1,-3-10-886,6-10 860,19-6 2667,-26-20-2633,2-11-1511,-1-5 1,0-4 1493,-1 0 0,0 0-23,0-1 1,-1 2-1007,-4 6 1,-3 5 1011,-6 12 663,-1 3-651,-4 6 88,-1-10-100,-8 4-22,-2-5 78,-8 7 285,-6 28 1,1 8-140,6-3 966,-7 7 0,11 2-939,37-4 1,13-6 946,-13-13 0,2-2-1128,7 3 1,5 1-1,0-6-18,4-6 0,1-7-23,-1-2 1,3-2-1,1-2-695,-7-2 1,1-2 0,1-1 0,-3 0 694,5-1 1,-1-1-1,-2-1 4,2-2 1,-1-2-1,-13-5 151,-19-21 1,-15 2-1648,-18 12 1462,4-1 1,-3 9 11,-1 26 0,-1 13-623,-4 15 0,4 6 594,13-17 1,1 2 821,-9 10 0,8-3-793,31-11 67,8-24-56,7-1-6,-12-3 0,-1-1-16,3 0-68,8 10 1887,-13 11-1820,3 11-2223,8 15 2280,-8-17 0,12 7-12,-12-20 17,5-6 0,3-6 762,0-12 1,0-5-796,3 7 0,-4-8-580,-15-8 0,-5-12 0,-3-6 0,-2 2 0,-2 7 540,0 6 1,-3 5-1,-1-5 31,0-4 1,0-6 0,0-2 0,-3 3 0,-3 8-47,-5 5 1,-4 6 0,2 3 36,2 2 1,0 4-101,-26 4 112,29 51-484,8-9 1,2 4 617,1 1 1,3 4-1,4 2 54,4-2 1,3 3 0,1-1 0,0 0-174,-1 4 0,-1-1 0,5 1-4,1-8 0,4 3 0,1-1 1,0-2-1,-3-6-17,5 5 1,-1-4-74,-5-5 1,2 0-1,-4-5-1254,0-3 1333,-57-28 0,28 7 0,-30-10 0</inkml:trace>
  <inkml:trace contextRef="#ctx0" brushRef="#br0" timeOffset="3796">4064 1895 17465,'41'-10'-219,"-1"-1"1,1 1-1,-1-1 1,1 1-1,-4-1 1,-2 0-1,-1 1 1,0 1-1,4 2 1,1 1 0,-2 1-1,-6 0 1,-5-1-1,-1 1 1</inkml:trace>
  <inkml:trace contextRef="#ctx0" brushRef="#br0" timeOffset="3967">5259 1662 19235,'13'-4'-822,"-6"3"1,-1-4-1</inkml:trace>
  <inkml:trace contextRef="#ctx0" brushRef="#br0" timeOffset="7533">5958 3116 14171,'3'2'3276,"0"0"-524,4-1-1139,-4-24-3239,2 7 1939,-13-22-88,-8 14 374,-10 2-454,-1 13 1,-1 3-1516,5 2 1,-1 2 1447,-9 4 1,0 4-57,8 1 1,1 3 33,-1 4 0,1 1 0,1 0 0,1 4 26,2 4 0,-1 4 0,3 2-405,5 2 1,3 2 0,0 0 333,-3-2 0,0 1 0,4-1-11,3 14 0,7-3-806,9-11 0,4-4 302,2-8 0,1-1 478,0 3 0,1-4-3251,19-11 2557,-20-26 0,-3 10 1,-6-9-1</inkml:trace>
  <inkml:trace contextRef="#ctx0" brushRef="#br0" timeOffset="8249">5549 3089 14126,'-5'-3'3276,"2"0"-3458,-1 25 1,3 22 0,0 1 647,1-3 1,-1 1 0,1 4-398,-1-7 1,-1 3 0,0 2 0,1 0-1,1 0-271,2 0 0,1 1 0,0-1 0,0-1 0,0-4 202,1 9 0,-1-4 0,2-2 359,1-3 0,1-1 0,0-6-381,3 3 11,-4-27-12,-4-11-949,0-22 1,-1-11 708,0 11 0,-1-3 75,1-5 0,-1-6 1,1-2-1,-2 4 53,0 4 1,-1 1 0,0-1 527,0-11 1,-1-3 0,-1 1-454,-2 1 0,-1 1 0,-1-2-127,3 9 1,0-2 0,-1 1 0,1 2 268,-1-1 0,1 3 0,0 0 854,-5-17 0,9 12-554,15 29 500,13 8 0,5 5-720,-6-1 1,3 3-479,5 5 0,6 3 1,2 2-1,-3 1 446,-1 3 1,-2 1 0,2 2-189,-7-4 1,1 2 0,1 0 0,-1 1-1,-3-1 65,4 4 1,-4 0 0,-1 1 40,-5-3 1,-1 2-1,-6 0 176,-1 17 1,-13 1 209,-16-14 0,-8 0 0,0-1-337,6 1 0,1-1 0,-8-2 9,-6-8 1,-10-2-1,-4-2 1,-3-1-1,4-2 1,6-2-96,-2 0 0,5-3 0,-3 0 169,-1 0 0,-5 0 1,-1 0-1,4-1 1,6-1-192,3-4 0,4 0-157,-13 0 44,15 0-3153,40-2 0,10-3 1638,2 2 1,2-2-1,-1-1 1,0-1 982,2-1 1,-1 0-1,5-2 1,-7 2 0</inkml:trace>
  <inkml:trace contextRef="#ctx0" brushRef="#br0" timeOffset="8697">6526 3275 23012,'-28'34'582,"0"-1"1,0 1 0,5-7-1,1-1 1,5 0-449,3 11 1,6 0-1774,3 0 1,4 1 849,8 7 1,3 0 1242,-3-9 1,2-1-405,7 0 1,5-6-547,1-17 0,4-10 652,15-19 1,1-8-152,-8 8 1,-1-2-475,-3-4 0,0-3 0,-8-8 483,-10-6 0,-8-9 0,-4 0 0,0 7 684,0-1 0,-8 1-716,-6 8 0,-6-7 0,-4 0 0,-2 7 1,0 11-219,-16 14 0,-3 11 150,4-6 0,-2 1 0,7 7-861,2 15 0,11 9 947,21 2 0,9 4 0,-3-4 0,-9 14 0,18-6 0,0 0 0</inkml:trace>
  <inkml:trace contextRef="#ctx0" brushRef="#br0" timeOffset="9205">7273 3140 8152,'-24'-9'1638,"-1"0"0,-15-2 779,36 56-1594,4-5 1,1 5-227,0 0 1,2 1-527,-2-11 0,2 1 0,0 0-92,3 6 1,1 0 0,0-3 37,2 7 0,-1-2 421,-1-7 1,0 1-1,-1-5-449,1-7 0,-1-5 2022,-1-4-1977,-3-10 481,-1-8-1138,-4-20 0,-4-13 639,-1-1 1,0-5-17,2 8 0,-2-3 0,1-2 0,0 0-6,0-6 1,-1-3-1,1 1 1,1 2 5,-1-3 0,1 1 0,1 2-12,-1 1 1,0 0 0,6 7-39,7 8 0,6 7-160,11 13 1,4 5 203,-5 0 1,3 2-186,4 6 1,3 3 0,-4 4 190,-2 12 0,-4 0 0,2-8 0,-2 0 0,-1 20 0</inkml:trace>
  <inkml:trace contextRef="#ctx0" brushRef="#br0" timeOffset="9404">7150 3563 10049,'42'-12'1092,"1"0"0,-4 1 0,3-1-1006,-9 2 1,3-2-1,0 0 1,-6 2-1,-4 2 1,0-1-1,8-2 1,0 0-1,-1 0 1</inkml:trace>
  <inkml:trace contextRef="#ctx0" brushRef="#br0" timeOffset="9835">9820 3373 20266,'42'0'-146,"1"0"1,-1 0-1,-3-1 1,-2 1-1,-8 1-3131,-7 0 3191,-8 9 1,-7-5-1,-5 4 1</inkml:trace>
  <inkml:trace contextRef="#ctx0" brushRef="#br0" timeOffset="9954">9933 3605 17644,'-6'3'2062,"2"0"-2062,4-3-325,55-24-144,-21 14 1,0-1 0,0-3 0,0 1 0,-7 5 0,0 0 0</inkml:trace>
  <inkml:trace contextRef="#ctx0" brushRef="#br0" timeOffset="12872">13860 2682 16737,'9'-22'2969,"-2"6"-2498,-9 1-113,-25 10-417,4 16 1,-2 4 148,1-6 0,1 0 128,-4 10 1,4 5-79,6 8 0,6 2-3200,9 8 3082,0-9 1,5-3 10,29-4 1,5-7 10,-2-2 1,5 4 0,-3-3 132,-6-1 0,-1 0-169,0-1 1,5 3-1,-2 1 1,-7 1-1018,-4 15 0,-8-1 1059,-3-9 1,-6 1 38,-7 7 1,-10-4 1182,-9-16 0,-5-5-955,-3 0 1,-4-1 0,-1-2-895,-9 0 0,-3-3 0,0 1 624,11-1 1,-1 0 0,0-1 0,0-1-29,-2 0 1,0-1-1,-1-2 1,-2-4-234,0-3 0,-3-5 0,0-2 0,2 0 0,5 2 214,0 0 0,5 0 0,-2-2 235,-6-4 0,-4-2 0,4-2 0,12 2-302,13-14-1572,34 11 1,11 3-1,6 9 1,4 2 545,-6 1 1,2 0 0,0 2 590,2 5 1,0 3 0,-5 0 0,14 1 0,-10-1 0</inkml:trace>
  <inkml:trace contextRef="#ctx0" brushRef="#br0" timeOffset="14885">14531 3018 16782,'2'-27'915,"-1"0"0,2 1 0,-4 1-2554,-17-8 1,-7 4 1404,6 14 1,-4 2 417,-18-9 1,-3 8 550,15 16 0,1 8-593,0 7 0,-1 6 0,5 0-802,5-2 0,3 3 660,-9 13 0,4 1-11,15 6-32,9-5 37,9-15 1,6-4-6,16-4 0,5-6-23,-7 0 0,1-5-16,12-7 0,-4-7-48,-18-2 0,-3-6-48,5-18 1,-4-6 178,-9 9 1,-2 0 67,-1-11 0,-5 3 280,-14 4-325,-3 45 2213,5 14-2269,11 11 0,8 3-611,2-14 0,3-1 611,1 5 0,3-3 0,2-11 0,2-5 11,4-4 0,1-7-198,4-15 1,2-9-1,-2 2 187,-2 9 0,-2-3 11,0-7 0,0-5 1,-11 4 425,-13 0-392,-4 14-45,-1 13 1420,0 17-1128,-1 28 469,1-20 0,0 1-745,0 0 1,-1-1-5,3 16-2681,4-18 2815,1-13-23,13-24-106,-3-20 0,-1-5-306,-5 13 1,0 1 288,4-16 0,-3 5-100,-8 21-1,9 39 463,-3-1-357,0 2 1,-1 2 2590,6 10-2529,-1-3-2641,2-3 2597,1-7-981,12-2 969,-10-12 742,8-8-742,-12-29 0,-3-8-578,0-4 550,-1-1 1,-3 0-7,-7 10-290,-1 9 313,10 67 2185,2-9-2178,-1-8 1,3 4 0,1-5 1123,6-8 0,3-4-1137,-1 1 1,3-8-225,15-28 1,-3-13 116,-20 9 1,-2-2 112,11-11 0,-4 0 202,-15-9 425,-8 77 810,0 4-1299,-1-10 0,1 5 0,1 7-85,2-3 0,1 7 1,1 5-1,0 3 0,1 0 1,0-1-1,-1-3 0,0-7-192,-1 5 1,0-7 0,0 0-1,1 6 139,0-3 0,0 6 0,1 3 0,1 2 0,-1-1 0,0-4 0,0-4 0,-1-9-1443,2 15 0,0-12 1611,0 5-168,-2-15-23,-6-45-297,0-5 1,-3-12 0,0-9 0,-1-6-1,0-2 1,0 0 0,1 3 0,0 8-141,2-1 0,0 5 1,0 0-1,1-1 1,-2-4 460,0 3 0,0-4 0,-2-4 1,1-1-1,0 0 0,-1 1 0,2 2 1,0 5-1,1 5 103,0-15 0,2 7 1,0 7-89,0 5 1,2 4 50,4-16-44,14 11-772,2 17 737,12 6 1937,-4 22-1921,-11 9 0,1 7 0,-3 0-262,-4 4 1,-2 2 272,2-2 0,0 2 0,-10-3 29,-18 8 1,-13-9 73,-15-17 0,-5-7-118,10 5 0,1-4 469,-10-11 0,5-7-491,9-18-893,16 13 826,3-1 528,14 15-451,10 3 6,14 6 1,8 1 22,1-5 0,3 0-979,9 5 1,2-1 966,-5-5 1,-2-4 337,-7-2 1,0-3-333,6-6 0,3-5 0,-2-3-200,-10 2 0,-1-2 1,-1-4 185,0-1 0,2-4 0,-3-2 0,-5-1-135,-3-9 0,-6-3 0,-7-2 90,-5 10 1,-5-3-1,-2 2 1,0 2 54,2 1 1,0 3-1,-4 2 984,-10-12 0,-4 14-991,4 30-588,1 28 0,2 11 790,7-14 0,3 2-275,2 9 1,2 8 0,2 0 0,2-6 100,6 1 0,3-2 477,1 1 1,1 4 0,2-7-506,2-11 0,2-3-748,8 6 1,4-4 764,9-6 0,3-7 724,-1-7 1,0-9-944,-12-6 1,0-5-1,-6-4-56,-7-6 0,-4-5 1,-4-1 272,-2-2 0,-4 0 0,-2 2-4,-2-1 0,-2 4 45,-13-14 23,5 54 728,-1 29-567,9-6 1,3 2-241,0-6 0,2 0-6,2 3 1,10-5-1088,21-13 1,13-9 0,-2-1 623,-3 0 1,-1-1 0,2 0 0,2 1 0,-7-3 0,6-7 0</inkml:trace>
  <inkml:trace contextRef="#ctx0" brushRef="#br0" timeOffset="15656">17835 2819 8545,'15'-39'1092,"1"0"0,-5 11 0,-2 3 2184,-3 1-1840,-41 35-1212,-2 4 632,7-1 0,-4 2-554,3 3 1,-2 3-1,4-2-284,6-3 0,1 0-18,-15 12 0,8 0-11,23-8 2983,7 1-2995,20-1 1,7-1 22,-9-6 0,2 0-38,12 3 1,8 1 0,-4-2-41,-4-4 0,0 0-1015,6 4 1,3 3 0,-7-2 700,-12-4 1,-2 0 357,11 7 1,-11 1 856,-30-1-672,-14-6 1,-5-1-1101,3-3 0,-2-1 1223,-13 4 1,-2-3 16,4-3 0,1-2-129,8-1 1,2-1-84,-19 1-707,48-31-391,24 2 62,-2 2 1,4-4 0,3 1 176,-3 4 0,2 0 1,1 1-1,0 0 777,-1 1 0,0 1 0,0 0 1,0 0 548,9-5 1,1 0 0,-4 9 360,-4 10 1,-6 9-674,-6 15 0,-6 7 130,-5-1 1,-2 3-125,1 8 1,-3 0 604,-1-12 1,-1 1-857,5 11 0,-1-1 2232,3 2-3860,-1-7 1,0-12 885,1-48 0,-3 24 0,-1-32 0</inkml:trace>
  <inkml:trace contextRef="#ctx0" brushRef="#br0" timeOffset="15821">18252 2661 10584,'0'34'-547,"-1"-1"1,1 0 0,-7 5 0,4-7 0,19-11 0</inkml:trace>
  <inkml:trace contextRef="#ctx0" brushRef="#br0" timeOffset="16340">18442 3124 10127,'22'-25'819,"0"0"0,1 0 0,7-12 0,0 14-76,0 36 0,-4 13-676,-10-4 1,-6 5 32,-5 9 1,-4 7-1,-4-5-100,-3-4 0,-4-2 758,-11 9 1,-2-6-804,-3-14-605,12-11 504,3-2 1152,18-8-1040,7 2 23,23 9-192,-13 2 0,0 1 203,1 2 0,1 0 668,0 6 1,-1 1-608,-5-5 1,-4 4-541,-6 11 1,-4 8-1,-3 2 1,-1-6 511,-2-3 1,-4 0-23,0 1 1,0 7 0,-4-3 0,-4-10 240,-11-13 0,-5-6-6,-5-1 1,-5-2-1,1-4-228,4-6 1,1-4 0,0 0-68,-3 3 1,1-1 0,3-5-505,-2-13 1,9-9 552,18-7 0,9-7 0,0 7 0,-4 14 0,1 0 0,3-8 0,0 0 0,0 0 0</inkml:trace>
  <inkml:trace contextRef="#ctx0" brushRef="#br0" timeOffset="16689">19006 3206 17478,'0'-4'2431,"0"1"-5708,0 3 2590,54-76 866,-43 53-575,16-19 1,-12 6 967,-55 35 452,11 11 0,-1 6-699,-6 5 0,5 7-650,11 2 0,4 4 1,7 1 346,11 10 1,9-1-23,1 0 0,8-5 701,7-12 1,10-8-702,-3-15 0,10-4 0,4-4 0,1-1 0,-4 0 0,-8 3 0,4 3 0,-1-1 0,5-5 0,0 0 0,1 0 0,-1 0 0,0 0 0</inkml:trace>
  <inkml:trace contextRef="#ctx0" brushRef="#br0" timeOffset="17129">20287 2984 20681,'26'0'1638,"8"0"0,5 0-935,-3 0 1,2 0-1797,-2-1 1,3 0 0,1-1 294,4 0 0,1-1 0,0-1 442,-1 1 1,-1-2-1,-1 0 348,-6 1 1,-1 0 0,-3-1 316,5 1 0,-13-2-1575,-23 2-2011,-8 2 2457,6 2 1,0 0 0,3 0 0</inkml:trace>
  <inkml:trace contextRef="#ctx0" brushRef="#br0" timeOffset="17594">21853 2375 22142,'-17'-21'1568,"3"5"-2261,12 51 1,4 17 726,-2-27 0,0 0 196,1 14 1,0 6-1,1-3-230,1-5 0,1-3 504,1 3 0,1 5-504,-1-6 0,2 8 0,0 2 0,0-1 0,-1-6-531,0-4 1,-1-4 0,0 3 530,2 10 0,1 6 0,-1-3 0,-1-13 0,-2-11-73,-1-18-2963,-2-6-241,1-5 2457,0-5 1,0 4 0,-1-1 0</inkml:trace>
  <inkml:trace contextRef="#ctx0" brushRef="#br0" timeOffset="27481">2289 5787 21644,'0'-14'2522,"0"1"-2421,0 10 33,0-1-44,0-1-34,0 1-34,0-1-11,0 1-11,0 2 34,3-3-23,-2 4-11,1-3 325,-2 4-247,0-3 45,0-1 236,-1-1-303,1 1-45,-2 3 292,37-17-1786,-7 7 0,3-2 1527,0-1 1,1 0-28,3 1 0,-2 0-1140,-7 5 0,-3 1 1089,3-2 34,5 1-11,-26 7-3266,-12 1 0,-16 8 0,-18 8 2621,18-7 1,1 0-1,-12 7 1,19-9 0</inkml:trace>
  <inkml:trace contextRef="#ctx0" brushRef="#br0" timeOffset="28039">2299 5723 13670,'-5'1'3276,"-3"35"0,7-16-2833,-2 4 0,0 2-3702,-2 13 3657,0-11 0,0-1-230,-4 17 310,5-19 0,-1-4-321,0-2 29,3-8-51,0-3 279,2-6 404,5-25 2261,4 5-3012,8-18-45,3 11 90,1 4-441,4 10 0,3 3 373,5 7-10,-4 1 0,1 7 38,-3 21 1,-3 6-1205,-9-13 0,-2 2 1188,8 13 0,-4 2-56,-10 3-551,-13-12 1,-6 3-1,-1-3 730,-9 2 1,-2-2-124,4-1 0,-1 2 0,-3-5-607,-18-4 0,0-8 590,16-7 1,1-2-40,-7 1 0,2-5 0,-7-9-163,16-2 1,2-4-51,-8-19-806,4 1 474,15 7 545,22 18 0,-10 3 0,9 4 0</inkml:trace>
  <inkml:trace contextRef="#ctx0" brushRef="#br0" timeOffset="28687">3470 5798 20311,'-3'25'2510,"7"20"-2409,9-7 0,3 3-29,-4-1 1,1 0-51,-1-4 1,1-1-431,1-3 1,1-2 418,-4-4 0,1-4 381,11 3 46,-3-57-3328,1-3 2912,-7 2 1,0-2 10,-3 5 1,0-2-1094,2-12 0,-1-1 1037,-2 5 1,-1 3-1183,-2 0 1,3 12 1204,17 39 0,-20-2 0,3 12 0,-1-1 0</inkml:trace>
  <inkml:trace contextRef="#ctx0" brushRef="#br0" timeOffset="30246">4243 6042 9026,'0'-25'1092,"0"0"0,-32-9 0,-7 7 565,3 15-1517,-9 2 0,0 6 17,10 26-74,14-2 1,2 4-62,4 4 1,3 3 455,0-4 0,5 0-484,8-1 0,8-5 625,33-16-709,-4-14 998,-13-2 0,0-4-964,-2-9 0,-3-1 112,4-5-123,5 7-642,-23 50 720,-6 13 432,-1-15 1,2 2-439,7 1 1,5-3 5,14 6-11,-10-11 0,4-5-968,14-20 1,1-12 967,-8-5 0,-1-4 664,6-5 1,-2-3-665,-7-3 0,-6-3-395,-8 9 1,-4-2 0,0-2 385,-2 2 1,-1-3 0,-1-1 0,0 2 15,0-6 1,-1 1-1,-2 3-654,-3-10 0,-5 18 715,-3 33 702,4 22 1,3 9-671,4-5 1,0 2-334,0-1 0,0 3 0,2 1 240,5 9 1,3 1 0,-1-1-12,-3-8 0,0-1 0,1 0 0,5 3 1,1-1-1,2-7 1488,10 0-1462,4-24 0,3-8-11,-7-11 1,0-4-1,7-1 0,-1-5 4,-13-6 0,-4-5 0,-2 3 1689,2-14-1704,-5 14 0,-3 5 2989,-4 18-2888,-2 50-12,-1-18 1,2 1-1641,4 11 1,3-2 1662,8 4-101,10-28-11,0-25-835,-6-8 0,-1-3 824,8-10 11,-10 14 0,-2 2-23,-4 4-122,-3 28 2435,-3 0-2267,4 12-12,-1-4-11,3 1 90,4 3 50,5-1 0,5-1-382,-1-4 0,1-2 264,5 5 0,2-3-997,3-7 0,1-7 1025,1-16 0,0-5-400,-6 6 1,-1-2 354,4-12 1,-4-5 863,-12 0 1,-4-3-836,-4 0 0,-2-1 213,3 2 1,-5 2-153,-7 3 0,-4 6 2791,-4 8-2853,-23 23-757,12 19 1,1 7 767,4-10 1,1 1-39,-1 14 0,4 0 94,10-2-106,4-14 1,5-2 61,15 1-23,-1-11 1,2-5-22,22-19-1141,-9-8 0,0-5 1129,-13 5 0,-1-3-22,7-7 0,-3-2 1156,-9 6 0,-2 1-1134,-2 0 0,-2-2-1101,0-8 1,-3 2 1111,2-2-33,-3-7-146,-1 64 168,3-4 1156,5 9 1,3 2-1157,11 4 11,6-4 0,2 0-176,-3-5 165,-8-8 0,-3-1 3276,-15-4-4155,-39 12-214,0-9 1,-8 1 0,1-1 682,6-3 0,0 0 1,0 0-1,-6 1 1,0 1-1,5-3 0,-5-1 1</inkml:trace>
  <inkml:trace contextRef="#ctx0" brushRef="#br0" timeOffset="31782">8373 6231 15247,'0'-7'3215,"0"2"-2677,-2 25 0,1 16 72,0-2 1,0 3-1431,-1-3 1,1 3 0,-1 2 0,1-2 972,-1 4 0,1-1 1,0 1 36,-1 5 1,0 2 0,0-2-388,1-9 0,-1 0 0,1 5 387,1-3 1,-1 6-1,1 4 1,0 1-1,0 0 1,0-2-1,0-5-539,1 6 1,0-6 0,0 1 0,1 5 360,-1-11 1,-1 4 0,1 2-1,0 2 1,0-1 0,0-2-1,1-3 1,0-5 17,1 4 1,0-7 0,1 0 0,0 7-128,0-3 0,0 6 0,0 2 0,1 3 0,0 0 1,0-1-1,-1-3 0,0-3 106,0 2 0,0-4 0,0-1 0,-1 1 0,1 4 137,0-2 1,1 2 0,-1 3 0,1 1 0,-1 0 0,1 1 0,-1-2-1,-1-1-108,0-1 1,-1-1-1,0 0 1,0-1 0,-1 1-1,1 2 1,-1 1-21,0-5 0,-1 2 1,1 1-1,-1 1 1,1 1-1,-1-1 1,0 1-1,0-1 1,0 0-1,1-2 3,-1 6 0,0-2 0,1 0 0,-1 0 0,0-1 0,0 1 0,0 0 0,0 1-19,0-3 1,-1 1-1,0 0 1,1 1-1,-1-1 1,0 1-1,0 0 1,-1-1-1,0 1 26,0 0 1,-1 1 0,0 1-1,0 0 1,-1-1 0,1 0 0,0-2-1,-1-3 1,2-1-20,-2 8 0,1-4 0,0-2 0,0 1 0,-1 5 148,2-8 1,-2 4 0,1 3 0,-1 1 0,1 0 0,-1 0-1,1-3 1,0-4 0,0-4-139,0 7 1,0-7 0,0 0 0,0 6-178,0-4 1,0 5 0,1 4 0,-1 1-1,0 0 1,0-1 0,1-2 0,-1-5 174,0 2 1,1-4 0,-1-1 0,0 0 0,1 5 102,-1-3 0,1 5 1,-1 2-1,1 0 0,-1 1 1,1-3-1,0-3 0,0-6-118,-1 2 1,1-5 0,0-2 0,0 5 23,0 3 0,-1 4 1,1 3-1,-1 0 1,1-2-1,-1-4 16,1 3 1,-1-4 0,1 1 0,-1 2-36,0-2 1,0 3-1,0 2 1,0-1-1,1-2 1,-1-5 10,-1 7 1,1-5 0,-1 3-343,1-2 1,-1 2-1,-1 0 1,1 1 345,1 0 1,-1 0-1,1 1 1,-1-1-4,1-1 1,-1 1-1,1-1 1,-1 0-20,1-3 0,0-1 0,0 0 0,0 0-149,0-1 1,0-1-1,-1 0 1,1 2 157,0-2 0,0 1 0,0 1 0,0 0 0,1-1 190,-2 9 0,1-1 1,0 0-1,1-2-199,-1-2 0,1-1 0,0-1 0,0-3-8,1 0 1,1-2 0,0-5 7,0-5 0,0-2-45,0 17 1476,0-23-2664,0-14-985,0-6 687,-5-7-1746,1-10 3737,-5-12 0,5 13 0,1-1 0</inkml:trace>
  <inkml:trace contextRef="#ctx0" brushRef="#br0" timeOffset="34507">8402 6309 10170,'6'-4'2578,"-2"1"-1021,-4 3-1031,0-13-77,0 10 335,0-11 124,0 14-449,2 0 113,5 0-314,6 0 448,27 0 0,10 0-606,-10 0 1,2 0-68,-2 0 1,3-1 0,1 0-1120,2-2 0,1 0 0,0-1 1094,-11 1 1,-2 0-1,2-1 1,3 1-387,-2 0 0,3 0 0,2-1 0,-1 1 0,0 0 0,-3 0 378,6 0 0,-4 0 0,0 1 0,2-1 0,4 1 0,1 0 0,-1 0 0,-2 0-15,5 2 0,-3-1 0,-2 1-202,-9 0 1,-1 0 0,0 0 216,6 0 0,2-1 0,-4 1 788,-2-1 1,-1-1-593,5-2 0,0 0-191,-6 0 1,2-1 5,-2 1 0,1 0 1,0 0-366,11-1 1,-1-1 375,-12 3 0,0 0 1,1 0-12,0 0 0,1-1 0,4 1-15,-1 0 0,5 1 1,3-1-1,0 0 1,-3 1-1,-7 0 269,0-1 0,-5 1 1,3 0-148,6 0 1,10 0 0,-1 0 0,-12 0-1,-23 0 421,-19 1-248,-8-2 806,-1 0-1019,2-1-111,8 2 392,4 1 290,0 0-593,0 9 315,-2 29-605,1-2 307,0-5 0,-1 0-6,0 15 17,0-21 0,1 2-491,-2 9 1,-1 5-1,1 0 511,-1-3 1,-1 0 0,1 2 220,-1 6 1,1 2-1,-1-1-266,0-7 1,1-1 0,-1 2-111,3-4 0,-1 1 0,1 2 0,0 1 0,0-2 93,-1 6 0,1 0 0,-1 0 0,0 4-29,1-7 0,0 3 0,-1 2 0,1 0 1,-1 0-1,1 0-212,1 0 1,-1-1-1,0 1 1,1 0-1,0-1 1,-1-1 196,1-3 0,0 0 0,0-1 0,0-1 0,0 0 0,0 1 233,1 6 1,0 0 0,0-1-1,0-1 1,0-1-232,1 2 0,-1-2 0,1-1 0,0-3 0,0 1 0,1-2 0,-1 4-3,0-2 1,0 3 0,-1 3 0,1 0 0,-1 1-101,0-7 1,-1 0-1,0 1 1,0 1-1,0 0 1,0 1 102,0-1 0,0 1 0,0 2 0,0-1 0,-1 1 0,1-2 0,-1-1 34,0-1 1,0 0 0,0 0 0,0-2 0,0-1 0,-1 0-30,0 7 1,0-3 0,0 0-1,0 4 8,-1-4 0,1 4 0,-1 1 0,1 0 0,-1-2 1,1-4-12,0-1 1,1-3 0,-1-1 0,0 5 18,0-1 1,-1 4 0,0 2 0,1 0 0,-1 0-1,0-2-10,1 2 0,0-1 1,-1 0-1,1-1 0,0-1-2,0-4 0,1-1 0,-1 0 0,0 0 0,1 1-5,-1 6 1,-1 3-1,1-1 1,0 0 0,0-3 9,1-3 0,0-1 0,0-2 0,0 0-45,0 0 0,0-1 1,0 0-1,0 3 46,0 0 1,0 3 0,0 1 0,0 0 0,0-3 369,0 4 0,0-3 0,0 1 1,0 2-381,0-6 1,0 2-1,0 2 1,1-1 0,-1-1-1,0-4 14,1 3 1,-1-3 0,1-1 0,-1 3-304,0 4 0,0 3 0,0 1 0,0-1 0,0-3 284,0-3 0,1-2 0,-1-2 0,0 2 14,0 4 0,0 1 0,-1-2 0,1-3 730,0 8 1,-1-3-740,1 1 1,-1 1-6,1-4 0,-1 3 0,1-3-8,0-9 1,0-2 0,0 2-180,0 8 1,0 2 0,-1-3 186,0 1 0,0-2 894,0-1 1,1 2-892,-2 4 1,1 3 0,-1-3-265,1-2 0,-1 1 266,1-6 1,0 3 0,-1 2-1,1-1-11,-1 0 1,-1 2-1,1-2 1,0-2 8,0 1 1,0-2 0,-1 1-7,1-1 0,0 3 1,-1-2-1,2-5 370,0-3 0,0-4-367,0 2 0,0-1-927,0 0 0,0 0 938,-1 10 0,0-1 91,1-9 1,-1 0-103,0 6 0,0 1-12,0-6 1,0 2 11,-1 1 0,1 2 0,0-1-104,0-1 0,0 0 104,-2 11 0,1-1-22,1 4 22,1-20 0,1 0 0,0 0 0,-1-1 105,0 4 1,0 0-101,-1 4 1,0 0 542,1-9 1,-1 0-549,0 7 0,1-4 23,-1-8 282,1-7-283,2-5 2820,0-1-2775,1-4-33,0-1 56,-3 0-90,-23 0-34,1 0 34,3 1 0,-4 0-574,-6 1 0,-3 2 1,2-1 573,3 0 0,-1 0 0,-5 1 0,-2 0 0,3 0 0,7-1 0,0 1 3,-11-1 1,-7 1 0,-3-1-440,7-1 0,-3 0 1,-2 0-1,-1 0 0,1 0 436,8-1 0,0 1 0,0-1 0,-1 0 0,1 1 0,-1-1-31,0 0 0,-2 0 0,0 0 0,1 0 1,2-1-1,2 1 25,-1-1 0,3 0 1,0 0-1,-2 0 3,0 0 1,-2 0 0,-1 0 0,2 0 0,2 0 2,-7 0 0,4 0 0,-4 0 11,6 0 0,-3 0 0,-1 0 1,1 0-1,4 0-8,1 0 1,2 0 0,-2-1-354,-7 0 0,-3 0 1,-2-1-1,0 0 338,2 0 1,1-1 0,-1 0 0,0 1 369,1-1 0,0 1 1,0-1-1,0 1-358,-1-1 0,-1 0 0,2 0 0,7 1-41,2 0 0,3 0 41,-7 1 0,3-1 2169,8 0-2202,20 1 3221,5 0-3311,2 0-1021,1-1-2133,2-8 0,5-3 2457,3-14 1,-1 14 0,-2-2 0</inkml:trace>
  <inkml:trace contextRef="#ctx0" brushRef="#br0" timeOffset="36022">8363 7722 10479,'44'6'546,"-1"1"0,-8-5 0,5-3 0,2 0 0,1-1 0,-3 0-575,5-1 0,-2 0 1,1 0-1,4-2 60,-5 1 1,3-1 0,2 0 0,0 0 0,-1-1 0,-3 1 209,0 0 1,-3 0 0,0 0 0,-1 0 0,2 0-233,1 0 0,0 0 0,1 0 0,2 0 0,4 0-89,-9 2 1,3-1-1,3 0 1,1 0-1,1 1 1,-1-1-1,0 1 1,-3 0-1,-4 0 87,4-1 1,-3 2 0,-2-1-1,-1 1 1,2-1 0,3 1-90,-1-1 0,3 0 1,3 1-1,0-1 1,-1 0-1,-3 1 1,-3 0-1,-5 0 78,11 1 1,-6 1-1,-3-1 729,9 1 1,-4 0-642,-13 0 0,-4 0-545,-8 0-2816,-11 5 2601,-14 1 1,4 0 0,2-1 0</inkml:trace>
  <inkml:trace contextRef="#ctx0" brushRef="#br0" timeOffset="36870">8434 9683 11852,'3'2'3276,"0"0"0,-3-2-304,3 0-2536,9 1 46,11-1-62,12 1 1,10-1-896,-11-3 1,5 0-1,3-2 1,2 0 0,1 1 503,-2 0 1,1 0 0,1 1 0,2-1 0,1 0 0,2-1-220,-8 1 1,1 0 0,2 0 0,1-1 0,0 0 0,1 1 0,0-1 0,1 1 0,-1 0 190,-5 0 0,0 1 0,2 0 0,-1 0 0,1 0 0,0 0 0,-1 1 0,1-1 0,-2 1 0,0-1 0,-1 1-6,7-1 1,-1 1 0,0-1 0,-2 1 0,1 0 0,-1 0 0,-1 0-1,1 1 5,-2-1 0,0 1 0,1-1 0,0 1 0,-2 0 0,-2 0 0,-2 1 0,-4-1 0,19 1 0,-8 0 0,-5 0 0,-6 0 0,-7 0 34,1-3-34,3-5-429,-6 3 0,1-1 389,0 0 1,0 1-6,2 0 1,-1 1-3233,8 2 0,-13 10 2457,-6-1 1,-10 4 0,-5-6 0</inkml:trace>
  <inkml:trace contextRef="#ctx0" brushRef="#br0" timeOffset="37655">8680 11946 12356,'-3'5'2117,"1"-1"-100,2-4-515,-24-1-976,16 0-100,-19-1 224,22 1 515,0 1-884,3-1 99,1 1 57,18-6-1685,7-1 1,8-1 1489,2 1 1,5-2 0,1 1-880,1 0 0,2 0 1,1 0 725,-5 1 1,1 1 0,2-1 0,1 0-298,-6 2 0,0 0 0,2 0 0,1 0 0,0 0 0,0 0 211,5 0 1,0-1 0,1 1 0,1 0 0,-1 0-1,1 0-47,-1-1 1,1 1 0,0 0-1,0 0 1,-1 0 0,0 0 46,-3 1 1,0-1 0,0 1 0,-1 1-1,1-1 1,-1 0 1,1 1 1,0 0 0,1 0-1,-2 0 1,-1 0 0,-4 1-10,12-1 0,-5 0 1,2 1 3,1-1 0,4-1 0,-3 1 0,-10 1 1399,7 1-1287,-20-3-1088,-15 1-872,-8 0-93,-11 1-1336,-6 6 3191,-20 15 1,19-10-1,-9 10 1</inkml:trace>
  <inkml:trace contextRef="#ctx0" brushRef="#br0" timeOffset="38678">8296 13763 13196,'-28'-11'1638,"1"1"0,-10-10 0,56 13 0,12 2 572,11-6-2121,-5 3 1,9 1 26,-15 2 0,6 0 1,4 0-1,3 0 0,2 0 1,-1 0-1,-2 0 1,-3 0-180,0 0 0,-2 1 0,-2-1 1,1 0-1,2 0 0,4 0 74,-7 1 0,3-1 0,2 0 1,1 0-1,2 0 0,0-1 0,1 1 1,0 0-1,-1-1 0,0 1 1,-1 0-340,2 0 0,1 0 0,0-1 1,0 1-1,0 0 0,-1 0 1,0 0-1,-3 0 0,-1 0 1,-3 1 314,6-1 1,-4 0-1,-2 1 1,-1 0-1,1-1 1,2 1 28,4-1 0,4 0 0,1 0 0,-1 0 0,-3 0 0,-6 1 0,-9 1-567,-2 0 0,-8 0 1671,2 0-873,-8-1-146,-14 0-101,-5-7-1648,-15-14-189,7 8 1837,-5-18 0,16 27 0,2-5 0</inkml:trace>
  <inkml:trace contextRef="#ctx0" brushRef="#br0" timeOffset="39904">1460 9557 16143,'0'-3'1411,"0"1"-133,0 2-348,12 51-2221,-5-14 0,0 2 1541,-1-5 0,1 3 1,-1-1-60,0 2 1,-1 1 0,0 1-86,-2-4 0,0 0 1,0 1-1,1 3-496,-1-1 0,1 2 0,0 2 0,-1-1 0,1-2 390,-1 2 0,1-2 0,-1 0 0,1 0-119,0 4 0,0 1 1,0-2-1,-1-9 108,1-7 0,-1-5 1805,3 9-1929,0-13-3081,3-35 957,2-9 620,-4-3 1,-1-3 1558,0-2 0,-2 2 1,3-7-1,-4 4 0</inkml:trace>
  <inkml:trace contextRef="#ctx0" brushRef="#br0" timeOffset="40339">1499 9581 18115,'6'36'745,"1"-1"0,-1 0 0,-1-1 1,2 0-657,2-2 1,2 3-1,3-4-22,3-1 1,4-3-29,2-5 0,3-2 73,8-1 0,1-5-79,-5-6 1,-2-6 16,0-5 1,-2-8 27,2-18 1,-7-8-1216,-8 1 1,-3-3 1151,-1 8 0,1 0 0,-4 1-10,-8-8 1,-4 4 82,-1 5 1,0 13 651,0 33-684,5-4 11,7 17 0,4 6-56,-1-13 0,4 0-22,14 16 0,2-2-1235,-10-15 0,1 0 1201,11 10 0,0-4-1053,3-9 97,-2-10-2276,-2-4 0,-2-11 2457,-2-9 1,-11 6 0,-5-4 0</inkml:trace>
  <inkml:trace contextRef="#ctx0" brushRef="#br0" timeOffset="40538">2418 9641 15285,'0'-4'762,"0"1"-1855,19-7 1,17-4 0,-1 3-547,-7 4 1,0-1 545,7-4 1,3-2 0,-5 4 500,2 5 1,-28 5 0,-7 2 0</inkml:trace>
  <inkml:trace contextRef="#ctx0" brushRef="#br0" timeOffset="40720">2531 9734 19034,'40'-14'-151,"1"0"1,-1-1-1,1 1 1,1 0-1,-3 0 1,3-2-1,-8 1 1,2-1-1,0-1 1,-1 1 0,-5 2-1,8-5 1,1 1-1</inkml:trace>
  <inkml:trace contextRef="#ctx0" brushRef="#br0" timeOffset="41254">3437 8881 19874,'7'36'1092,"0"0"0,1 1 0,0 5-1748,-1-7 1,1 5-1,1 3 1,0-1 0,-1-5 363,-1 1 1,0-3-1,0 1 294,0 0 1,0 3 0,-1-2 0,0-6-1358,2 15-1922,0-47 2457,1-6 1,-4-19 0,-3 4 0</inkml:trace>
  <inkml:trace contextRef="#ctx0" brushRef="#br0" timeOffset="41642">3819 8994 14985,'0'35'724,"0"0"1,0-2 0,1-2-1005,1-5 0,2-1 336,2 2 1,3-1 756,4 3 1,6-3-713,14-7 0,5-10 148,0-12 1,1-7-216,1-2 0,-2-5-6,-7-7 0,-7-3-330,-10 7 0,-6-2 442,-5-18 0,-7 0 745,-2 16 0,-2 0-852,-4-13 1,-7 4-950,-19 14 0,-5 11 776,6 10 0,1 4-134,-7-6 0,4 5-508,11 10 1,8 4 781,12 18 0,4-21 0,5 8 0</inkml:trace>
  <inkml:trace contextRef="#ctx0" brushRef="#br0" timeOffset="42009">4633 8752 20154,'-26'33'784,"0"0"1,8 2-1,2 5 1,6-5-729,8 11 22,3-4 0,5-5 12,16-18-1729,2-10 1,5-4 1470,-5-2 1,2-2 228,11-4 1,1-4 468,-6-2 1,-1-4-438,-1-2 0,0-5 1,-2 1-1128,3-3 1,-2-1 1184,7-6 0,-8-5-713,-18-8 0,-17 3 214,-15 17 1,-11 6 0,-4 2-473,4 4 1,-3 2 0,-2 3 0,-1 2 521,2 4 0,-2 1 0,-1 2 0,2 2 0,2 1 0,-9 6 0,4 2 0,4-1 1,4 0-1,0 1 0</inkml:trace>
  <inkml:trace contextRef="#ctx0" brushRef="#br0" timeOffset="46393">11076 6825 17342,'0'-6'1826,"0"0"-1759,0 6 539,1-1 570,11 0-1153,1-1-12,16 0-1650,-3-2 1,5-2 1679,4 0 0,6-3 1,3 1-1,-2-1 9,-6 2 0,-2 1 1,1-1-1,4 0-415,3 0 0,5-2 0,2 0 0,0 1 0,-3 0 1,-5 1 364,7-1 0,-6 2 0,1-1-166,-3 2 1,3-1 0,-2 1-1,-7 0 183,-1 2 0,-3-1-625,8-1 0,-3 0 687,-2-1 10,7-2 1855,-36 6-1697,-2 1 2046,0 0-3386,-2 0 1,1 1 0</inkml:trace>
  <inkml:trace contextRef="#ctx0" brushRef="#br0" timeOffset="47017">12283 6446 14081,'-7'-5'2084,"1"1"-1725,5 4 828,-3 0-156,1 0-706,-1 0 247,1 0-438,2 0 113,-1 0 380,13 14 90,20 11-481,-3 0-1748,-4-6 1,0-1 1926,10 11-235,-7-3 161,-23 4 1,-11 2-849,-19-3 1,-8-1 472,11-4 1,0 1-1,-3 2-142,-2-2 1,-5 3 0,-1 0-1,2-1 1,5-5 0,-2 1-1,1-1 1,-1 7 0,0-1-1,0 0 1</inkml:trace>
  <inkml:trace contextRef="#ctx0" brushRef="#br1" timeOffset="51399">8761 6926 11369,'-4'0'3276,"1"0"-333,3 0-1273,-19 0-942,13 0-67,-13 0 583,17 0-527,2 0-493,8-3 135,6-1-3471,11-4 3321,9-3 0,10-2 1,-4 1-205,-10 2 1,2 1-6,6-2 0,6-1 0,1 0 0,-9 4-120,-8 2 1,-4 1 169,7 0 0,-4 0 96,-11 5 156,-16 0-302,-2 0 3145,-2 0-3145,-3 0-3277,-2 0 0,4 2 2457,1 0 1,4-1 0,0 1 0</inkml:trace>
  <inkml:trace contextRef="#ctx0" brushRef="#br1" timeOffset="52198">9641 6742 12008,'4'-2'1638,"20"-17"0,2-6-4333,-9-2 2919,8 0 0,-3-1 2037,-18-10-1880,-34 7 464,-5 7-806,11 14 0,-3 5-2217,-15 15 2211,20 6 1,3 5 510,0 11 1,1 2-568,3-7 1,2 0 5,-2 6 1,12-7-26,26-27 1,14-11 0,-4-1-324,6-2 357,-3-1 1,5-4 0,-6 0 18,-13 4 0,-4 2 68,5 6 1093,-1 11-758,-17 17 1,-6 10-1090,0 15 1,-3 3 689,3-16 0,-1 0 0,0 1-15,0 0 0,-1-1 0,1-1-175,-2 0 0,3-4-3102,10 8 2666,3-29 0,0 5 0,-3-23 0</inkml:trace>
  <inkml:trace contextRef="#ctx0" brushRef="#br1" timeOffset="52706">10246 6579 18922,'-1'-26'1092,"0"0"1,-33-2-4370,-4 41 2219,8 0 1,0 4 1203,7 6 0,3 3-685,2 2 0,3 0 516,0-4 1,3-2 1055,1 16-1078,17-30 45,13-5-34,10-21 1,3-5 27,-11 12 1,0-1 1,5-8 0,0-4 1,-3 7 2114,-3 7-1999,1 5 179,-17 37 0,-7 11-279,-1 4-7,2-3 1,-1 0-402,-1-18 1,-1-2-2882,1 11 0,5-11 2457,6-26 1,0-6 0,-2-4 0</inkml:trace>
  <inkml:trace contextRef="#ctx0" brushRef="#br1" timeOffset="53188">10560 6557 17946,'13'-32'926,"0"0"1,1 2-1,-7 8-567,-20 18-325,0 4-1673,-6 8 1,-4 5 1274,2 2 0,1 3-329,-5 10 0,2 3 653,6-8 1,5 0-106,6 16 89,41-35-304,6-23 354,-16 7 1,-1-1 2178,11-18-2195,-14 9-34,-10 11 157,-2 1-22,-7 19 330,-2 14 0,-2 5-780,-2 2 0,0 2 405,1 7 0,-1 0-34,-1-7 0,1 0-1639,2 5 1,1-4-1639,-1-1 0,6 14 2872,4-50 0,-2 2 0,0-4 0</inkml:trace>
  <inkml:trace contextRef="#ctx0" brushRef="#br1" timeOffset="53655">10864 6529 14809,'0'-5'2969,"0"0"-1119,2-3-1604,-1 3-179,1-7 90,-2 3 605,-9 3-717,-10 12-45,-8 17-6,13-3 0,2 3-50,-4 8-3221,20-1 3006,27-38 259,-5 0-1117,-3-8 1,0 0 1195,-6 9 135,1 4-33,-12 28-441,-4 11 1,-1 7 310,1-4 1,-1 2-48,0-8 1,0 1-1,0-1-231,0 8 1,-3-2 238,-9 5 0,0-5 0,3 0 0,-3-13 0,0 0 0</inkml:trace>
  <inkml:trace contextRef="#ctx0" brushRef="#br1" timeOffset="55200">8661 8812 17319,'-21'-6'774,"4"1"111,28 4-134,25-8-606,4-2-1238,-7 2 1,5-2 0,-4 1 661,-6 2 0,-1 0 814,17-4 0,-4 2-462,-10 4-1265,-10 4 1344,-6 2 0,-8 0 0,-4 0 0</inkml:trace>
  <inkml:trace contextRef="#ctx0" brushRef="#br1" timeOffset="55531">8823 8581 13140,'0'-7'3193,"0"2"-2341,0 13-337,5 7 124,1 13 0,2 10 0,0 0-628,-3-7 0,-1 0 0,1 3-667,0 2 1,0 5-1,1 1 1,-1-2 0,-1-5-984,0 11 1,0-4 982,-1 8 1,1-12-1,-1-33 1,0-4 0</inkml:trace>
  <inkml:trace contextRef="#ctx0" brushRef="#br1" timeOffset="56199">9387 8565 18754,'-10'38'454,"1"0"1,1-4 0,1 4 0,-1 0 0,2-4-2094,1 1 1,0-1 545,-1 2 1,0 3 0,2-9-572,1-4-1613,3-21 3114,0-6 0,0-1 1</inkml:trace>
  <inkml:trace contextRef="#ctx0" brushRef="#br1" timeOffset="56650">9671 8615 9553,'-12'30'812,"0"1"0,-1-1 1,-3 11-1,3-4-654,8 5-124,15-18 1425,4 2-1448,15-21-426,14-19 454,-19 3 0,-1-2 660,0-2 0,-2-2-688,-2 0 0,-5-1 2275,-1-9-2163,-10-14-1214,-27 13 1024,4 0 2788,-20 19-3181,17 14 1,2 4-2818,-6 13 0,-5 1 2457,25-2 1,8-16 0,0-2 0</inkml:trace>
  <inkml:trace contextRef="#ctx0" brushRef="#br1" timeOffset="57319">10019 8611 15191,'1'-5'3276,"-17"34"-3034,9-10-192,-1 14 1,3 1-51,9-14 0,9 11 0,9-33 0,3-7-12,1-2 6,0 1 1,-3-2 5,-11-5 79,-4-13 33,-37 4-45,0 1-17,3 15 1,-1 4-1082,-4 3 1110,15 0-79,11-1-202,19-21 168,9 5 23,6-10-1520,-2 20 0,1 4 1486,1 2 45,11 7 68,-25 19 283,-11 12 0,-1 4-284,3 4-5,-3-6 0,1-3-62,5-19 638,8-3-582,0-5 112,8-6-134,-2-9 22,0-5-1587,8-18 1889,-11-7-368,-2 1-12,-15 3-2822,-35 14 2844,-4 18 0,-2 2 0,14-3 0,0 1 0,-7 6 0,-1 1 0</inkml:trace>
  <inkml:trace contextRef="#ctx0" brushRef="#br1" timeOffset="60307">9465 10748 12490,'0'-6'2745,"0"1"531,0 5 0,-1 0-1525,0-2-1348,-1 0-257,2-4-134,-2 1 189,-1-2 102,0 3-303,0 0-12,-1 35-1276,2-5 1,-1 3 1348,1 3 1,-1 2-40,0 5 1,1-2-12,0-11 1,1-1-40,0 21 0,0-3-454,0-6-560,1 23-2235,0-60 0,0-5 543,0-2-543,0-7 2813,0-3 0,0 7 1,0 2-1</inkml:trace>
  <inkml:trace contextRef="#ctx0" brushRef="#br1" timeOffset="61044">9442 10771 13588,'-35'22'655,"1"0"0,-1 0 1,1-2-1,-1-2 0,5-6 1505,-11-9-2003,2-11 1167,23-10-1279,6-9 0,5-6-73,5-2 0,3-1 301,-1 0 0,4 1-285,4 3 1,6 6-2799,24 10 2754,-16 16 0,1 4 56,0 2 0,-1 4 723,3 6 0,-4 7-660,-8 1 1,-2 6-1,-6 5-2,-8 1 1,-5 8 0,-4 3-1,-2 2 1,1-3 0,2-5 33,3-2 0,0-4 0,-1 0 1,-2 2-85,-1 2 0,-2 6 0,-2 2 0,-1-4 1,0-7-1,0-12-1244,-25-4 1233,26-31 2525,1-17-2564,9-9 0,6-4-532,4 14 0,1 0 537,-3-9 1,4 5-68,14 10 56,-5 19 22,12 12 1,9 7 0,-3-3 741,-12-7 0,2 0-768,10 7 1,6 3 0,-5-5-1591,-9-8 1,-2-5 1171,9-10 1,0-1 0,9 6 0,-21-6-1,0 0 1</inkml:trace>
  <inkml:trace contextRef="#ctx0" brushRef="#br1" timeOffset="61290">9937 10933 22855,'1'-6'-243,"-3"1"0,8 5 0</inkml:trace>
  <inkml:trace contextRef="#ctx0" brushRef="#br1" timeOffset="61751">10218 10626 21577,'-28'18'456,"0"0"1,1 0 0,-6 1 0,6 3-2096,6 8 1,9 2 580,14-6 1,5-1 1068,-2 1 0,5-2-527,16 2 0,6-5 527,-1-9 0,1-2 481,0 0 1,0 0-493,-3-3 0,-3 1-1468,6 3 1647,-16-1 494,-30 23-668,-7-17 1,-6 0 555,-1 3 1,-2-1-562,-3-3 0,-1-3-1639,0-3 1,1-8 1395,8-17 1,1-2 0,-22 10 0,25-31 0</inkml:trace>
  <inkml:trace contextRef="#ctx0" brushRef="#br1" timeOffset="61929">10243 10501 19351,'28'-20'327,"0"-1"1,0 0 0,9-7 0,-2 4-846,-9 10 1,-4 4-1,0 0 1,4-7-1</inkml:trace>
  <inkml:trace contextRef="#ctx0" brushRef="#br1" timeOffset="64871">8931 12691 16714,'21'6'3276,"-1"-10"-2529,-4-7-490,-5-8-3421,-6-9 3421,-8 6 659,-4-1-883,-23 12-2200,-13 25 2201,10 6 0,0 6-34,6 2 0,3 3-137,8-4 1,2 3-1,3-3 126,2-3 0,4-2 2087,5 17-2087,17-31-1016,6-17 0,3-6 1032,2-3 1,2-2-6,2-5 0,-2 0 1083,-8-3 1,0 9-591,18 32 231,-23 7-657,-3 8 0,-3 7-45,-8-1 1,-4 3-1,0-3-851,0-2 1,-1 0 828,1 1 0,0 1 0,-1-4-56,-2 7-1972,-1-3-1249,2-24 2959,12-32 0,-7 8 0,8-21 0</inkml:trace>
  <inkml:trace contextRef="#ctx0" brushRef="#br1" timeOffset="65207">9244 12656 14484,'26'-6'695,"14"-6"1341,-11 3-1896,-3 1 0,1 0-17,-4 2 1480,12 8-830,-24 13-1169,-4 22 1,-2 5 518,-2-14 1,-2 1 242,0 3 1,-1 3-1,0-3-287,-1-4 0,-1 0-1208,0 10 0,-1 0 143,1-14 0,1-1-84,-1 3 0,1-3-1754,1-13-453,0-18 2947,-5-6 1,4 4 0,-4-1 0</inkml:trace>
  <inkml:trace contextRef="#ctx0" brushRef="#br1" timeOffset="65378">9243 12964 13285,'22'-15'-456,"0"0"0,9-2 1,1 2 455,3 4 0,0 2 0,-10 1 0,-2 1 0,17-3 0</inkml:trace>
  <inkml:trace contextRef="#ctx0" brushRef="#br1" timeOffset="65573">9774 12862 19280,'0'-4'3160,"0"1"-3328,0-4-2846,2 5 3014,5-10 0,-2 11 0,2-4 0</inkml:trace>
  <inkml:trace contextRef="#ctx0" brushRef="#br1" timeOffset="66193">10114 12749 21331,'-30'-25'495,"0"0"0,0-1 0,3 2 1,1-1-1,5-1-2134,3-8 1,6 1 429,4 10 1,4 0 1180,5-3 0,5 4 1347,10 5-1353,7 5-1419,4 5 1374,1 6 1,1 2-88,5 7 138,-6-1 0,-4 4 2237,-7 11-1954,-22 10 0,-11 15 0,-3 2 0,4-8-687,5-4 1,-1-1 444,-1-4 1,-4 6-1,-2 2 1,3-2-1,5-5 26,3 6 1,9-8-52,20 3 1379,-10-8 1,4-7-1357,14-20 1,3-11-1277,-10 0 1,-3-3 1303,2 0 0,-4-3 56,-4-5 1,-9 0 49,-24-12-1306,-2 3 881,-14 17 0,-2 6-1344,7 1-15,4 5 1,5 2 818,19 1 1,2 0 0,0 0 0</inkml:trace>
  <inkml:trace contextRef="#ctx0" brushRef="#br1" timeOffset="66726">10353 12481 16767,'0'-4'3276,"0"0"-2069,0 4-1095,0-8-224,2 4 377,5-7-209,16 3 213,11-10 1131,-17 3-1131,-9 1-101,-27 18-2668,-11 29 2758,13 2-270,5-9 1,2 1 201,0 17-1199,5-10 0,4 4 1023,7 0 1,4 3 0,0-3-164,-1-1 0,1-1 153,4-4 0,2 0 0,2-10 2108,15-16-2045,1-9-913,-11-12 0,-1-5 924,0-6-28,-4 1 1,-10 0-107,-37 5 0,-12 6-67,-1 10-192,11 2 1,-5 2 0,5 5-941,5 12 0,3 6-384,-5 12 1,2 4 1091,7-6 1,1-1 0,2-1 0,2-3 0,3 1 0</inkml:trace>
  <inkml:trace contextRef="#ctx0" brushRef="#br1" timeOffset="71162">11242 6772 15504,'26'-3'1345,"-3"-2"0,1-1-2984,-1 0 1,0 0 1736,8-3 0,-1 0-42,-6 2 0,-1 0 485,2 0 0,3 0-512,2-1 1,3 0 0,1 0-726,8-2 0,3-1 0,-1 1 707,-9 2 0,0 0 0,0 0 1,0 0-10,3 0 1,1-1 0,0 1 0,-3 0-187,3 0 1,-2 0-1,0 0 184,0 0 0,-1 1 0,1-1-307,5 0 1,1-1-1,-2 1 307,-7 1 0,-1 2 0,-2-1 123,9-1 1,-4 0 537,1 2 23,-35 5-68,-2 0-425,0 9 2394,0 15-1980,-5 20-1299,4-21 0,0 2 854,-1 6 1,1 4-1,-1-3 835,2-2 1,0 0-866,0 12 1,1 5 0,0-5-148,0-5 1,0 1 167,0 3 0,1 6 1,-1 1-1,1-5-765,-1-7 0,-1-4 1,1 3 652,0 4 0,0 4 0,0 0 1,-1-4 4,1-5 1,-1-3 0,-1 0 549,2 0 0,-1-1 1,-1 8-535,-1-5 0,-1 7 0,0 4 1,-1 3-1,0 1 0,1-1 1,-1-2-1,1-4-40,0 4 0,0-3 0,0-2 1,0 3-1,-1 5-8,1-9 0,0 5 1,-1 2-1,0 2 0,0 2 1,0-1-1,0 0 0,0-3 1,0-2-1,1-4-321,0 10 1,0-4 0,0-2-1,1-2 1,-1 2 314,1-2 1,-1-1 0,1 0 0,0 1 0,0 0-198,1-2 0,-1 0 0,1 1 0,0 0 0,1-1 0,-1-1 204,0 5 0,1-2 1,0 1-1,-1-1 1,1 0 227,0 1 0,-1 1 1,0-1-1,1 0 1,0-1-237,0 6 1,1 0-1,0-3 1,0-4-558,0 7 1,1-5 556,1 0 1,0 3 24,-1-7 1,-1 4 0,1 1 0,-1-4-20,0-3 1,0-2-1,0 2 147,1 3 0,-1 5 0,0-2 1,0-4-148,0 6 0,0-1-348,-1-4 1,1 2 0,0 2 355,0-4 1,0 3 0,0 0-1,0-2 406,-1 6 1,1-2 0,0 1-424,-1-8 1,1 0 0,0 0 0,-1 0 25,1-1 0,-1 0 0,-1-1 0,1 0 147,1 9 1,-1-1-1,0 0-170,0-5 1,0 0 0,0 0 0,0 2-166,0 5 1,0 1 0,0 0 0,0-3 159,0-2 0,0-4 0,0 3 5,0 0 1,0 2-1,0 0 1,-1-2-6,1 0 0,0-2 0,0 1 3,0 2 1,-1 0 0,0-2 1,1 0 1,-1-1-1,0 3 1,-1-3-200,0-14 0,0 0 194,-2 6 0,0 2 5,0-7 1,0 1-6,0 3 0,-2 3 0,1-2 764,-1-3 0,0 1-764,-1 2 0,-1 3 0,2-4-93,-5 14 104,-1-1 202,-8-30-213,-22 1 6,18-6 0,-4 1 1,-10 2 0,-7 2 1,-2 0-3,6-2 1,-3-1 0,0 1-1,1 0-14,3 0 1,1-1 0,-1 1 0,-2-1-1,-1 0 0,-4 0 0,0 0 0,2-1 0,6-1-124,3-2 1,4-2-1,1 1 129,-4 1 1,0-1-1,5-1 1990,-13-2-1986,12-13 0,19 8 0,-11-8 0</inkml:trace>
  <inkml:trace contextRef="#ctx0" brushRef="#br1" timeOffset="71765">12554 9631 10746,'42'-14'655,"0"-1"0,-4 4 1,4 0-1,2 0 0,2 0-702,-5 3 0,2-1 1,1 1-1,0 0 1,-1 0 41,-1 0 1,-1 0-1,0 0 1,1 0-1,1 0 1,0 1 0,3-1 1,0 0-1,0 1 1,-4 0-1,-4 1 46,6 0 0,-6 2 0,-1 0-54,-3-1 1,0 1 0,-7 1-580,4 0-2686,-71 3 2519,3 0 0,-4 0 0,27 0 0</inkml:trace>
  <inkml:trace contextRef="#ctx0" brushRef="#br1" timeOffset="71965">13522 9305 14731,'1'-3'3276,"26"22"-4904,-15 2 0,0 4 1734,6 2 1,0 3 16,-4 6 1,-5 1-618,-4-8 0,-2 1 528,0 12 0,-2 2-294,-5-1 1,-1-1 35,2-2 0,0-2-846,-3-7 0,2-5-2207,6-5 2457,9-15 1,-4-3 0,3-7 0</inkml:trace>
  <inkml:trace contextRef="#ctx0" brushRef="#br1" timeOffset="72401">14221 9121 11099,'-6'40'468,"-1"0"0,1-1 0,0 1 0,0-3 0,0 1 0,1-3 0,1-2 633,3 4 1,2-1-1091,-2 0 0,0 2 1,0-2-394,0 0 0,1-1 382,-2 5 0,1-6 45,1-10-345,-5-44 1,-1-16 276,-1-3 1,0-6-1,-1 1 23,0 2 0,1-1 0,-1-1 342,0 4 1,0-1 0,1-2-1,0-2-329,2 2 1,1-4 0,1-1-1,1 4 1,1 6 106,1-6 0,3 1-134,0-1 0,2-7 0,3 5 0,7 21-305,18 34 0,4 13-572,-8-10 0,-3 3-202,-4 9 1,-3 5 0,-6 1 684,-11 11 1,-6-2 0,4-9-1,-1-2 1,-5-4 0,0 1-1</inkml:trace>
  <inkml:trace contextRef="#ctx0" brushRef="#br1" timeOffset="73281">14039 9511 15605,'-7'5'2432,"1"-2"-2421,6-3 0,50-34-1104,-24 19 1,2-1 0,2-1 614,5-6 0,1-1 0,-1 1 570,-2 3 0,0 1 1,-2 0 86,8-14 0,-7 8-1242,-13 21 1478,5-7-34,-31 47-191,1 0-33,6-1 0,2 0-157,5 6 28,2-6 0,5-5 39,8-12-902,10-3 891,10-20-1529,-9-9 1473,-11 2 0,-2-2 1506,6-23-1517,-15 15 0,-1-2-461,0-6 0,-1-5 0,-1 4 1368,3-14-121,-3 9 1,-2 14-115,-8 65-295,4-5 0,1 7 0,1-2-366,1 1 0,1 1-8,-2-3 1,2 2 0,6-7-741,11-10 1,5-9 836,-5-9 1,2-4 611,5 0 0,0-6-696,-5-10 1,-2-11-323,-9-9 0,-1-11 1,-3-6-1,0 0 1,-2 7 289,2 1 1,-2 3 0,-1-4 234,0 4 0,0-5 0,0-2 0,-1-1 0,-2 1 0,-4 4-238,-5 0 1,-4 0 0,-2 2 0,0 3 0,1 3 442,-3-11 1,-3 4-399,-2-6 0,-3-1 0,1 24 303,0 44 1,2 15-196,5-9 0,2 5 6,3-1 0,0 5 0,2 2 0,4 1-8,4-4 0,2 2 0,3 0 0,2 1 0,-1-1-472,-1 1 1,2 0-1,0 1 1,1-1 0,3 0 347,2 4 1,2 1 0,1-1 0,2-1 0,0-4 240,0-2 0,1-1 0,1-5 0,2-4-597,10-5 0,2-5 1,-2-6-235,-3-4 1,-2-9 233,5-19 0,-6-9-11,-15 2 1,-6-5-451,-2 0 1,0-5 0,-2-1 0,0 4 457,1-9 1,0 1 361,-1-3 0,-1-4 0,-2 10-12,-2 0 2065,-21 40-2513,7 18-1179,-1 4 1,1 4 1181,7-1 1,1-2 0,-2 6 0,3-6 0</inkml:trace>
  <inkml:trace contextRef="#ctx0" brushRef="#br1" timeOffset="74153">15510 9320 12098,'-3'2'2073,"1"-1"1203,-3-38-2137,4 12-2232,0-13 1,-1-12 0,0 1 894,0 15 0,-1 1 0,0-1 242,0-12 1,0-2 0,-2 4-738,-3-4 0,-3 7 782,3 17 1,-3 4-72,-23-8-18,10 22 0,-12 19 67,14 21-11,7 5 0,3 4 0,4-8 0,1 2 48,1 7 1,1 6 0,3-5-88,1-1 0,4 0 194,0-10 0,0 4 0,3 0 0,3-2-170,7 5 0,4-1 1,3-2-267,0-3 1,2-1-1,1-2 214,-1-3 0,1-3 0,2-6-960,5-10 0,3-7 0,-2-5 971,7-12 0,-3-4 0,-3 11 0,-2-2 0,-10-8 0,0 0 0</inkml:trace>
  <inkml:trace contextRef="#ctx0" brushRef="#br1" timeOffset="75719">16588 8952 11803,'-7'-30'1092,"-1"0"0,0 1 0,0 4-854,-3 9 558,1 3 612,2 9-1016,-1 36-254,5 2 1,2 9 0,-1-1 29,0-5 1,0-2-1,1 6-412,1-7 0,-1 4 0,1 2 1,0 3-1,0 1 0,1 1 247,0-4 1,0 3 0,1 1 0,-1 2 0,1 1-1,0-1 1,0-1 0,-1-3 0,0-2-174,0 3 0,-1-3 0,0-2 0,0 0 0,0 1 0,0 3 170,1 1 0,1 4 0,0 2 0,0 0 0,-1 0 0,-1-3 0,-1-3 0,-2-5-289,-4 5 0,-2-5 0,-2-3 0,-2-5 406,-13 8 1,-3-4 132,9-1 1,0 1-1,-3-13-250,-9-18 0,-1-16 7,6-14 1,2-12-1,4-4-16,8 6 1,3-2 0,2-2 0,0 1 5,-3 1 0,-1 0 0,3-1 1,6-1-15,8-5 0,5-2 0,5 1 0,6 4 23,3 10 1,5 2 0,4 2 0,0 1 0,0-2-5,1-2 0,0 0 1,0-1-1,1 1 0,1 0 295,0 1 0,1 0 0,0 1 0,0-2 0,-2-1-404,-5 2 1,1-3-1,-2-1 1,-1 1 0,-2 2-1,-4 4-20,-1-3 1,-3 4 0,-1-2 140,8-13 1,0-3 0,-13 10 2257,-25 8-2249,-19 24-23,5 9 2923,-6 9-3002,15 16 133,9-7-66,4 7 12,24 6 1150,6-8-1134,2 1 1,1 0-6,4 0-11,-13-9 0,-1 0-11,-3 1 45,16-3-23,13-7 11,-20-12 1,1-4-1662,3-4 1,0-3 1586,-5-4 0,-1-2 41,13-13 0,1-4-466,-13 8 1,-1-2 0,0 0 435,0 1 0,-1 0 0,-2-1 35,5-10 1,-10 1 117,-20-10-56,-24 26 56,-5 10 78,-8 24-56,27 10 1,6 6 597,4-2 0,5 2-715,0 5 0,6-1 794,4-3 1,8-4-823,11-4 0,5-6-1400,-5-4 0,1-3 1416,12 2 1,4-5-6,-10-6 0,2-4 0,2-4-466,-3-2 0,2-4 0,1-2 0,-2-1 452,0 1 0,-2-1 0,0-2 0,-1 0 200,0-2 1,-1-1 0,-2-1 0,-4 0-187,5-13 0,-8-1-708,-10 4 0,-8 1 797,-12 6 1,-4 2 68,-8-15 628,-2 25 1,-4 7-675,1 9 0,1 6 1067,1 3 0,0 2-1118,-3 8 1,2 2-62,8-3 0,3 2 5,2 13 1,5 0 5,8 0-11,0-8 0,4-3 23,17-3-40,0-11 0,6-2 368,11-3 1,2-3-459,2-1 1,1-2 53,-12-2 1,1-2 0,3-2-737,3-3 0,3-3 1,1-2-1,-3 1 199,2-3 0,-3 0 0,1-3 531,-1 1 0,3-2 0,-3-2 1,-9-2-405,-8-4 1,-7-2-1,-9 1 614,-11-3 0,-12 2-43,-12 1 1,-7 7-36,5 11 0,-4 8 68,2 5 1,-2 5 0,4 1-142,5-1 0,3 2 0,-12 7 0,4 3 1775,2 11-1764,2 4 1248,12-3 1,1 1-1681,5-8 1,2-2-422,-2 7 0,8-4-2435,33-2 2505,-6-24 1,9 1 0,-22-7 0</inkml:trace>
  <inkml:trace contextRef="#ctx0" brushRef="#br1" timeOffset="76163">18705 8263 13756,'-19'-34'3276,"5"6"-1890,12 28-1084,2 0-3579,-7 33 3860,3 4-157,-1-2 0,0 2 279,2-1 1,-1 2-460,2 1 1,-1 2 0,1 2-691,0-9 1,0 1 0,1 1-1,0-1 463,-1 0 1,1 1 0,0-1 0,0 0-9,0 9 0,0 0 0,1-4-11,-1 0 0,2-1-1093,3-2 1,2 2 0,0-6-2185,4 5 2858,2-8 1,0-11-1,-5-32 1,0 0-1</inkml:trace>
  <inkml:trace contextRef="#ctx0" brushRef="#br1" timeOffset="76606">18950 8863 20221,'-16'28'711,"0"-1"1,0 0 0,-1 16 0,3-2-701,0-5 0,7-2-1650,19 3 1,13-6 480,15-18 0,6-7 1130,-5 5 0,2-4-399,-2-7 1,1-6 0,-9-9 381,-18-15 0,-9-8 0,-3 2 645,2 1 1,-9 1-456,-18-4 1,-11-2 0,-2 11-311,3 17 1,-3 8 142,-13 4 0,4 8 2038,11 18-3613,12 4 0,3 5-42,7-9 1,4 2 1249,-1 5 0,4-3 0,7-1 1,6-21-1</inkml:trace>
  <inkml:trace contextRef="#ctx0" brushRef="#br1" timeOffset="77231">19644 8800 21432,'-9'36'494,"0"0"1,0-1 0,0 1 0,-2 6 0,1-3 0,3-7-2303,3-2 1920,3-17 466,5-17-544,6-9-1423,8-6 0,4-5 1381,2-1 1,3-3 0,-1 0 7,4-3 0,1-1 0,-8 4 0,1-1 0,-3 17-17,-6 27 0,-4 11-1490,2 13 1540,-6-1 1,-1 1-34,-4-14 0,0-3-1506,7 9 1641,25-33 1103,2-6-1238,-8-10 0,2-9-483,-1-3 1,2-6 0,-2 2 489,-7 10 1,-2 1 0,2-1-23,5-7 0,0-2 0,-1 11 127,15 14 61,-25 24 1,-3 8-79,-1 0 0,-1 3 724,1 4 1,0-1-731,6 12-669,0-11 0,1-1 580,4 2 725,-3-8 0,2-5-2440,-1-12 2282,1-8 0,-11-1 0,-5-4 0</inkml:trace>
  <inkml:trace contextRef="#ctx0" brushRef="#br1" timeOffset="90640">4721 8055 12199,'-32'-10'495,"-1"1"0,1-1 0,-7 1 0,-2 0 1,1 0-1589,3 3 1,0-1 0,0 2 887,-5 0 0,-1 0 1,2 2 377,7 0 0,1 1 1,-4 1-74,1 0 1,-4 0 0,-2 1 0,-2 0 0,2-1-1,2 1-414,-4 0 1,4 0-1,-2 0 1,-3 1 333,8-1 1,-3 1 0,-2 0 0,-1 0 0,1 0 0,1 1 0,4-1-46,-10 1 0,3 1 1,2 0-1,-1 1 97,-1 0 1,1 0 0,-2 2 0,-5 1-27,11-1 0,-3 1 0,-2 1 1,-2 1-1,-1 0 0,1 1 0,0 0 1,1 0-78,4-1 0,1 1 0,0 0 0,0 0 0,1 1 0,-1-1 0,-1 1 0,-1 0 43,1 0 0,-1 0 1,-1 0-1,0 0 1,-1 0-1,1 1 1,0 0-1,0 0 1,1 2-8,0 0 0,0 1 0,1 0 0,-1 1 0,1 1 0,1-1 0,0 1 0,1 0 0,0 0-86,-3 2 1,1 1-1,1 0 1,0 0-1,1 0 1,0 1-1,-1-1 103,1 0 0,0 1 1,0-1-1,0 0 1,0 1-1,0 1 1,0 0 84,3 1 1,-2 0-1,1 2 1,-1-1-1,1 1 1,2-1 0,2 0-1,2-3-93,-8 8 0,4-3 0,1 0 0,-1 3-13,2-1 1,-1 2 0,-1 1 0,0 0 0,4 0 0,3-4-359,-3 7 0,5-2 0,1 2 368,1-4 0,1 2 1,0 0-1,5-2 11,0 12 1,5 0 555,2-2 1,2 5-546,5-4 1,1 7 0,1 1 0,0-4-31,0-4 1,1-2 0,-1 3 2,2-5 1,-1 4 0,1 1 0,-1-2 0,1-3 0,1 3 0,-1-4 1,1 1 163,2 2 1,0 0-1,0 0-156,2 1 0,1 1 0,1-1-4,1 1 0,2-1 1,2 3 13,3-1 0,2 1 0,2 1 1,1-1-20,-1-8 1,0-1 0,2 1-1,1-1 1,-1-1-265,0 1 1,0 0 0,1-1 0,0 0 0,1-2 254,5 5 0,0-2 0,2 0 0,4-2 27,-5-8 0,3 0 1,1 0-1,1-2 1,-1 0-1,-2-2-22,3 2 1,-3-3 0,0 0 0,4 1-150,-3-2 0,4 2 1,1 1-1,0-2 1,-1-1-1,-3-3 214,11 2 0,-3-4 1,1-2 166,0 1 1,0-2 0,7-1-179,-13-4 0,5-1 0,2-1 0,2 0 0,0-1 1,0-1-1,-2-1-14,4-1 1,-1-1 0,0-2 0,0 1 0,1-1 0,1 0-36,-7 1 0,1 1 0,2 0 0,0-1 0,0 1 0,-1-1 0,-1-1 0,-2-1 21,5-2 0,0-2 0,-2 0 0,-1 0 0,-1-1 0,-2 1 107,4-2 1,-2 0-1,-1-1 1,4 0-133,-6 1 0,3-1 0,1-1 1,2 1-1,-1-1 0,0 0 0,-3 1-3,0 0 0,-2 0 0,0 1 0,-1-1 0,1 1 0,1-1 0,0 0 0,0 0 0,2 0 0,-1 0 0,0 0 0,-2 1 0,-3 0 17,10-3 0,-2 0 0,-4 2 0,-1 0 24,-4 0 1,-2 2 0,2-3 25,6-3 0,4-2 0,1-1 0,-5 2 348,-4 1 1,-2 2 0,3-3-383,-2 1 1,4-3 0,2 0 0,-1-2-1,-1 0 27,-1-1 1,-1-2 0,0 0 0,-2 0 0,-1 1-53,0 1 0,-3 2 1,0 0-1,2-3 45,4-4 1,2-2 0,0-1 0,-2 1 0,-6 4-21,2-4 1,-4 2-195,-4 4 0,0-2 0,1-1 265,2-7 1,1-2 0,-3 1-77,0 0 0,-1 0 476,0 0 0,2-2 0,-2-1-388,-2-3 0,-1 0 0,-2 2-116,0 1 0,1-2-135,-1 0 0,1-3 0,-3 4 146,-2 5 1,-3 2 329,1 0 1,-2-1-242,1 5 1,-1-7 29,-5 3 1,1-8 0,-1-4 0,0-3-1,-2 0 1,-2 2-109,-1 3 1,-4 0-1,0 1 1,-1-2 0,1 1-1,0-2-18,3 0 1,0 0 0,1-2 0,0 0 0,-1 1 0,-2 1 0,-2 1 67,-3-7 0,-2 1 0,-3 1 1,0 3-1,-1 5-76,0 1 0,-3 5 1,-4-2-22,-1 4 1,-4-3-1,-2-2 1,-3 1 0,-1 1-1,-1 3-125,-1 3 1,-2 2-1,-1 1 1,-2 2 0,0-1-1,-1-1 138,1-1 1,0-1 0,-2-1 0,1 1 0,-2 1 0,0 3 0,-1 3 3,2 2 0,2 2 0,-1 2 0,-1 1 0,-3 4 0,-5 2 0,-4 4-129,19 4 0,-3 1 1,-2 2-1,-3 2 1,-1 0-1,-3 3 1,-1 0-1,-1 1 1,-2 2-1,-1 0 1,0 1-1,-1 0 1,1 1-1,-1 0 1,0 0-1,1 1 1,0-1-1,2 0 0,0 0 1,2-1-1,2 0 1,1-1-1,3 0 1,2-2 51,-11 3 1,4 0 0,2 0 0,2-1 0,1 1 0,1-1 0,1 0 0,-2 1 0,0 0 0,-2 0 0,-3 1 0,-3 1 0,9-4 0,-3 2 0,-3 0 0,-2 0 0,-1 0 0,-2 1 0,-1 1 0,-1-1 0,0 1 0,0 0 0,-1-1 0,2 1 0,0 0 0,2-1 0,1 1 0,2-1 0,2 0 0,3-1 0,2 1 0,4-2 0,4 0 0,3 0 0,-10 12 0,-1-1 0,1 1 0,0 0 0</inkml:trace>
  <inkml:trace contextRef="#ctx0" brushRef="#br1" timeOffset="93378">5201 8746 7035,'0'-8'-2263,"0"2"2724,0 6 0,0 0 0,0 0 0</inkml:trace>
  <inkml:trace contextRef="#ctx0" brushRef="#br1" timeOffset="94877">8511 14784 11101,'-5'0'2286,"2"0"-449,1 0 1439,2 0-6553,-9 1 2610,-2 5 1,1-4 0,1 3-1</inkml:trace>
  <inkml:trace contextRef="#ctx0" brushRef="#br2" timeOffset="98737">8522 14551 15840,'6'-6'3276,"-2"2"-748,-4 2-1575,0 0-314,0 0-527,5-1-112,9-2-12,16-4 51,-6 5 1,8-2-30,-6 2 0,9-1 0,5-2 0,4 0 0,4 0 0,1 0 0,1-1 0,-2 1 0,-3 0 1,-5 1-150,3 0 1,-4 0 0,-2 0 0,1 0 0,0 1 0,3-1 0,4-1 138,-7 2 0,4-1 0,3-1 0,2 1 0,1-1 0,1 0 0,0 0 0,0 0 0,-2 1 0,-2 0 0,-2 0 0,-3 0 0,-4 2-450,13-3 1,-4 2 0,-5 0-1,-1 0 1,0 1 449,5-1 0,0 0 0,-5 1 0,-9 1 11,0 3 45,-29-1-436,-26 0-1259,0 2 1,-3 2-1,-3 1 1,-2 1-1,-9 3 1,0 1-1,7 3 1,1 0 982,-6 2 1,3-1-1,-7 3 1,6-3 0</inkml:trace>
  <inkml:trace contextRef="#ctx0" brushRef="#br2" timeOffset="99087">8863 14738 16726,'35'2'3276,"7"-3"-4369,-14-1 1,5-1 0,1-1 1155,8-1 0,3-1 0,5 0-161,-9 1 1,5-1 0,2 0-1,1 0 1,-1 0 0,-3 0 101,-3 1 1,-3 0-1,0 0 1,1 0-1,1-1 185,1 1 0,2-1 0,2 0 0,-2 0 0,-2 0 0,-5 1-189,4 0 0,-5 0 0,0 1-134,1-1 0,0-1 1,-4 2 133,-6 1 0,-3 0 2064,18-3-5341,-72 6 0,10 1 2755,-19-1 1,27 2 0,5-2 0</inkml:trace>
  <inkml:trace contextRef="#ctx0" brushRef="#br2" timeOffset="99985">10856 14242 18754,'3'32'582,"0"-1"1,1 1 0,-1 9-1,-1 1-565,1 2 0,-1 1 22,-1-5 0,-1-6 275,0-10-314,1-8 15,-1-36 0,-1-21 0,0 1-926,0 8 1,1-2 913,-1-8 1,0-5 0,0 5 207,0 11 0,1 3-234,-1-3 1,1 3-2929,5-1 2951,6 7 79,10 37-46,11 13 50,-7-4 0,7 7 0,3 3 0,0 0 0,-4-6 183,0-2 0,-2-3 0,4 3-228,0 2 0,4 5 0,1 0 1,-2-4-1,-5-10 466,2-8 1,-5-10-382,6-17 22,-22-11 1,-8-10-135,-9 2 0,-5-5 0,-2-1 1,1 3-24,5 4 1,0 2 0,-2-1 11,-4-3 0,-1-4 0,-1 3 0,2 10-1628,-6-1 1157,3 37 102,9 13-965,2 2 1,2 4 151,3-2 0,3 1-457,2 1 1,2 0 1536,5 1 0,0-3 0,3 4 0,1-6 0</inkml:trace>
  <inkml:trace contextRef="#ctx0" brushRef="#br2" timeOffset="100315">11910 14409 10039,'-30'16'1092,"1"0"0,2 0 0,6 2 2184,11 19-3127,6-10 0,5 0-1109,7-2 1,3-1 975,-2 0 1,2-4 50,8-4 1,2-5 985,13-5-829,3-7-624,-6-19 0,-1-6 416,-13 9 1,-2-1-6,8-18 1,-5-2 4,-15 13 1,-6 1 11,-2 0 0,-7 1-28,-11 4 0,-7 1 0,0 3-17,1 1 1,-1 3-114,-3 0 1,-3 1 0,4 5 73,-12 15 2076,10 5-2468,12 12-1191,14-4 1,5 2 1067,12 1 0,2 0 0,-5 14 0,20-11 0</inkml:trace>
  <inkml:trace contextRef="#ctx0" brushRef="#br2" timeOffset="101822">12479 14474 17106,'14'-27'470,"0"1"1,6-2 0,3-2 0,-2 4-471,-5 7 0,-1 0 0,16-14 0,-3-1 39,-16 6 0,-3 1-1133,-2-3 0,-3-1 1111,-2 0 0,-3 1 28,-1 3 0,-3 3-1831,-12-4 1786,8 25 404,-1 44-131,12-9 0,2 9 1,3 5-1,1 0 1,-3-4-705,-1-1 1,-1-3-1,0 0 1,1 5 474,1-3 1,0 2 0,1 2 0,1 2 0,-1 2-1,1 1-27,0-6 1,-1 4-1,2 2 1,-1 1-1,1 0 1,-1-1-1,0-3 1,0-2-1,-1-5-195,2 9 1,-2-6 0,1-2 0,1 7 175,-2-5 1,2 6 0,0 4-1,0 0 1,0-1 0,0-5-1,-1-8 1,-1-10 1518,7 6-945,14-59-2089,-8-10 1511,-3-6 1,-1-5 5,-5 8 0,-4-5 4,-5 7 1,-2-6-1,-1-2 1,-1 1-1,-1 5-4,-1-1 0,0 5 0,-4-5 306,0-1 1,-2-6-1,-3-1 1,-3 3-1,-5 8-259,-11 6 1,-6 7 0,-2 3 0,4 0-237,2-5 0,2 2 0,-2 2 189,0 4 0,-4 2 0,3 1 0,7 3 22,-7 0 2001,14 2-2068,10 4-67,8 2 56,12 1 56,20-4 0,8-1 0,-10 1 0,0-1-166,5 1 1,3-2 0,0-1 138,5-7 1,1-3 0,-4 1-506,-2 1 1,0-2 523,-1 0 1,2-2 0,-7 1-38,1-14-684,-26 6 0,-5 0 729,-7 0-17,-4 5 1,-4 5 1462,-10 13-1637,-9 26 68,19 10 548,3 11-419,21-16 0,8 0-164,1-7 1,4-1 168,5 2 1,2-2 1080,-6-5 0,1-3-1092,17 1 34,-3-8-45,-8-1 11,-1-2-23,0 10 23,-12-1-22,5 4 83,6-6 1,1-2 2821,6-5-2883,-1 0 0,2-5-1545,-4-9 0,-2-6 1545,1-7 0,-1-4-1039,0 1 1,-2-1 1032,-5-4 1,-5 2 5,-5-11 28,-9 19 0,-5 2-73,-28 1-11,8 7-629,1 22 1,3 10 656,10 10 0,5 3 28,-2-6 0,6 0 37,22 7 1,15 2-1,-2-7-15,-7-12 1,2-3 341,0 1 0,4 0 1,2-1-1,0-4-345,0-7 1,0-5 0,1-2-1,0-1-393,5-2 1,-1-2-1,1 0 1,0-1 387,-1 3 0,1 0 0,-1-1 0,-1-3-3,-4-1 0,1-4 1,0 0-1,-5 1 0,-5 2 6,-4 1 0,-3 0 741,13-9 1,-13 2-725,-29 14-827,-15 4 1,-4 3 748,-9 0 32,3 3 1,1 2 1528,-1 7-1529,7 11 1,2 4 1690,-1 11-1685,7-11 1,3 0 5,13 3-84,40-21 0,10-8 1835,-10-3-2844,-1-2 1,8-4 0,-7-7 636,-9-20 0,-7-3 0,-2 18 0,-2 1 0,-4-9 1,1-1-1</inkml:trace>
  <inkml:trace contextRef="#ctx0" brushRef="#br2" timeOffset="101968">14414 13827 12748,'-15'21'-320,"0"-1"1,-9 1-1,24-1 1</inkml:trace>
  <inkml:trace contextRef="#ctx0" brushRef="#br2" timeOffset="103619">14801 14172 12109,'3'0'2981,"0"0"-1558,-3 0-874,10-8 403,-7 1-112,7-23-10,-24 7-785,-15-6-1618,-5 30 0,-3 9 1640,14-4 0,0 4 11,-8 10 1,4 6-1169,18-1 1,6 4 1100,3 5 1,6-1-715,11-3 1,3-3 718,-3-1 1,4-7-11,15-19 0,1-12 50,0-11-71,-15-6 0,-1-10 0,-3 0-56,-8 3 0,-3-1 0,-1-2 45,4-5 0,-1-2 0,-2-1-14,-5 8 1,-3-1 0,-1 1 0,0 4 324,-2-6 1,-1 2-286,-1-9 0,-2 6 0,-6 10 0,-4 23 246,-2 46-7,12-7 0,1 5 1,2 1-100,-3 9 0,1 2 515,4-7 0,0 2 0,3-1-633,3-2 0,1 0 1,2-4 48,4 4 0,0-3-54,2 10 0,4-6 39,14-14 157,-4-22-244,-5-29 0,3-20 0,0-6 1,-3 14-4,-5 17 0,0 0 655,4-18 1,4-13 0,-3 6 0,-10 27-617,-14 38 1,-4 12-2512,4 6 2517,-3-2 0,2 1 34,7 2-414,10-10 0,6-3 413,2-9 1,4-4-245,4 7 1,3-5 216,-1-9 0,0-10-628,4-23 1,-5-8 610,-13 16 0,-3-2 0,4-21 0,-9-1 1310,-28 3-1344,-18 20 1,-5 6 44,16 5 1,0 3-35,-17 1 1,2 7 22,4 14 488,8 9-516,17 7 0,4 2 6,0 10-57,7-9 1,5-1 56,14-2-1617,11-12 1,10-7 545,1-12 1,6-7 0,-3 1-1,-8 4 1,-2 0 0,1-3 235,9-6 1,1-6-1,-8-2 2377,-11-7 1,-7 0 1755,1-3-1110,-1-6-2010,-18 29 91,0 10 1523,-4 31-2067,4-1 314,-2-11 0,0 0 1673,3 5-1656,8-12-446,24-16 412,-1-9-6,-7-1 1,1-6-33,-2-7 1,1-6 0,-3 4 53,-5 5 1,0 2-17,12-18 0,-5 6 1782,-17 21-1917,-1 13 348,4 29-146,-4-14-33,3 16-963,23-55 929,-11 1 11,2-2 1,0-2 2233,2-10-2289,0 4-331,-7 16 464,-1 15 349,-4 20-74,-1 8 0,4 3-92,13-2 0,2-1-563,-9 0 0,2-3-1348,7-6 1,2-8 900,10-21 0,-24 5 1,8-7-1</inkml:trace>
  <inkml:trace contextRef="#ctx0" brushRef="#br2" timeOffset="104675">17825 13815 17600,'0'-16'785,"-2"47"-488,4-1 0,1 2-267,0 2 1,1-1-26,4-5 1,4-5-3283,26-8 2525,7-10 763,1-10 939,-6-10-877,-24-14 1,-6-4-74,2-1 53,-5 2 0,-3 2 395,-5 14-493,7 33 45,5 2 22,9 2 1,9 4-1,-3-4-22,-4-7 0,1-2 15,6 2 0,3 1 0,-4-6 19,9-7 61,-13-14 0,-4-8-538,-14-20 0,-5-4 443,4 11 0,-2-1 0,-8 2 0,-4-1 0,-3 8-448,-24 1 2138,17 24-3663,-6 14-122,21 21 2095,3-8 0,1 0 0,0-1 0,2 7 0</inkml:trace>
  <inkml:trace contextRef="#ctx0" brushRef="#br2" timeOffset="104868">18675 13808 15415,'3'-7'504,"-1"1"627,-2 6-951,13 18-1161,-7-6 948,10 16 235,-12-10-202,-1 5 0,-3-12 0,0 2 0</inkml:trace>
  <inkml:trace contextRef="#ctx0" brushRef="#br2" timeOffset="105066">18564 13461 16288,'13'34'-386,"0"0"1,1 0 0,-1-2 0,0-1 0,0-7 0,6-1 0,-3-7 0</inkml:trace>
  <inkml:trace contextRef="#ctx0" brushRef="#br2" timeOffset="105467">18925 13325 16737,'-4'43'262,"0"0"0,5-8 0,3 4 1,0-1-1,1-4-1901,1 6 1,2-1 941,2 3 0,2 2 1,1-5 696,-1-9 0,3-5-528,12 3 1,6-8 555,0-21 0,1-6 88,1 3 0,-4-7-116,-1-18 0,-8-9-12,-13 6 1,-5-1-17,1-5 0,-2 0-6,-3-3 1,-2-1-1,-3 5 1,-1-2-1,0 3 90,0-1 0,-1 1 50,-4-6 1,1 7 1861,1 14-1968,4 22-126,2 32 1,7 16 220,1-18 1,1 1-93,0 8 1,1 5 0,1-4-124,6-1 0,4 0 75,0-5 0,2 3 0,2 0 0,-3-3-1048,-1-6 1,-1-2 0,1 2 989,3 2 0,1 2 1,1-1-1,-5-8 1,7 3-1,-7-12 1</inkml:trace>
  <inkml:trace contextRef="#ctx0" brushRef="#br2" timeOffset="106400">20529 13198 17722,'-4'39'588,"0"0"1,3 5-1,2 4 1,0-3-2228,2-5 1,0 0 1310,1 1 1,1 3 0,0-4 918,-1-8 1,1-2-553,2 5 1,-1-1 637,0 1-341,0-5-1633,-4-50 0,0-14 1269,4 8 0,2 0 805,1-14 1,9 6-845,25 24 0,5 13-558,-19 3 1,-1 4 624,3 5 0,3 4 0,-6 1-28,-8 0 0,-5 3 28,1 15 0,-4 2 1522,-6 6-1489,-8-11 1,-6-4 89,-24-10-1192,3-11 0,-5-6 1080,-11-11 0,-1-4-11,11 5 0,1-2 529,-5-8 1,8-4-731,16-2 134,32 10-1,6 7 583,1 7 1,2 3-516,-4 1 0,4-1 3,10-1 1,7-1 0,0-1-4,-3-1 0,0-2 0,1 0-428,-5 0 0,1 0 1,0-1-1,-3-1 420,4 0 1,-2-1 0,-5-6-787,3-17 1,-12-9 754,-21-8 0,-9-3 50,9 5 0,-7 2 30,-17 9 0,-8 2 0,2 12 724,-12 27-754,15-4 1,5 4 738,11 12 0,8 2-682,15 16-61,6-18 1,7 1-1,3-3-387,1-4 0,2-2 1,2-1-714,5 4 1,2 0 0,3-3 946,-6-8 0,3-2 1,-1-2-1,-6 0 0,-4 0 1,-3-1-1,12-1 1,0 0-1</inkml:trace>
  <inkml:trace contextRef="#ctx0" brushRef="#br2" timeOffset="107017">22305 13571 7525,'25'-13'41,"0"0"0,0 1 0,-9-2 2491,-27-15-2370,-14 7 1,-6 1 178,10 10 1,-2 1 58,-7 0 0,-4 2 0,4 4-1063,-14 16 976,13 4 1,3 7-325,12 4 0,6 3 22,-2 0 0,3 1 804,4 1 0,5-1-810,6-3 1,8-3-153,12-11 0,8-5 0,-2 0 124,-3 2 0,1-4 710,6-4 1,3-4 0,-8-12-1257,-14-20 0,-9-15 1,-4-3-1,1 10 574,1 8 1,-1 0-19,-1-9 1,-1-9 0,-2 4 0,-5 16 24,-11 18-12,3 14 179,3 14-833,5 9 1,4 3 760,3-3 0,2-1-96,-2 7 0,2 0 1,13 12 144,2-7 1,3 0 1348,5 2-1461,-4-4 1,4-4-1028,-3-18 0,2-5 47,4 0 0,2-4 1227,7-4 0,-2-1 0,-13 2 0,-2-1 0,9-9 0</inkml:trace>
  <inkml:trace contextRef="#ctx0" brushRef="#br2" timeOffset="107277">22918 13581 9666,'0'0'0</inkml:trace>
  <inkml:trace contextRef="#ctx0" brushRef="#br2" timeOffset="108223">22741 13619 10226,'6'-4'2040,"-1"1"-1441,16-13 1,2-3-29,-8 3-1901,10-14 0,-3-2 1991,-17 12 437,-7-10 198,-6 20-724,-7 5-2146,-29 6 1720,14 8 61,1 5 1,3 5-186,4 14 77,9-9 1,3 4-61,5 12 0,5 1-39,0-16 0,6-1-320,8 6 1,6 2 0,2-10 324,4-16 1,2-7 859,11 6 1,-2-11-891,-17-18 0,-3-13 0,-4-6 0,-2 4-473,-2-4 1,-3 1-1,-2-3 391,2 0 1,0-1-1,-2-2 1,-4 0 35,-3 9 1,-3-1 0,-1 0 0,-2 4 0,0 5 59,-9-7 0,-1 5 11,-2-15 0,2 19-8,9 52 0,4 24 1,4 1 29,5-13 1,4 1 0,0 2-23,-4 0 0,0 2 0,2 1 0,4-1 16,6-2 1,6 0 0,1-3 0,0-5 169,6-3 0,1-3-149,-4 5 0,2 2 1,0-16-83,13-36 0,-6-15 17,-19 18 0,-2-2 28,1-8 0,1-5 0,-5 4 1860,-6-14-1849,-4 6 11,-7 12-22,1 26 359,-7 18 136,7 13 0,3 12 1,0 4-279,1-11 0,0 4 1,0 0-1,1 1 1,0 0 214,-1-3 0,0-1 0,1 1 0,0 0 0,-1 4-423,2-2 1,-1 4-1,1 2 1,0 0 0,0-1-1,0-4 1,0-4-406,-1 11 0,0-6 0,0 2 373,1-4 1,-1 3 0,1-3-1,-2-7 0,0-3 1,-1-9-1434,-2-10-1821,-2-49 2621,1-7 1,4 20-1,-1 0 1,1-10 0</inkml:trace>
  <inkml:trace contextRef="#ctx0" brushRef="#br2" timeOffset="108420">23109 13164 18574,'14'26'-3277,"-2"-4"2621,8 16 1,0 1-1,-4-10 1,4 9 0</inkml:trace>
  <inkml:trace contextRef="#ctx0" brushRef="#br2" timeOffset="109933">23418 13400 18350,'0'37'280,"5"-4"0,2 2-1271,1-8 0,2-1 997,0 6 0,3-3-1499,5-11 0,3-7 1437,23-18-689,-17-9 0,-1-4 582,-4 0 1,-2-3 28,-2-6 0,-6-2 111,-3-12-473,-5 17 1,-3 3 518,-5 0 1432,-2 9-1355,-4 31-55,2 23-23,5-16 1,1 0-118,3-1 1,1 1 116,5 16 2111,8-17-2133,2-6 67,3-7-75,7-24 1,6-16 0,-5-1 7,-7-2 0,-2-2 0,9-1 0,5-3 0,-9 4 199,-15 4 0,-4 5-243,4 8-24,9 28 62,-4 10 1,0 5 39,12 13-1137,-10 2 1,-6 0 1169,-6-6 2216,-8 5-2137,-38-26-113,12-19 1,-1-3 79,1 5 0,0-1-147,-2-7 1,8 1-68,16 10 246,10 4-112,30 0 1,22-2 0,-5-2-40,-19-1 1,1-2 824,4 2 0,6 1 0,-1-4 0,-7-8-889,-8-13 1,-8-9-1,-3-1-1023,-2-3 1,-3-2 0,-1-1 557,2 5 0,0 0 0,-1-2 0,-4-1-12,-5-1 1,-2-4 0,-4 0 0,-1 3 0,-2 6 650,-2 4 1,-3 5 0,0 0 81,-1-12 1,0-1 0,-1 22-239,-9 43 0,6 21 380,15-16 1,6 1 0,1 2-273,-3 7 0,2 1 0,2-2 18,3-7 1,3-1 0,3 0-23,7 3 1,4-1-1,-1-3-260,0-1 0,1-3 230,1 1 1,2-1-1,-1-5 18,-4-10 0,0-4 1521,20 2-1528,-16-12 1,-2-5 5,-2-8 1,-2-4-40,-1 0 0,-2-3 0,-5-5 0,-4-2-669,-4-2 0,-5 3 915,-7-1 1327,-3 3-1427,-7 40-1271,0 27 1372,28 0 0,5 1-247,-7-14 0,3-1 758,18 11 1,6-7-731,-10-22 0,3-6-17,2 1 0,2-1 0,1-3-11,-1-4 0,0-2 0,1-2-26,0 4 0,-1-1 0,-1-8-30,-4-8 0,-1-8 0,-4-2 0,-10 4 56,-13 0 0,-5 0-40,10-21 1,-9 9 44,-23 32 1,-6 10-6,10 3 0,1 6 45,-8 18 0,3 5-45,12-14 0,2 1-6,-7 18 1,10 0 50,22-18 0,7-3-17,0-2 0,2-3-17,6-4 0,1-7 0,-3-5 0,0-7-89,6-22 0,-3-6 66,-10 10 1,-2-1-8,2-4 1,-1-2-1,-3 0 19,-6-1 0,-4-3-495,0-3 1,-1-5 0,-1 4 505,-2 6 0,-1 2 657,-2-11 1,-3 16-646,-6 44-743,4 8 1,1 7 805,3 9 0,2 7 0,1-4 695,-2-1 0,2 0-778,0 1 1,1 4 0,1-6 1141,1-11 1,0-2-1258,1 14 0,-3-2-1527,-7-12 1,-3-1 982,3 3 1,-2-3-1,-14-8 1,10-16 0</inkml:trace>
  <inkml:trace contextRef="#ctx0" brushRef="#br2" timeOffset="110126">24048 12905 21622,'39'-5'-78,"-1"1"0,1-1 1,-1 1-1,0-1 0,4-2 1,1-1-1,0-1 1,-2 2-1,-6 1 0,13 1 1,-6 1-1,2-7 1,0 0-1</inkml:trace>
  <inkml:trace contextRef="#ctx0" brushRef="#br3" timeOffset="79650.42">4570 2127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5:41:26.73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3331 933 769 0,'0'0'34'0,"0"0"-15"0,0 0 94 0,0 0-88 0,0 0-24 0,0 0 8 0,0 0 65 0,-3 90 19 0,-6-42-33 15,-4 11 14 1,-4 14-6-16,-5 7-11 0,1 8-7 16,0 3-17-1,0-7-17-15,6-3-9 0,2-13-3 16,7-14-3-16,3-9-1 16,0-13 1-16,1-10-3 15,2-5 2-15,0-8-13 16,0-6-155-16,3-3-117 15,11-6-162-15</inkml:trace>
  <inkml:trace contextRef="#ctx0" brushRef="#br0" timeOffset="451.44">3673 1198 972 0,'0'0'82'0,"0"0"-72"16,0 0-10-16,-14 75 38 16,1-23-9-16,-2 1 10 15,-4 7 22-15,-1-3-16 16,1 0 18-16,0-7-15 16,5-7-8-16,3-13-11 15,4-10-14-15,3-13-11 16,4-3-4-16,0-4-1 15,0 0 1-15,11-18 9 16,14-17 11-16,6-10-11 16,7-6-6-16,0 5-2 15,-4 6 0-15,-4 11-2 0,-2 11 1 16,-7 8 0-16,-4 7-1 16,-1 3-3-16,-4 3-3 15,6 18 7-15,-5 6 2 16,-2 7 10-16,-1 9-3 15,-7 2 6-15,2 1 1 16,-2-5-9-16,-2-5-1 16,2-5-4-16,3-6-2 15,3-3-1-15,3-5-10 16,9-6-177-16,0-7-115 16,9-4-263-16</inkml:trace>
  <inkml:trace contextRef="#ctx0" brushRef="#br0" timeOffset="3743.37">4468 1389 745 0,'0'0'7'0,"0"0"-6"16,0 0 59-16,0 0-27 0,0 0 50 0,80-19-29 0,-42-7-4 0,1-5-10 0,-3-6-25 15,-5-5 11-15,-6-5 15 16,-4-10-18-16,-4-2-6 16,-6 1 4-16,-5 8-11 15,-6 17 1-15,0 11 2 16,0 14 36-16,0 8 25 15,-4 0-38-15,-9 33-36 0,-12 19-6 16,-10 21 6 0,5 17 6-16,-4 18 11 0,-2 23 17 15,-6 21-6-15,-1 19-12 16,-2 8-10-16,3-5-4 16,-1-12-2-16,10-27 1 15,5-22-1-15,11-28 0 16,9-24 0-16,8-20-1 15,0-14-2-15,8-19 0 16,15-8 3-16,14-21 3 16,8-26 7-16,7-11-6 15,-1-9-4-15,-5-3 0 0,-9-5 2 16,-13 1-1 0,-13-1 1-16,-11 2-1 15,0 2 8-15,-27 3 8 0,-12 8 13 16,-6 6-2-16,-1 10 10 15,1 8-5-15,-1 9-15 16,7 7-7-16,11 9-7 16,9 5-2-16,8 3-2 15,11 3 0-15,0 0-6 16,0 0-4-16,11 0-13 16,17 0 11-16,16-5 9 15,6-4 1-15,11-6-5 16,6-2 1-16,3-7-2 15,-1-4-17-15,-5-9-22 16,-10-1 6-16,-14 0 20 16,-10 2-7-16,-14 6 19 15,-13 5 9-15,-3 6 11 0,-6 4-7 16,-9 7 4-16,-4 4 1 16,1 4-5-16,-3 0 0 15,3 18-4-15,-1 10-3 16,4 10 1-16,3 8 0 15,9 1 0-15,3 2 1 16,3-5 1-16,18-5-5 16,7-7 4-16,5-8 1 0,7-7 0 15,1-13 0 1,5-4 1-16,2-2 1 0,2-21 1 16,-4-6-3-16,-7-8-3 15,-7-8-7-15,-7-2 0 16,-10-4 6-16,1 2 1 15,-7 8-4-15,-4 6 2 16,-4 12 5-16,-1 8 4 16,0 9-4-16,0 3 3 15,0 3-1-15,0 0-2 16,-6 0-9-16,-3 3-10 16,-1 10 12-16,4 0 3 15,0 0 0-15,0 2-2 16,6 0 3-16,0 1 1 15,0-1 0-15,0 1 0 16,3-1 1-16,0-1 0 16,3 2 1-16,-1 1-1 15,2-1 2-15,-3 3-1 0,-1-2 0 16,2-1 1-16,-1-1 1 16,4-2-2-16,2-2 3 15,8-3 0-15,3-4-3 16,9-1 6-16,4-3-2 15,2 0-1-15,3-3 2 16,1-11-4-16,-1-4-1 16,-6-4 1-16,-8-2-1 15,-1-4-1-15,-8 2 1 16,-4 4-3-16,-3 4 3 16,-4 7-3-16,-4 3 2 0,1 2 1 15,-2 2 0-15,0 1-2 16,0 2 1-16,0 0-7 15,0 1 3-15,0 0 0 16,0 0-2-16,-3 0 1 16,-8 0-2-16,8 0 2 15,-1 0 5-15,1 1 1 16,0-1-1-16,3 1 0 16,0-1 0-16,0 0 1 15,0 0 1-15,0 0 1 16,0 0 1-16,0 0 3 15,0 0 2-15,-2 0-1 16,1 0-6-16,-2-5 1 16,3 0 0-16,0 0-1 15,-2 1 1-15,-1 1-1 16,2 3 9-16,1-2-1 16,0 2-6-16,0 0 5 0,0 0-8 15,0 0-3-15,-3 0-1 16,0 0-6-16,-2 0 10 15,-3 3 0-15,3 0 0 16,2-2 1-16,3-1-1 16,-3 0 2-16,3 0-1 15,0 0 8-15,0 0-1 16,0 0-1-16,0 0-1 0,0 2-2 16,-8 2 4-1,1 5-3-15,-2 1-4 0,0 10 1 16,3 3-2-16,3 4-1 15,3 3-1-15,0-1-2 16,18-2 3-16,6-5 0 16,10-4 1-16,7-6 0 15,9-6 4-15,7-6-3 16,6 0-1-16,-4-14-10 16,-5-11-48-16,-12-8-18 15,-11-9 20-15,-10 2 33 16,-9 4 21-16,-12 10 2 15,0 9 14-15,0 9 17 16,0 8 52-16,0 0-23 16,-9 14-54-16,-1 12-3 0,1 9 2 15,4 1 1-15,4 0-2 16,1 0-3-16,0-3-1 16,0-7 1-16,4-5-1 15,2-8-1-15,4-6 1 16,1-7 0-16,4 0 3 15,6-10 9-15,3-12-7 16,4-7-1-16,-1-4-4 16,-6-1-11-16,1 2 10 15,-6 14 0-15,-5 8 0 0,-8 8 1 16,-3 2 0 0,0 7-2-16,0 16-16 0,0 10 18 15,0 2 5-15,0-1-3 16,3-1 0-16,13-5 4 15,2-5-5-15,9-5 1 16,3-10 1-16,9-5 3 16,5-3-1-16,0-9-3 15,-1-18 0-15,-9-13-2 16,-7-17-6-16,-4-12 1 16,-4-17 3-16,-2-12 2 15,-3-7-3-15,0 6-15 16,-4 19-9-16,-5 27 24 15,-5 28 3-15,0 24 25 16,0 7-5-16,-12 36-20 0,0 17 0 16,1 15 10-16,5 4 1 15,6 1 6-15,0 3-7 16,0-3-1-16,6-5 2 16,11-10-11-16,4-11 0 15,7-13 1-15,6-14 1 16,5-10-1-16,7-13 0 15,1-3-1-15,2-17-6 16,-4-19-28-16,-5-13-13 16,-9-12 7-16,-5 0 14 0,-10 8 12 15,-7 13 14 1,-7 19 4-16,-2 12 18 0,0 9 45 16,0 2-45-1,-11 23-22-15,-3 12 0 0,1 5 9 16,4 7-4-16,6-5-1 15,3-2 1-15,0-3-2 16,15-7-1-16,15-4 1 16,9-8 0-16,18-3 11 15,8-5-10-15,5-7 0 16,-4-5-2-16,-7 0-2 16,-12-17-4-16,-7-13-4 15,-17-2-10-15,-10-2 12 16,-12 2 6-16,-1 7 5 15,-10 6 2-15,-14 8 10 16,-4 4 7-16,-1 7-6 16,1 0-2-16,4 17-7 0,2 6-9 15,5 3-2-15,3 2 1 16,6-1-3-16,8-5 1 16,0-5 2-16,0-4-3 15,13-4 1-15,5-6-1 16,8-3-5-16,2 0-14 15,6-16-4-15,-1-5 6 16,-3-2-4-16,-5 2 7 16,-8 6 14-16,-7 5 4 15,-7 6 5-15,-1 4 14 16,-2 0-2-16,0 3-17 16,0 15 0-16,0 7 0 0,0 0 9 15,0 0-3 1,9-2 6-16,8-1-4 0,5-6-3 15,6-8-1-15,9-7 0 16,6-1 3-16,5-9-1 16,-3-20-5-16,-5-9 1 15,-7-14-2-15,-3-17-5 16,-5-21-2-16,-4-14-10 16,1-10 4-16,-8 6-21 15,-8 21 4-15,-5 30 30 16,-1 31 5-16,0 25 13 15,0 4 4-15,-15 35-20 16,-7 19-2-16,7 17 20 16,3 5-5-16,8 3-2 15,4 0-5-15,0-3-2 0,0-9-3 16,9-12-3-16,4-16-1 16,-1-13-9-16,-1-15-115 15,-4-14-156-15,-7-2-295 16</inkml:trace>
  <inkml:trace contextRef="#ctx0" brushRef="#br0" timeOffset="3909.24">6397 1236 1351 0,'0'0'0'0,"0"0"0"0,0 0 95 0,0 0-95 15,94-28-51-15,-2 21-117 0,7-6-226 0</inkml:trace>
  <inkml:trace contextRef="#ctx0" brushRef="#br0" timeOffset="4061">7364 1044 1385 0,'0'0'92'0,"0"0"-55"16,0 0 124-16,0 0-138 0,0 0-23 16,0 0-8-16,52-55-118 15,6 42-270-15</inkml:trace>
  <inkml:trace contextRef="#ctx0" brushRef="#br0" timeOffset="4698.02">9368 1357 188 0,'0'0'768'0,"19"-87"-767"15,-4 46 93-15,0 8-16 16,-3 11-64-16,-5 11-14 16,-3 6 21-16,-4 2 17 15,-4 3 25-15,-24 0-20 16,-11 14-41-16,-9 8 11 16,-7 7 38-16,4 3-7 0,11 2-10 15,12 0-12-15,14 2-10 16,14-1-11-16,3 5-1 15,30 0 0 1,15 9 4-16,13 1-3 0,3-1 1 16,-1-2-2-1,-3-5-2-15,-14-4 1 16,-15-7-3-16,-17-6 4 0,-14-7-1 16,-8-6 2-16,-44-4 8 15,-21-4 3-15,-24-3 38 16,-14-1 48-16,-2 0-47 15,4 0-29-15,15 0-5 16,27 0-11-16,29 1-4 16,27 1-2-16,11-2-24 15,31 0-90-15,32-14-135 0,16-14-77 16,3-17-462-16</inkml:trace>
  <inkml:trace contextRef="#ctx0" brushRef="#br0" timeOffset="4930.63">9815 1224 1242 0,'0'0'35'0,"0"0"161"0,0 0-98 0,0 0-93 0,0 0-2 0,6 121 22 0,-6-55 3 15,3 7-7-15,3 2-15 0,-1-7-2 0,2-6-4 16,-4-14-3-16,4-14 1 15,1-10-10-15,5-11-167 16,1-11-172-16,2-2-343 16</inkml:trace>
  <inkml:trace contextRef="#ctx0" brushRef="#br0" timeOffset="5059.83">9888 1471 1108 0,'0'0'66'0,"0"0"-13"0,0 0 136 15,0 0-170-15,0 0-19 16,0 0-16-16,121-8 3 16,-81 33-147-16,-5 1-138 15,-7 5-228-15</inkml:trace>
  <inkml:trace contextRef="#ctx0" brushRef="#br0" timeOffset="5994.26">10437 1786 949 0,'0'0'91'0,"0"0"83"16,0-81-43-16,0 49-76 15,0 3-23-15,-3 2-17 16,-16 4-4 0,-6 6 7-16,-8 7-12 0,-5 10-1 15,1 0-3-15,0 21-2 16,2 5 0-16,8 6-3 15,7 2 0-15,6-1-1 16,14-2-3-16,0-4-4 16,15-7 7-1,12-9 0-15,9-5 0 0,4-6-29 16,6-6-30-16,-4-14 7 16,0-9 30-16,-6 0 21 15,-8-5 4-15,-8 3 1 16,-9 9 5-16,-5 5 18 15,-4 11 42-15,-2 6 47 0,0 0-80 16,-12 21-32 0,-6 9-2-16,6 5 2 0,2-2 0 15,8-1 0 1,2-5 1-16,0-3 1 0,15-7-2 16,9-8 1-16,10-3 3 15,8-6 1-15,6 0 0 16,7-16-5-16,-1-11-2 15,-7-12 2-15,-6-13-2 16,-7-17-23-16,-3-14 10 16,-8-13-6-16,-8-8-14 15,-8 3 18-15,-4 17-13 0,-3 20 29 16,0 28 1-16,-4 23 7 16,-8 13 5-16,-2 18-12 15,-7 30-8-15,-1 17 8 16,4 11 1-16,6 8 7 15,8 7 0-15,4 4-2 16,0 1 2-16,6-6-6 16,19-9-1-16,12-9 0 15,14-14 1-15,3-11 3 16,-2-19-4-16,0-16-1 16,-3-12 2-16,-2-16 1 15,-3-23-1-15,-6-15 3 0,-9-11-1 16,-5-11 1-16,-7-3 2 15,-8 3-6-15,0 11 0 16,-9 20 2-16,0 18 1 16,0 14 7-16,0 10 3 15,0 3-14-15,0 16-4 16,-5 14-9-16,1 9 12 16,4 3-5-16,0-1 3 15,9 3 3-15,7-3 0 16,5 2-1-16,3-4 2 15,0 4-1-15,1-5 0 16,-1-4 0-16,-9-11 0 16,-9-9 1-16,-6-8-1 15,0-5 5-15,-24-1 12 0,-13 0-4 16,-8-7-12-16,-4-9 1 16,1-8-2-16,-4-5-4 15,-5-6-91-15,-3-7-175 16,2-3-305-16</inkml:trace>
  <inkml:trace contextRef="#ctx0" brushRef="#br0" timeOffset="6148.54">10925 1470 1147 0,'0'0'9'0,"0"0"174"0,88-29-126 0,-34 27-57 0,9 2-4 0,-1 0-50 0,-4 0-273 0</inkml:trace>
  <inkml:trace contextRef="#ctx0" brushRef="#br0" timeOffset="6829.81">5518 2264 538 0,'0'0'84'16,"0"0"10"-16,-94 20 78 15,85-18-38-15,5 0-39 16,4-2-47-16,0 0-7 16,15 0 9-16,31 0 20 15,26 0 62-15,31-4-58 16,44-6-41-16,38 0-7 15,41 6-3-15,42 2 10 16,35 2-17-16,30 4-6 16,17 14-9-16,11 4-1 0,2 5 2 15,-14 1-2-15,-21-6-6 16,-32-5-3 0,-44-5-14-16,-48-8-9 15,-56-4 3-15,-56-4 19 16,-41-10 10-16,-31-1 16 0,-13 3 39 15,-3 2 12-15,-4 5-1 16,0 1-26-16,0 1-31 16,0 3-9-16,-11 0-9 15,-3 0-28-15,-5 8-202 16,5-1-256-16</inkml:trace>
  <inkml:trace contextRef="#ctx0" brushRef="#br1" timeOffset="26577.6">12392 3924 598 0,'0'0'11'0,"0"0"41"0,0 0 17 0,0 0-46 0,0 0 16 16,0 0 23-16,-20-11-30 0,16 8 8 15,-5 0-6-15,0-1-16 0,-3-1-6 16,-3 3-3-16,1-2 6 16,-2 2 2-16,0 0-6 15,-2 0 1-15,-3 2-2 16,0 0-9-16,-7 0 6 16,-2 0-5-16,-2 0 1 15,0 0 4-15,-7 0-3 16,0 2 2-16,-6 2-2 15,-5 2 2-15,-5 0-1 16,-5 0-2-16,-4 0 1 0,-5-1-4 16,-11 1 2-1,-4-1 2-15,-9 0 0 16,-2-3 5-16,-9 0-6 16,-4-2 6-16,-4 1-2 0,-4-1 5 15,1 3 2-15,-3 5-8 16,-1 0 3-16,-4 2-8 15,-5 4 8-15,-2 2-7 16,-5 0-2-16,-6 1 0 16,1 2 1-16,6-1 1 15,-2 6 3-15,9 1-5 16,3 3 1-16,-1 1-1 16,7 1-2-16,-6 5 2 15,-4 0 0-15,1 1-1 16,-1 4 1-16,-2 1 2 0,-1 1 0 15,1 4 0-15,5 1-2 16,-4 6 1-16,-2 3 1 16,-2 4-1-16,-4 6 0 15,3-2 1-15,-5 3 2 16,3 2 2-16,2 5 1 16,4 2 1-16,0 4-2 15,2 2-3-15,-3 1 2 16,-5-1 0-16,-1 5 4 15,4-1 2-15,3 0-5 16,3 9 7-16,11 1-3 16,6 5 0-16,4 4-6 0,4 0-1 15,5 2 1 1,-7 3 1-16,-4 3-1 0,-5 2 2 16,-6 2 2-16,1 7 2 15,0 1-7-15,3 3 6 16,2 6-1-16,5-2-4 15,7-1-4-15,5-1 1 16,4-5 3-16,2 1-3 16,1 4 0-16,5 2 0 15,4 5 1-15,-1 4 4 16,5-3-4-16,4 3-1 16,1-4 6-16,5-2-4 15,5 0 2-15,3 5-1 16,5 0-3-16,7 3-1 15,6-1 1-15,7-3 4 0,9-7-5 16,2-1 0-16,8-3 1 16,0 6 1-16,8 4 3 15,0 1-5-15,1 3 2 16,5-3-1-16,0-3 2 16,0-1 0-16,0-1 6 15,5 2-3-15,7 6 0 16,4-1 4-16,2 1-5 15,3-1 5-15,6-8-4 16,4 3 5-16,6-4-9 16,6-1 2-16,4 6 0 15,2 2 0-15,2-2-2 0,1 1-2 16,3-2 4 0,3-4-2-16,2-4-2 0,1-1 3 15,6 3 0-15,-1 3 1 16,1-2-3-16,-1 2 4 15,4-7-5-15,0-4 3 16,0-6-3-16,2-5 1 16,4-4 2-16,3 1 1 15,3 2-1-15,9 0-1 16,-3-3-2-16,3-3 0 16,3-8 0-16,-3 0 1 15,3-4-1-15,3-4 1 16,-3-5 1-16,3-1-1 0,-3-6 0 15,-1 1 0 1,6-2 2-16,4 0 0 0,2-3-1 16,5-4-2-16,5-6 0 15,-3-4-1-15,4 0-2 16,1-3 3-16,-3 1 3 16,2 2-3-16,-3-3 0 15,-3-1 0-15,1-4 3 16,2 2-2-16,-1-4-1 15,3-3 0-15,-2-1-1 16,-2-3 1-16,-1-6-2 16,0 0 3-16,-4-2-2 0,-1-2 2 15,-2 0-1 1,-3 0 1-16,-2 1 4 0,5-1-3 16,0 1 0-16,6-2-1 15,0-2-2-15,1-6 2 16,-1 2-1-16,4-5 3 15,-2-4 0-15,1 2-2 16,-2-2 7-16,-1 0-4 16,6-4-2-16,-2 2 4 15,2 0 0-15,2 1-6 16,-4-1 1-16,-1 3-1 16,3 0 2-16,0-1-2 15,-1 1 0-15,-3-2 2 16,2-2 2-16,5 0-3 15,1-4 3-15,7 1-3 0,1-2-1 16,-2-1 0-16,0 1-2 16,-1-1 2-16,-5 0 2 15,-1 4-1-15,-9-2 0 16,5 2 0-16,-10 0-1 16,2 7 2-16,-6-1-2 15,0-6-2-15,-1-1 2 16,-1-7-2-16,3-2 2 15,-4 0 0-15,2 0 0 16,-2 0 0-16,3 0 1 16,0-5 1-16,3-7-1 15,-2-2 1-15,-3-2-2 0,-15-4-55 16,-19-5-155 0,-18-7-211-16</inkml:trace>
  <inkml:trace contextRef="#ctx0" brushRef="#br1" timeOffset="29956.46">12171 3906 16 0,'0'0'296'0,"0"0"-289"15,0 0 15-15,0 0 36 0,0 0-31 0,0 0-21 0,0 0 4 0,3-3 0 0,-3 3 3 0,0 0 21 0,0 0 3 16,0 0-5-16,0 0 0 16,0 0 8-16,0 0-18 15,0 0-2-15,7 0-1 16,-2-3 2-16,1 1-7 15,0 0-1-15,4 1-3 16,-1-2 12-16,0 3-1 16,2-2-9-16,2 2 5 15,0-1 8-15,1 1-7 16,2 0-6-16,2 0 2 0,0 0-6 16,3 0 2-16,1 0-3 15,-2 0 1-15,7 0-1 16,-1 0-3-1,3 0 2-15,1 0 2 0,5 3 2 16,0 1-2-16,11 3-3 16,2 0 15-16,8 3 5 15,4-1-12-15,3 3 4 16,2 0-5-16,3 0-6 16,4 2 5-16,6 2-4 15,4-1 2-15,0 3-3 16,-1-1 4-16,5 1-2 0,1-4-2 15,2 5 7 1,4-2-8-16,1 4-2 0,0-1 3 16,1 3 1-16,-2-1-1 15,1 3 2-15,1 3-4 16,2-1 0-16,2 5-1 16,-1-1 4-16,-1 1-6 15,2 3 2-15,2-1 1 16,3 3 0-16,-2 3 0 15,0 0 2-15,-1 10 3 16,-3 1-9-16,1 5 5 16,2 2 7-16,2 1-6 0,0 0-4 15,0 2 1 1,0 2-2-16,-3 2 7 0,2 5-6 16,-4-1 3-16,0 1-1 15,-4 2 2-15,-1 1 0 16,-4 2-4-16,0 3 4 15,2 1 0-15,-2 6-3 16,-2 4 10-16,-6 0-2 16,-1 2 2-16,-4-2-3 15,-5 2 1-15,5 0 9 16,-5 0-5-16,-3-2 5 16,0 2 5-16,1-1-2 15,0 0-6-15,-3 7-3 16,2 1-2-16,0 3 4 15,1 0-3-15,0-2 0 0,4 2-4 16,-1 0 7-16,-5 0-6 16,-4-3 1-16,-2 2 1 15,-3-5 0 1,-2 5-10-16,2 6 3 0,-3 1 8 16,-3 3-7-16,3 0-2 15,-2-1 5-15,-1 0 1 16,-2-3-4-16,-3-2-3 15,-3-2-2-15,-3 2 0 16,-6 5 4-16,0 4 0 16,-5 3-3-16,-1 1 1 15,-2-1 7-15,0-4-7 0,3-1-1 16,0-2 0 0,-2-3 3-16,-1-3-3 0,-3 10-1 15,1-4-1-15,1 3 6 16,-3 0-6-16,-4-6 0 15,-5-1 0-15,1 1 0 16,-3-5 3-16,-4-2-3 16,2-5 0-16,-3 0 1 15,-1 5 1-15,-1 1 0 16,-4-1 0-16,-1-1 1 16,0-2 1-16,0-4-4 15,0-1 2-15,-4 3-1 16,-4-5 0-16,0 1 1 0,-3-7 1 15,-1 5-1 1,-4-1-2-16,1 1 1 0,-8 5 0 16,-3 3 0-1,-1 0 0-15,-5-4-1 0,1 3 1 16,-2-5-1-16,-3-1 3 16,2 2-6-16,-4-3 6 15,-1-2-2-15,-2 2 0 16,-5-1-1-16,-2 5 0 15,-2-1 2-15,0 1-2 16,-3-3 2-16,-3-2-2 16,-2-2 3-16,2 0-3 15,-2-2 2-15,0-2 0 16,2-2-1-16,-2-1 1 0,4-1 0 16,-1-1 0-16,-2 1 0 15,-1-1 1-15,-6 2-3 16,5-3 2-16,-3-5-2 15,2-2-3-15,2-1 2 16,-5-4 0-16,2 0 1 16,-2-2 1-16,-1-4-1 15,3-4 1-15,-2 1-1 16,-2-6 0-16,1 2 0 16,0 0 1-16,-3-2-1 15,1 0 3-15,-1-2-2 16,-1-3 1-16,0 2-1 15,-4-2 3-15,4 3-4 0,-4-3 0 16,8-3-2-16,0-1-1 16,-2-5 3-16,1 1 0 15,-3-5-1-15,1 0 2 16,1-1-2-16,0-1 2 16,0 0-1-16,2 0 0 15,-2-1 2-15,3 0-1 16,1-3-1-16,1-1 1 15,1-1 0-15,-1 0 1 16,-5 0 1-16,0 2-3 16,1-3 0-16,2 1-1 15,3-3 1-15,2 1 0 0,2-2-1 16,-3 0 1-16,1-1-1 16,2 3 0-16,2-1 1 15,0 0 1-15,2 2-1 16,-2 0 0-16,6 1 1 15,-2-1 0-15,0 0 0 16,1-2-1-16,3 0 0 16,0-3 1-16,4-2 0 15,0 0-1-15,3-1-1 16,0 0 1-16,-5 4 1 16,2-1 1-16,-4 1-2 15,3 0 0-15,-1 2 0 16,4-5-1-16,4 3 1 0,2-3-1 15,1 2 1 1,-1 1-1-16,-1 3 1 0,-1-2 0 16,-2 2 0-16,5-2 0 15,-3 3-1-15,0-5 1 16,2 4 0-16,0 2-2 16,-5 5 4-16,2-1-1 15,-1 2 0-15,-2 0-1 16,-3 2 0-16,-2 4 0 15,-1-1 0-15,-4 6 1 16,1-2-1-16,0 2 0 16,-3-2-1-16,-3-2 0 15,-6-4-15-15,-14-7-21 16,-16-5-90-16,-22-7-139 0,-23-7-226 16</inkml:trace>
  <inkml:trace contextRef="#ctx0" brushRef="#br1" timeOffset="31256.46">10515 4356 605 0,'0'0'389'0,"0"0"-382"0,0 0 27 0,0 0 39 0,0 0-1 0,-57 96-18 0,33-45-11 0,-3 6-7 0,-4 10 12 15,1 8-26 1,-3-5 6-16,2-4-12 0,3-9 4 16,4-13-6-16,4-10-4 15,7-9-2 1,7-10-6-16,3-8 0 0,1-4 2 16,2-3 0-16,0 0 0 15,0-14 3-15,17-19-7 16,7-19-9-16,7-11-23 15,2-12-10-15,1-8-3 16,2-4 11-16,-2 2 14 16,-1 7 10-16,-3 13 10 15,-4 13 2-15,-6 17 0 16,-2 16 7-16,-7 7 14 0,-8 8 23 16,3 4-12-16,2 4-30 15,3 21-2-15,6 21 27 16,-3 9-1-16,-5 10-1 15,-7 9 13-15,-2 9 13 16,0 8-22-16,0-2-16 16,0-3-4-16,0-16-4 15,6-13-5-15,-2-11-2 16,-2-14 0-16,-1-7 0 16,-1-16-1-16,3-3-3 15,-1-6-23-15,1-12-79 16,3-20-80-16,0-11-105 0,-3-7-30 15</inkml:trace>
  <inkml:trace contextRef="#ctx0" brushRef="#br1" timeOffset="31483.54">10282 4698 1093 0,'0'0'49'0,"0"0"99"0,0 0 1 0,0 0-94 0,0 0-48 0,82-39 0 0,-25 29-7 0,7 0 2 16,4 0-1-16,0 3-1 0,0-1-68 16,-5 4-112-16,3-2-85 15,-4 0-20-15</inkml:trace>
  <inkml:trace contextRef="#ctx0" brushRef="#br1" timeOffset="31850.34">11259 4367 772 0,'0'0'132'16,"0"0"-128"-16,0 0 164 15,0 0-62-15,0 0-50 16,0 0-30-16,0 0 6 16,-27-19-3-16,27 19-8 15,5 0-15-15,22 0 10 16,10 0 25-16,17 0-10 15,5 0-18-15,2 0-8 16,-5 0-4-16,-4 0 0 16,-13 0-1-16,-9 0 0 15,-14-2-4-15,-7 1-52 0,-9 1-54 16,0 0 10-16,-6-3-22 16,-21 3-85-16,-6 0-133 15,-4 0 8-15</inkml:trace>
  <inkml:trace contextRef="#ctx0" brushRef="#br1" timeOffset="32290.82">11462 4360 530 0,'0'0'96'0,"0"0"75"15,0 0-27-15,0 0-57 16,0 0-33-16,0 0 0 16,0 54 67-16,3-25-44 15,6 6-15-15,-2 7 16 0,-2 4-39 16,1 8-2-16,-3 5-12 15,2 0-10 1,-1-4-7-16,-3-7-7 0,1-12 0 16,-1-10-1-16,-1-10 0 15,2-7 0-15,-2-8 0 16,0-1-3-16,0 0-3 16,0 0-36-16,0 0-16 15,0-7-56-15,-3-5-32 16,-13 3 6-16,-4 1 8 15,-5 4 8-15,-7 3 77 16,-5 1 47-16,1 0 6 16,4 0 51-16,5 0 17 0,10 0 16 15,7 0 11 1,7 0-10-16,3 0-35 0,0 0-25 16,13 0 6-16,18 0 23 15,16 0-9-15,13 0-37 16,2 0-13-16,4 0-1 15,-3-4-35-15,-1 2-143 16,4-2-142-16</inkml:trace>
  <inkml:trace contextRef="#ctx0" brushRef="#br1" timeOffset="45568.43">13169 6839 659 0,'0'0'30'0,"0"0"2"0,0 0 108 0,0 0-62 0,0 0-14 0,0 0-38 0,0 0-10 16,0 0 37-16,-33-66 4 0,27 59-37 15,2 1 14-15,-1 0-18 16,2 1 11-16,-1-1 7 16,-5-1-13-16,-8-1-19 15,-5-3 4-15,-8 1-1 16,-4-2 14-16,-2 1-14 16,-4-3-4-1,-3 0 6-15,-2 0 0 0,-9-3 0 16,-4-3-4-16,-6 0 3 15,-5-2 3-15,0 1-5 16,-10 0-1-16,-12-1 9 16,-7 0-10-16,-11-2-2 15,-8 3 10-15,1-1 1 0,-5 7-7 16,-6 1-1 0,-1 2-3-16,-7 3 1 0,-4 0 3 15,-3 4 1-15,5-1-2 16,0 4 2-16,4 0 2 15,4 2-3-15,4 0-3 16,1 4 0-16,0 12-1 16,-1-1 2-16,-3 2-1 15,0 4 2-15,4 4 1 16,-2 2-3-16,4 5 4 16,0 4 0-16,-1 3-5 15,3 4 0-15,-1 6-4 0,0 2 4 16,1 1 1-1,-2 3 0-15,3 3-1 0,4 7 3 16,0 4-1-16,6 5 2 16,0 2-1-16,3 2-1 15,-1 8 0-15,-1 3-2 16,-2 2 5-16,-2 1 2 16,3-3-2-16,3 0 4 15,8-2-8-15,7 2 4 16,7 5 1-16,4 3-5 15,3 3 2-15,5 6 0 16,3-2-3-16,5 5 0 16,4-2 1-16,3 0 0 15,4-3-1-15,2-2 3 16,5 3-1-16,2 2 0 16,8 1-2-16,-2 2 3 0,9 1-2 15,-3-4 2-15,3 0 0 16,1 1 0-16,1-4 3 15,-3 0-2-15,2-2-1 16,-2 3 1-16,3 7-2 16,-1 4 6-16,3 1-6 15,2 1-1-15,1-2 3 16,4-2-4-16,3-1 2 16,5-5-1-16,2-2 1 15,5 3-2-15,0 3 1 16,3 1-1-16,0 3 4 15,0 0-6-15,0-4 3 16,3-2-1-16,6-1 1 0,3-6-1 16,-2-2 0-16,5 0-1 15,3 0 1-15,1 4 1 16,4 0-1-16,1-2 0 16,1 0 0-16,2-4 0 15,3-4 0-15,1-2 0 16,2-5-1-16,3 0 2 15,0-2-1-15,-1 2 0 16,1 2 4-16,3 2-4 16,-2 4-1-16,2-1 1 15,3-1 1-15,-2-1 0 0,2-3-1 16,3-3 0 0,0-1 2-16,7-6-2 0,4-1 1 15,7-2 1 1,4 1 0-16,0 0-4 0,3 2 2 15,-1-1 0-15,6 1 0 16,4-2-2-16,-3-1 2 16,7-4-1-16,-5 0 1 15,-2 2 0-15,4-5 3 16,-3 0-2-16,0-4-1 16,-1-2 1-16,-1-4 0 15,4-2-1-15,6-4 3 0,-3 2-3 16,2-1 0-1,-4 2-2-15,-2 0 1 0,4 2-1 16,-3-3 2 0,-3-4-1-16,-1-2 1 0,-2-1 0 15,0-3 3-15,-4 1-2 16,0 0 2-16,0-4-3 16,-2-2 2-16,4-1-2 15,4-3 7-15,2-2-1 16,6-3-4-16,1 1 1 15,2-2-3-15,1-2 1 16,2 0 0-16,5-4 1 16,-1-3-1-16,4 2 2 15,-2-2-1-15,5-4 4 16,-3-1-5-16,3-5-1 16,4 0 5-16,-2-1-2 15,7 1-3-15,-2 0-1 0,-2 0 1 16,5-3 1-16,-1 1 0 15,0 0-1-15,-1-2 1 16,-4 0-1-16,3-3 1 16,4-2 4-16,-2 1-4 15,7-2 0-15,0 1-1 16,1-3 0-16,-1 0-2 16,-1 0 2-16,-3 0 0 15,-3 0 0-15,-5 0 0 16,-4 0 0-16,0 0 4 0,4 0-3 15,0-3 2 1,3 0-3-16,-3-3-4 0,1 1 4 16,-1 0 0-16,-1-2 0 15,-3 0 0-15,0 0 0 16,-5-1 0-16,-1-2 4 16,-1 2-4-16,-1-4 1 15,4 1 0-15,-2-1-1 16,0 2 0-16,0-1 0 15,-1-6-4-15,-1 2 3 16,1-3 1-16,-4-1 0 16,-3-5 2-16,-3 2-1 15,-1-5 1-15,-2-2-2 0,-5 0 1 16,1-2 1 0,-6-3-2-16,3-1 5 0,2-2-5 15,-5-1-1-15,-1-4 0 16,-2-2 1-16,1-1-3 15,-1-1 3-15,1-4 0 16,-3-1 0-16,-2 2 1 16,0-4 2-16,-4-3-3 15,1-4 2-15,-2 0-2 16,-1-3 2-16,-3 3-2 16,-1 2 0-16,-2-1 0 15,-2 0 1-15,0 0-1 16,2-1 4-16,0-2-4 15,1-1 1-15,-1-3-1 0,-3-2-3 16,1-3 2-16,-4 0 0 16,2 0 0-16,-3-1 1 15,0-1 0-15,-2-2 0 16,-1-2 0-16,-2 2 0 16,-3 3-1-16,-1 3 1 15,-2-2 1-15,1 1 0 16,-3-1-1-16,1 0 0 15,-1 0 0-15,0 0 0 16,-1-3 0-16,0 0 0 16,0 2 0-16,0-1 0 15,-2 3 0-15,0-5 1 16,-3 0-1-16,-3 1 1 16,-2 1-1-16,-2 4 0 15,-3 0 2-15,1-1-2 0,-3 1-3 16,-3 2 3-16,2-2 0 15,-5 3 2-15,3-2-2 16,-2 0-1-16,1 3 0 16,-3-1 2-16,0 1-2 15,0-3 1-15,1 1 0 16,0-1 0-16,0 3 0 16,1 1 0-16,-1 6-1 15,-3 1 0-15,-1-2 0 16,-3 2 1-16,0-1 0 0,3 1-1 15,-3 0 1 1,0 2-6-16,0-2 6 0,0 1-1 16,0 0 0-16,-3 2 0 15,-3-1 1-15,-1-1 0 16,0 6 0-16,1-7-1 16,0 1 1-16,-2 0 0 15,-1-1 0-15,3 5-1 16,-1 1-1-16,-1 4 2 15,1-2-3-15,-1-1 3 16,1 6-1-16,-6-2-1 16,2-1 1-16,-3 5 0 15,-2-5-3-15,0 1 2 0,-2 0 0 16,-1 1 2 0,-1 1-1-16,1 1-2 0,-2 0 1 15,1 2 2-15,-3 0-3 16,0-3 2-16,1 1 0 15,-5 0 0-15,3 0 0 16,-3-4-4-16,-1 2 3 16,-2-1 0-16,-1 7 0 15,-2 1 2-15,2-1-1 16,-4 0 1-16,-1-1 0 16,2 1 0-16,-2-4-2 15,-1 3 2-15,1 0 0 16,-1 0 0-16,-1 1 1 0,3-3-1 15,-4 2 0-15,2 0-1 16,-2-3 1-16,1 3 0 16,-3-3 1-16,-2 0-1 15,1 1-2-15,-3 0-3 16,2 0 4-16,0 0-1 16,1 0-1-16,-3-3 2 15,0 0-1-15,-5-1 2 16,3 4-1-16,-3 2-1 15,-1 0 2-15,0 1 0 16,2-1-1-16,-1-1 0 16,-2-3 1-16,2-2 0 15,2 0 0-15,-1 2 1 16,2-1-1-16,0 1 0 0,3 2 0 16,0-2-1-1,2-1 2-15,0 1 1 0,-1-1-2 16,1-1 1-16,-4 3 0 15,1 0-1-15,1 1-2 16,2 0 0-16,3 0 0 16,1-3 0-16,0 1 2 15,0-2-2-15,-2 3 1 16,-3 1 1-16,1 4-1 16,0 3 2-16,1 0-2 15,-1-1 2-15,0 1-2 16,-3-2 1-16,6 1 0 0,0 0 0 15,-2 2 0-15,7-1 0 16,-2 2 0-16,1 3 1 16,2 1-1-1,2-1 0-15,1 3 1 0,2 0-1 16,1 5 0-16,2 1-1 16,4-1 1-16,0 7-1 15,2 1 1-15,2 0-1 16,2 3 1-16,3 3 0 15,1 0-1-15,2 5 1 16,3 1-1-16,1-2-1 16,2 4 1-16,0 0 0 15,-4 0-3-15,-1 0 0 0,-2 0 3 16,-8 0-3 0,0-2 4-16,-3 2 0 0,-7-3 0 15,-5-2-2-15,-3-2 2 16,3-3-3-16,2-4 3 15,4 0 1-15,3-1 0 16,-1-3 1-16,4 2-2 16,0-2 1-16,0 2 0 15,2-1 1-15,-4-1-2 16,0-1 0-16,-1 1 0 16,-3-2 0-16,4 2 0 15,-5-5-1-15,1 1 1 0,-3 1 1 16,2-3-1-1,0 4 0-15,-2-2 0 0,0 3 0 16,0-1 0-16,0 1 1 16,1 3-1-16,0-1 0 15,-4 0 0-15,-4-2 0 16,0 0 1-16,-1 3 0 16,0 1-1-16,0 4 0 15,-2-3 0-15,0 6 0 16,-5-1 0-16,-3 3-1 15,-7 2 0-15,-3 0 1 16,-2 4-2-16,8 0-37 16,15 0-61-16,8 11-62 15,6 5-13-15,0 3-38 16,-2-1-118-16,-7-2-247 0</inkml:trace>
  <inkml:trace contextRef="#ctx0" brushRef="#br1" timeOffset="46543.75">11188 6999 583 0,'0'0'17'0,"0"0"8"0,0 0 61 0,0 0-8 16,0 0-19-16,0 0-36 0,0 0-18 0,0-5 4 0,0 35 66 0,-6 9-23 0,-2 7 7 0,-5-1-23 0,2 0 3 15,-1-6-24-15,4-8-1 16,3-3-10-16,2-9 0 16,3-4 1-16,0-8-2 15,0-3 0-15,0-4 3 16,0 0 8-16,0-7 22 15,3-17 0-15,10-6-27 0,2-9 4 16,0-4-1-16,2-9-5 16,2-3 6-16,-1-2-6 15,1 7-3 1,-5 13 0-16,-2 11 1 0,-6 15-3 16,-3 7 35-16,-3 4-7 15,0 0-30-15,4 6-11 16,2 16 1-16,3 8 10 15,0 4-1-15,0 1 2 16,3-2-1-16,0-3 0 16,1-7 1-16,2-3 1 15,-1-7-2-15,4-5 1 16,2-6 4-16,3-2 1 0,12-4-4 16,0-17 2-16,1-6 0 15,-5-7-3-15,-1-7 1 16,-6 2-1-16,-8 5-1 15,-4 9 2-15,-6 11 4 16,-5 8-5-16,-1 6 37 16,0 6-19-16,0 25-19 15,0 11 0-15,-6 8 2 16,-1 2 1-16,6-1 5 16,-1-1-7-16,1-3-1 15,1-3 3-15,0-4-1 16,0-10-4-16,0-6 4 15,0-6-4-15,0-10 0 0,0-4-41 16,7-4-95-16,8 0 10 16,9-23-144-1,4-11-262-15</inkml:trace>
  <inkml:trace contextRef="#ctx0" brushRef="#br1" timeOffset="46975.7">12189 6935 989 0,'0'0'2'0,"0"0"-2"0,0 0 19 0,0 0-2 0,0 0 59 15,0 0-23-15,16 62 0 0,-16-31-2 0,0 8-34 16,-7 0 6-16,-7 5 11 0,-7-2 9 15,1 1-8-15,1-4-10 16,3-5 3-16,6-4-14 16,7-5-6-16,3-7 9 15,0-5-13-15,19-6 10 16,21-7 1-16,14 0-3 16,25 0-3-16,15-13 1 15,8 3-8-15,3-4 0 16,-11 4-1-16,-6 3 1 15,-17 3-2-15,-16 2 1 0,-21 2 2 16,-16 0-3-16,-8 0-1 16,-10 0 1-16,0 0 3 15,0 0-3-15,0 0-3 16,-11 0-23-16,-1 1-56 16,0 9-97-16,-5-2-80 15,2-1-97-15</inkml:trace>
  <inkml:trace contextRef="#ctx0" brushRef="#br1" timeOffset="62264.44">13773 10126 490 0,'0'0'17'0,"0"0"-13"0,0 0 1 0,0 0 14 15,0 0 3-15,0 0-14 0,0 0 4 16,0 0 30-16,23-16 32 0,-23 16-3 16,0 0 10-16,0-4 1 15,0 1-22-15,-7-4-33 16,-6-2-3-16,-2 1 6 15,-9-3-2-15,-10 0 3 16,-12-2-13-16,-15-5 2 16,-9 1-3-16,-11 0 9 15,-9 0-2-15,-9 1-8 16,-6 2-4-16,-4 1 6 16,-4 5-1-16,-5 2-8 15,-3 3 6-15,-10 3-5 0,-9 0 8 16,1 0 2-16,-6 6-3 15,5 13 0-15,4 2-11 16,3 2-2-16,5 12-3 16,1 3 0-16,-1 5-1 15,3 10 2-15,1 6-1 16,1 10-1-16,3 14 1 16,-1 10 1-16,6 9 2 15,1 8-4-15,6 2-4 16,6 6 1-16,5-2 1 15,3 1 1-15,15-3 0 16,6 4 1-16,7 2 0 16,8 4 0-16,9 1 0 15,7-2-1-15,3-7 1 0,9-2 0 16,5-6 1 0,4-5-1-16,5-3 0 0,1-3 0 15,9-1 1-15,3 3-1 16,3-2 0-16,0 3 0 15,7-2 0-15,13 3 0 16,0 3 0-16,0 1 0 16,-1-3 1-16,-2 0-2 15,1-6 1-15,-5 0 0 16,2 0 0-16,-3-7 2 16,-2-4-1-16,-1-6-1 15,-3-10 0-15,2-5 0 16,14 8 3-16,-1 2-3 15,6 5 2-15,-3 3 1 16,0-6 4-16,-2 2-3 0,-4 0 10 16,3 1-13-16,0-1 12 15,5 6-11-15,4 1 5 16,5-2 6-16,7-1-4 16,2-5-1-16,13-2 14 15,4 0-12-15,11 0-5 16,5 1 7-16,14-1 2 15,5-3-4-15,13-1-5 16,1-4 0-16,10-2-2 16,5-5-2-16,9-2 3 0,-1 3-3 15,4-5 6-15,6 3-6 16,2-2 3-16,3-7 0 16,1-5-4-16,0-7 0 15,0-9 0-15,1-4-1 16,-1-3 1-16,-7-7 0 15,4 0 3-15,-3-6 2 16,-6-4-5-16,0 1 0 16,-8-5-1-16,-7 0 1 15,0-1-1-15,-8 0 1 16,-7-5 0-16,-5-3 1 16,-4-4-1-16,-8-1 5 15,-2-1-4-15,-5 0-1 16,-4-1 0-16,-4-3 0 15,-3 0 0-15,0-2-2 0,-3 1 2 16,-2-2 0-16,-4 1-2 16,-5 1 2-16,-4 2 0 15,-3 1 0-15,-2 3 0 16,-6 0 0-16,3 0 0 16,-2-1 1-16,-1-2-1 15,-1-2 0-15,-5-4 0 16,-4-6 0-16,-6-2-49 15,-3-7-95-15,-2-4-100 16,3-7-160-16</inkml:trace>
  <inkml:trace contextRef="#ctx0" brushRef="#br1" timeOffset="64678.4">13578 10007 521 0,'0'0'64'0,"0"0"-23"0,0 0 22 0,0 0-37 0,0 0-21 0,0 0 5 0,0 0 28 16,70-15 11-16,-51 12-7 15,-5 3-20-15,0 0 6 16,0 0-9-16,-1 0-1 16,-1 0-7-16,4 0 1 15,4 0 13-15,7 3-8 16,1 1-2-16,4 4 13 0,5 0 9 16,2 0-24-16,4 3 1 15,3 2-1-15,7 2 0 16,3 0 15-16,2 0 7 15,2 2-14-15,0-1-13 16,-1 2-4-16,1 1 2 16,-5 0 1-16,-1 2-2 15,-5-4-5-15,-5 3 4 16,2 0-1-16,-1 2 0 16,7 5 0-16,-3 0 7 15,6 1-5-15,3 0 9 16,2-1 2-16,1 4 4 15,-1-1-8-15,-4 1-5 0,-5 5 0 16,-1 2-4-16,-7-1 6 16,-3 2-5-16,-4 4-2 15,-5 0 1-15,-3 1 1 16,1 3-1-16,-1 1 0 16,-1 2 8-16,5 3-5 15,2 1 10-15,-2 2 3 16,1-2-6-16,-3 0-3 15,-2-4 6-15,-2-2 2 16,-2 7-12-16,0 4 5 16,1 4-4-16,0-1 24 15,0 1-12-15,1-1-4 16,1 4-10-16,1 0 10 0,2 3-1 16,-3-4-2-16,-3-5-6 15,-6-2 0-15,-5 1-3 16,4 5-2-16,-4 3 5 15,-1 3 4-15,-1 2 2 16,-1 3-9-16,0 0 1 16,5 1 14-16,3-1 16 15,3-5-18-15,3-4-9 16,0 0 4-16,0-3-5 16,1 9 13-16,0-2-8 0,-3-4-5 15,-2 4-2 1,-2-1 6-16,-6 3-6 0,-3 1 0 15,-6-3 0-15,0-2-2 16,-2-1 1-16,1-2-2 16,-1-3 9-16,1-3-7 15,1-5 5-15,-2-4-4 16,1-1 2-16,-1-2 0 16,-1 1-4-16,2-3 6 15,-2 4-4-15,0-3-2 16,0 2 1-16,0 0-1 15,0-3 0-15,0 2 0 16,0-6-2-16,0-5 1 16,0-4 0-16,0-4 1 15,0-5-2-15,0 0 1 16,0-1-1-16,0 0 0 0,0 3 0 16,0-3 0-16,0 0-1 15,-2-2 1-15,-1-2 0 16,-1 0 1-16,1 1-1 15,0-3 0-15,-3 2-1 16,3 0 1-16,0-1-1 16,0 3 1-16,0-2 0 15,0 0 0-15,0 1-1 16,1 1 1-16,-2 1 0 16,0 0 0-16,1 1-1 15,-2 2 1-15,1-4 0 16,-2 4 0-16,-3 0-3 15,-2-1 3-15,1 0-2 0,-2-1 1 16,-1-1 1-16,-1-1-2 16,-1-2 2-16,0-1 0 15,0-1 0-15,-1 0-1 16,-5 1-3-16,-3 1 4 16,-7 1-1-16,1 2 1 15,-4 0 0-15,-2-1 0 16,0 4 0-16,-3 1-1 15,-1 2 0-15,1 3-16 16,0-2 17-16,3 7-1 16,4-6 1-16,3 2-1 0,2 0 1 15,-1 3 0-15,1 1-1 16,2-2-38-16,6-7 38 16,5-5 0-16,-2-3-4 15,-1 1-6-15,-8 1-22 16,-5-4-18-16,-3-3 0 15,-4 1-27-15,-2-6-42 16,-2 9-95-16,-3 0 43 16,-2 1-61-16,3 3-272 15</inkml:trace>
  <inkml:trace contextRef="#ctx0" brushRef="#br1" timeOffset="65782.97">11723 10572 185 0,'0'0'395'0,"0"0"-373"0,0 0 106 0,0 0-4 0,0 0-32 0,0 0-19 16,0-43 2-16,-7 47-53 15,-1 19-11-15,-4 9 41 16,-2 6-2-16,3 7-39 16,2 2 18-16,0-8-11 15,5 0 2-15,-1-11-18 16,5-6-2-16,-3-9 1 16,3-3-1-16,0-5 2 15,0-4-2-15,0-1 0 16,0 0 8-16,0-19 4 15,0-15-12-15,11-14-5 16,3-8-21-16,-3-7 0 0,-2 0 0 16,0 0 12-16,-5 16 10 15,-1 10 4-15,-3 11 4 16,0 11-2-16,2 7 9 16,1 5 18-16,3 3-19 15,16 0-10-15,13 14 0 16,12 12 9-16,4 7-6 15,-3 4 2-15,-6 5-2 16,-11 0-3-16,-10-5 0 16,-8-2 2-16,-11-4-2 0,-2-3 2 15,-18-3 3-15,-25-3 4 16,-11 0 2-16,-9 3 3 16,-1-5-11-16,4 1 0 15,2-6-3-15,6-4-3 16,13 1 2-16,11-10 0 15,13-2-3-15,15 0-52 16,9-2-141-16,17-17-53 16,9-3-256-16</inkml:trace>
  <inkml:trace contextRef="#ctx0" brushRef="#br1" timeOffset="66158.35">12277 10388 898 0,'0'0'41'0,"0"0"80"0,0 0 34 0,0 0-93 0,0 0-36 0,0 0-20 16,-14-20-4-16,14 49 15 15,-3 9 21-15,-3 6 14 16,-7-1 10-16,-2 7-18 15,-3-3-40-15,3 1 11 16,-1-7 6-16,7-5-15 0,7-12-2 16,2-8 3-1,2-4-1-15,26-8 5 0,20-4 18 16,13 0-8-16,14-16-2 16,4 4-14-16,-6-3-5 15,-12 8 0-15,-16 1 0 16,-17 3-1-16,-15 3 1 15,-13 0-12-15,0 0-64 16,-7 3-182-16,-17 6-135 16,-7-1-432-16</inkml:trace>
  <inkml:trace contextRef="#ctx0" brushRef="#br1" timeOffset="71004.89">14049 13237 242 0,'0'0'302'0,"0"0"-277"0,0 0 72 0,0 0 17 15,0 0-37-15,0 0-20 0,0 0 10 0,0 0 5 0,0-10-7 0,0 5 1 0,0 1-10 16,0-3-6-16,-9-5-31 16,-7 0 6-16,-4-4 12 15,-8 0-19-15,-5 0-6 16,-4-1 16-16,-9 3-1 15,-6-1 2-15,-6 1 1 16,-8 3-18-16,-6 1 1 16,-7 5 12-16,1 5-7 15,-2 0-4-15,-4 0 1 16,-2 11-5-16,-4 8-4 16,5 7-1-16,3 2-5 15,8 3 0-15,2 3-4 0,-1 8 4 16,3 5-2-16,-2 5 2 15,-2 8 0-15,0 6-1 16,1 0 1-16,2 3 0 16,2 4-3-16,9-1 3 15,8 3-1-15,10-2 1 16,8-4-1-16,6 1 1 16,7-3 0-16,7 0-2 15,-2 2 0-15,9-3 2 16,-6 0-3-16,5 3 3 15,-1-3 0-15,1 0 0 16,2 2-2-16,3 0-1 16,3-2 3-16,0 7 0 0,6-1-2 15,14 3 0-15,4-3-1 16,2-4 3-16,6-2-3 16,-1-1 0-16,2-6 3 15,0-4-1-15,1-5-1 16,3 0-3-16,0-6 1 15,1 1 2-15,-1-5 1 16,-1-3-12-16,1 1 1 16,-1 0 8-16,1 0 3 15,-2-4 1-15,-1-4-20 16,-1-2 7-16,-3-5 7 16,1-3 5-16,-4-3-2 15,-3-2-11-15,2-1 10 16,-3 1 2-16,2 1 1 0,2-1 2 15,-3 1-2-15,3-2 1 16,0-1 0-16,2 1 1 16,1-5 0-16,3-2-1 15,1 1 4-15,1 0-3 16,-2 2 0-16,0 3-1 16,1 2 0-16,-1-1 1 15,1-1-1-15,-1-1 3 16,4-6-2-16,-3-2 8 15,1 4-8-15,-4-5 3 0,0-2 0 16,-2 2 6-16,-1-1-8 16,-1-1-2-16,4-1 5 15,2 0-1-15,3 0-4 16,4 0 4-16,2 1 0 16,1 3-1-16,-4-2 0 15,-3 3-1-15,2 1-1 16,-2 0 0-16,0 1 0 15,0 1-1-15,0 0 1 16,3-2-1-16,2 1 0 16,1-3 0-16,1 2 5 15,-2-2-4-15,-1 3 0 16,2-2 1-16,-2 0 2 16,5 1-3-16,-1-2 2 15,1-1-2-15,1 0 0 0,-1 0 4 16,3-3 7-16,-5 0-9 15,3 0 1-15,-1 0 0 16,1 0-1-16,1 0 0 16,0-3 2-16,0-1-2 15,-3-5-1-15,0-1-2 16,-1 0 2-16,0-5-2 16,-4 0 2-16,-1 0-2 15,-2-2 0-15,0-5 1 16,-1 0-1-16,-1-5 0 15,1-5 3-15,-3 2-3 16,1-2 0-16,-1 3 4 0,-3-1-2 16,0-1-1-16,2 0-1 15,-1-3 0-15,-2-4 0 16,4-3 0-16,-4-4 0 16,2-1 0-16,3-1 1 15,-4 0-1-15,6 1 1 16,-2 2 0-16,-2-3-1 15,3-1-2-15,-1-4 1 16,2-3 1-16,0-4-1 16,-1-2-2-16,2-4 2 15,-5 0 1-15,1-3-2 16,-7 3 1-16,-4 0 0 16,-4 6 1-16,-8 4-1 15,-3-4 1-15,-5 4 0 0,-1-2 0 16,0-4 2-1,0 0-2-15,0-2 1 0,0 2-1 16,0 1 0-16,0 4 0 16,-3 1 2-16,-3 1-1 15,-1 6 0-15,-4-2 1 16,-2 0-2-16,-2 0 3 16,-3-3-2-16,-3 2-1 15,0-1 0-15,-3 3-2 16,-1 2 4-16,1 1-1 15,-3 5 0-15,2-1-1 16,-5 0 0-16,-2 1 1 0,0 5-1 16,-2 0 0-16,-4 1 0 15,1 6-1 1,-4-1 1-16,-3 0-2 0,2 4 1 16,-4-3 0-16,-2 4 1 15,-3-1-2-15,-4 0-2 16,0 4 2-16,-2 1 0 15,2 1 2-15,0 2 0 16,0 1 0-16,-2 1 0 16,-4 1 0-16,-8 5 0 15,-2 2 0-15,-7 6-1 16,-1 2-4-16,-2 0 3 16,4 10 1-16,-4 7-8 15,0 10-8-15,-2 5-49 0,-2 9-74 16,-4 6-23-16,-4 0-51 15,-1-4-134-15</inkml:trace>
  <inkml:trace contextRef="#ctx0" brushRef="#br1" timeOffset="71718.57">13176 13535 722 0,'0'0'9'0,"0"0"41"0,0 0 11 0,0 0 1 0,0 0-2 0,0 0-23 0,-33-13 4 15,8 20-18-15,-6 8-7 0,-2 5 10 16,-1 6 9-16,1 9-15 16,1 12 4-16,7 5-1 15,6 4 4-15,10 0-14 16,9-3-5-16,0-6-2 16,19-8-3-16,14 0-1 15,12-10 0-15,10-8 5 16,5-9-6-16,-2-8-1 15,-6-4 0-15,-7 0 0 0,-12-9-6 16,-10-6-7-16,-10-7-17 16,-10-3 15-16,-3-3 8 15,0 1 5-15,-6 6 2 16,-7 6 2-16,0 5 1 16,3 4 1-16,1 3 15 15,1 3-2-15,7 0-4 16,-4 4-13-16,5 17-4 15,0 7 3-15,0-2 1 16,0 4-3-16,0-2 3 16,0 0 0-16,5 1 0 15,1-3 0-15,1-2 0 16,2-5-3-16,2-4 2 16,10-3-13-16,2-10-201 15,4-2-91-15</inkml:trace>
  <inkml:trace contextRef="#ctx0" brushRef="#br1" timeOffset="72455.5">13524 13997 1276 0,'0'0'35'0,"0"0"-14"0,0 0-12 0,0 0 5 0,0 0-6 0,0 0-8 0,6-22-15 0,19 22 14 16,1 0 1-16,-6 0 0 0,-3-5 0 16,-4-4-2-16,-5-4-6 15,-5-1 4-15,-3-1 0 16,0 1 1-16,0 0 2 16,-2 7-3-16,-12 1 3 15,-3 0-1-15,2 6-1 16,2 0 3-16,-1 0 3 15,1 6-2-15,2 11 1 16,1 6-1-16,7 0 6 16,3 1-1-16,0 1-2 15,13-3-3-15,9 0 7 16,4-2-5-16,6-4-3 16,2-6 0-16,4-4 0 15,-2-5 1-15,-4-1-1 16,-9 0 0-16,-3-6-2 15,-5-9-20-15,-2-5 6 16,-5 1 12-16,-1 3 0 0,-4 2 2 16,-3 7 2-16,0 2 1 15,0 3 3-15,0 2 1 16,0 0 1-16,0 4-6 16,0 11-5-16,0 1 1 15,0-4 4-15,0-2 0 16,0-3 2-16,0-1-2 15,0-5 0-15,0-1 0 0,12 0 0 16,9 0 0 0,9-10 5-16,1-4-2 0,-1-2-3 15,-2-1 1 1,-8 7 1-16,-8 6-2 0,-8 2-1 16,-4 2 1-16,0 0 0 15,0 6-4-15,0 9 0 16,0 2 4-16,0-2 1 15,0 3 0-15,3-4-1 16,3-2 1-16,2-3-1 16,5-3 0-16,8-5-3 15,3-1-54-15,9 0-100 16,2-13-14-16,1-10-59 16,-2-12-113-16</inkml:trace>
  <inkml:trace contextRef="#ctx0" brushRef="#br1" timeOffset="72839.42">14396 13789 800 0,'0'0'84'0,"0"0"0"0,0 0 41 0,0 0-51 0,0 0-45 0,-36 75 24 0,22-48-21 16,2 0-13-16,6-4 0 16,0-4-11-16,2-5-5 15,1-5-2-15,3-7 0 16,0-2-1-16,0 0-3 15,0 0 3-15,4-10 2 16,17-13-2-16,3-15 0 0,4-10-4 16,1-3-5-1,-2-2-9-15,-4 10 12 0,-3 11 2 16,-7 13 3-16,-7 12 1 16,-3 5 1-16,0 2 4 15,6 10-5-15,2 20-3 16,2 11 3-16,2 4 57 15,-2 0-27-15,-1-3-28 16,-3 1 2-16,-3-6 2 16,-1-6-5-16,-4-5-1 15,-1-5-2-15,0-2-1 16,0-4-84-16,-3-9-118 16,-9-6-132-16</inkml:trace>
  <inkml:trace contextRef="#ctx0" brushRef="#br1" timeOffset="72996.89">14383 13990 1043 0,'0'0'42'16,"0"0"-38"-16,0 0-2 16,124-54-2-16,-66 40-5 15,0-2-3-15,1-4-66 16,-7-1-172-16,-1 2-269 15</inkml:trace>
  <inkml:trace contextRef="#ctx0" brushRef="#br1" timeOffset="73345.3">14849 13658 929 0,'0'0'51'0,"0"0"-50"15,0 0 54-15,0 0 7 16,0 0-31-16,0 0-31 16,94-30-2-16,-66 30 1 15,-10 0-34-15,-10 0-62 16,-7 0 49-16,-1 0-17 0,0 0 36 16,0 0 22-16,0 0 6 15,0 0 1-15,0 7 0 16,0 10 4-16,6 8 16 15,2 6 24-15,3 5-6 16,0 3 1 0,-2-3-8-16,0-1-18 0,-2-4-3 15,-4-1-9-15,-3-4 0 16,0-5-2-16,0-2-1 16,-10-5-48-16,-2-4-119 15,1-1-212-15</inkml:trace>
  <inkml:trace contextRef="#ctx0" brushRef="#br1" timeOffset="73476.28">14967 14032 464 0,'0'0'316'0,"0"0"-302"0,0 0 106 15,0 0-70-15,107-23-45 16,-47 17-3-16,10 0-2 16,5 0-1-16,2-7-24 15,1-3-328-15</inkml:trace>
  <inkml:trace contextRef="#ctx0" brushRef="#br1" timeOffset="79706.14">12580 11156 142 0,'0'0'29'0,"0"0"-29"0,0 0 0 0,0 0 5 0,0 0 14 0,0 0-5 0,0 0-14 0,22-16 2 15,-20 16-2 1,1 0 0-16,-2 0 0 15,3 0 0-15,-1 0 0 16,0 0-2-16,0 0 2 0,0 0-1 16,-1 0 1-16,-1 0-2 15,1 0 0-15,1 0-4 16,0 0-15-16,-2 0-93 16</inkml:trace>
  <inkml:trace contextRef="#ctx0" brushRef="#br2" timeOffset="107428.43">25043 3038 487 0,'0'0'12'0,"0"0"-10"0,0 0 62 0,0 0 20 0,0 0-3 0,0 0-28 0,0 0-15 16,-10-9-7-16,1 3-7 0,-6 3-4 0,3-2-1 0,-9 1 5 15,-3 1-9-15,-1-3-5 16,-11 0 2-16,-3 0 3 16,-8-4 18-16,-6 1-7 15,-5-2 4-15,-6-1-7 0,-7 2-9 16,-6-1 5-16,-8 3-3 16,-1 4 1-16,-4 4-11 15,-2 0 0-15,-5 1-3 16,-5 9 4-16,-5 2-4 15,-7 1 0-15,0 2 7 16,-4 2-3-16,6 1-1 16,-6 4 1-16,-3 3-3 15,-1 0 2-15,-4 4-5 16,0 0 0-16,-7 3 0 16,-3 0 3-16,0 1-3 15,-1 4 5-15,3 1-4 0,-3 3 5 16,2 3-7-1,-2 6-1-15,-5 5 1 0,1 6 0 16,-4 0 0-16,2 1-1 16,5-4 1-16,-3 3 6 15,9 6-5-15,0 4-1 16,-1 4 2-16,1 3-3 16,-6 2 1-16,-3 3-3 15,-5 3 3-15,3-1 5 16,-2 9-4-16,1 7-1 15,5 5 4-15,3 6-4 16,6-2 2-16,-1 5 1 16,0-1-2-16,2-1 1 15,4 1 2-15,1-3 1 16,-1 1 4-16,7 4-7 0,2 4 4 16,5 2-6-1,4 3 3-15,-1-7-3 0,6-2 3 16,6-6-2-16,7-8-1 15,6-7 0-15,8-10-2 16,7-1 2-16,7-8-1 16,8-1 1-16,5-8-6 15,6-10-95-15,15-20-204 16</inkml:trace>
  <inkml:trace contextRef="#ctx0" brushRef="#br2" timeOffset="111482.92">17163 6813 377 0,'0'0'47'0,"0"0"-39"0,0 0 62 0,0 0-43 0,0 0 8 0,0 0-6 0,-18 52 21 15,16-44-26-15,-5 3 14 16,1-3 22-16,0 4-17 15,-5 1 2-15,0-1-12 16,-1 3 6-16,-4 2-13 16,3 1 3-16,-3 2-13 15,0 1 11-15,1 0-1 16,0 1-12-16,0 4 9 16,0-4 2-16,1 7-9 15,-2-2 8-15,1-2-6 16,-3 5 7-16,1 0-2 0,-3 0-8 15,-2 5 16-15,-2 4-13 16,-1 4-4-16,0 2-1 16,0 5-9-16,0 1 2 15,-1 1 6-15,3 2 0 16,1-1-5-16,0 4-5 16,-2 4 4-16,3 0 3 15,-4 5-4-15,1-2 2 16,-1 5 3-16,0 3-4 15,-2 7 1-15,3 4 0 16,-2-5 10-16,1 3-11 16,1 0 2-16,3 1-1 0,2 2-6 15,0-1 13-15,3 2-4 16,2-1-1-16,2 4 1 16,3-1-1-16,-2 8 0 15,2 2-1-15,3 2 1 16,0 5-5-16,-1-1 3 15,1 1-4-15,2 1 0 16,-3 2 4-16,6-1-4 16,-2-3-1-16,3-1 4 15,-2 5-2-15,2 6 6 16,0 3-8-16,0 2 1 16,0 1 6-16,0-1-1 15,0 2-7-15,0 1 9 0,0-3-4 16,0 1 2-1,6 2-3-15,5 0-4 0,2 5 3 16,1-4-1-16,5-2-1 16,-1-1-2-16,5-1 4 15,-1-3-3-15,1-2 4 16,-1 2-2-16,3 4 1 16,-1 0-3-16,3 1 0 15,-2-1 0-15,4-4 1 16,2-4 1-16,3 2 0 15,2-6-2-15,1-2 1 16,5-1 0-16,4 2 1 16,2-2-3-16,4-1 2 15,2-4-3-15,1-4 1 0,-1-5 0 16,3-5 0-16,1-2-2 16,1-2 2-16,4-3 0 15,3-1 1-15,-4-6 1 16,4 3-2-16,-3-3 0 15,5 2 0-15,-1-1 0 16,2-3 0-16,0-6 1 16,4 0 3-16,-3-4-3 15,8-2 1-15,5 0-1 16,2-3 0-16,1-5-1 16,-2-2-3-16,6-4 1 15,-2 0 2-15,1-3 0 16,-1-1 0-16,-3-2 1 0,-2-1-1 15,-5-1 1-15,3-1-1 16,-5-3 0-16,4-2 1 16,3-1-1-16,6-3 1 15,4-3-1-15,4 0 0 16,0-4-2-16,6-1 2 16,-2-3 0-16,1 2 0 15,-1-3 0-15,0-1-1 16,-2 0 1-16,1-4 0 15,6-3 2-15,-2-2 0 16,11 0 0-16,1-2-2 16,1-1-2-16,2 3 1 0,4-1 0 15,-1-1 1-15,2 2 0 16,1 0 0-16,3 0 0 16,7 0 3-16,1-1 0 15,4 3 0-15,4-1-3 16,-5 2-3-16,7-2 0 15,0 0 3-15,-1 1-1 16,3-1 2-16,4 0 3 16,3-1-4-16,2-2 0 15,3 4-1-15,-7-2 0 16,4-3 1-16,-3 0 0 16,-2 0 0-16,7 0 3 15,-5-8-1-15,6-6-2 16,-2-3-4-16,-5-1 4 0,0-6 1 15,-6-3-1-15,-5-3 0 16,1-5 2-16,-1 0 1 16,-2-2-3-16,-2-2-1 15,-3-1-2-15,-5-5 3 16,-1-4 0-16,-7 1 1 16,-4-8-1-16,-4 3 2 15,-1-5 0-15,-2-3 1 16,1-1-3-16,-3-4 0 15,1-3-2-15,-5-3-1 16,1-3 3-16,-6 1-1 16,-5-5 2-16,-4-5-1 0,-3 1 3 15,-5 0-2 1,-1-1-1-16,-1-3 2 0,0-4 1 16,3-2-3-16,-4-4 0 15,-5-4-1-15,1 0 0 16,-1-6-3-16,-1-3 3 15,4 0 0-15,-3-3 2 16,-4 0 1-16,-1 3-2 16,0-2 0-16,0-2 0 15,-3-4 0-15,-3 0 3 16,1-3-2-16,-3-4 0 16,3 0-1-16,0-2 1 0,1 2-1 15,-2 1 0 1,-1-2 0-16,-3-2-4 0,-1-1 4 15,-1-1 0 1,0-4-1-16,1 6-3 0,-4-5 4 16,1 3-1-16,-2 4 1 15,-2-8-1-15,-1 1 1 16,-3-3 2-16,-1-8-1 16,-5 2-2-16,-1 0 0 15,-6-2 1-15,-6 8 0 16,-7-3-1-16,-4-3 1 15,-6 3 0-15,-4-9 3 16,-4 0-3-16,-4 3-2 16,0-1 2-16,0 3-1 0,0 2 1 15,0-1 0-15,-6-3-1 16,-1 1 1-16,-4 3-1 16,-4 4 0-16,-1 2 0 15,-8 5-1-15,-3-1 1 16,-6 1 0-16,-4 0 0 15,-4-2-3-15,-5-1 4 16,0 7-1-16,-5 2 1 16,-1 1-1-16,-3 7 1 15,0 1 0-15,-5 2-1 16,-1 0 2-16,0 1-2 16,-2 2 2-16,2-2 0 15,0 3 1-15,-4 3-2 0,-1 3 1 16,0 8-1-1,0-3 0-15,4 6-3 0,-3-3 2 16,1 1-2-16,-5 3 1 16,1 0 2-16,-5 2-1 15,1-3 1-15,-2 3 0 16,-2-1 0-16,-2 5 1 16,3 5-1-16,1 1 1 15,-4 4 0-15,3-2 3 16,-3 5-4-16,-3-2 0 15,5 1-1-15,3 3 1 16,0 1-3-16,3 2 2 16,-1 4 1-16,3 0 0 0,-1 1-3 15,1 0 3 1,-1 4 1-16,-2 6-1 0,0 2 0 16,3 7 0-16,0 0 1 15,3 3-1-15,-2 1 1 16,0 4 2-16,-1 3-3 15,3 2 0-15,0 2 0 16,7 5-1-16,5 0-1 16,2 4 1-16,0 2 0 15,2 1 1-15,3-1-1 16,1 3 1-16,5 0 0 16,1 0 0-16,3 2-3 15,2-1 3-15,-2 1-1 16,3 2 2-16,0-1 0 15,-2 3 1-15,0-2-2 16,-1 3 1-16,0 0-1 16,0 1 0-16,0 0-3 0,0 2 6 15,0-1-3-15,-2 2 0 16,1-1 0-16,-3 0-1 16,1-2 1-16,-3 0 0 15,-2-1 0-15,-1 1 1 16,-3-2-1-16,3-1 0 15,2 1-2-15,0 2 0 16,-5 2 1-16,-4 2 1 16,-11 0 0-16,-11 1-6 0,-7 1 6 15,-13-2-15-15,-12 2-35 16,-1 0-50-16,-2 2-49 16,16 13 0-16,26 4-33 15,23 3-43-15,18 1-423 16</inkml:trace>
  <inkml:trace contextRef="#ctx0" brushRef="#br2" timeOffset="111988.21">21989 3371 801 0,'0'0'51'0,"0"0"-49"0,0 0-2 0,0 0 31 0,0 0-28 16,0 0 46-16,12 105-17 0,-12-52-6 0,0 7 14 0,-7 3 12 0,-1 2-15 0,-2-8-17 15,1-8-11-15,3-6-8 16,0-13-1-16,4-5 0 16,2-11-3-16,0-7-11 15,0-7-124-15,6 0-42 16,7-18-83-16</inkml:trace>
  <inkml:trace contextRef="#ctx0" brushRef="#br2" timeOffset="112294.43">22038 3509 200 0,'0'0'790'16,"0"0"-782"-16,0 0 137 15,0 0-71-15,0 0-56 16,0 0-13-16,72 29 19 15,-15 1 5-15,2 7-1 0,6 4-1 16,-7 4-20 0,-4 3-2-16,-11-3-1 0,-13-1-4 15,-18-9 3-15,-12-2-3 16,-14-5 1-16,-33-7 5 16,-21 0 7-16,-11-8 7 15,-1-4 19-15,1-2-5 16,7-4-13-16,9-3-14 15,11 0-6-15,22 0-1 16,15 0-5-16,15 0-110 16,8 0-151-16,29 0-135 15</inkml:trace>
  <inkml:trace contextRef="#ctx0" brushRef="#br2" timeOffset="112940.21">23023 3948 967 0,'0'0'112'0,"0"0"-92"15,0 0 132-15,0 0-94 16,0 0-55-16,0 0-2 16,56-52-1-16,-56 38 0 15,0-5 8-15,-6-3-6 16,-18 4 0-16,-8 6 3 15,-5 8-5-15,-2 4 0 16,-1 0 0-16,0 13 2 0,7 12-1 16,6 1-1-1,12 7-2 1,10-2 2-16,5-1-2 0,9-4 0 16,18-11-6-16,8-7 7 15,4-8-17-15,2 0-10 16,-1-16-5-16,-4-9 10 0,-6-3 22 15,-8 0 1-15,-6 3 5 16,-6 8 4-16,-9 7 10 16,-1 5 43-16,0 5-5 15,0 5-43-15,-13 20-14 16,-1 8-2-16,1 3 2 16,9 1 1-16,4-5-1 15,0-3-1-15,17-7 0 16,13-6 1-16,8-9 0 15,14-7 1-15,3-1 0 0,3-23-1 16,-6-12-4-16,-13-9-15 16,-4-14-9-16,-13-15 16 15,-7-13 12-15,-6-12 1 16,-5 1 0-16,-4 15 0 16,0 26 6-16,0 27 28 15,0 22 22-15,0 9-18 16,-6 37-39-16,-3 23 0 15,1 20 5-15,2 7-1 16,1 1-2-16,3-2-1 16,-1-1-2-16,2-6-2 15,-2-8-14-15,3-12-103 0,0-16-116 16,0-16-116-16</inkml:trace>
  <inkml:trace contextRef="#ctx0" brushRef="#br2" timeOffset="113108.33">23402 3906 663 0,'0'0'699'0,"0"0"-676"0,0 0 30 0,0 0-53 0,0 0-3 0,97-58-67 0,-37 59-116 0,-4 13-97 0,-8-4-104 16</inkml:trace>
  <inkml:trace contextRef="#ctx0" brushRef="#br2" timeOffset="113538.39">23910 3989 941 0,'0'0'52'16,"0"0"0"-16,0 0 40 15,64-85-74-15,-47 59-11 16,-7 3 5-16,-9 6 10 15,-1 5 55-15,0 0-5 16,-18 9-25-16,-7 3-22 16,-10 0-16-16,4 12-6 15,0 8 1-15,2 7 0 0,10 1-3 16,7 3-1-16,4-1 0 16,8-5-4-16,0-7-4 15,14-4 1-15,7-6-19 16,10-6-30-16,3-2 11 15,2-8-1-15,-3-9 16 16,-5-5 22-16,-5 4 8 16,-13 5 3-16,-5 6 35 15,-5 4 72-15,0 3-32 16,0 3-45-16,0 19-32 16,-9 6 18-16,0 7 13 15,7-1-24-15,2-2-1 16,0-3-7-16,18-4 0 15,17-4-8-15,14-3-10 16,16-5-67-16,16-6-83 0,11-7-77 16,2-4-276-16</inkml:trace>
  <inkml:trace contextRef="#ctx0" brushRef="#br2" timeOffset="113968.49">25031 3709 1137 0,'0'0'7'0,"0"0"132"0,0 0-43 0,54-80-46 0,-36 68-23 0,0 6-12 15,-6 0-1-15,-6 3 5 0,-6 2 3 16,0 1 35-16,0 0-11 16,-18 0-24-16,-21 1-18 15,-15 13-3-15,-2 5 8 16,1 2-8-16,8 5 9 15,10 1-4-15,7 2-1 16,14 2-5-16,8 3 5 16,8 1-3-16,8 5-2 15,21 0 0-15,10 1 0 16,2-2 0-16,0-2-1 16,-5-5 1-16,-8-4-4 15,-12-9 4-15,-9-5-6 16,-7-5 1-16,-23 0 3 15,-26-1 2-15,-13-2 9 0,-13-2-5 16,-1-1 4-16,6 6-8 16,10 0 1-16,14 2-1 15,12 0-1-15,22 2-10 16,12-3-107-16,12-4-115 16,34-6-10-16,13 0-104 15</inkml:trace>
  <inkml:trace contextRef="#ctx0" brushRef="#br2" timeOffset="114362.08">25558 4021 975 0,'0'0'129'0,"0"0"77"16,0 0 4-16,0 0-145 16,0 0-45-16,-82-7-11 15,52 38 6-15,3 6-2 16,9 1-4-16,7-1-7 15,9-2-1-15,2-6 0 16,9-4-2-16,18-8 2 16,10-7 1-16,9-5-2 15,11-5-1-15,7 0-14 16,-6-18-29-16,-9-10-17 16,-14-8 26-16,-11-1 29 15,-11-1 6-15,-5 10 14 16,-8 8 31-16,0 12 27 15,0 4-10-15,0 4-32 16,0 3-30-16,-5 18-11 0,-4 7 11 16,-1 5 2-16,5-1-2 15,2-5 0-15,3 0-2 16,0-7-1-16,0-4-23 16,0-6-128-16,12-6-111 15,2-4-79-15,3-9-465 16</inkml:trace>
  <inkml:trace contextRef="#ctx0" brushRef="#br2" timeOffset="114639.48">25900 3834 1036 0,'0'0'47'0,"0"0"99"0,0 0-15 16,0 0-125-16,0 0-6 15,0 0-3-15,-51 36 3 16,51-6 0-16,0-4-2 15,9-7 1-15,6-5-7 16,6-10-41-16,2-4 19 16,0-2 15-16,1-18 3 15,-2-8 12-15,-8 0 3 16,-7-2 5-16,-3 6 5 16,-4 7 10-16,0 6-15 15,0 6-8-15,-10 5-2 16,-3 11-58-16,-5 18-143 15,1 8-42-15,3 4-350 0</inkml:trace>
  <inkml:trace contextRef="#ctx0" brushRef="#br2" timeOffset="115295.9">26104 4278 609 0,'0'0'637'16,"0"0"-562"-16,0 0 143 15,0 0-151-15,0 0-40 16,82-39-27-16,-49 28-1 16,-3-6-4-16,-3-3 1 15,-7-7-5-15,-9-3-32 0,-6-3 7 16,-5 5 15-16,0 8 13 16,-14 5 1-16,-5 7 2 15,-2 8-1-15,-9 0 4 16,4 15-2-16,3 13-2 15,8 8 2-15,4 5 1 16,10 0 2-16,1-3-1 16,3-4 0-16,16-4-7 15,9-4 6-15,11-4 0 16,10-7-11-16,2-7-5 16,2-6-92-16,-12-2 25 0,-5-13 14 15,-10-12 32 1,-9-2 38-16,-3-1 13 0,-5 9 49 15,-6 7 33-15,-2 6 23 16,-1 6-32-16,0 0-68 16,0 0-18-1,0 17-19-15,-4 6 17 0,-5 2 2 16,3-5 2-16,4 1-2 16,1-7-1-16,1-4 0 15,0-5 1-15,4-3-3 16,17-2 2-16,10-5-4 15,7-15-24-15,5-7-44 16,-4-5 4-16,-3 3 11 16,-10 5 34-16,-9 7 23 0,-8 9 1 15,-9 7 25-15,0 1 41 16,0 10-51-16,-3 16-15 16,-9 6 34-16,3 1-19 15,1 2-1-15,5-5-1 16,1-5-11-16,2-5-2 15,0-7 0-15,0-5-17 16,13-5-60-16,9-3-78 16,10 0-115-16,8-16-221 15</inkml:trace>
  <inkml:trace contextRef="#ctx0" brushRef="#br2" timeOffset="115668.49">27120 4215 993 0,'0'0'102'0,"0"0"13"0,0 0 65 0,0 0-95 0,0 0-78 0,0 0-5 0,-70 33 14 15,55-3 14-15,7 1-11 16,8 2 11-16,0-1-9 16,11-1-11-16,19-4 3 15,10-2-9-15,11-6 2 16,5-3-3-16,1-7-3 15,-4-9 0-15,-6 0 0 16,-9-15 3-16,-9-11-1 16,-6-7 2-16,-13 2 1 0,-7 5 4 15,-3 9 9-15,0 6 14 16,-20 11-8-16,-8 0-14 16,-6 10-4-16,6 12 11 15,8 7-7-15,13 2 4 16,7-1-3-16,10 2 0 15,23-7-2-15,15-3-3 16,14-5-6-16,18 1-2 16,12-7-79-16,7-6-271 15</inkml:trace>
  <inkml:trace contextRef="#ctx0" brushRef="#br2" timeOffset="122452.82">23574 8335 463 0,'0'0'73'0,"0"0"-29"0,0 0 52 0,0 0 18 0,0 0-14 0,0 0-26 15,0 0-11-15,0 0-24 16,7-45 10-16,-22 35-27 16,-7 0-11-16,-11-1 0 0,-9-3 12 15,-13-3-17 1,-9-1 13-16,-3-1 23 0,-6 0-10 16,-9-6 0-16,-8 0-6 15,-11 0-16-15,-14-2 0 16,-8 3-5-16,-5 4 3 15,-2 3 4-15,-5 3 3 16,-6 5-7-16,-8 4-2 16,-6 3 4-16,-6 2-10 15,-5 0-1-15,7 10-1 16,-3 10 2-16,4 7 0 0,0 7 1 16,-4 7 1-16,3 9-2 15,-3 5-1-15,-1 5-2 16,-4 3 1-16,0 2 2 15,5 0 0-15,2-2 3 16,11 2 1-16,10 1-8 16,4 6 5-16,9-2-2 15,4 7-1-15,2 0 1 16,-1 1 0-16,5 6 2 16,-1 3-1-16,3 5 1 15,3 1 0-15,4-2 1 16,5 3-2-16,7 2-3 15,-1-1 3-15,4 2-1 0,-1 0 0 16,4 3-3-16,2 4 4 16,7 0 0-16,7 6 0 15,10 3 0-15,12 8-1 16,9 5 1-16,10 2-4 16,5 2-4-16,5-1-3 15,5-4 5-15,-1-3 0 16,8-1 0-16,0 1 4 15,5-6-4-15,5 1 2 16,0-6-1-16,0-7 0 16,10-4-2-16,5-4-1 15,10-4-11-15,1-3 13 16,5-5 1-16,3-2-8 16,4 0 3-16,5 2 0 0,0-1 7 15,3-4-6 1,-1 0 6-16,-1-4 0 0,2-1 3 15,-1-2-1-15,1-6 1 16,-1-3-5-16,1 0 4 16,0-2-3-16,3-2 0 15,2-3 3-15,-2 0 1 16,5-3-2-16,6-3 2 16,5 0 3-16,4-3-2 15,2 0 7-15,0 0-4 16,3 0-4-16,7 0-1 15,2 0 1-15,6-3 0 16,2 2 1-16,1 1 2 0,6 0 2 16,-1 6-4-16,3 0-1 15,6 1 5-15,6-3-4 16,1 5-1-16,10-2 0 16,-3-3-2-16,4 1 2 15,3-2 0-15,2 4 0 16,0-4 3-16,10-1 1 15,3-4 2-15,9-3 3 16,5 1 4-16,4-3-11 16,-1 1 3-16,3-1 4 15,-3-2-5-15,-2 0-1 16,4-4 6-16,-3 2-8 16,2-4 3-16,-2-3-4 15,-6-5 2-15,-3-1-2 0,-1-8 3 16,0-4-3-1,4-8 2-15,0-3 0 0,3 0-2 16,2-11-2-16,-11-6 0 16,-4-5 2-16,-11-5 1 15,-7-5-1-15,-12-9 1 16,-6-7-1-16,-5-4 0 16,-7-5 2-16,2-3 1 15,-4-2-2-15,-2-3-1 16,1-5-1-16,4-6 1 0,7-3 0 15,-2 1 2 1,-3 2-2-16,-2 3 10 0,-4 0 8 16,-3 0-7-16,0-2 0 15,5-3-9-15,7-7 2 16,8-4-2-16,3 0-2 16,1 2-5-16,-5 6 4 15,-1 2 0-15,-3 1 1 16,-4 3 2-16,-5-2 2 15,-5 2-3-15,-4-1-1 16,-3-2 3-16,-4-8-1 16,2-2-1-16,-3-6 0 15,-3 0 2-15,-8-3-3 16,-10-1 1-16,-9-1 1 16,-10 5 8-16,-6-4 6 0,-5-4-10 15,-4-7-4-15,-4-7 3 16,0-3-5-16,-2-11 2 15,-2 1 0-15,-2-1 2 16,-2 1-1-16,-6 8-2 16,-4-1 0-16,0 3 12 15,-14-2-7-15,-12-4-1 16,-9 0-2-16,-7-1-1 16,-3 5 3-16,-7-5-3 15,-5 6 4-15,-4 5-3 16,-6-2 4-16,-5 9 0 15,-4-1-7-15,-3 11 0 0,-5 3 5 16,-5 8-9-16,-8 6 8 16,-6 5-8-16,-3 5 4 15,-3 8 0-15,3 1 2 16,2 6-1-16,-2 1 2 16,0 2-3-16,-7 4 3 15,-8 1-3-15,-8 1-3 16,-14-1 0-16,-15-2-2 15,-9-1 2-15,-11-6 3 16,-2 0-3-16,4-4-26 16,9-2-35-16,15 2-6 15,17 3-21-15,19 8-61 16,20 10-31-16,17 13-45 16,11 19-260-16</inkml:trace>
  <inkml:trace contextRef="#ctx0" brushRef="#br2" timeOffset="123202.45">21852 8918 797 0,'0'0'144'0,"0"0"-127"0,0 0-16 0,0 0 36 0,0 0 4 0,0 0-18 15,-51 120 35-15,21-59-12 16,4-1-16-16,3-1 5 16,4-2-8-16,3-8-24 15,5-8-2-15,5-10-1 0,3-11 0 16,3-10-2-16,0-10-22 15,0 0-83-15,15-27 53 16,6-21 8-16,-3-14-2 16,-3-11 39-1,-3-9 9-15,1-2 0 0,-3 3 2 16,1 13 20-16,-2 17 7 16,-6 27 35-16,1 13 30 15,-2 8-22-15,1 3-66 16,4 6-6-16,10 20 0 15,2 15 8-15,8 11 2 16,1 3-5-16,-1 4 7 0,3 8-8 16,-8 3 0-16,-4 9-3 15,-13-6 1-15,-5-8 0 16,-24-10-1-16,-27-14 1 16,-9-2 4-16,-5-11-6 15,-1-9 7-15,5-9 9 16,6-3 12-16,8-7-10 15,9 0-16-15,11 0-1 16,12-17-1-16,12-7-4 16,3-11-90-16,30-5-79 15,19-5-46-15,15 2-188 16</inkml:trace>
  <inkml:trace contextRef="#ctx0" brushRef="#br2" timeOffset="124168.02">22479 9401 645 0,'0'0'133'0,"0"0"-59"0,0 0 45 0,0 0-34 0,0 0-33 0,74-91-42 0,-62 63-2 16,-9-3-6-16,-3 4 29 15,-6 3 1-15,-19 9 1 16,-10 11 3-16,-5 4 1 15,-3 2-14-15,1 19-12 16,2 12-4-16,10 5 1 0,9 1-4 16,6 0-4-16,11-7 0 15,4-5-2-15,9-4 2 16,15-11-1-16,5-5-7 16,7-7-10-16,6 0-10 15,0-8 14-15,-2-12 1 16,0-3 5-16,-16 1 4 15,-3 4 4-15,-12 6 1 16,-6 7 6-16,-3 3 43 16,0 2-15-16,0 7-30 15,-12 16-3-15,-6 8 1 16,6 0 0-16,5-4 5 16,5-2-7-16,2-4-1 15,0-5 1-15,14-5-1 0,13-7 1 16,6-4 0-16,12 0 0 15,7-18-1-15,0-10-2 16,0-16 2-16,-7-16-1 16,-1-17-1-16,-3-15-6 15,-2-7-3-15,-5 6 7 16,-6 18 1-16,-9 22 3 16,-11 26 6-16,-5 21 6 15,-3 6 8-15,-5 29-20 16,-18 20-3-16,-6 18 3 15,4 5 5-15,8 0-3 16,8 3-2-16,8-1 0 0,1-6 0 16,4-6 0-16,22-9 0 15,8-10-3-15,13-10 2 16,8-11 1-16,7-12-1 16,-2-10 1-16,-8 0-2 15,-10-26-2-15,-12-9-10 16,-8-12 1-16,-11 1 9 15,-4 8 4-15,-7 7 4 16,0 17 12-16,-4 8 22 16,-13 6-17-16,-10 0-15 15,-4 15 4-15,0 12-8 16,2 1-1-16,9-1-1 16,9-2-4-16,6-2 3 15,5-4 0-15,0-6-4 0,5-6 5 16,19-1-4-1,3-6-2-15,8 0-4 0,0-1 6 16,-4-9 3-16,-3 5-2 16,-9 2 3-16,-6 3-1 15,-4 0 1-15,1 0 2 16,2 11 15-16,0 3-3 16,0 1-2-16,1 1-8 15,0-3-2-15,-2-3-2 16,0-2-2-16,-4-3-38 15,3-5-69-15,-3 0-96 16,-4-13-110-16,-3-16-403 0</inkml:trace>
  <inkml:trace contextRef="#ctx0" brushRef="#br2" timeOffset="124316.65">22902 9118 1277 0,'0'0'0'0,"0"0"-69"0,0 0 69 0,0 0 34 0,0 0-34 0,0 0-18 0,161 23-141 0,-51-7-58 0,7-1-7 16</inkml:trace>
  <inkml:trace contextRef="#ctx0" brushRef="#br2" timeOffset="126252.88">24221 9149 1301 0,'0'0'41'16,"0"0"-3"-16,0 0 59 15,-106 67-11-15,72-12-25 16,7 4-45-16,2 1-10 16,5 0 0-16,-1-4-4 15,5-8-2-15,6-12 0 16,4-9-4-16,1-13 1 15,5-8 0-15,0-6-20 16,3-5-34-16,21-23 33 16,9-18 4-16,6-17-10 0,1-10 16 15,2-13 14 1,1-6-4-16,-1 11 4 16,-5 21 1-16,-13 23 6 15,-8 20 0-15,-10 11 28 0,-6 6-15 16,0 35-20-1,0 16 0-15,-3 24 22 16,-1 8-6-16,1-5-12 0,1 3-1 16,2-5-2-1,0-8 0-15,9-7 0 0,5-12-1 16,-5-23-2-16,-2-9-1 16,-7-17-5-16,0-10-11 15,-4-26 18-15,-22-18-8 0,-4-9 2 16,-10-2 7-1,-9 4 1-15,0 12 2 16,1 12 3-16,8 15 30 16,10 14 8-16,3 8-32 0,6 12-12 15,2 19-1-15,8 12-4 16,11-2 4-16,0 3-1 16,18-3-2-16,15-4 1 15,7-7-12-15,9-4-24 16,4-6 11-1,7-9-3-15,-1-5-44 16,1-6-20 0,-3-6 39-16,-10-18 38 0,-4-5 7 15,-16 2 2-15,-12 7 9 0,-6 6 10 16,-7 5 40-16,-2 7 11 16,0 0-17-16,0 2-12 15,0 0-32-15,0 6-13 0,0 12 4 16,0 5 9-16,0 0 2 15,0-1-2-15,0-8 0 16,0-4-1 0,0-4 1-16,0-4-1 15,9-2 1-15,13 0 0 16,11-7 0-16,4-11-6 16,5-4-11-1,-2-1-3-15,-6 3 13 16,-4 4 3-16,-12 8 4 0,-6 4 0 15,-9 2 2-15,-3 2 9 16,0 0-4-16,0 17-5 0,-10 8 7 16,-2 6 6-16,4-4-8 15,2 1-6 1,2-6-1 0,4-4 2-16,4-4-2 15,17-2 2-15,12-8 2 0,9-2-1 0,4-2-3 0,9 0 2 16,-3-13-2-16,-8-8 0 15,-13-3-5-15,-9-1-5 16,-14 0 10 0,-8 10 0-16,0 2 3 15,-12 3 2-15,-16 10 10 0,-4 0-3 16,-1 7-6-16,2 16 3 16,10-1-6-16,6 1-2 15,5-3-1-15,7-5-4 0,3-6 1 16,0-2 2-1,8-5-6-15,14-2-25 16,8 0 15-16,7-4 0 0,3-12-3 16,-1-1-6-16,-2 0 6 15,-5 4 17-15,-10 4 1 16,-11 6 2-16,-7 2 1 16,-4 1 6-16,0 1 13 15,0 16-15-15,-7 8 14 16,-3-2 0-16,7 1-17 15,3-5-1-15,0-1-1 16,9-2-1-16,17-6 1 16,7-4-1-16,9-6-18 0,4 0-47 15,-4-18 11 1,-4-14-50-16,-5-13-17 0,-3-15 90 16,0-10 13-16,-3-4 11 15,-4 1 8-15,-6 14 7 16,-7 19 17-16,-5 18 23 15,-5 17 44 1,-5 5-16-16,-20 33-71 16,-6 13 0-16,-2 11 18 15,6 8-6 1,5 0-13-16,5-2 0 16,4-2-3-16,5-8 0 0,8-4 2 0,0-11-3 0,5-7 1 15,16-12-3-15,5-10 3 16,7-9-45-16,6 0-10 15,2-13 19-15,0-14 20 16,-3-5 2-16,-9-2 10 16,-5 2 4-16,-12 12 6 15,-7 6 63-15,-5 9 3 16,0 5-16-16,0 0-29 16,-17 19-25-16,-4 5 1 15,5 0-1-15,4 1-2 16,6-2 0-16,6-5 1 0,0-5-1 15,0-2-2 1,15-4-15-16,13-3-3 0,4-1-12 16,2-3 21-16,2 0-8 15,-8-14-22-15,-4-6 23 16,-5 2 17-16,-7 4 1 16,-4 4 14-16,-7 7 54 15,-1 2-6-15,0 1-21 16,-5 7-31-16,-17 20-3 15,-9 16 10-15,-11 17 23 16,-4 12-10-16,-5 20-6 16,2 11 1-16,-2 7-6 0,1 2-2 15,3-4-17-15,-3-8 0 16,0-8 0-16,-2-17 0 16,2-19-3-16,0-16-3 15,1-22-22-15,4-18 24 16,4-6 4-16,6-33 1 15,5-16 7-15,11-13-7 16,9-12 3-16,10-8 13 16,14-9 2-16,31 2-8 15,21 6-11-15,17 12 0 16,8 17-1-16,8 11-15 16,11 7-44-16,2 6-49 15,2 1-17-15,-11 8-52 0,-14 1-24 16,-10 3-150-16</inkml:trace>
  <inkml:trace contextRef="#ctx0" brushRef="#br2" timeOffset="127165.09">26426 9642 479 0,'0'0'512'0,"0"0"-488"0,0 0 96 0,0 0-9 0,0 0-93 0,-117 5-5 0,79 41 22 0,4 4 10 16,7 4-31-16,9-2-6 0,5 2-5 0,5-6-3 0,5-7 0 0,3-9-1 0,0-9-1 16,5-9 1-16,13-6-14 0,10-8-50 0,7 0 24 0,6-12-31 0,1-14-39 15,-2-12 57-15,-3 0 37 16,-8 1 13-16,-13 5 4 15,-7 14 11-15,-5 9 32 16,-4 5 63-16,0 4-37 16,-7 8-66-16,-9 19-2 15,-5 8 11-15,4 5 5 16,6-1-15-16,5 1-1 16,2-5 0-16,4-7-1 15,0-3-2-15,8-8 2 16,14-9-8-16,8-3-1 15,9-5-5-15,3 0-8 0,2-12-28 16,1-12 33-16,-3-3-24 16,-6-1 18-16,-9 3 22 15,-11 5 1-15,-3 8 0 16,-8 5 3-16,-2 3 9 16,-3 1 14-16,0 3-7 15,0 0-11-15,0 0-3 16,0 0-5-16,0 0 2 15,0 0 1-15,0-4 9 16,0 4 5-16,0-3-7 16,-6 3 4-16,-9 0-4 15,-1 11-5-15,-8 15 10 16,3 3 3-16,3 5-14 0,2 3-2 16,7-2-2-16,6-1 4 15,3-2-4-15,0-5 0 16,12 2 0-16,13-7 0 15,5-5 0-15,9-6-3 16,2-8-23-16,0-3-14 16,-4-3-16-16,-3-22 21 15,-2-9 24-15,-7-1 11 16,-7 1 0-16,-8 3 1 16,-8 6 18-16,-2 6 49 15,0 7-41-15,0 5 2 0,-8 7-4 16,-2 0-20-16,0 0-5 15,-3 9-1 1,-1 11 1-16,5 4-1 0,3 3 1 16,4 2-1-16,2 1 0 15,0 3 1-15,0 1 0 16,2-1 0-16,5-1 1 16,-1-3-1-16,-1-9 0 15,-5-8 1-15,0-8-1 16,-3-4 9-16,-22 0 3 15,-11-8-8-15,-8-13-4 16,-5-8-42-16,3-7-144 16,-8-12-210-16</inkml:trace>
  <inkml:trace contextRef="#ctx0" brushRef="#br2" timeOffset="127328.03">26201 9696 1070 0,'0'0'0'0,"0"0"0"0,121-5 13 0,-63 11-13 0,6 5-20 0,6 0-102 0,-1-4-118 0,-9 0-260 0</inkml:trace>
  <inkml:trace contextRef="#ctx0" brushRef="#br2" timeOffset="-160526.22">26104 7054 768 0,'0'0'47'0,"0"0"-46"0,0 0 67 0,0 0 32 0,0 0-40 0,0 0-41 0,-85-52-17 15,51 52 31-15,-8 0-1 16,-7 1-12-16,-13 10-6 16,-13 3 2-16,-9-2 4 15,-10 3 12-15,-13 1-10 0,-7 5-12 16,-8 3 20 0,-5 4-20-16,0 2 7 0,6-1 11 15,15 3-10-15,17 2-6 16,10 10-4-16,10 7-2 15,3 7-5-15,4 6 0 16,2-1-1-16,5 4 0 16,4-1-3-16,2 2 2 15,0 1-2-15,4-5 0 16,5 0 3-16,3 0-1 16,7-1-1-16,7 4 1 15,7 2 0-15,5-3 1 16,8-1-3-16,3-2 2 0,0 0 0 15,17-4 1 1,5-2-1-16,6-2 0 0,2-4 1 16,6-5-1-16,2-2 0 15,5-2 1-15,6-5-1 16,8-1 1-16,7-2-1 16,6-2 1-16,4 0 1 15,0-2-1-15,3-1-3 16,1-1 2-16,7-3 0 15,3-4 1-15,6-5-2 16,7-2-1-16,7-4 3 16,4-3 0-16,7-1 1 15,8-3 2-15,4-1-1 0,3 0-1 16,-1-2-1 0,-2 0-2-16,1 0 1 0,-4-2 0 15,-1-9 1-15,-2-4 2 16,4-4 1-16,5-5-2 15,-1 2 3-15,3-7-4 16,-3 1-1-16,-6-4 0 16,-4-2 1-16,-10-2-1 15,-10-2 1-15,-7-3 3 16,-5-4 2-16,3-2-5 16,1-8 9-16,5-2 1 15,3-5-2-15,-5-2-6 16,-2-3 5-16,-8 1 0 15,-9-3 6-15,-11-4 1 0,-9-8 11 16,-11-1-8-16,-13-3-3 16,-8 0-3-16,-18 0 2 15,-9-5 5-15,-18-2-8 16,-29 0 8-16,-21-1-12 16,-21 3 5-16,-22 1-7 15,-27 7-3-15,-27 1-1 16,-26 4 1-16,-23 9-1 15,-17 5-3-15,-5 14 3 16,1 16 0-16,16 14 0 16,12 19-1-16,8 4-15 15,16 29-3-15,8 17-59 0,22 13-31 16,17 12-26 0,15 3-69-16,11-5-77 15,17-4-284-15</inkml:trace>
  <inkml:trace contextRef="#ctx0" brushRef="#br2" timeOffset="-159854.8">25542 7542 622 0,'0'0'23'0,"0"0"47"16,0 0 17-16,0 0-37 0,46-72 3 0,-34 61-24 0,-2 1-9 0,-7 3 6 0,-3 1 27 15,0 2-7 1,-1 1 19-16,-23 2-23 0,-11 1-16 15,-6 0-18-15,-6 11-5 16,3 6 11-16,7 1-10 16,8 0 1-1,11 0-2-15,11 4-3 0,7-1-8 16,0 0 7-16,18-1-1 16,12 2 1-16,4-3 1 15,10 2 1-15,1 1-1 0,1-1-1 16,-7-2 0-1,-7-1-1-15,-16 1-15 0,-10-5 12 16,-6 2-2 0,-27-2 3-16,-17 0 4 0,-13-1 3 15,-4-3 0-15,4-2 1 16,0-2-4-16,10-2 3 16,8-1-3-16,13-3 0 15,14 0-1-15,12 0 0 16,2-4-111-16,28-17-32 15,10-11-44-15,17-7 17 16,2-11-195-16</inkml:trace>
  <inkml:trace contextRef="#ctx0" brushRef="#br2" timeOffset="-159683.12">25724 7461 566 0,'0'0'77'0,"0"0"-54"16,0 0 128-16,0 0-28 15,0 0-105-15,0 0-18 16,30 19 11-16,-30 17 21 15,0 4 3-15,0 1-2 16,0 0-23-16,-5 2-7 16,-9-2-3-16,-8-6-3 15,0-1-104-15,1-15-366 16</inkml:trace>
  <inkml:trace contextRef="#ctx0" brushRef="#br2" timeOffset="-159525.42">25728 7622 962 0,'0'0'26'0,"0"0"-26"0,0 0 0 16,90-57-6-16,-43 57-6 16,-2 0-177-16,-2 0-222 15</inkml:trace>
  <inkml:trace contextRef="#ctx0" brushRef="#br2" timeOffset="-158602.12">26153 7696 768 0,'0'0'158'0,"0"0"-158"16,0 0 79-16,0 0-47 15,0 0-31-15,23-78 10 16,-23 73 12-16,0 3 20 15,-17 2-17-15,-7 0-26 16,-6 5-4-16,-1 6 3 16,7 1 1-16,7 3-2 15,6-3-1-15,6 3 1 16,5-5-2-16,0-1-3 16,17-3 3-16,13-4-2 15,6-2 0-15,7 0-5 16,-3-6-1-16,-1-10 7 15,-3-5 4-15,-7 0 1 0,-6-1 1 16,-5 4-1 0,-8 4 2-16,-5 4 1 0,-5 9 3 15,0 1 8-15,0 0-2 16,0 7-12-16,-2 14-7 16,-5 7 7-16,-1 2 0 15,5-2 0-15,3 1 0 16,0-7 2-16,0-5-1 15,14-3-2-15,7-8-2 16,10-6 3-16,9 0 1 16,5-16 3-16,3-9-3 15,-2-11 4-15,-4-9-4 16,0-8 2-16,-5-8-1 0,-4-4-2 16,-5 2 2-16,-8 12 0 15,-9 16 7-15,-9 15 13 16,-2 14 51-16,0 6-8 15,-3 6-65-15,-15 24-4 16,-3 7 4-16,5 12 0 16,6-2 0-16,8-3-1 15,2 3 1-15,2-8-1 16,15-2 0-16,5-4 0 16,5-8-2-16,5-6-2 15,-3-7 1-15,6-7 2 16,-5-5-9-16,-4 0 9 0,-3-10 1 15,-1-9-4 1,-2-8 5-16,-5-3 1 0,-1-8 2 16,-3-3-3-16,-2-1 0 15,1 4 0-15,-4 7 3 16,-3 8-2-16,0 11-1 16,-3 5 7-16,0 7 4 15,0 0-7-15,0 0-4 16,5 0-6-16,2 10-5 15,7 10 11-15,2 3-3 16,5 4 3-16,1 1 0 16,-2 0 3-16,1-6-3 15,-8-3 1-15,-3-3 0 16,-7-4-1-16,-3-5 2 16,0 5-1-16,-23-2 5 0,-10 0-2 15,-6-2-1-15,-6-2-3 16,2-6-42-16,1 0-149 15,-1-1-57-15,3-19-276 16</inkml:trace>
  <inkml:trace contextRef="#ctx0" brushRef="#br2" timeOffset="-158440.03">26716 7492 1085 0,'0'0'12'0,"0"0"-9"0,0 0 52 0,77-71-48 0,-28 63-7 0,14-1-7 0,6 0-104 0,3-5-264 15</inkml:trace>
  <inkml:trace contextRef="#ctx0" brushRef="#br2" timeOffset="-158278.95">27927 7397 1039 0,'0'0'191'16,"0"0"-167"-16,0 0 169 16,-16-86-134-16,10 79-36 15,4 6-23-15,2 1-7 0,0 0-43 16,0 14-113-16,2 5-72 16,-2-3-158-16</inkml:trace>
  <inkml:trace contextRef="#ctx0" brushRef="#br2" timeOffset="-157398.96">26152 8011 591 0,'0'0'121'0,"0"0"-88"0,0 0-14 0,0 0 48 0,0 0-36 0,0 0 61 0,-39 52-21 0,3-24-28 0,-8 3-25 16,-6 1-6-16,-2 0-6 15,0-2-3-15,7-3-3 16,2-7 0-16,6-4-5 15,15-7-1-15,8-4-36 16,9-5-29-16,5 0-40 16,5-7-3-16,11-9-19 15,1-5 55-15,0 4-90 16,-5 3 115-16,-9 6 53 16,3 4 15-16,-6 1 121 0,0 1-19 15,2 2-40-15,-2 0-15 16,0 0-15-16,0 0-18 15,0 0-2-15,6 0-13 16,0 3-1-16,3 6 46 16,5-1-45-16,2-1-10 15,1-4-4-15,0-1 4 16,-1-2-4-16,-2 0-11 16,-3 0-154-16,-6 0-249 15</inkml:trace>
  <inkml:trace contextRef="#ctx0" brushRef="#br2" timeOffset="-156810.86">24842 8388 561 0,'0'0'283'0,"0"0"-262"0,0 0 30 0,0 0 16 0,0 0-62 0,0 0 1 0,-21 97 27 0,6-51-19 16,2 4-1-16,1-5-4 15,1-3-9-15,4-9 0 16,4-6 0-16,1-9-3 16,2-10-3-16,0-4-23 15,0-4-28-15,0 0 1 16,0-20 41-16,2-11 8 16,8-13-5-16,2-3 9 15,3-3 3-15,0 2 1 16,-1 6 9-16,-1 10 41 15,-1 10-16-15,-2 8 19 16,2 6-7-16,-3 4-1 16,6 4-31-16,6 0-9 0,4 5 10 15,5 14-6-15,0 4 2 16,-2 5-1-16,-10 2-6 16,-1 7-3-16,-14 1-1 15,-3-1 2-15,-9-1-2 16,-26-6-1-16,-12-3-1 15,-10-4-2-15,-7-5-13 16,6-2-3-16,4-5-1 16,15-3 4-16,14-3-34 15,10-4-64-15,15-1-73 16,0-1-344-16</inkml:trace>
  <inkml:trace contextRef="#ctx0" brushRef="#br2" timeOffset="-156154.93">25102 8629 1060 0,'0'0'4'0,"0"0"19"0,0 0 152 0,0 0-170 0,0 0-4 0,0 0-2 0,49-44 0 0,-21 31-5 16,-8-2-6-16,-4 1-7 0,-6 2-17 15,-5 5 16 1,-5-1 14-16,0 4 2 0,0 4-4 16,-15 0 1-16,-4 4-4 15,-4 18 3-15,5 7 1 16,2 1 5-16,4 5 1 16,6-4 0-16,6-1 0 15,0-5-1-15,9-8 2 16,12-2 0-16,7-9-1 15,3-6-1-15,8 0 2 16,2-7 0-16,-3-14 4 16,1-6-4-16,-5-6 2 15,-8-1 3-15,-7-4-3 16,-4 2 4-16,-9 2-1 0,-1 11 5 16,-5 8 11-16,0 5 8 15,0 4 4-15,-5 5-19 16,-3 1-6-16,-2 0-8 15,-2 7-7-15,5 6 2 16,1 3 3-16,1 3-3 16,5-2 0-16,0 6 2 15,0-2-5-15,12-1 5 16,2 2 2-16,3-1-10 16,2-3-7-16,-3 3 5 15,-3-5-15-15,-5-2 10 0,-8-1 7 16,0-3 4-1,-8-2 3-15,-13-1 4 16,-3 0 1-16,-1-3 0 0,3 0-2 16,4-1 1-1,3-2-1-15,11-1-7 0,1 0-94 16,3 0 19-16,0-2-80 16,7-10-101-16</inkml:trace>
  <inkml:trace contextRef="#ctx0" brushRef="#br2" timeOffset="-155624.18">25664 8563 788 0,'0'0'158'0,"0"0"-151"0,0 0 147 0,0 0-45 0,0 0-84 0,0 0-25 0,-46 3-3 0,32 27 2 16,8 0 1-16,6-3-5 0,0-4 2 15,0 0 2-15,11-9-5 16,4-3 1-16,7-6-10 16,2-5-2-16,0 0 8 15,1-1-1-15,0-14-3 16,-2-3 7-16,-7-5 5 16,-4 0 2-16,-6-6 5 0,-6 2-5 15,0 8 6 1,0 2 0-16,0 10 41 0,0 3-23 15,-4 4-15 1,2 0-10-16,-2 0-8 0,4 8-5 16,0 6 12-16,0 0 0 15,0-3-7-15,0-1 1 16,7 0-26-16,2-4 4 16,5-5 12-16,2-1 3 15,3 0 8-15,-1 0 3 16,0 0 1-16,-6 0 2 15,-6 0-1-15,-3 0 1 16,-1 0 1-16,-2 2 7 16,0 8 3-16,2 2-4 0,0 1-6 15,1-2 1-15,3 2 0 16,5-5-2 0,6-2 0-16,10-5-6 0,9-1-74 15,10 0-103-15,11-1-131 16,3-11 42-16</inkml:trace>
  <inkml:trace contextRef="#ctx0" brushRef="#br2" timeOffset="-155034.22">26710 8638 562 0,'0'0'141'0,"0"0"-108"0,0 0 147 0,0 0-90 0,1-78-20 0,-16 48 16 16,-5-3-25-16,-3-3-12 0,1-3-24 0,-1 5-1 0,4 1 1 16,7 7-4-16,7 7-7 0,4 6-5 15,1 6-5-15,0 3-4 16,12 3-7 0,7 1 4-16,-1 0-3 0,2 1 5 15,-4 12-4-15,-4 4-2 16,-4 2 2-16,-5 3-13 15,-3 6-8-15,-5-1 18 16,-20 2-9 0,-11 1 13-16,-6-4 4 0,-6-1 0 15,3-6 1-15,8-3 3 16,10-4 0-16,14-5-1 16,12-1-3-16,1-3-7 15,14-1 4-15,25-2 3 16,13 0 3-16,9-6-3 0,4-8-1 15,-3-2 1-15,-7-3-3 16,-10 9-2-16,-10-2 5 16,-15 3-1-1,-12 5-6-15,-6-1-49 0,-2 4-121 16,-2 1-114-16</inkml:trace>
  <inkml:trace contextRef="#ctx0" brushRef="#br2" timeOffset="-154152.22">27298 8247 186 0,'0'0'48'0,"0"0"-20"0,0 0 48 16,0 0-3-16,0 0-7 0,0 0 15 0,7-34 2 0,-6 27-1 0,1 0-12 15,-2-1 12-15,0 1-3 16,0 4-5-16,0 0-21 16,0 1-1-16,0 2 1 15,0 0-28 1,0 0-24-16,0 10-1 0,0 11-7 15,0 7 7-15,0 3 4 16,0-1 16-16,0-2-10 16,0-5-9-1,0-1-1-15,0-5 0 16,0-4 0-16,0-2 0 0,0-1-16 16,-3-2-157-16,-6-5-93 15,-1-3-293-15</inkml:trace>
  <inkml:trace contextRef="#ctx0" brushRef="#br2" timeOffset="-153907.09">27207 8094 899 0,'0'0'31'16,"0"0"-7"-16,0 0 101 16,-3-76-61-16,30 71-64 15,8 5-2-15,8 0-2 0,-1 0 2 16,-4 5 2-1,-8 6 0-15,-10 4-4 16,-9 1 0-16,-10 2 1 16,-1 3 3-16,-9-1-1 15,-16 2 2-15,-5 1-2 16,-1 1-4-16,1 1-25 0,3-3-92 16,11-1-71-16,3-3-249 15</inkml:trace>
  <inkml:trace contextRef="#ctx0" brushRef="#br2" timeOffset="-153360.66">27455 8399 1017 0,'0'0'22'0,"0"0"-20"0,0 0 80 16,0 0-74-16,83-73-8 15,-55 63-3-15,-2-6 3 16,-6-4-2-16,-5 2-9 16,-6-3-5-16,-5 2 4 15,-4 3 9-15,0 1 3 16,-8 4-2-16,-7 3 2 16,-6 4 0-16,-3 4-1 15,6 0 1-15,-1 0-1 16,5 6-1-16,6 6 0 15,6 2-8-15,2-1 6 16,0 3-3-16,5-2-7 0,11-2 5 16,3-2-5-1,-1-1 10-15,-3-3 2 0,2 2 0 16,-6 0 2-16,-3-3 0 16,-5 1 1-16,-2-1-1 31,-1-1 2-31,0 2-2 0,2 1 10 0,-1 2 4 15,4 0-5 1,-1-3-1-16,7 0-6 0,1 0 8 16,5-3-5-16,3-3 0 15,2 0-2-15,4 0-3 16,-4-3 0-16,-4-6 2 16,-3 0 0-16,-6 3-1 15,-6-3-1-15,-3 3 0 0,0 4-25 16,-3 0-97-16,-9 2-155 15,-1 0-275-15</inkml:trace>
  <inkml:trace contextRef="#ctx0" brushRef="#br2" timeOffset="-152012.39">27356 7984 448 0,'0'0'84'15,"0"0"-31"-15,0 0 51 0,43-87-10 0,-36 76 22 0,0 6-54 0,-6 2-13 0,-1 2 26 16,0 1-18-16,0 2-43 15,0 22-11-15,0 13 40 16,0 9 5-16,0 6-8 0,-1 1-11 16,-2-2-19-16,1-5-7 15,2-5-3-15,0-5-2 16,0-4 2-16,0-4-2 16,3-6-22-16,-1-4-144 15,-2-4-56-15,0-5-120 16</inkml:trace>
  <inkml:trace contextRef="#ctx0" brushRef="#br2" timeOffset="-151817.45">27174 8439 839 0,'0'0'66'0,"0"0"-18"16,0 0 135-16,0 0-108 15,0 0-55-15,0 0-20 16,107-21 3-16,-56 11-3 15,0 3-1-15,-5 2 0 16,-9 0-4-16,-7-1-60 16,-6 0-87-16,-6 1-16 15,-5-3-119-15</inkml:trace>
  <inkml:trace contextRef="#ctx0" brushRef="#br2" timeOffset="-151563.36">27166 7922 678 0,'0'0'47'0,"0"0"-8"0,0 0 71 15,0 0-74-15,0 0-36 16,0 0 19-16,84-44-1 15,-53 40-12-15,4-1-4 16,0 4-2-16,1 1-1 16,-3 0-14-16,-5 6-175 15,-8 6-345-15</inkml:trace>
  <inkml:trace contextRef="#ctx0" brushRef="#br2" timeOffset="-150016.22">27538 8078 975 0,'0'0'8'15,"0"0"2"-15,0 0 35 16,0 0-38-16,0 0 57 16,12 90-28-16,-9-57-28 15,-3-5 6-15,0-4-12 16,0-7 0-16,0-2-1 15,0-8-1-15,0-5-1 16,0-2 1-16,1 0 0 0,1 0 9 16,4-1 7-1,3-17 5-15,8-8-21 0,3-4-1 16,4-1 1-16,-3 4 0 16,-6 9 0-1,-5 7 0-15,-6 7 14 0,-4 4 15 16,0 0 3-16,0 0-32 15,0 15 0-15,2 10 0 16,1 4 6-16,-1 0-6 16,5-2 1-16,2-4-3 15,1-5 4-15,6-2-5 0,1-8 4 16,5-4-2-16,5-4-5 16,-1-3-11-16,2-17-5 15,-2-10 5-15,-4-11 0 16,-5-9-6-16,-4-7 13 15,-4-8 3-15,-5-2 6 16,-2 0-6-16,-2 5 7 16,0 11 2-16,0 13 3 15,-5 16 15-15,-1 9 47 16,0 9-45-16,2 4 3 16,-7 6-25-16,2 19-2 15,0 9 2-15,3 7 2 16,6 3 0-16,0 6 4 15,0 9-1-15,12 10 11 0,8 9-12 16,-5 2 4-16,-5 2-6 16,0-3 0-16,-5-1-2 15,-3-3-1-15,-2-4 0 16,0-11-1-16,0-4 1 16,1-13 1-16,1-12-8 15,-1-13-10-15,4-8-7 16,2-7 4-16,8-3-5 15,6 0 16-15,3-9 2 16,3-12-6-16,-5-7 5 16,-1-6 9-16,-9-10 3 15,-9-4 0-15,-3-1 13 0,-5-4 8 16,-17 6 6-16,-5 1 3 16,0 5-18-16,-1 6-3 15,-1 5 5-15,6 4-5 16,3 9-9-16,10 6-3 15,5 2 1-15,5 9 0 16,0 0-1-16,0 0-6 16,5-2-6-16,14-2-19 15,8 2 16-15,9-4-4 16,-2-1 3-16,2-5 4 16,-3-3-4-16,0-6-4 15,-10-2-6-15,-6-1 7 16,-8 0 12-16,-9 5 6 0,0 2 1 15,-7 3 0 1,-7 2 8-16,-1 4-8 0,3 2 4 16,3 2 0-16,1 4-2 15,1 0-2-15,4 4-6 16,2 14 1-16,1 9 3 16,0 3 1-16,0-2-1 15,16-3 2-15,5-3 1 16,4-4 0-16,2-7-1 15,2-5-5-15,-6-6 4 16,1 0 1-16,-6-2-9 16,-3-13 5-16,-6-7 0 15,-1-8 2-15,-5-2-1 16,-3 3 3-16,0 4 0 0,0 7 0 16,0 6 3-16,0 6 0 15,0 3-2-15,0 3-2 16,-2 0 1-16,1 0-20 15,-1 15 14-15,1 1 5 16,1 3 0-16,0 2 0 16,0-2-1-16,3-2 2 15,6-1-1-15,4-4 4 16,-1-7-1-16,6 0-2 16,0-5 0-16,0 0 0 15,-1-2 3-15,-2-11 0 0,2-5-1 16,-4-4-2-1,1-4 0-15,-1-1 0 0,-4 5 0 16,-3 2 1-16,1 6-1 16,-4 8 1-16,-1 4 5 15,-2 0-2-15,0 2-4 16,0 0-4-16,3 0-6 16,1 0 3-16,2 7 7 15,6 0 1-15,-1 1 0 16,1-1 1-16,6 0 2 15,2-1 0-15,5-2-1 16,0-2 3-16,-1-2-1 16,1 0-3-16,-5 0 0 15,0 0-2-15,-1-6 0 0,-2-2 0 16,2-1-2 0,-2 0-42-16,-4 3-61 0,-2 0-13 15,-5-2-139-15</inkml:trace>
  <inkml:trace contextRef="#ctx0" brushRef="#br2" timeOffset="-149873.52">29173 8029 1088 0,'0'0'53'0,"0"0"-8"0,0 0 81 15,0 0-105-15,0 0-21 0,0 0-167 0,-4-48-380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5:46:25.06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2957 1295 754 0,'0'0'109'0,"0"0"-19"0,0 0 77 0,0 0-94 0,0 0-14 0,0 0-3 0,0 0-18 0,0-12-9 16,0 21-17-16,0 24-9 16,0 15 2-16,-8 12 83 15,-2 11-53-15,1 2 3 16,-3 5-8-16,-3-3-12 15,3-4-7-15,0-11-11 16,5-13 1-16,-1-5-1 16,5-15-1-16,0-6-2 15,3-12-26-15,0-6-160 0,0-3-72 16,9-16-28 0,9-15-303-16</inkml:trace>
  <inkml:trace contextRef="#ctx0" brushRef="#br0" timeOffset="375.55">3204 1639 834 0,'0'0'345'15,"0"0"-344"-15,0 0 31 16,0 0 5-16,0 0-16 16,-28 98 11-16,19-64 7 15,1 0-14-15,-2-6-4 16,3-9-3-16,2-6-1 15,2-7-3-15,3-6-11 0,0 0 3 16,0 0 1 0,0-11 27-16,21-17 5 0,8-9-35 15,-1-6-4-15,8 8-3 16,-11 4 2 0,0 10 1-16,-7 4-1 0,-3 10 1 15,-3 7 0-15,-3 0-6 16,3 3 0-16,0 16 6 15,-2 3 5-15,-1 5 3 16,0-1 1-16,-3 1-5 16,-1-4-1-16,-1-3-3 15,1-7-1-15,1-1-2 16,4-5-44-16,5-7-197 16,10 0-66-16,-1-21-300 15</inkml:trace>
  <inkml:trace contextRef="#ctx0" brushRef="#br0" timeOffset="1853.52">3706 1508 877 0,'0'0'176'16,"0"0"-176"-16,0 0 139 16,0 0-89-16,0 0-46 15,0 0-1-15,64-50 1 16,-39 33 4-16,-4-9 0 15,-4-3 8-15,-3-8 0 16,-6-5 2-16,-5 2-3 0,0 9 0 16,-3 9-2-16,0 15 38 15,0 1 30-15,0 6-30 16,-8 0-23-16,-8 18-28 16,-8 19-3-16,-4 16 3 15,-1 18 7-15,1 18 15 16,0 18 5-16,-2 19-2 15,0 13-6-15,6 9-13 16,3-2-1-16,3-8-5 16,6-11 0-16,6-11-1 15,5-18-1-15,1-17 2 0,0-24 0 16,1-13 0-16,7-14 1 16,-1-16-2-16,1-12 0 15,8-5 1-15,6-28 3 16,8-15-3-16,3-9 0 15,-2-8-4-15,-2-14 1 16,-7-4 3-16,-4-5 1 16,-12-1-1-16,-6 7 1 15,-6 7 6-15,-21 9-4 16,-10 10 14-16,-3 10 12 16,1 10-2-16,5 10-11 15,5 10-2-15,13 7-8 0,4 5 0 16,9 2-6-1,3 0-8-15,0 6-7 0,0 7 2 16,15 2 6-16,4-3-5 16,10-6 1-16,2-6-5 15,8 0-6-15,7-19-3 16,3-11 0-16,-1-9-9 16,1-8-9-16,-4 1 14 15,-6 0 9-15,-8 6 19 16,-13 5-2-16,-7 7 3 15,-11 5 2-15,0 6 4 16,0 4 0-16,-14 4 24 16,11 6-9-16,-3 2-8 15,3 1-7-15,-1 0-6 16,1 10-10-16,1 3 3 16,2 4 1-16,0-3-2 0,0 0 5 15,6-3-3-15,6 0-2 16,3-4 5-16,-3 0 2 15,-2-1 1-15,-2 0 0 16,-2 1 0-16,1-1 0 16,1 6 0-16,-2 4 1 15,0 0 1-15,1 7 1 16,-1 2 0-16,0 0-3 16,3 0 0-16,3 0 0 15,0-5-1-15,0-4 0 16,10-5 0-16,2-7 1 15,10-4 7-15,5 0-2 16,6-15 0-16,0-8-3 16,1-5 1-16,-10-5-2 15,-11-2 0-15,-16 0 1 16,-6 1-1-16,-3 6 2 0,-6 6-2 16,-12 12 7-1,-3 2 4-15,2 8 4 0,-2 0-9 16,1 18-7-16,0 9-1 15,2 5 0-15,7 5-3 16,7-1 1-16,4-2-2 16,0-2 2-16,9-6-4 15,15-4 0-15,10-8 4 0,12-7 3 16,8-7-2 0,10 0 2-16,3-6-19 0,3-10-43 15,-10-8-53 1,-12-4 0-16,-15-4 58 15,-17 2 41-15,-10 3 16 16,-6 7 11-16,0 7 75 0,-3 5 80 16,-6 8-71-16,3 0-41 15,-4 16-51-15,-1 13-2 16,-1 6 1-16,2 1-1 16,5-1 0-16,4-4-1 15,-1-7 0-15,2-8 0 16,0-4-2-16,0-7-2 0,0-5-3 15,14 0 7-15,10-17 15 16,4-9-9 0,11-8-6-16,-2-4-2 0,0 0 0 15,-2 4-2-15,-4 7 2 16,-9 10 2-16,-7 9 1 16,-10 6 0-16,-2 2-2 15,-3 17-20-15,0 13 21 16,7 5 11-16,-4 1-4 15,2 0-2-15,2-5-4 16,11-3-1-16,0-6-1 16,7-8-1-16,5-8-10 15,6-6-146-15,3-2-205 16,7-25-341-16</inkml:trace>
  <inkml:trace contextRef="#ctx0" brushRef="#br0" timeOffset="3002.36">4068 1707 807 0,'0'0'63'0,"0"0"-59"0,0 0 18 0,0 0-14 0,0 0 5 0,0 0 15 0,49-15 40 0,-32 2-4 0,2-6-29 16,2 0-9-16,-6-3-6 15,4-3-7 1,-4-3-3-16,-4-1-4 0,-1-4-1 16,-7 0-2-16,-3 7 0 15,0 2 1-15,0 10-3 16,-13 5 26-16,-4 7 51 16,-5 2-47-16,-2 15-18 15,-3 20-12-15,2 7 1 16,1 3 0-16,8 4-2 15,5-1 6-15,7 1 4 16,4-1-6-16,0-4-1 16,13-7-3-16,17-7-9 15,10-7 5-15,11-7 3 16,9-11-5-16,4-5-102 16,2 0-67-16,-8-12-92 0</inkml:trace>
  <inkml:trace contextRef="#ctx0" brushRef="#br0" timeOffset="3430.71">4529 1567 822 0,'0'0'53'0,"0"0"-49"15,0 0 184-15,0 0-111 16,0 0-35-16,0 0-37 15,-7-34 13-15,26 34 3 0,2 0 7 16,6 6 0-16,-8 18 8 16,-1 9-14-16,-6 10 2 15,-11 6-9-15,-1 4-8 16,-14-2-6-16,-19-5 2 16,-9-10 1-16,-6-5 1 15,-1-9-3-15,-2-9 1 16,5-12-1-16,9-1 3 15,9-13 1-15,11-17 8 16,17-13 8-16,0-10-18 16,31-8-4-16,16-5 0 15,8 1-5-15,3 7-3 16,2 10-3-16,-2 13 8 0,-9 15-8 16,0 15-7-16,-8 5-69 15,-3 14-93-15,-8 12-110 16,-6 7-338-1</inkml:trace>
  <inkml:trace contextRef="#ctx0" brushRef="#br0" timeOffset="5041.42">4884 1860 1015 0,'0'0'38'0,"0"0"0"0,0 0 50 0,0 0-77 0,0 0 8 0,82-19 13 0,-44 2-3 0,-3-5 4 0,-9-3-18 16,-2-3-11-16,-5-5 5 0,-10-1-7 0,-9 0-2 16,0 10 2-16,0 6-2 15,-21 6 0-15,-3 8 2 16,-4 4 17-16,-4 0-7 15,-2 16 1 1,6 9-2-16,-2 7 5 0,12 5-5 16,6 2 4-16,6-1-1 15,6 2-9-15,6-5-5 16,18-4 0-16,7-7 4 16,2-10-2-16,12-7-1 0,4-7 5 15,8-1-5 1,5-19-1-16,1-6-1 0,0-9-5 15,-9-1-11-15,-11 1-19 16,-15 4 10-16,-16 10 25 16,-6 8 1-16,-6 9 13 15,0 4 38 1,-7 7 0-16,-14 17-49 0,0 8 2 16,0 1 0-16,9-2 5 15,3-3-6-15,3-4-2 16,6-7-1-16,0-7 0 15,0-5-2-15,2-5 2 16,14 0 4-16,9-10 15 16,4-10-9-16,9-9-7 0,3-3-3 15,-4 0-1-15,-5 4 1 16,-7 10 0-16,-13 9 1 16,-5 9-3-16,-7 0-2 15,0 13-24-15,0 12 23 16,0 6 5-16,6-1 6 15,2-4-6-15,1-5 3 16,4-4-2-16,1-11-1 16,6 0 0-16,9-6 5 15,5-6 8-15,5-13-13 16,10-12-3-16,-4-7-21 0,-2-11-11 16,-3-9 17-1,-4-11 8-15,2-12 1 0,-7-5 4 16,0 4 1-1,-10 14-6-15,-6 24 10 0,-9 27 3 16,-5 14 7-16,-1 6 30 16,-4 32-39-16,-14 19-1 15,-4 15 10-15,2 8 1 16,1-1-1-16,4 0-5 16,0-1-2-16,12-5-3 15,3-11 0-15,0-13 1 16,15-13-2-16,3-17-2 0,6-14 3 15,2-2 3 1,10-16 6-16,3-15-9 0,1-12 2 16,-4-7-2-16,3-3 1 15,-8 2 1-15,-10 8-3 16,-3 14 2-16,-12 14 1 16,-6 12 3-16,0 3 12 15,-9 18-4-15,-13 15-13 16,4 9 0-16,3 2 5 15,3-5-1-15,12-2-2 16,0-9-2-16,0-2-2 16,6-10-1-16,16-6 3 15,13-7 5-15,7-3 2 16,11 0-1-16,4-18-5 16,1-6 1-16,-3-8-2 15,-10-4 0-15,-6-1 0 16,-14 3-9-16,-10 6 9 0,-15 6 0 15,0 6 1-15,-12 7 2 16,-9 8 6-16,-6 1 1 16,-1 7-8-16,4 15 1 15,2 3-2-15,7 1-1 16,5 0-5-16,4-2 1 16,6-5-1-16,0-4 1 15,0-6-8-15,13-6 12 16,5-3-3-16,9 0 3 15,1-11-12-15,6-8-8 16,-1-7 8-16,0 5-1 16,-6 2 7-16,-8 6 6 0,-8 6 0 15,-10 4 4-15,-1 3-2 16,0 0-2-16,0 14-10 16,0 9 10-16,0 7 16 15,0 0-5-15,0-3-2 16,5-6-2-16,5-1-7 15,2-10 1-15,6-5-1 16,1-5 10-16,7-4 8 16,2-17-13-16,2-12-1 15,-3-6-4-15,-4-12-2 16,-6-7 2-16,-1-8-1 0,-4-13-2 16,-1-10 2-16,5-5-4 15,-5 9 2-15,-1 21-3 16,-7 28 5-16,-3 26 1 15,0 10 0-15,0 31-7 16,-2 20 7-16,-5 21 7 16,6 9 2-16,1 1 3 15,0-7 0-15,0-3-8 16,0-9-4-16,0-11-2 16,0-7-3-16,-3-15-16 15,-12-9-89-15,-9-12-92 16,-6-9-46-16,-1 0-267 0</inkml:trace>
  <inkml:trace contextRef="#ctx0" brushRef="#br0" timeOffset="5199.92">5771 1388 1160 0,'0'0'0'0,"-84"-32"20"0,78 25-20 16,10 2 72-16,38 0-72 0,21 1-10 0,16-5-79 0,12-6-208 0,4-7-357 16</inkml:trace>
  <inkml:trace contextRef="#ctx0" brushRef="#br0" timeOffset="5375.8">6940 1201 1308 0,'0'0'73'0,"0"0"148"15,0 0-99-15,0 0-93 16,0 0-27-16,0 0-2 16,7-14-28-16,-7 38-66 15,0 11-134-15,-25 13-117 16,-30 14-121-16</inkml:trace>
  <inkml:trace contextRef="#ctx0" brushRef="#br0" timeOffset="5714.42">4405 2388 1141 0,'0'0'102'16,"-95"-6"-59"-16,90-7-27 15,19-8 161-15,47 0-154 16,30-4 4-16,36 0 16 15,35-1 0-15,28 2-2 16,26 2-17-16,27 5 0 16,25 3-9-16,15 4-11 15,0 3-4-15,-14 5-2 16,-26-1 2-16,-34 0 3 0,-39-2-3 16,-46-4-1-16,-45-3 1 15,-33 2 1-15,-23 0 6 16,-13 1 11-16,-7 0-5 15,0 6-13-15,-3-2 0 16,0 2-11-16,0 2-114 16,0-3-196-16,-3-2-353 15</inkml:trace>
  <inkml:trace contextRef="#ctx0" brushRef="#br0" timeOffset="10837.68">5948 3392 554 0,'0'0'122'0,"0"0"-121"0,0 0 86 0,0 0-29 0,0 0-54 0,0 0-4 0,5-4 7 0,2 1 9 0,2-3 12 16,6-2 20-16,6-4-4 16,-2-2-23-16,-7-1-5 15,0 1 3-15,-6-1-3 16,-6-4 5-16,0 1 14 15,-18 0 8-15,-6 4 2 16,-10 6-4-16,-8 4-15 0,-10 4-11 16,0 0-1-16,-4 19 20 15,4 11-20-15,3 4-2 16,7 7-7-16,9 3 0 16,8-3-2-16,7 0-3 15,15-8-5-15,3-7-5 16,10-9 2-16,22-6 8 15,5-8 7-15,11-3-1 16,6-3-1-16,-1-16-4 16,-1-6-1-16,-2 0 0 15,-10-3 1-15,-10-3 0 0,-14-3 2 16,-8 3 0-16,-5 2-1 16,-3 11 3-16,0 5 0 15,-5 7 1-15,-1 6 11 16,-1 0 34-16,-1 9-44 15,-5 18-7-15,4 10-1 16,-3 12-1-16,3 9 2 16,0 14 0-16,0 19 2 15,-1 16 2-15,-2 12-1 16,-6 6-1-16,3-5-1 16,-1-12-1-16,-4-9 0 15,5-13 0-15,-4-13-1 0,-2-17 1 16,-3-14 4-1,-1-16 6-15,0-11 6 0,-5-9 1 16,-6-6-7-16,-6 0 10 16,-4-17 5-16,-2-17-11 15,9-15-4-15,1-11-6 16,8-12-2-16,10-8 0 16,14-5 1-16,6 3-1 15,6 9-4-15,27 18 2 16,7 10-3-16,9 11 1 15,11 4 2-15,7 3-9 16,2 6-14-16,4 5-92 16,0 4-60-16,-6 1-107 15,-10 4-441-15</inkml:trace>
  <inkml:trace contextRef="#ctx0" brushRef="#br0" timeOffset="11578.09">6025 3330 274 0,'0'0'556'0,"0"0"-554"0,0 0 61 15,0 0 23-15,0 0-56 0,0 0-27 0,-64 4-2 0,36 33 9 0,-9 11 30 0,-8 4 33 0,-7 6 21 0,-5 5-33 16,-5 2-15-16,2-5-12 0,12-11-11 0,15-17-5 0,20-13-16 0,13-10-2 0,0-6-11 15,27-3 11-15,14-3 15 0,15-25-8 0,9-13-7 0,5-12-3 16,-1-5-21-16,1-1-7 0,-7 10 13 0,-14 13 5 0,-22 18 11 0,-21 15 2 16,-8 4 4-16,-37 34 9 0,-22 26-10 0,-16 20 18 0,-7 13 10 15,5 6 1-15,9-5-3 16,10 5-14-16,14-7-14 16,18-10-1-16,23-16-2 15,8-22-3-15,39-18 1 0,15-20 1 16,20-7 1-1,7-22-9-15,4-17-8 0,-9-7-2 16,-13 0 8-16,-17 6 9 16,-21 9 4-16,-22 11 1 15,-6 12 10-15,-19 8 19 16,-23 16 22-16,-15 17-40 16,-7 13-5-16,0 4 7 15,12-4 2-15,10-1-5 16,12 0-9-16,8-1-2 15,8-1-8-15,14-6-6 16,0-6-130-16,24-9-128 16,13-14-131-16</inkml:trace>
  <inkml:trace contextRef="#ctx0" brushRef="#br0" timeOffset="12435.59">7883 3207 901 0,'0'0'2'0,"0"0"-2"0,0 0 185 0,0 0-44 0,0 0-72 0,0 0-58 0,-25-5-9 0,11 44 24 0,-5 9 18 0,2-2-8 0,1-2-3 16,7-4-15-16,7-8-13 0,2-7-5 0,0-8 0 15,14-5 0-15,11-8 4 16,7-4-1-16,2 0 1 15,8-18-1-15,4-9-1 16,-4-1-2-16,-4-6 0 16,-5 1 1-16,-10 2-3 15,-8 10 1-15,-11 11 1 16,-4 9 4-16,0 1 4 16,0 10-8-16,-21 19-4 15,-1 8 3-15,-5 2 2 16,5-1 0-16,4-5 2 15,6-4 1-15,4-4-1 16,5-11-3-16,2-3 1 16,1-8-1-16,0-3 0 0,9 0 1 15,19-18 18-15,16-9-9 16,5-9-4 0,2-1-6-16,-4-3-1 0,-5 1-1 15,-5 8 0-15,-14 11 2 16,-10 10 2-16,-10 10-2 15,-3 0-2-15,0 19-30 16,0 13 32-16,0 2 1 16,0-1-1-16,0-3 0 15,0-3 3-15,6-5-3 16,10-10 0-16,4-2-1 16,8-10 1-16,10 0-63 15,9-10-80-15,4-17-46 0,-3-10-71 16,-5-10-149-1</inkml:trace>
  <inkml:trace contextRef="#ctx0" brushRef="#br0" timeOffset="13187.95">8794 2983 545 0,'0'0'75'0,"5"-95"43"0,-5 71 24 0,0 12-18 0,0 12 28 0,-5 8-67 0,-9 31-83 0,-3 18 7 0,-2 19 29 0,1 15 18 16,-2 13 27-16,1 14-10 15,-6 21-36-15,-2 12-15 16,-6 6-14-16,-1 4-7 16,-2-13-1-16,8-20-2 15,11-11-1-15,13-20 1 16,4-23 2-16,9-22-5 16,6-29 1-16,10-23-4 15,11-2-28-15,8-34-11 16,0-11 26-16,-4-15 19 15,-4-10 2-15,-12-10 4 16,-6-8-3-16,-11-2 6 16,-7 3-1-16,-6 10 17 15,-25 7 7-15,-8 9 20 16,-10 5-17-16,0 2-5 16,4 10 7-16,7 11-16 0,13 9-8 15,9 11-6-15,13 8 0 16,3 1-1-16,0 3-4 15,3-1-3-15,27-1-5 16,11-4 3-16,7-2-6 16,6-1-11-16,-1-5-11 15,1-2-12-15,-3-7-2 16,1-5-17-16,-10 0-10 16,-14 1 30-16,-10 5 11 15,-15 7 33-15,-3 3 2 16,0 5 6-16,-4 3 5 15,-8 2 26-15,4 5-4 0,-1 5-33 16,-2 15-2-16,0 11-3 16,8 3-3-16,3 0 4 15,0 1 1-15,12-6 1 16,10 2 0-16,8-10 0 16,6-4 3-16,3-11-3 15,1-6 1-15,-3 0 2 16,-5-23-3-16,-7-7-4 15,-3-11-20-15,-8-5-2 16,-5-2 0-16,-3 6 11 16,-2 9 9-16,-4 15 5 0,0 9 1 15,0 9 14 1,-4 3 6-16,-7 21-20 16,-4 9-1-16,2 6 1 0,4 1 1 15,6-2-1-15,1 0 0 16,2-6-3-16,0-4 1 15,0-5-9-15,0-10-74 16,-11-9-282-16</inkml:trace>
  <inkml:trace contextRef="#ctx0" brushRef="#br0" timeOffset="13366.67">7894 2985 1311 0,'0'0'7'0,"-80"-22"-7"0,80 22 0 0,8 0-38 0,32 6-247 0,12 1-436 0</inkml:trace>
  <inkml:trace contextRef="#ctx0" brushRef="#br0" timeOffset="14586.9">10407 3515 891 0,'0'0'29'0,"0"0"-27"15,5-79 104-15,-5 46-72 16,0 1 0-16,0 2 18 16,-5 3-22-16,-9 8 24 15,-9 8 12-15,-10 9 12 16,-8 2-36-16,-7 13-20 15,-6 12 5-15,5 7 2 16,9 3-15-16,7-2-1 16,15-2-4-16,10 0-9 15,8-6-4-15,0-2-1 16,23-7 5-16,8-5 0 16,11-11 0-16,7 0-1 15,-4-5-9-15,4-12-20 16,-10-5-3-16,-6-4 15 15,-11 0-7-15,-6 5 16 0,-10 7 9 16,-6 7 0 0,0 7 7-16,0 0 11 15,-14 20-6-15,0 8-12 16,-2 8-7-16,8-1 4 16,5-5-1-16,3-3 0 15,5-5 4-15,14-5 0 0,8-10 1 16,10-7 9-16,11-6-4 15,10-20-5-15,3-13-1 16,1-6-24-16,-10-7-8 16,-7-8-1-16,-14-9-5 15,-3-12 23-15,-10-11 9 0,-12 3 1 16,-3 7 5-16,-3 20 0 16,0 26 6-16,-3 22 8 15,-8 14 57-15,-5 27-39 16,-9 24-32-16,7 21 0 15,-3 11 2-15,10 0 1 16,1 5 0-16,7-9 3 16,2-4-6-16,-2-11 0 15,3-14 0-15,0-15-1 16,0-13 1-16,0-13 0 0,0-9 1 16,7-3 3-16,14-25 34 15,7-7-32-15,5-9-6 16,3 1 0-16,0 4-1 15,-1 7 1-15,-6 7 0 16,-7 12 0-16,-4 9 0 16,-6 4-1-16,4 4-10 15,-3 20-6-15,-4 8 17 16,-5 5 4-16,-4-1-2 16,-7 3 0-16,-15-1 4 15,-7-6-2-15,-4-3 6 16,-4-8-3-16,2-6 1 0,1-9-3 15,1-6 1 1,2-3 1-16,7-19 2 16,6-3-4-16,5-6-5 0,7 6 0 15,6 3 1 1,0 7-1-16,0 10-6 0,0 5-1 16,6 0-35-16,7 13 2 15,5 9 33-15,4 5-18 16,4-3-34-16,0-3-15 15,10-11-15-15,6-4-12 16,9-6 8-16,7-12 8 16,3-15 10-16,-3-8-180 15,-5-7-27-15</inkml:trace>
  <inkml:trace contextRef="#ctx0" brushRef="#br0" timeOffset="14781.57">11326 3271 313 0,'15'-83'119'16,"-10"5"19"-16,-5 16 12 0,0 18-2 0,0 23 10 0,-3 18 11 0,-9 8-47 0,-3 35-99 0,0 14-21 16,3 13 20-16,3 4-8 0,5-2-11 15,4 2-3-15,-2 1-6 16,1-3 2-16,-4-1-2 16,4-9-177-16,-1-17-90 15,2-18-128-15</inkml:trace>
  <inkml:trace contextRef="#ctx0" brushRef="#br0" timeOffset="14943.51">11307 3401 1255 0,'0'0'9'16,"0"0"-8"-16,0 0 85 16,0 0-86-16,80-77-10 15,-9 73-11-15,11 0-129 16,10 0-26-16,5-2-36 15</inkml:trace>
  <inkml:trace contextRef="#ctx0" brushRef="#br0" timeOffset="15129.41">12329 3001 1269 0,'0'0'9'0,"0"0"-7"16,0 0 37-16,0 0 5 15,-66 93 49-15,62-35-56 16,1 6-20-16,-2 1-11 16,-2-1-6-16,-2-2 0 15,-3-5-1-15,3-4-48 16,-4-10-168-16,-2-11-96 16,1-15-274-16</inkml:trace>
  <inkml:trace contextRef="#ctx0" brushRef="#br0" timeOffset="15778.75">12016 3404 1160 0,'0'0'16'15,"0"0"22"-15,67-74-23 16,1 48-15-16,10-1-4 16,10 1 1-16,0-4-4 15,-7-2-20-15,-10-5-44 16,-16-5 17-16,-10 1 7 15,-15 1 29-15,-15 11 16 16,-5 9 2-16,-10 11 16 16,0 8 75-16,-3 1 35 15,-19 13-71-15,-5 19-49 16,-4 12 0-16,4 7 2 16,5 2 13-16,8 1-6 0,2 0-2 15,5-5-6 1,7-5-6-16,0-9-1 15,0-10-2-15,4-8 1 0,11-8 1 16,3-8 2-16,2-1 1 16,8-7-3-16,2-14-23 15,0-6-3-15,-2 2-1 16,-4 4 22-16,-11 5 5 16,-3 5 0-16,-7 7 10 15,-3 4 30-15,0 0-23 16,0 9-17-16,0 9 0 15,0 7 2-15,0-1 5 16,8-5-2-16,7 1 3 0,7-4-2 16,8-5 6-1,9-2-6-15,10-8 4 0,6-1-5 16,2 0-5-16,-9-12 0 16,-5-15 0-16,-14-6-20 15,-10-6-11-15,-10 3 30 16,-6 8 1-16,-3 9 1 15,0 11 23-15,-8 8 66 16,-8 0-40-16,-8 8-44 16,5 16-6-16,4 5-5 15,7 1-4-15,8-1 5 16,0-2-2-16,6 0 6 16,27-3-5-16,25 1-31 15,15-1-61-15,20-5-118 16,4-8-119-16</inkml:trace>
  <inkml:trace contextRef="#ctx0" brushRef="#br0" timeOffset="17198.75">14173 3338 1168 0,'0'0'56'0,"0"0"-56"0,0 0 151 0,0 0-125 0,0 0 2 16,0 0-27-16,12-44-1 0,-6 32 0 0,-6-4 0 0,0-2 3 16,-3-2 4-16,-16 2 26 15,-7 6-15-15,-8 6-2 16,-10 6-4 0,-8 6-3-16,-3 20-5 15,3 11 1 1,6 5 2-16,11 3-3 0,9 1-4 0,12-4-2 15,8-1 0-15,6-5 2 16,7-7-3-16,19-8-3 16,10-13-9-16,6-8-52 15,5-4-12-15,1-24 4 16,0-15 6-16,-3-10 27 16,-8-13 21-16,0-10 19 15,-6-12 2-15,-3-11 0 16,-3-2 1-16,-6 7 0 15,-10 20 0-15,-3 25 11 16,-6 29 28-16,0 20 68 16,-6 6-38-16,-16 35-70 0,-2 20-2 15,-2 13 2-15,7 7 8 16,7 1-3-16,6 1 6 16,6-1 0-16,0-7-11 15,6-10 0-15,18-10-2 16,9-11 2-16,4-12 6 0,14-15-1 15,9-13 3 1,6-4-2-16,2-14-6 0,-9-18-21 16,-12-9-8-16,-10-6 19 15,-4-3 6-15,-15 4-1 16,-8 10 5-16,-10 8 6 16,0 10 6-16,-16 11 48 15,-16 7-24-15,-5 4-30 16,-3 19-3-16,4 5 3 15,8 3-3-15,7-1-3 16,6-2 0-16,7-5-1 16,7-3-5-16,1-5 3 15,0-5 2-15,13-8 1 16,13-2 0-16,7 0-7 16,4-12-4-16,6-9-5 15,-1-5-3-15,1 0 8 16,-4 2-9-16,-9 6 16 15,-14 7 0 1,-9 11 4-16,-7 0-2 16,0 9-25-16,0 14 21 15,0 2 6-15,0 2 1 0,0-3 6 0,0-3-3 16,16-4-3-16,6-6 7 16,3-5 0-16,2-6 2 15,3-3 1-15,2-19-9 16,-3-5 0-16,-2-7 3 15,-3-9-3-15,-3-9-2 0,-5-8 0 16,2-8-4-16,-3-10 0 16,3 0-8-16,-1-1-4 15,-1 13 4-15,-7 17 7 16,-6 23 5-16,-3 23 1 16,-2 8 3-16,-19 32-4 15,-7 18-1-15,-2 12 1 16,9 5 0-16,9 1 4 15,11-3 2-15,1-5-1 16,9-7-5-16,17-7 0 16,9-7 0-16,7-12 0 0,4-7 0 15,2-12 3 1,-1-11 6-16,-2-2-7 0,-3-9-1 16,-5-15-1-1,-4-8-3-15,-5-5-1 0,-5-5 3 16,-11 1-1-16,-5 1 2 15,-7 9 1-15,0 10 4 16,-9 9 15-16,-10 12-6 16,-5 0-14-16,-3 10 0 15,3 14-1-15,3 4-1 16,8 1-3-16,8-4 2 16,5-3-6-16,0-5-3 15,6-2 8-15,17-6-1 16,4-7-9-16,3-2-15 0,1 0-4 15,-1 0-7 1,-6-1 26-16,-4-4 14 0,-3 3 0 16,-2 0 0-16,0 2 0 15,1 0 5-15,1 0-4 16,2 2 2-16,3 6-3 16,-1 6 6-16,3-4-1 15,3-2-3-15,0-4 9 16,3-4-7-16,1 0-1 15,3-8-3-15,1-14 0 16,-6-11-54-16,-11-13-147 16,-13-11-449-16</inkml:trace>
  <inkml:trace contextRef="#ctx0" brushRef="#br0" timeOffset="17365.93">14977 2723 1503 0,'0'0'22'0,"0"0"-20"0,0 0 191 0,-22-72-152 0,89 72-41 0,31 0-17 0,28 4-166 0,8 4-319 16</inkml:trace>
  <inkml:trace contextRef="#ctx0" brushRef="#br0" timeOffset="26438.79">2188 1145 1001 0,'0'0'65'0,"0"0"-55"0,0 0-3 0,0 0 69 0,-22 85 4 0,10-39-47 16,0 4 14-16,-3 10 2 15,-4 0-16-15,-1-1-10 16,-2-9-8-16,7-15-2 16,3-12 1-16,8-13-3 15,2-7 1-15,2-3 5 16,0 0 32-16,0-25 13 16,0-10-27-16,5-14-35 15,8-10 2-15,2-8 0 0,4-3-1 16,1-5 0-16,2 6-1 15,-3 11 0-15,-5 14 3 16,-2 18-1-16,-8 15 0 16,-1 10 3-16,-3 1-5 15,5 9 0-15,2 22-9 16,5 12 9-16,2 8 6 16,5 8-2-16,-1 5-3 15,7 6 3-15,2-2-4 16,3-8-1-16,-2-10 1 15,-4-15 0-15,-9-12 1 0,-6-9-2 16,-2-7 2-16,-7-4-1 16,0-3 7-16,0 0 6 15,-28-1 0-15,-10-12-11 16,-22-3-1-16,-10 2 0 16,-11-2-1-16,-4 4 6 15,-3 1-2-15,-3 8 5 16,6 3 3-16,7 0-9 15,17 1-1-15,21 5 0 16,20-3-1-16,16-3-1 16,4 0 1-16,9-9-1 15,36-17-8-15,29-18 8 16,22-12 0-16,10-5 4 16,4 0-4-16,-10 4-2 15,-4 6 1-15,-16 6-1 0,-16 10 2 16,-22 13 0-1,-15 10 1-15,-19 7-1 0,-8 5 2 16,0 0-2-16,0 12-1 16,-20 17-1-16,-10 12 2 15,-9 11 4-15,-13 6 1 16,-6 11-1-16,-9 8 0 16,-6 4-2-16,-5 0 2 15,5-8-4-15,6-10 0 16,16-10-1-16,13-10-34 15,16-11-128-15,11-8-98 16,5-7-119-16,0-4-505 0</inkml:trace>
  <inkml:trace contextRef="#ctx0" brushRef="#br0" timeOffset="26774.65">1417 2192 450 0,'0'0'209'15,"0"0"-182"-15,0 0 117 0,0 0-9 0,0 0-60 0,0 0 16 0,-3 0 18 0,3 0-39 0,0 0-5 0,25-10-10 16,19-9 30-16,20-8-20 16,24-4-21-16,12-4-16 15,15 0-10-15,1 1-15 16,-5 3-3-16,-12 5-2 16,-18 1-8-16,-10 5-25 15,-20 1-268-15,-11 0-278 16</inkml:trace>
  <inkml:trace contextRef="#ctx0" brushRef="#br0" timeOffset="27044.43">1526 2473 1010 0,'0'0'106'16,"0"0"-70"-16,0 0 148 15,0 0-124-15,0 0-48 16,0 0 4-16,118-77 2 16,-30 41 2-16,16 2-7 15,8-6-10-15,0 5-3 0,-9-3-15 16,-12 1-316-16</inkml:trace>
  <inkml:trace contextRef="#ctx0" brushRef="#br0" timeOffset="33377.46">2242 5947 790 0,'0'0'84'0,"0"0"-79"0,0 0 30 0,0 0 10 0,0 0-40 15,0 0 1-15,0 0 17 16,61 10 10-16,-31-7 4 0,3-2-3 15,-5-1-11-15,5 5-7 16,-5-4-10-16,-8 6-6 16,4 3-2-16,-5-2-1 15,-4 3-61-15,-3-4-216 16,-6-4-370-16</inkml:trace>
  <inkml:trace contextRef="#ctx0" brushRef="#br0" timeOffset="33633.71">2573 5842 823 0,'0'0'7'0,"0"0"-6"16,0 0 22-16,0 0 37 15,0 0-7-15,0 0-28 16,67 69 16-16,-50-45 3 15,-4-2-20-15,-2 1-10 16,-8 0 2-16,-3-1 0 16,0 0-4-16,-14 0-4 15,-7 1-3-15,-7-4-5 16,4-1-19-16,3-4-140 16,5-4-109-16</inkml:trace>
  <inkml:trace contextRef="#ctx0" brushRef="#br0" timeOffset="35374.61">3325 5595 464 0,'0'0'19'0,"0"0"70"0,0 0 64 0,-40-89-98 0,38 74 33 0,2 3-10 0,-1 5 0 0,-2 6 13 0,2 1-17 0,-4 0-33 0,2 22-32 16,-6 13 16-16,0 15 26 15,-3 6-10-15,6 3-19 16,3 2 2-16,2 0-6 15,1-2-5-15,0-2-13 16,0-4 0-16,3-10 0 16,0-13-3-16,3-8 2 15,0-12-23-15,4-10-94 16,5 0-32-16,10-11-19 0,7-20-70 16,2-5-124-1</inkml:trace>
  <inkml:trace contextRef="#ctx0" brushRef="#br0" timeOffset="35744.65">3509 5845 398 0,'0'0'177'0,"0"0"-31"16,0 0 31-16,0 0-77 16,0 0-60-16,0 0-36 15,7 25 26-15,-14 8 54 16,-4-1-37-16,-2-1-9 16,1-3 1-16,0-5-24 15,3-6-2-15,6-8-6 16,3-5-1-16,0-4-4 15,0 0 7-15,0-8 3 16,6-14 11-16,15-9-21 0,4-8-2 16,3-4-2-16,2 3 2 15,-4 7 0-15,-2 7 0 16,-7 12-1-16,-6 8 1 16,-3 6 0-16,-3 0 0 15,3 13 0-15,-1 6 14 16,-1 3 5-16,-1 0-2 15,2 1 6-15,-7-2-5 16,3 1-18-16,-3-2 0 16,0-3 0-16,0 0-4 15,3-4-76-15,0-4-104 16,2-6-109-16,-1-3-259 16</inkml:trace>
  <inkml:trace contextRef="#ctx0" brushRef="#br0" timeOffset="36846.86">3850 5754 794 0,'0'0'63'0,"0"0"-42"0,0 0 46 0,0 0-18 0,0 0-25 0,100-72-7 0,-71 50 5 0,-7 1 6 0,-1-5 0 0,-8-3-11 0,-5-1 7 0,-2-2-2 0,-6 2-5 0,0 4 2 0,0 7 3 0,0 8 6 16,0 6 10-16,-3 5 17 16,-9 0-8-16,-7 16-37 15,0 15-9-15,-3 9 9 16,0 12 13-1,7 7 10-15,0 5-5 16,0 9-8-16,2 14-6 16,-1 7 6-16,-2 8-12 0,5 2-2 15,-1-4-4-15,1-7-2 16,0-5 0-16,5-16 1 0,6-11-2 16,0-14 2-1,0-14 1-15,0-13-2 16,3-7 0-16,6-9 0 15,10-4 3-15,5 0 2 16,7-24 6-16,4-7-7 0,-4-9-3 16,-3-5 3-16,-6-6 1 15,-9 0-3-15,-7-6 3 16,-6 2 1 0,0 3-2-16,-9 4 6 15,-15 7 36-15,-4 5-32 0,-4 1-3 16,-2 6 7-16,1 9-12 0,8 4-1 15,7 6 2 1,9 5-4-16,6 2 0 0,3 0-3 16,0 2 0-16,3-2-11 15,22 3-6-15,11-6 17 16,9 1 0-16,1-9 1 16,0-3-1-16,-5-2 0 15,-4-1 0-15,0-5-3 16,-8 0 2-16,-7 0-4 15,-10 5 0-15,-7-1 1 16,-5 4 1-16,0 1 0 16,-2 2 0-16,-10 2-1 15,-2 4 3-15,0 3-2 16,0 2 2-16,4 3 0 16,4 0-1-16,0 0-4 15,3 10-2-15,0 9 2 16,3 5 6-16,0-2-2 15,0 1 0-15,4-2-2 0,10-2 3 16,-1-4-1-16,8-7 0 16,0-3 1-1,4-5-2-15,7 0 2 16,-1-12 0-16,6-8 0 0,-2 0-20 16,-7 0-2-16,-3 6-3 15,-7 3 10-15,-7 3 7 16,-7 6 6-16,-4 2 2 15,0 0-1 1,0 0-8-16,0 0-2 0,0 7 3 0,0 7 9 16,0 3 1-16,0 0-1 15,0 3 0-15,3 0 0 16,5-1 0 0,-3 1 1-16,3-2-1 0,1-1 0 15,0-1 0-15,7-5 0 16,-2-1 1-16,1-6-1 15,0-2 0-15,1-2 1 16,-4 0-1-16,0 0-1 16,-5 0-55-16,-5-10-182 15,-2-1-212-15</inkml:trace>
  <inkml:trace contextRef="#ctx0" brushRef="#br0" timeOffset="38488.36">4098 5861 478 0,'0'0'204'0,"0"0"-196"0,0 0 23 0,0 0 24 0,0 0-20 0,0 0 13 0,21 0 39 0,-3-2-41 16,9-9 4-16,-2-1-8 15,3 1-15-15,-4-3-2 16,-7 2-3-16,-6-1-8 16,-8-3-3-16,-3-1 8 15,0-2 3-15,-3 0-12 16,-11 2-2-16,-3 7 4 15,-2 3-6-15,0 4-4 16,-3 3 7-16,0 0 3 16,0 0-6-16,4 11-3 0,0 5 4 31,6 4-2-31,2 7-2 0,5 2 5 0,4 6 8 16,1 1 1-16,0 0 0 15,6 3-12-15,10-5 3 16,9 1-3-16,2-9 2 15,6-3-3-15,6-8 4 16,4-8 1-16,3-7-2 16,5 0-6-16,0-10 7 0,-7-9 0 15,-3-5-7-15,-8-2 0 16,-2-5 1-16,-6-1 2 16,-5-2-2-16,-7 0 1 15,-2 3-1-15,-7 4 2 16,-4 2-2-16,0 4 3 15,0 2 0-15,0 0-4 16,-6 7 0-16,-3 6 7 16,-4 1 8-16,1 5-9 15,-2 0-7-15,1 0 2 16,4 3-4-16,0 5 1 0,5 8-1 16,1 0-1-1,3 1 2-15,0-1 0 0,0 1-2 16,13-1 0-16,2-1 1 15,4 0 2 1,-2-5 0-16,2-1 0 0,-5-2-1 16,2-1 0-16,-4 1-2 15,-2 1 3-15,1-1 1 16,-5 5-1-16,-3 2 1 16,0 2-1-16,-3-1 5 0,0 0-5 15,7 4 3 1,-7-5-1-16,8-1 0 0,-2-3-2 15,3-6 1-15,4 1-1 16,9-5 4-16,1 0 1 16,10 0 0-16,1-15-1 15,3-6-1-15,-4-4-1 16,0-2-1-16,-2-6 1 16,-1 2 1-16,-2-3-3 15,-8 7 0-15,-2 4 1 16,-14 7 0-16,-4 5 4 15,0 5 1-15,-15 5-5 16,-10 1-1-16,-5 0-2 16,2 8 2-16,1 11 2 15,6 3 2-15,3 2-2 16,8 1 2-16,7 0-4 16,3 1 2-16,0-4-1 0,3 0-2 15,16-6 1-15,8-1 0 16,15-7 0-1,10-2 0-15,6-5-2 16,3-1-26-16,-3 0-35 0,-8-7-35 16,-9-10 19-16,-18-1 7 15,-7-2 41-15,-13 2 28 16,-3 2 3-16,0 3 22 16,0 5 22-16,-4 4 28 15,-1 2 0-15,-1 2-20 16,-1 0-24-16,1 10-27 15,-5 9 4-15,4 6 2 0,0-2 0 16,-1-4 3 0,8-2-7-16,-3-4-1 0,3-4-2 15,0-6 0 1,0-2-1-16,0-1 1 0,3 0 3 16,15-7-3-16,3-15 14 15,10-6-13-15,1-2 1 16,-4 1-1-16,0 4 0 15,-7 7 0-15,-6 6-1 16,-8 10-2-16,-1 2 2 16,-4 0-3-16,1 19-3 15,0 8 6-15,1 7 12 16,1-3-2-16,2-2 5 0,1-3-8 16,4-9-2-1,1 0-4-15,5-9 0 0,1-5-1 16,1-3-1-1,4 0 1-15,1-14-50 16,3-6-103-16,-2-5-20 0,-1-8-3 16,-4-6-96-16,3-8-149 15</inkml:trace>
  <inkml:trace contextRef="#ctx0" brushRef="#br0" timeOffset="38746.44">5914 5513 626 0,'0'0'95'0,"0"0"-5"0,0 0 74 0,0 0-66 0,0 0-60 0,0 0-20 0,-11 25 59 15,4 9-23-15,4 5-27 0,3 0 17 0,0 4 2 0,0 0-13 0,0-4-11 0,0 3-12 0,7-2-4 0,5-3-5 0,0-8 0 16,6-7 0 15,-6-10-1-31,0-8-2 16,-5-1 2-16,-2-3 2 0,1 0-1 0,1-4-1 0,5-7-12 15,-3-2-35-15,-4 0-49 0,-4 1-47 16,-1-2-60 0,0 2-106-16</inkml:trace>
  <inkml:trace contextRef="#ctx0" brushRef="#br0" timeOffset="40523.32">6122 5713 169 0,'0'0'394'0,"0"0"-333"0,0 0-3 0,0 0-28 0,0 0 0 0,0 0 20 0,8 29-14 0,-5-21-13 0,0-1 0 16,2-5-4 0,-4 2-5-16,5-4-3 0,-6 0 8 15,4 0 14-15,-1 0 3 16,2-7 14-16,-1-9-12 16,-2-4-10-16,-2-2-10 15,0-5-7-15,0 0-4 16,-8 6-4-16,-2 2 4 15,-5 10 11-15,3 6 13 16,-4 3-10-16,-8 0-14 16,6 0-4-16,-9 12-2 15,8 8-1-15,1 0 2 16,1 9 6-16,4-2-3 16,7 8 4-16,3-4 14 15,0 6-6-15,3-4-3 0,0 5-2 16,9-2-3-16,4-5-5 15,10-5 2-15,0-3-1 16,6-9-3-16,5-4 4 16,8-8 1-16,7-2 2 15,1-2-4-15,2-16 0 16,1-6-5-16,-3-5 4 16,-4-4-2-16,-9 1 0 15,-10 0-1-15,-6 8 3 16,-11 6-2-16,-7 6 6 0,-3 4-1 15,0-1 4 1,0 4 8-16,-1-1 13 0,-7 6-8 16,-2 0-12-16,-2 0-11 15,0 4-1-15,-4 13-1 16,2 7 0 0,4 3-1-16,4 7 0 0,6-1 2 15,0-1 0-15,1-3 0 16,17-2 0-16,3-5 0 15,9-8 0-15,3-6 3 16,10-7 1-16,-1-1 3 16,7 0-6-16,-1-19 2 15,4 0-3-15,-7-12 3 0,-2 0 2 16,-12-4-4 0,-10-5-1-16,-6 2 3 0,-12 4-1 15,-3 4 1-15,0 7-3 16,-3 10 3-16,-9 3-2 15,2 4 0-15,4 6-1 16,-2 0 0-16,-2 0-5 16,1 13-1-16,3 3 3 15,6 5 1-15,0 0-1 16,11 2 0-16,15 1 2 16,6-1 2-16,8 3-2 15,3 0 1-15,6 1 0 0,-2-2 0 16,-7-1 0-1,-10-3 0-15,-18-4 0 0,-12-3 0 16,-15 1 11-16,-30 1 25 16,-18 1 10-16,-17-4-10 15,-5 1-28-15,9-6-8 16,13-5-2-16,21-3-50 16,21 0-223-16,15-16-244 15</inkml:trace>
  <inkml:trace contextRef="#ctx0" brushRef="#br0" timeOffset="41032.42">8510 5826 648 0,'0'0'318'0,"-117"-9"-313"0,77 8 170 0,19-1-57 0,14 2-22 0,7 0-18 0,16 0-58 0,27 0-13 0,26 0 66 16,21 0-45-16,17 0 6 15,11-8-12-15,7-1-11 16,9-3-2-16,8 2-5 16,-3-1 0-1,-11 6 2-15,-19 3-6 0,-34 1-8 16,-34 1 4-16,-23-2-4 16,-18 0-5-16,0 0-48 0,-18 0-101 15,-12 0-165-15,-7-2 5 16</inkml:trace>
  <inkml:trace contextRef="#ctx0" brushRef="#br0" timeOffset="41271.46">9524 5630 1018 0,'0'0'63'16,"0"0"147"-16,0 0-93 15,0 0-108-15,0 0 0 16,0 0 10-16,66 48 44 15,-42-21-33-15,-7 4-14 0,-9-1-11 16,-8 5 4-16,0 0-7 16,-19 1 4-16,-7-3-6 15,1-3 0 1,4-8-28-16,10-5-206 0,10-7-121 16,1-10-332-16</inkml:trace>
  <inkml:trace contextRef="#ctx0" brushRef="#br0" timeOffset="41756.06">10688 5567 982 0,'0'0'4'0,"0"0"11"15,0 0 49-15,0 0-36 16,0 0-26-16,0 0 5 16,-3-7 28-16,9 7 14 15,-3 0-6-15,-3 0-8 16,3 0-4-16,-3-1-6 16,7-1 3-16,1-1-2 15,8-3-3-15,2-1-4 16,4-3-16-16,-2-4 4 0,-2-1-2 15,-5-2-4 1,-4-2 6-16,-8 1 8 0,-1 4 7 16,-1 2 20-16,-18 4-24 15,-8 3-13-15,-6 5-2 16,-4 0 2-16,-1 14 3 16,0 10 0-16,3 8 3 15,7 2 8-15,8 7 1 16,9 0-13-16,5-2-4 15,6 0-3-15,0-9 2 16,17 1 1-16,13-11-4 16,8-4 2-16,5-5 0 0,2-7-1 15,-2-4-12-15,3 0-117 16,-1-10-135-16,-3-9-144 16</inkml:trace>
  <inkml:trace contextRef="#ctx0" brushRef="#br0" timeOffset="42182.87">11183 5518 747 0,'0'0'15'16,"0"0"131"-16,0 0-74 0,0 0-7 0,0 0-45 0,0 0 45 0,0-40 17 0,0 34 10 0,0 0 14 15,-10 1-56-15,-5 5-28 16,-3 0-14-16,3 0 3 16,0 0-6-16,5 12-4 15,5 8 0-15,4 3-1 0,1 2-1 16,1 1 1 0,20 2 0-16,7 0 0 0,4-4 0 15,-1 2 0-15,5-1 0 16,-3 2 0-16,-3-2-1 15,-7-5 1-15,-12-4 0 16,-8-5 0-16,-3-3 0 16,-14-4 2-16,-20 1 10 15,-15-5 19-15,-6 0 33 0,-1 0 6 16,1-3-41 0,14-3-14-16,15-2-3 0,10 3-7 15,11 2-3-15,5-1-4 16,0 0-7-16,6-5-103 15,18-4-137-15,9-4-32 16,7-6-85-16</inkml:trace>
  <inkml:trace contextRef="#ctx0" brushRef="#br0" timeOffset="42445.77">11522 5238 1039 0,'0'0'75'0,"0"0"62"0,0 0 59 15,0 0-141-15,0 0-30 16,0 0 39-16,-73 109-18 16,73-64-27-16,0 10 8 15,10-4-19-15,9-2 1 16,4-7-7-16,1-5-2 16,-3-9 3-16,4-5-3 15,-7-7-1-15,-3-6-1 16,-5-4-31-16,-2-6-240 15,-2 0-6-15,-6-21-227 16</inkml:trace>
  <inkml:trace contextRef="#ctx0" brushRef="#br0" timeOffset="42589.81">11465 5506 755 0,'0'0'56'16,"0"0"111"-16,0 0-5 15,0 0-83-15,0 0-64 16,0 0-14-16,21-21-2 15,12 21 0-15,-2 0-1 16,1 0-74-16,-4 0-153 16,-4 0-160-16</inkml:trace>
  <inkml:trace contextRef="#ctx0" brushRef="#br0" timeOffset="42794.81">11887 5493 592 0,'0'0'582'15,"0"0"-525"-15,0 0 70 0,0 0-63 16,0 0-42-16,0 0 51 16,2 77-5-16,7-52-49 15,0-1-13-15,-2-7-1 16,-2-5-5-16,-2-1-4 16,-2-6 2-16,-1-3-9 15,0-2-114-15,0 0-82 16,0-22-133-16,0-9-238 15</inkml:trace>
  <inkml:trace contextRef="#ctx0" brushRef="#br0" timeOffset="43108.05">11881 5303 910 0,'0'0'120'0,"0"0"-10"16,0 0 58-1,0 0-118-15,-80 13-41 0,80 13 3 16,0-1-2-16,9-2-8 15,12-4 5-15,6-6-7 16,1-8 3-16,0-5-1 16,-3 0 2-16,-3-7 0 15,0-11 2-15,-7-6 0 16,-8-1 2-16,-5-1-1 16,-2 3 0-16,0 5 16 15,-15 4-5-15,3 6-14 16,-4 8-4-16,-1 0-3 15,1 12-12-15,1 16 4 16,6 6-12-16,3 6-44 16,6 2-137-16,0-3-93 15,13-7-154-15</inkml:trace>
  <inkml:trace contextRef="#ctx0" brushRef="#br0" timeOffset="45142.35">12226 5516 951 0,'0'0'80'0,"0"0"196"16,0 0-96-16,0-75-11 16,0 72-92-16,0 3-49 15,0 0-28-15,0 9-11 0,5 10 4 16,1 7 7 0,1-5 0-16,2 0 0 0,-3-5 0 15,-2-5 0 1,4-5 0-16,1-1 0 15,1-5 0-15,8 0 2 0,6-8 2 16,6-14-4-16,7-7-1 16,-6 0-1-1,-8-2-2-15,-7 5 4 0,-7 6 2 16,-4 5 0-16,-5 9 1 16,0 6-1-16,0 0-2 15,0 6-8-15,0 19-12 0,0 3 18 16,-3 0 4-1,3 1-4-15,0-8 1 0,0-2 1 16,0-6 3-16,7-4-3 16,5-8 0-16,6-1 3 15,9 0 3-15,3-4-4 16,4-13-2-16,-1-5 6 16,-2-7-5-16,-1-3-1 15,-5 2 2-15,-7 5-2 16,-9 9 3-16,-6 10-1 15,-1 6 2-15,-2 0-4 16,0 12-17-16,0 12 7 16,-6 7 10-16,3 0 0 15,3-4 2-15,0 2-2 16,12-6 0-16,16-5 2 0,11-2 1 16,12-7 6-16,10-4-5 15,9-5-1-15,1 0-2 16,-8-5 3-16,-9-15-3 15,-19-3-1-15,-13-10 4 16,-9 1-2-16,-13 2-2 16,0 6 0-16,-5 10 1 15,-20 8-1-15,-8 6-5 16,-6 0 4-16,-2 16-1 16,6 7-1-16,10 4 1 15,8-4-2-15,6 0 2 16,6-4-1-16,5-7 1 15,0-5 2-15,0-2-6 16,18-5 6-16,9 0 3 0,7 0 0 16,-1-16 0-16,4 2-2 15,-5-5-1-15,-7 4-4 16,-1 5 2-16,-15 7 2 16,-6 1-1-16,1 2 1 15,4 4-11-15,7 12 6 16,1 10 5-16,4-3 1 15,-3-2 0-15,0-5 0 16,-1-4 0-16,-2-4 1 16,2-6 0-16,4-2 1 15,5 0 1-15,3-13-1 0,1-8-2 16,-4-10 1 0,-5-7-2-16,-1-7 0 0,-2-10-3 15,-3-7-18-15,-2-7 0 16,0 0-20-16,-5 3 18 15,-5 14 18-15,-2 17-3 16,0 18 8-16,0 17 0 16,-9 6-2-16,-12 26-26 15,-1 13 28-15,4 10 2 16,7 5 1-16,4-4 1 16,7-2 2-16,0-4-4 15,10-5 1-15,8-6-1 16,8-11-1-16,2-3-1 15,8-12 1-15,3-10 2 0,4-3 4 16,-4-9-7-16,-2-12 4 16,-4-10-1-1,-6-3-3-15,-7-6-2 16,-8 1-2-16,0 5-2 0,-7 7 6 16,-4 11 0-16,-1 9 0 15,0 5 0-15,0 2 0 16,-1 12-21-1,-14 13 10-15,4 7 11 0,1 2 2 16,3-3-1-16,4 0 0 16,3-5-1-16,0-8 0 15,0-3 0-15,14-7 2 16,3-6-1-16,5-2 4 16,7-2-1-16,3-17-2 0,6-2-2 15,-4-8 0-15,-4-3-12 16,-5 0 5-16,-9 5 1 15,-6 7 5-15,-6 6 1 16,-2 8 3-16,-2 5 5 16,0 1-8-16,0 6-8 15,0 14-8-15,-8 9 16 16,3-2 9-16,4-2-6 16,1 0 0-16,0-4 0 15,12-6 1-15,6-2 5 16,10-7-4-16,11-6 4 0,12 0-4 15,9 0 0 1,-2-4-5-16,-11-8 0 0,-12-10 0 16,-13-8 4-16,-10-4 0 15,-7-6-3-15,-5 2 0 16,-6 6 1-16,-20 8-1 16,-8 4-1-16,-5 13 0 15,-7 7-1-15,1 0 1 16,3 15 0-16,4 11 0 15,8 1 0-15,7 6 0 16,7-3 4-16,7-2-4 16,7-5-3-16,2 0 2 15,0-5-5-15,12-2 4 16,15-7-7-16,9-3-15 16,10-3-89-16,4-3-40 0,6-3 14 15,5-12 0-15,4-4-15 16,-6-1 66-16,-2-7 73 15,-12-2-4-15,-10 1 19 16,-12 1 12-16,-8 8 57 16,-8 6 95-16,-7 7-18 15,0 6 8-15,0 0-100 16,0 6-52-16,-9 10 5 16,-4 7 40-16,4-2-9 15,4-1-10-15,4-5-8 0,1-2-7 16,0-5-8-1,4-2 6-15,16-3 5 16,5-3-2-16,8 0-5 16,12-5-4-16,1-7-1 0,3-3-3 15,0-2-2-15,-5 3 4 16,-10 3-2-16,-12 5 1 16,-10 4-2-16,-5 2-1 15,-2 0-3-15,1 1-6 16,0 12 10-16,2 0 3 15,0 3 1-15,0-5-3 16,0-2 2-16,4-4 0 16,2-3 1-16,6-2-3 0,4 0 4 15,1 0-5 1,-3 0-3-16,-8 0 1 0,-14-7-83 16,0-6-98-16,-43-4-155 15,-29-5-94-15</inkml:trace>
  <inkml:trace contextRef="#ctx0" brushRef="#br0" timeOffset="45297.08">13491 5188 874 0,'0'0'7'0,"0"0"-5"0,-83-4 77 0,83 4 0 0,0 0-57 0,30-4-20 16,19 0-2-16,19-8-96 15,14-6-389-15</inkml:trace>
  <inkml:trace contextRef="#ctx0" brushRef="#br0" timeOffset="45481.94">14358 5048 1037 0,'0'0'7'0,"0"0"109"15,0 0 69-15,0 0-100 0,0 0-16 16,0 0-69 0,0-43-11-16,0 47-29 15,0 6-153-15,0 1-279 16</inkml:trace>
  <inkml:trace contextRef="#ctx0" brushRef="#br0" timeOffset="49496.52">7743 6611 419 0,'0'0'45'0,"0"0"-38"0,0 0 77 0,0 0-10 16,0 0-25-16,0 0-8 0,4-8 17 0,-4 8 6 0,0 0-4 16,0 0 3-16,0 0-3 15,0 0 1-15,0 0-27 16,0 0-11-16,0 0-16 16,0 0-1-16,0 14 3 15,0 5 22-15,0 4 11 16,0 4 28-16,0 4-26 15,0 6-22-15,0 7 15 16,-10 11 0-16,-4 8-17 16,-2 12 8-16,-1 8-1 0,-2 2-4 15,4-4-7 1,2-4-3-16,5-3-9 0,4-4 1 16,1-6 0-16,1-9-3 15,2-6-2-15,0-4 3 16,0-11-2-16,12-6 1 15,2-3-2-15,11-4-4 16,10-1 4-16,8-4 9 16,6-6-7-16,6-6 6 15,8 0-3-15,4-4-4 16,4 0 1-16,0 2-2 16,-9 0 0-16,-8 1-2 15,-12 1-1-15,-12-1 2 16,-13-2 0-16,-12 1-1 15,-2-2 2-15,-3 0 3 0,0 0 3 16,0 0 0 0,0 0-1-16,0 0-5 0,0 0-28 15,0 0-45-15,0 0-86 16,0-9-55-16,0-4-18 16,0 1-85-16</inkml:trace>
  <inkml:trace contextRef="#ctx0" brushRef="#br0" timeOffset="49924.45">8393 7619 194 0,'0'0'687'0,"0"0"-679"0,0 0 145 0,0 0-14 0,0 0-56 0,0 0-25 16,-15-5 11-16,15 5 9 16,-1 0-30-16,1 0 7 15,0 0-14-15,0 0-18 16,0 0-16-16,0 8-5 16,4 11 7-16,14 5 9 15,0 2-6-15,6 1-3 16,0 0-4-16,-2 2-5 15,-2-3 3-15,-3 0-2 16,-9-3 0-16,0-5 2 0,-8-2 1 16,0-2-3-1,-8 5 6-15,-25 1 23 16,-14 2 2-16,-7 2-17 0,-3-1-11 16,5-2-4-16,10-3-4 15,11-2-7-15,13-6-62 16,12-5-123-16,6-4-188 15,0-1-337-15</inkml:trace>
  <inkml:trace contextRef="#ctx0" brushRef="#br0" timeOffset="50976.31">9639 7466 819 0,'0'0'14'0,"0"0"31"0,0 0 110 0,0 0-73 0,0 0-30 0,0 0-40 16,-18-19-2-16,18 38-10 15,-3 11 4-15,0 10 15 16,-1 6 31-16,-4 4 2 15,-1 0-6-15,5-2-17 16,-1-3-19-16,4-6-7 16,1-7 2-16,0-10-4 15,0-8-1 1,0-8 0-16,0-1 3 0,0-5-3 16,0 0 8-16,0 0 9 0,-2-8 24 15,-1-14 20 1,-1-11-57-16,1-9-1 15,1-10-3-15,2-6-2 16,0-3 2 0,0 1-2-16,0 7 2 0,2 13 1 0,-1 9 1 15,1 11-1-15,-2 8 1 16,0 10 28-16,0 2-1 16,0 0-29-16,6 6-8 15,0 18-12-15,7 11 20 16,1 8 0-16,2 0 0 15,-1 3 0-15,6-3 0 16,-3-3 0-16,7-8 0 16,-1-7 0-16,1-7-1 15,2-9 1-15,-2-7 0 16,3-2 0-16,3-2 4 0,3-17 3 16,2-5-5-16,-6-8 3 15,-2-5 1-15,-4-7-4 16,-3-3 2-1,-3 5-3-15,-6 8 1 16,-6 13-1-16,-3 11 1 0,-3 9 2 16,0 1-1-16,0 0-3 15,0 18-15-15,-2 12 9 16,-8 12 6-16,-1 6 8 16,-1 3-2-16,2 2-1 15,1 0-2-15,3-3 1 16,3-6-3-16,3-6-2 15,0-8 1-15,0-10-2 0,0-7 0 16,0-8 2-16,3-3-10 16,7-2-53-16,13 0-184 15,8-19-18-15,5-11-227 16</inkml:trace>
  <inkml:trace contextRef="#ctx0" brushRef="#br0" timeOffset="51423.23">10445 7504 1073 0,'0'0'4'0,"0"0"152"0,0 0-42 0,0 0-78 0,0 0-25 0,0 0-11 0,-17-4 0 15,13 26 0-15,1 9 20 16,-2 4 11-16,-4 6 14 15,-3 6 2-15,-7 2 6 16,0 3-27-16,1-3-2 16,-2-4 4-16,5-6-12 15,2-5-6-15,4-9-1 16,6-9 1-16,3-6-6 16,0-6-4-16,0-4 1 15,25 0 0-15,14 0 4 16,15 0 7-16,13-13-5 0,2 2-5 15,-7 2-1 1,-11 1-2-16,-12 3 0 0,-14 4 1 16,-11-2-1-16,-11 1 1 15,-3 2 0-15,0 0 8 16,0 0-2 0,0 0 0-16,0 0-6 0,0 0-1 15,0 0-27-15,-6 0-126 16,-15 0-113-16,0 0-43 15,-8 9-169-15</inkml:trace>
  <inkml:trace contextRef="#ctx0" brushRef="#br0" timeOffset="52268.57">11089 7091 984 0,'0'0'2'0,"0"0"68"0,-67-80 58 0,42 54-48 15,-7 2-11-15,-7-2-44 0,-8 5 19 0,-16-1-25 16,-13 5 5 0,-20 1-1-16,-12 4-10 0,-12 0 30 15,-8 4-26-15,-6 3 6 16,-11 5 2-16,-7 0-9 15,-2 3-2-15,-1 17 8 16,6 7-9-16,16 8-6 16,15 13-2-16,17 10-5 15,11 10 2-15,11 7-2 16,14 5 0-16,11 8-2 0,15 9 2 16,15 3-2-1,9-2 2-15,11 1 0 0,4-4 0 16,7-5 0-16,15-5 0 15,11-1 0-15,5-3-3 16,7-2 1-16,5-1-1 16,13-6 2-16,1-3 0 15,9-2 1-15,14-3 4 16,15-2-3-16,12-7 3 16,14-7-4-16,11-8-3 15,1-12 3-15,4-10 0 16,-1-7 3-16,6-6 3 15,3-5-2-15,3 0-2 16,3-11-1-16,-4-18 0 0,-5-12-1 16,-8-14 0-16,-4-14 0 15,-9-14 1-15,-7-16 5 16,-6-18-5-16,-14-10 7 16,-13-13-2-16,-18-3-2 15,-22 2-2-15,-28 2 3 16,-20 8 10-16,-26 11-7 15,-33 8 5-15,-25 11 26 16,-23 9-5-16,-26 10-30 16,-26 12-2-16,-34 19-1 15,-30 16 0-15,-17 27 1 16,-10 14-2-16,2 44-8 0,21 26-40 16,23 20-147-16,44 2-158 15,39-8-449-15</inkml:trace>
  <inkml:trace contextRef="#ctx0" brushRef="#br0" timeOffset="114858.13">4305 8721 543 0,'0'0'421'0,"0"0"-414"0,0 0-2 0,0 0 117 0,0 0-5 0,0 0-66 0,0 0-22 0,0-10-5 0,0 10 4 0,0 0-8 0,0 0-4 0,0 11 5 0,3 9 63 0,-3 6-52 0,2 1 4 16,-2 9 5-16,0 1-15 16,0 5-3-16,0 5-11 0,0 9-5 15,-6 3-3-15,-7 10 17 16,-4 11 0-16,-2 13 7 15,-5 12-4-15,6 9-8 16,-6 7-2-16,3 5-1 16,-3 8 0-16,2 2-2 15,-5 3 2-15,5 6-3 16,-2 9-2-16,3 5 0 16,0 6-3-16,-1-3-2 15,2-2 2-15,2 0 0 16,2-1-3-16,-2 3 1 15,4-5 0-15,1 4 0 0,1-10-2 16,2-5 1-16,4-8 0 16,0-5-2-16,1-1 1 15,2-6 0-15,2-2 2 16,1-3-2-16,-2-6-1 16,2-6 0-16,0-10 2 15,0-1-1-15,0-11-1 16,0-5 1-16,0-3-1 15,0-8 0-15,0-3 0 16,3-8 0-16,0 2 1 0,0-9-1 16,-1-7 0-1,-1-7-1-15,-1-10 1 0,0-7 0 16,0-2 1-16,0-8-1 16,0-5 1-16,0-3-1 15,0-1 0-15,0-2 1 16,0-1-1-16,0 0 0 15,0 0 1-15,0 0-1 16,0 0 0-16,0 0 0 16,0 0-4-16,0-4-39 15,0-13-106-15,5-14-183 16,8-15-96-16</inkml:trace>
  <inkml:trace contextRef="#ctx0" brushRef="#br0" timeOffset="115673.75">4203 10743 512 0,'0'0'23'0,"0"0"-15"0,0 0 106 0,0 0-41 0,0 0-11 0,0 0 87 0,0 0-76 0,-77-2 1 16,76 2 31-16,1-1-23 16,0-1-29-16,0 2 1 15,0 0 7-15,0 0-17 16,1 0-32-16,28 0-10 0,21 0 6 15,22-2 15 1,17-3-9-16,10 0-9 0,10 0-1 16,-5 2-4-16,-5 3-1 15,-16 0 0-15,-17 0-1 16,-21 0 2-16,-18 0-2 16,-16 0 2-16,-9 0-12 15,-2 0-73-15,0 0-70 16,-7 0-72-16,-8 0-120 15</inkml:trace>
  <inkml:trace contextRef="#ctx0" brushRef="#br0" timeOffset="115989.62">4905 10484 734 0,'0'0'30'0,"0"0"87"16,0 0 14-16,0 0-91 16,0 0-35-16,0 0 4 15,-6-10-2-15,8 24 38 16,7 4 53-16,7 1-22 0,5 5-39 16,0 2 16-16,4 6-15 15,-6 5 7-15,-8 6-8 16,-11 7-14-16,0 0-6 15,-31 6-12-15,-13-6-1 16,-8 0-4-16,0-6-24 16,7-12-310-16,6-4-410 15</inkml:trace>
  <inkml:trace contextRef="#ctx0" brushRef="#br0" timeOffset="117731.09">16083 5445 42 0,'0'0'148'0,"0"0"-184"0,0 0 72 0,0 0-9 0,0 0-25 0,-8-80 24 0,8 68 18 16,-1 0-16-16,-1 2 33 16,2 0 5-16,-1 5 21 15,-4-1 2-15,5 5-25 16,-1-1 11-16,-1-1 8 16,2 3 9-16,-1-1 15 15,1-1-8-15,0 1-8 16,0-1-26-16,0 1-8 15,1 0-18-15,22-1-22 0,15-2 24 16,15-2 12-16,11 2-20 16,9-2-7-16,2 2-3 15,3 0-8-15,-1 2-6 16,-3-1-4-16,-4 3-4 16,-5 0 0-16,-7 0 0 15,-13 0 1-15,-17 0-2 16,-13 0-1-16,-9 0 1 15,-6 0 0-15,0 0 0 16,0 0 5-16,0 0-5 16,0-2-12-16,0-6-175 15,0-4 23-15,0 0-94 0,-6-4-134 16</inkml:trace>
  <inkml:trace contextRef="#ctx0" brushRef="#br0" timeOffset="117979.61">16851 5076 655 0,'0'0'66'16,"0"0"48"-16,0 0-23 15,0 0-49-15,0 0 63 16,0 0 19-16,70 29-42 16,-50-11-26-16,-3 7-14 15,-6 5 0-15,-2-1 6 0,-7 5-14 16,-2-3-3-16,-7 3 5 15,-16-4-2 1,-9 1-9-16,-5-6-14 0,-2 6-11 16,0-7-1-1,2-2-23-15,6-9-311 0,4-9-715 16</inkml:trace>
  <inkml:trace contextRef="#ctx0" brushRef="#br0" timeOffset="118649.92">18310 5243 868 0,'0'0'177'0,"0"0"-169"0,0 0 253 0,0 0-87 0,0 0-101 0,0 0-31 15,-15-59-25-15,14 65-17 16,-2 21 1-16,-2 7 10 16,-1 15 48-16,1 4-16 15,-3 10-1-15,0 6-20 16,-2 7-6-16,0-3-10 15,1-2 0-15,-1-2-4 16,3-8-2-16,3-6 0 16,2-10 0-16,-1-8-3 15,3-13 2-15,0-10 1 16,0-7-6-16,0-7-37 16,-1 0-120-16,1-27-53 15,0-22-191-15,1-24-364 0</inkml:trace>
  <inkml:trace contextRef="#ctx0" brushRef="#br0" timeOffset="119251.81">18339 5190 145 0,'0'0'730'0,"22"-79"-691"0,-1 52 159 16,2 7-70-16,7 9-98 16,2 8 14-16,0 3-1 15,-3 0-2-15,-9 13-27 16,-6 9-2-16,-11 9 7 15,-3 5-1-15,-9 0 5 16,-18 3-1-16,-6-5-4 16,4-1-7-16,5-7-8 15,9-7-3-15,8-5-1 16,5-4 0-16,2-4-8 0,0-3 5 16,11-3 4-16,14 0 7 15,11-6-1-15,13-12-3 16,4-4 0-16,7-4-3 15,0-2 0-15,-5-3 0 16,0-3 0-16,-9 0 1 16,-5-3-1-16,-8 2 1 15,-8-2 1-15,-10 9 2 16,-5 1-4-16,-5 10 5 16,-5 4-2-16,0 5 4 0,0 5-1 15,0 3 3 1,0 0-9-16,0 0-2 0,-12 5-14 15,2 8 15-15,-1 4-3 16,8-5 3-16,3 5-7 16,0 3 8-16,2-2 1 15,13 3-1-15,2-1 0 16,0-2-1-16,-2 1-1 16,0-1 2-16,-7-4 1 15,3 1-1-15,-5 0 0 16,-1-2 0-16,-2-2 0 15,2 0 0-15,0-2 0 16,-1 3 1-16,2 0-1 16,4-4-1-16,4-2-36 15,8-2-88-15,10-4-21 0,4 0-37 16,4-7-14-16,2-16-118 16,0-1-28-16</inkml:trace>
  <inkml:trace contextRef="#ctx0" brushRef="#br0" timeOffset="120091.77">19420 5160 86 0,'0'0'294'0,"0"0"-106"0,0 0-18 0,0 0 19 0,0 0-45 0,0 0-55 0,-6-49-60 0,-15 66-17 15,-1 1 30-15,0 2 1 16,11-2 1-16,7 3-14 16,4-3-9-1,0 1-4-15,10-2-14 0,18-4 3 16,11-1 5-16,4-10-4 15,4-2 2-15,-3 0-6 0,-5-2-2 16,-6-18 0-16,-8-6 5 16,-8-11 2-1,-7-1-3-15,-10-2 3 16,0 6-1-16,-25 8 3 0,-13 8 21 16,-3 9-27-16,-1 9 1 15,2 0-5-15,4 16-1 16,9 8-3-16,5 4-4 15,7-1 7-15,11 2-2 16,4-1-3-16,14-5-2 16,13 1-4-1,7-8-51-15,7-6-44 0,4-5-10 16,5-5-59-16,5 0 24 16,4-21 12-16,-4-9-57 0,-4-15 143 15,-10-16 49-15,-11-9 5 16,-10-12 95-16,-6-4 74 15,-6 7-11-15,-4 9-68 16,-4 14 65 0,0 22-29-16,0 15-44 0,0 12 39 15,0 7-69-15,-4 10-52 16,-4 22-3-16,-3 16 3 16,5 4 3-16,1 7-2 15,5 1 3-15,0-4-2 16,0 0-1-16,0-1-1 15,0-10 0-15,8-3-1 16,-1-9 1-16,0-11 0 16,-4-10 0-16,0-9-1 0,-1-3 2 15,1 0 1-15,3-7 19 16,7-14-4-16,2-11-17 16,6-1 1-16,-1-2 0 15,0 4 1-15,1 8-2 16,-4 2 2-16,-1 11 3 15,1 5 0-15,0 5 0 16,9 0-4-16,0 8-1 16,-3 14-1-16,1 5-1 15,-5 6 2-15,-8-1-2 16,-5-2 2-16,-6-1 0 16,0-5 1-16,-17-4 3 0,-13-4-1 15,-6-3 5-15,0-8 0 16,-3-5-4-16,3 0-2 15,1-3 1-15,10-15-3 16,6-3-1-16,11-10-56 16,8-9-150-16,8-3-83 15,19 1-290-15</inkml:trace>
  <inkml:trace contextRef="#ctx0" brushRef="#br0" timeOffset="121252.34">20594 5184 795 0,'0'0'38'0,"0"0"111"0,0 0-12 0,0 0-95 0,0 0-18 0,0 0 11 0,60-65 27 16,-60 40-32-16,-2-5 47 15,-17 5-42-15,-6 1-30 16,0 8 11-16,0 9 13 16,-5 7-13-16,2 0-7 15,-2 3-4-15,5 17-5 16,4 1 0-16,8 2-3 0,3 3 2 16,8-2 1-1,2-4-4-15,0-3 4 16,12-3-2-16,6-6 1 0,6-4 1 15,1-4 1-15,2 0 2 16,-5-15-2-16,-4-3 1 16,-3-4 5-16,-5 6-6 15,-5 0 7-15,-4 10 0 16,-1 3 2-16,0 3 10 16,0 8-20-16,-9 14-7 15,-5 6 7-15,6 1 9 16,4-2-3-16,4-2-3 0,0-2-1 15,12-5-2-15,8-2 1 16,7-4 5-16,8-10-4 16,2-2 5-16,4-2 2 15,0-22-3-15,-4-13-4 16,-2-14 0-16,-4-15 5 16,-3-11-7-16,-4-8 0 15,-7-4 1-15,-7 9-5 16,-7 14 8-1,-3 17-3-15,0 24 2 0,0 17-1 16,-11 8-2-16,-2 24-16 16,-4 17 10-16,0 14 3 15,5 1 2-15,3 5-1 0,6-2 3 16,2 4-2 0,1-3 1-16,0-2-1 0,0-6 1 15,-2-13 0-15,0-3 0 16,1-16-1-16,1-7 0 15,0-7 1-15,0-6 0 16,0 0 7-16,3-16 13 16,13-10-17-16,1-11-3 15,7 2 1-15,1 0-1 16,-3 8 0-16,-4 6-1 16,-2 7 2-16,3 8-2 15,0 5 0-15,3 1-4 16,4 7-3-16,-1 18 7 0,-1 5 1 15,-6 1-1-15,-3 0 0 16,-12-2 0-16,-3-3 1 16,0-3 0-16,-14-5 0 15,-14-4 1-15,-6-2 5 16,-5-7 1-16,5-5-3 16,5 0 0-16,11 0-1 15,9-14 6-15,7-9 2 16,2-7-11-16,17-6-13 15,16 0 5-15,9 3-8 16,3 7 2-16,-2 6 6 16,-5 5 6-16,-5 4 0 0,-1 4 1 15,-4 0 0 1,-5 2 1-16,0 1 0 16,-6 3 1-16,-8 1-1 15,-3 0-1-15,-5 0-4 0,1 17-4 16,-1 4 9-16,-1 4 7 15,0 0-3-15,0-2 3 16,0-1-4-16,0-5-2 16,0-2-1-16,0-8 0 15,0 0-3-15,0-4-3 16,0-3-100-16,0-2-95 16,0-18-55-16,0-8-225 0</inkml:trace>
  <inkml:trace contextRef="#ctx0" brushRef="#br0" timeOffset="121542.98">21300 4850 671 0,'0'0'65'0,"0"0"66"0,0 0-41 0,0 0-78 0,0 0-12 16,0 0-1-16,0 0 1 16,-32 38 2-16,32-19-2 15,0-3 1-15,4 0 0 16,3-4 1-16,7-4-2 15,-1-7 2-15,1-1-2 16,-3 0 0-16,1-16 0 16,-6-6 1-16,2-7-1 15,-6-1 2-15,-2 1 1 16,0 1 1-16,0 4 3 16,0 6 10-16,0 2-8 0,-7 10-4 15,0 2-5-15,-2 4-13 16,-1 0-98-16,4 1-157 15</inkml:trace>
  <inkml:trace contextRef="#ctx0" brushRef="#br0" timeOffset="122766.55">21701 4474 1045 0,'0'0'11'0,"0"0"74"0,0 0 57 16,0 0-137-16,0 0-4 16,-46 83 5-16,39-18 15 15,4 3 9-15,0 3 0 16,3-4-7-16,0 0-14 16,0-5-4-16,6-4-1 15,13-5-4-15,2-10 1 16,7-8 0-16,-2-13-1 15,-4-10 1-15,1-12 0 16,0 0 3-16,1-21-2 16,0-13 4-16,0-6-4 15,-5-3-1-15,-1 0 6 16,-6 4-5-16,-4 13 5 0,-3 6-4 16,-3 12 14-16,-2 8 37 15,0 0-52-15,0 18-2 16,-12 17-2-16,2 4 2 15,2 5 0-15,2-2 0 16,6-5-1-16,0-1 1 16,0-9-1-16,6-7 0 15,11-7 1-15,3-5 0 16,3-8 7-16,9 0-5 16,-2-8 3-16,2-14-3 15,1-6 3-15,-4-8-5 0,6-4 0 16,-2-9-1-16,-1-8 1 15,-2-5-1-15,0-4-4 16,-5-6 5-16,-9-6-5 16,-9 5-1-16,-5 5 5 15,-2 13 0-15,-5 14 1 16,-10 13 2-16,0 9-2 16,8 11 1-16,-5 8-1 15,-9 6-4-15,2 25-7 16,-3 17 9-16,3 12 2 15,12 15 1-15,7 3 2 16,0 1-2-16,0-7 0 16,10 3 2-16,11-5 0 15,0-6-3-15,4-8 1 0,4-9-1 16,1-9-3 0,-1-11 3-16,0-9 0 0,-1-11 0 15,2-7 6-15,-3 0-3 16,2-14 4-16,1-11-5 15,-6-12 1-15,-3-5-1 16,0-5-2-16,-7-2 1 16,-4 6-1-16,-9 7 1 15,-1 11 0-15,0 11 2 16,0 8 2-16,0 6 0 16,-4 0-5-16,-9 16-14 15,-4 10 12-15,1 7 2 0,2-1-1 16,7 3 1-1,7-1-1-15,0-3-2 0,0-2 3 16,10-8-1-16,5-1 0 16,7-8 1-16,7-4 1 15,2-6 1-15,8-2 2 16,-3-7-2-16,5-18 2 16,-3-2-3-16,-5-6-1 15,-5-7 0-15,-7-5 2 16,-11-2 0-16,-1-2 0 15,-7 5-1-15,1 12 2 16,-3 9 2-16,0 10 2 16,0 7 15-16,0 6 0 0,0 0-22 15,1 9-19 1,7 13 6-16,1 14 13 16,3 0 0-16,4 2 2 0,2 0-2 15,3 0 0-15,1 0 0 16,-5-4 1-16,-3-5-1 15,-9-7 2-15,-5-8-3 16,0-4 1-16,-8-6 0 16,-15-3 4-16,-7-1 0 15,-6 0-4-15,-5-10-77 16,-8-7-144-16,0-13-64 16,-6-7-232-16</inkml:trace>
  <inkml:trace contextRef="#ctx0" brushRef="#br0" timeOffset="122904.24">22356 4696 830 0,'0'0'28'0,"0"0"-2"0,127-31 81 0,-72 25-52 15,0 2-28-15,-13-2-24 0,-7-1-3 0,-15-3-10 0,-15-6-335 16</inkml:trace>
  <inkml:trace contextRef="#ctx0" brushRef="#br0" timeOffset="123072.1">21798 4417 1166 0,'0'0'9'0,"0"0"191"16,0 0-163-16,0 0-37 15,0 0-23-15,0 0-292 16</inkml:trace>
  <inkml:trace contextRef="#ctx0" brushRef="#br0" timeOffset="179680.7">20827 4021 529 0,'0'0'82'0,"0"0"-71"0,0 0 101 16,0 0-55-16,0 0-7 0,0 0-17 0,-98-15-2 0,47 13 34 15,-10 0-2-15,-12-2-22 0,-9-2 12 16,-9 5-6-16,-12-1-7 16,-11 2-3-16,-5 0-4 15,-12 0 2-15,4 2-13 16,-3 10 5-16,2 5-8 15,-1 4-9-15,-2 8-3 16,4 2-5-16,5 2-1 16,1 3 0-16,2-1-1 15,5 6 1-15,-1-2 0 16,5 2-1-16,7 0 2 16,5 1-1-16,7-3 1 15,9 1-2-15,8 1-5 0,10 2 3 16,9 1 1-1,2 5-1-15,11 3 1 0,1 9 0 16,8 1-3-16,6 1 3 16,4-2 1-16,5 3-1 15,4 6 1-15,8 4-2 16,-1-3 2-16,3-3 0 16,1-7 0-16,3-8-1 15,0-2 1-15,0 1 0 16,0-2 0-16,11-5-2 15,3-2 2-15,8-4-1 16,3-2 1-16,8 0 0 16,6-2 0-16,6 3 1 15,9 1 1-15,8 9 0 16,14 10-2-16,10 20 0 16,6 13 3-16,6 4-2 0,1-6-1 15,-2-23 0-15,-6-10 1 16,1-12 1-16,-5-7 0 15,-6-8 0-15,1-8 18 16,-4-15-1-16,6-6-4 16,10 0 35-16,9-6-31 15,11-8-13-15,10 6 6 16,6 2-2-16,3 3 10 16,2 3 13-16,3 0-8 15,-5 0-16-15,3 0-3 16,-6 0 0-16,-3 6 1 0,-2 2-5 15,-3 15 17-15,-1 0-18 16,0-2 9-16,0-7-9 16,-2-11 5-16,-4-3-4 15,-3 0 0-15,-4 0-1 16,2 0 3-16,-3 0-3 16,2-9 2-16,1-4-3 15,-5-3-1-15,-2-2-6 16,-3-2 7-16,-5 0-2 15,-4 0-2-15,-7 2 1 16,-2 1 3-16,-6-3-1 16,-1 0 1-16,-2 0 2 0,1-3 0 15,3-3-1 1,4 4-1-16,-1-5 0 0,-4 0 1 16,-6 0-2-16,-10-1 0 15,-5-1 0-15,-3-1 0 16,-6-1 1-16,-5-2 0 15,-4-5 0-15,-8-4 0 16,-6-7 0-16,1-6 0 16,-6-3-1-16,0-3 1 15,-2 0 1-15,-5 1 0 16,-4-2-1-16,-1 1 1 16,-6-1 0-16,0-1 0 15,0 1-1-15,-7-1 2 16,-4-4 1-16,-1 3-2 15,-3-3 2-15,0 4-1 16,-6 3 1-16,-2 1 2 0,-4 0-3 16,-6-1 1-16,-5-3-1 15,-5-2 3-15,-5 8-1 16,-2 2 0-16,0 4-3 16,0 3 0-16,3 5 0 15,3 1 0-15,5 4 3 16,2 3-3-16,1 6 0 15,-3 4 1-15,3 0-3 16,2 4 2-16,-3 0-2 16,-5 2 0-16,-1 1 1 15,-11-1 1-15,3 0-1 16,-9-2 1-16,1 3-1 16,-1-3 1-16,-1 3-1 15,-2 0 1-15,-2 1-1 16,-5 1 2-16,0 1 1 15,-1 2 0-15,6 1 0 16,0 0 0-16,-3 4 0 0,1-1-2 16,-8 3 1-16,-4 0-2 15,-2 2-2-15,-5-1 1 16,-8 2-1-16,-12 3 0 16,-16-3 0-16,-10 2 1 15,-5-3-12-15,-2-4-59 16,10 0-97-16,6 0-32 15,19-5-113-15,13-1-400 16</inkml:trace>
  <inkml:trace contextRef="#ctx0" brushRef="#br0" timeOffset="182306.83">22562 7669 568 0,'0'0'157'0,"0"0"-98"0,0 0 66 0,0 0-28 0,0 0-47 0,0 0-5 16,0 0-17-16,0 0-5 15,0 0 3-15,3 0-15 0,8 0 20 16,6 0 16 0,5-6 2-16,4-6-36 0,1-5-5 15,-2-4-8-15,-4-6 2 16,-6-3-1-16,-6-1 1 16,-9 5-2-16,0 6 7 15,-4 4 0-15,-20 6 14 16,-3 6-19-16,-12 4-2 15,-1 3-2-15,-6 19 1 16,7 4-1-16,3 9 2 16,5-1-3-16,7 3 1 15,9-4-1-15,6-3 1 16,9-5-3-16,0-3 1 16,15-8-3-16,12-4-5 0,6-7 2 15,1-3-1-15,6-5 11 16,5-13 1-16,-5-6 2 15,-4-1-1-15,-6 1 2 16,-6 4-2-16,-12 9 8 16,-5 5 18-16,-7 6 25 15,0 0-4-15,0 0-47 16,0 25-2-16,-15 18-4 16,-8 19 4-16,-7 18 8 15,-6 16-4-15,-6 20-3 0,-3 12 1 16,0 2-2-1,5-2 0-15,6-16-1 0,10-18-3 16,12-19 4-16,11-18-5 16,1-20 2-1,8-13-2-15,21-16-4 0,7-8 3 16,9-8 5-16,8-25 1 16,1-9-1-16,-3-11 1 15,-7-10 0-15,-14-6 5 16,-15-5-4-16,-12-3 5 15,-3 0 4-15,-15 7 3 16,-16 7-8-16,-8 9 20 16,-4 13-12-16,2 8-11 15,6 11 13-15,6 5-6 16,10 9-5-16,8 0-4 0,7 8-4 16,4-2-5-16,0 2-66 15,1-5-65-15,24-2-68 16,12-7 39-16,8-5-18 15,10-11-109-15,-3-3-126 16</inkml:trace>
  <inkml:trace contextRef="#ctx0" brushRef="#br0" timeOffset="183556.8">22914 7668 624 0,'0'0'149'0,"0"0"-46"0,0 0 64 0,0 0-49 0,0 0-36 0,0 0-76 0,-3-41-6 0,-1 61-20 15,-1 5 20-15,0 5 1 16,5-4 0-16,0-3-1 16,2-3 0-16,13-3-3 0,5-8 2 15,8-4 1-15,2-5 0 16,4-2 0 0,-3-17 0-16,-1-8-1 0,-9-5 1 15,-6-2 3-15,-7 1-1 16,-5 7 9-16,-3 10-4 15,0 6 31-15,0 6 7 16,0 4-9-16,0 0-34 16,-2 8-2-16,-7 14-16 15,3 8 15-15,-3-1 2 16,9 1-2-16,0-5 1 16,3-7-1-16,14 0 1 0,8-8-5 15,2-6 2-15,7-4-7 16,7 0 5-16,8-16 2 15,-3-7-6-15,0-6 6 16,-2-3 2-16,-7-4-3 16,-7 3 4-16,-8 5 2 15,-14 7 1-15,-8 7 8 16,0 6 6-16,0 4 10 16,-3 4-16-16,-10 0-6 15,-4 0-5-15,-6 4-3 16,2 13 1-16,-3 3 2 15,7 3 0-15,2-1-2 16,1-1 0-16,8-2 0 0,6-3 0 16,0-4-2-1,5-5-2-15,13-1 6 0,5-6-10 16,9 0 7 0,2-2 1-16,2-10-9 0,-5-5 2 15,-4-3 3-15,-2 0 4 16,-6 0 1-16,-6 3 1 15,-7 5 1-15,-3 4 5 16,-3 6 4-16,0 1 3 16,0 1 5-16,0 0-18 15,-9 7-9-15,-6 9 5 16,0 4 4-16,6-1 0 16,9-5-1-16,0-3 1 15,0-1-2-15,4-4-2 16,15-3-3-16,7-3 4 15,10 0-5-15,6-9 0 16,6-7 4-16,-2 1-1 0,-1-2 2 16,-12 2 3-1,-13 7-1-15,-12 4 2 16,-7 4 1-16,-1 0 8 16,0 0 6-16,0 0-16 15,-9 10-2-15,-8 7-4 0,1 4 6 16,0-2 0-16,7-5 0 15,5-3 0-15,2-3-1 16,2-4 0-16,0-4-5 16,2 0 1-16,18 0 4 15,5-7 1-15,4-9 4 16,1-6-2-16,3 0-2 16,-3-3 0-16,-3 5 1 15,-8 6-1-15,-8 7 0 0,-8 7 0 16,-3 0 0-16,0 14-4 15,0 16 4-15,-2 4 2 16,-4-2-2-16,3-2 3 16,3-5-3-16,0-7 0 15,15-7 0-15,4-6 0 16,4-5 3-16,3 0-2 16,7-22 1-16,2-3 1 0,5-9-1 15,-1-7-2 1,-1-6 3-16,-5-8-2 15,-6-4-1-15,-1-4 0 0,-4 4 0 16,-4 11-5-16,-11 13 4 16,-5 20 1-16,-2 10 5 15,0 5 17-15,-2 10-22 16,-15 22-17-16,-2 11 17 16,-3 7 6-16,7-1-6 15,3 1-1-15,3-4 0 16,0-1 0-16,-2-4-3 15,0-7-84-15,-4-7-190 0,0-12-148 16</inkml:trace>
  <inkml:trace contextRef="#ctx0" brushRef="#br0" timeOffset="183794.99">24335 7557 1054 0,'0'0'0'0,"0"0"48"0,0 0-2 0,107-32-46 0,-73 32 0 0,-5 0-1 0,-13 8 0 0,-8 8-2 0,-3 0 3 0,-5 5 11 16,0-1 2-16,0-1-1 16,-10 0-8-16,0-2-2 15,-2-2-2-15,-2 0-2 16,4-10-150-16,4-5-201 0</inkml:trace>
  <inkml:trace contextRef="#ctx0" brushRef="#br0" timeOffset="183916.99">24636 7361 924 0,'0'0'25'15,"0"0"42"-15,0 0-67 16,0 0-30-16,0 0-187 15,0 0-232-15</inkml:trace>
  <inkml:trace contextRef="#ctx0" brushRef="#br0" timeOffset="184138.8">24909 7186 883 0,'0'0'37'0,"0"0"-30"15,0 0 9-15,-42 88 68 16,27-36-33-16,-4 7-13 16,5 3-10-16,0-5-11 15,2-4-16-15,1-8-2 16,4-12 0-16,2-7-9 16,2-8-139-16,-1-12-159 0</inkml:trace>
  <inkml:trace contextRef="#ctx0" brushRef="#br0" timeOffset="184277.71">24797 7481 727 0,'0'0'366'15,"0"0"-363"-15,0 0 89 16,85-68-65-16,-44 60-27 16,5 4-9-16,3 4-27 15,0 0-93-15,-4 6-26 16,-6 8-219-16</inkml:trace>
  <inkml:trace contextRef="#ctx0" brushRef="#br0" timeOffset="185683.86">25255 7565 584 0,'0'0'115'0,"0"0"-23"16,0 0 66-16,0 0-62 16,0 0-70-16,0 0-12 15,44-9 9-15,-33-4-14 16,-6-1 14-16,-5-2 22 15,0 3-13-15,-2 3 5 16,-15 2-15-16,-5 6-13 16,-7 2 0-16,-3 0-3 15,-1 14-3-15,4 8-3 16,8 1-1-16,5 1-2 16,8-1 1-16,5-2 0 15,3-4-1-15,0-3-8 0,21-5-17 16,4-7-18-16,6-2 20 15,7 0-7-15,-1-14 22 16,-2-3-2-16,-7-1 13 16,-9 3 1-16,-8 4 0 15,-11 4 9-15,0 5 76 16,0 2-15-16,0 0-60 16,-14 13-11-16,-2 5-4 15,1 4 4-15,2-2 0 16,11-3 0-16,2-3-1 0,0-4 0 15,0-4-2 1,13-6 2-16,10 0 1 16,8-6-1-16,8-16 1 15,-6-6-21-15,-4-2-18 0,-3-13 22 16,-2-6-3-16,-3-11 20 16,-3-5 0-1,0 0 4-15,-6 11-2 0,-4 8 6 16,-3 18 12-16,-5 13 4 15,0 9 26-15,0 6-20 16,0 14-30-16,-8 20-21 16,-5 14 21-16,2 5 3 15,2 8-3-15,4-6-1 0,3-2 1 16,2-4 0 0,2-8 0-16,15-10 0 15,3-11-2-15,-2-9-2 16,1-10-3-16,5-1-9 0,0-12 3 15,6-13 9-15,-2-10-2 16,-1-4 5-16,-6-3-1 16,-3 3 4-1,-2 7-1-15,-5 5 3 0,-5 11 5 16,-2 7 11-16,-4 6 11 16,0 3-16-16,0 4-15 15,0 14-20-15,0 7 19 0,0 4 2 16,3-1 0-1,0-4-1-15,1-4 0 16,1-7 0-16,1-5 0 16,0-4 0-16,3-4 2 0,1 0-1 15,7-5 3-15,2-13-1 16,2-8-2 0,-3-2 0-16,0-1-1 0,-2 2 0 15,-4 5 1-15,-1 7-1 16,-7 5 2-16,0 6-2 15,-4 2 8-15,0 2-8 16,0 2 0-16,0 17-21 16,5 7 21-16,3 5 1 15,-1-2 2-15,3-1-1 16,5-3-2-16,0-5 0 16,2-6 0-16,0-5 0 15,2-6 0-15,3-3 4 0,3 0-2 16,0 0-1-16,-5-15 1 15,-1-5-1 1,-4-6 4-16,0-3-4 0,-1-2 1 16,-3 0-1-16,-3 5 1 15,-5 5-1-15,-3 9 3 16,0 3 0-16,0 5 5 16,0 3-1-16,0 1-3 15,0 0-5-15,0 0-8 16,0 0-3-16,2 3 2 15,2 4 8-15,4 4 1 0,6-3 1 16,7-1 1 0,5-3 1-16,11 0-3 0,6-4 1 15,6 0-1-15,-1 0 0 16,-6-4-1-16,-17-10-1 16,-8-2-14-16,-13 0 8 15,-4 0 8-15,0 4 4 16,-7 3 6-16,-13 5 4 15,-3 4-8-15,-2 1-3 16,2 20 0-16,5 4-2 16,10 4 2-16,8-1 0 15,0 0-1-15,18-2 0 16,9-6 1-16,10-5 0 16,5-9-1-16,-1-5 0 0,0-1 2 15,4 0-4 1,3 0-50-16,-2-7-34 0,-6-6-231 15,-26-9-365-15</inkml:trace>
  <inkml:trace contextRef="#ctx0" brushRef="#br0" timeOffset="185830.51">25446 7192 879 0,'0'0'90'0,"0"0"-53"0,0 0-37 0,0 0 0 0,0 0-23 0,112-17-124 0,-48 9-220 0</inkml:trace>
  <inkml:trace contextRef="#ctx0" brushRef="#br0" timeOffset="185998.56">26335 7094 1022 0,'0'0'14'16,"0"0"159"-16,0 0-146 15,0 0-27-15,0 0-55 16,0 0-142-16,18-3-158 0</inkml:trace>
  <inkml:trace contextRef="#ctx0" brushRef="#br0" timeOffset="187039.34">26741 6569 747 0,'0'0'2'16,"-130"-60"24"-16,33 30 57 15,-22-3 2-15,-30-3 11 16,-20 4-81-16,-26-6 30 16,-13 5 4-1,-15-1 0-15,-18 2 0 0,-6 5-16 16,-8 4-1-16,9 7 7 16,8 8-16-16,5 8 0 0,7 0 2 15,1 24-8-15,4 7-8 16,9 8-1-16,12 11-8 15,10 5-1-15,11 3 0 16,8 4 1-16,11 4-1 16,8 3 1-16,11 2 3 15,9 6-3-15,7 7-2 16,7 5 1-16,4 5-4 16,9 4 5-16,15-2 1 15,11 3-1-15,13-1-2 16,11 0 2-16,10-1 0 15,11-1 0-15,16-4-7 16,9-2 6-16,9 3 1 0,9-4-3 16,27 3 3-1,17-4 1-15,18-7-1 0,20-2 0 16,15-2 0-16,16-2 0 16,14-5 0-16,16-2 1 15,12-6-1 1,15-7 3-16,9-2-3 15,6 3-3-15,6-2 2 0,3-3 1 16,7-9 0-16,2-17 3 16,9-14 0-16,-2-4-3 15,-2-6 2-15,2 2-2 16,3-3 3-16,0 0 4 16,7-10-2-16,3-9 0 15,1-9-5-15,4-1 1 16,-1-4 4-16,-9 4-5 15,-11-1 0-15,-20-3-1 0,-19-3 1 16,-19-8 5-16,-10-12-3 16,-8-7 10-16,-2-9-8 15,-1-6 7-15,-6-3 6 16,-1-2-11-16,-8 3-3 16,-12-1 7-16,-17 0 8 15,-21-3 10-15,-20-5 14 16,-15-7 9-16,-13-9-30 15,-15-11 1-15,-9-10 6 16,-18-7-25-16,-33-2 0 16,-34 4 3-16,-37 5-4 0,-48 12 0 15,-46 10-2 1,-47 12 0-16,-53 13 0 0,-33 15 0 16,-17 11-12-16,19 23-11 15,45 25-127-15,62 6-110 16,58 33-155-16</inkml:trace>
  <inkml:trace contextRef="#ctx0" brushRef="#br0" timeOffset="188015.36">25055 8849 684 0,'0'0'16'0,"0"0"25"0,0 0 195 0,0 0-114 0,0 0-89 0,0 0 25 0,-18-62-35 16,18 63-23-16,0 22 2 15,0 13-2-15,0 17 42 0,6 9 5 16,0 8 22 0,2 12-26-16,-5 12 3 0,0 4-24 15,-3-1-11 1,0-5-5-16,1-9-1 15,-1-11-3-15,0-11-2 16,0-16 0 0,0-14 0-16,0-10-1 0,0-10 1 0,-1-4-2 15,1-7-8 1,0 0-86-16,0-18-18 16,0-16-205-16,3-21-248 0</inkml:trace>
  <inkml:trace contextRef="#ctx0" brushRef="#br0" timeOffset="188309.05">25348 8926 949 0,'0'0'20'0,"0"0"-11"0,0 0 62 15,0 0-51-15,0 0-17 16,0 0 34-16,0 125 47 15,-8-55-8-15,-2 13 28 16,-2 12-70-16,0 7-4 16,0 3 8-16,3-6-21 15,3-10-9-15,3-15-2 16,3-21-2-16,0-19 1 16,0-10-5-16,0-9-2 15,0-8-2-15,0-4 2 16,0-3-15-16,0 0-155 0,-5-1-31 15,-11-16-167-15</inkml:trace>
  <inkml:trace contextRef="#ctx0" brushRef="#br0" timeOffset="188779.3">24647 9835 970 0,'0'0'193'0,"0"0"-185"15,0 0 178-15,0 0-52 0,0 0-83 16,0 0-27-16,-11-34-13 16,11 34-11-16,18 16 1 15,3 11 25-15,12 8 16 16,4 7-18-16,0 5-1 15,3 1-9-15,1-1 1 16,2-4-10-16,-3-3-4 31,-4-8 3-31,-4-11-4 0,-7-5 5 0,-3-6-2 16,-5-6 2-16,3-4 9 16,3 0 23-16,7-20 2 15,4-10-13-15,5-12-10 16,7-10 3-16,-1-9-8 0,4-6-4 15,-1-2-1-15,-9 7 4 16,-8 10-7-16,-7 13-3 16,-11 15 2-16,-5 9-2 15,-5 5 0-15,-2 3-4 16,-1 4-2-16,0 3-24 16,0 0-65-16,0 0-64 15,0 0-155-15,2 6-73 0,2 0-41 16</inkml:trace>
  <inkml:trace contextRef="#ctx0" brushRef="#br0" timeOffset="207776.24">22513 11112 1016 0,'0'0'148'0,"0"0"-145"0,0 0 139 0,0 0 25 0,0 0-127 0,0 0-25 0,0 0-12 0,-6 52 21 0,-3 16 79 0,-3 9-52 0,3 18-1 0,3 11-20 16,-1 4-19-16,2 1-5 16,-1-10-3-16,0-8-1 15,0-6-2-15,-1-13 0 16,0-19-3-16,-3-17-8 16,1-15-59-16,2-16-84 0,3-7-94 15,2-22-60-15,-1-24-297 16</inkml:trace>
  <inkml:trace contextRef="#ctx0" brushRef="#br0" timeOffset="208090.56">22408 11196 1111 0,'0'0'47'16,"0"0"-45"-16,35-82 141 15,-10 63-41-15,9 4-70 16,7 8 17-16,2 7 1 15,0 0 9-15,-4 17-27 16,-4 14-22-16,-6 8 0 16,-2 9-5-16,-6 0-2 0,-6-3-2 15,-9-5-1-15,-6-8-1 16,0-5 1-16,-12-7 0 16,-19-5 0-1,-10 0 8-15,-6-8-5 0,-5-6 2 16,2-1-4-16,0 0 0 15,5 0 1-15,10-8-2 16,14 1-9-16,12 3-66 16,9 0-92-16,22 4-119 15,16 0-134-15</inkml:trace>
  <inkml:trace contextRef="#ctx0" brushRef="#br0" timeOffset="209276.77">22946 11387 1231 0,'0'0'28'0,"0"0"-16"16,0 0 136-16,47-78-135 15,-17 55-10-15,3-3 1 16,-10 1-3-16,-4-1 3 16,-10 4-2-16,-8 4-1 15,-1 2 4-15,0 7 1 16,-10 2-5-16,-6 3 1 0,0 4-2 15,-3 0 0 1,4 0-4-16,3 10 2 0,5 4-11 16,5 1 5-1,2 7 8-15,0-2-1 0,0 1-1 16,6 1 2-16,5-1 0 16,-1 2 3-16,1 1-3 15,-3-2 1-15,1 0 0 16,1 1 3-16,0-3 1 15,0-1-5-15,2 1 1 16,8-4-1-16,2-5 0 16,8-5-8-16,3-6-57 15,2 0-26-15,0-6-17 16,-4-17-2-16,4-8 40 16,-6-3 56-16,0-5 14 15,-3 0 0-15,-5 5 2 0,-10 7 31 16,-10 9 61-1,-1 8 66-15,0 8-73 0,-1 2-20 16,-14 2-50-16,-5 20-13 16,0 3 12-16,6 2 2 15,8 2-8-15,6 0-10 16,0-3 10-16,12-4-2 16,9-3 0-16,6-6-6 15,7-7-1-15,3-6 0 16,1 0 0-16,-4-15 2 15,-7-8-1-15,-9-8 3 16,-8-6-2-16,-10-1 0 16,0 1 0-16,-17 8 0 0,-12 5 1 15,-7 9-3-15,0 10 4 16,-2 5 3-16,2 5-5 16,9 17-3-16,5 3 0 15,11 0-5-15,11 1 2 16,0 2-1-16,20-7 0 15,14-4 3-15,9-7-25 16,12-7-10-16,9-3-30 16,10 0 12-16,-3-16 46 15,1-5-56-15,-17-13 7 16,-18-9 1-16,-14-16 24 16,-10-11 32-16,-8-9 18 15,-5 8 26-15,0 9 49 0,0 20-66 16,0 20 102-1,-2 14-51-15,-4 8-37 0,-6 20-41 16,-3 17-1-16,-2 18 1 16,0 3 13-16,4 3-9 15,10-1 14-15,3 1-7 16,0-6-8-16,1-7-3 16,9-8 2-16,1-12-4 15,-3-10 2-15,-5-9-1 16,0-9 1-16,-1 0 4 15,1-17 15-15,0-12-13 16,6-8-5-16,-1 3-1 0,2 2 1 16,2 6-1-16,0 5-1 15,1 5 1-15,1 12 0 16,1 4-3-16,1 0-4 16,4 6 3-16,2 12 4 15,-2 4-2-15,2 2 4 16,-3 0-4-16,-5 3 2 15,-5-3 0-15,-9-2-1 16,0-4-4-16,-6-3 5 16,-24-2 5-16,-11-5-3 15,-8-2 2-15,0-6-4 16,1 0 0-16,9 0-11 16,10-6-94-16,12-7-93 15,16-5-93-15,1-7-315 16</inkml:trace>
  <inkml:trace contextRef="#ctx0" brushRef="#br0" timeOffset="210354.98">24497 11309 950 0,'0'0'24'0,"0"0"-18"0,0 0 60 0,0 0-43 0,0 0-16 0,0 0 6 0,72-34 109 16,-78 10-90-16,-18-1-26 0,-6 2 7 16,-3 0 9-16,-4 7 22 15,3 8 4-15,0 8-30 16,1 0 2-16,6 13 2 16,6 10-15-16,8 2-6 15,7 3-1-15,6-5 0 16,0-1 0-1,12-6 0-15,7-3 0 0,9-7 1 16,5-6 1-16,1 0-1 16,5-4-1-16,-2-11-1 15,-7-5-1-15,-9-2 2 16,-2-2 0-16,-11 7 3 16,-5 5 3-16,-3 7 3 15,0 2 21-15,0 3-14 0,0 0-16 16,-3 16-16-16,-9 5 14 15,2 3 2-15,4-2 2 16,6-2-2-16,0-2-3 16,4-5 3-16,12-3-1 15,5-6 1-15,5-4 0 16,1 0 0-16,3-8-4 16,-4-14-9-16,-3-9-23 15,0-9 10-15,-6-9 11 16,-2-12-6-16,-5-5 1 15,-4-9 18-15,-4-2-4 16,-1 8 6-16,-1 12 3 0,0 22 4 16,0 20 6-16,0 15 7 15,-10 7-20-15,-5 34-10 16,-2 14 10-16,0 5 0 16,9 7 3-16,5-4-1 15,3-2-2-15,0-8 5 16,0-6-5-16,0-12 0 15,5-11 0-15,-2-13 0 16,0-6-1-16,0-5 2 16,2 0 7-16,6-9 13 15,4-14-15-15,6-6-4 16,3-3-1-16,-2 1 3 16,2 6-4-16,-3 6 3 15,0 6 0-15,-3 8 2 16,-2 5-5-16,5 0-2 0,-5 11-4 15,1 11 6-15,-7 5 0 16,-4 0 5-16,-6 4 0 16,0-3-4-16,0-3 1 15,-10-7 0-15,-10 1 3 16,2-7-1-16,-4-3-1 16,1-3 1-16,6-4-2 15,5-2-2-15,7 0 1 16,3-11-1-16,0-10-20 15,19-9-28-15,16-3 18 16,3-2 9-16,4 3 10 16,-3 8 4-16,-3 7 5 15,-5 6 0-15,-1 6 2 0,-5 5 3 16,-4 0 0-16,-4 12 10 16,-3 6 4-16,-5 1 2 15,-3 1 9 1,-3 0-12-16,-3 1-2 0,0-5-5 15,0-3-8-15,0-3-1 16,0-6 0-16,0 0-16 16,0-4-102-16,0 0-72 15,0-19-60-15,0-8-493 16</inkml:trace>
  <inkml:trace contextRef="#ctx0" brushRef="#br0" timeOffset="210486.29">25296 10985 1066 0,'0'0'53'0,"0"0"15"0,0 0 1 0,0 0-69 0,0 0-23 0,0 0-15 0,-20 18-144 0,20-9-143 16</inkml:trace>
  <inkml:trace contextRef="#ctx0" brushRef="#br0" timeOffset="211526.29">25564 10784 1086 0,'0'0'55'0,"0"0"-9"16,0 0 79-16,0 0-122 0,0 0 4 16,-33 98 30-16,29-52-17 15,1 5 21-15,3 1-22 16,0-1-11-16,9 0-7 15,11-6 1-15,6-6-1 16,-2-13-2-16,0-9 1 16,-4-13-28-16,-3-4-38 15,2-5 26-15,4-21 20 16,-5-9 8-16,-1-7 12 16,-4 1 2-16,0 0-1 0,-7 13 2 15,-3 8 11 1,-2 9 34-16,-1 11 27 0,0 0-60 15,0 6-15-15,0 16-11 16,-7 9 11-16,2 2 2 16,4-3 8-16,1-3-10 15,0-1 1-15,6-5-2 16,7-7 2-16,10-6 1 16,0-6-2-16,3-2 1 15,-1 0-1-15,4-17-8 16,-2-5 4-16,-2-10-14 15,-1-6 9-15,-2-6 5 16,2-6-2-16,0-7 1 16,1-4-4-16,0-7 2 15,-3-2-5-15,-2 2 7 0,-2 9 1 16,-9 16 4-16,-1 13 0 16,-7 17 4-16,-1 6 8 15,0 7 6-15,0 5-18 16,-1 22-10-16,-13 16 10 15,-4 14 7-15,6 8-5 16,4 6 5-16,8 0 3 16,0 3 9-16,0 0-8 15,17-5-11-15,10-5 4 16,6-7-1-16,3-12-2 16,0-14-1-16,-3-9 0 15,-4-16 1-15,0-6-2 16,-4-9-19-16,-1-21 13 15,-6-4 7-15,1-7 1 16,-4 0 0-16,-6 5-1 16,-4 9 6-16,-2 11 0 15,-3 8 8-15,0 8 28 0,0 0-42 16,0 3 0-16,-3 13-6 16,-5 3 6-16,-1 1 1 15,8-1-1-15,1 1 0 16,0-6-5-16,0-5 4 15,8-2 1-15,9-4-5 16,8-3 2-16,4 0-25 16,0-8 20-16,4-11 5 15,-3-7-9-15,-2 0 12 16,-5 3-1-16,-8 5 2 0,-8 7 3 16,-5 7 13-1,-2 4 33-15,0 1-35 16,-5 25-10-16,-11 10 4 15,-6 17 72-15,-2 9-34 0,3 21 6 16,1 17 3-16,7 17-9 16,6 10-22-16,1-1-6 15,2-12-12-15,4-14-7 16,0-25 0-16,0-24-2 16,0-25-6-16,0-17-103 15,0-11-111-15,0-30 1 16,0-20-171-16</inkml:trace>
  <inkml:trace contextRef="#ctx0" brushRef="#br0" timeOffset="211715.98">26243 11047 1030 0,'0'0'64'0,"0"0"-54"0,0 0 0 0,113-13 2 0,-62 11-9 0,-3-2-3 0,-11-5-1 16,-9-9-97-16,-7-8-232 0</inkml:trace>
  <inkml:trace contextRef="#ctx0" brushRef="#br0" timeOffset="211891.53">25904 10730 1023 0,'0'0'45'16,"0"0"-45"-16,0 0 111 15,0 0-108-15,0 0-3 16,0 0-46-16,46-2-177 16,-10 2-523-16</inkml:trace>
  <inkml:trace contextRef="#ctx0" brushRef="#br0" timeOffset="212888.62">28014 10865 987 0,'0'0'7'0,"0"0"25"0,0 0 101 0,0 0-98 0,0 0 9 0,0 0-2 15,-2 53-17-15,36-53 11 16,4 0-19-16,-2-4-11 16,-6-17-4-16,-5-7-1 15,-12-7 5-15,-9-1-2 16,-4 3-1-16,-22 8-1 16,-21 7 5-16,-6 12-1 15,-9 6 0-15,-4 1 16 16,3 22 13-16,5 5-6 15,8 8-7-15,6 4-12 16,16 2-3-16,4 4-3 16,11-2-4-16,9-4 0 15,3-9-1-15,26-6-3 16,13-9 1-16,8-10-1 0,10-6 1 16,-5-1-3-16,-1-20-9 15,-5-13-17-15,-6-11 3 16,-2-16 13-16,-4-11 0 15,-7-12 6-15,-8 0 6 16,-7 4 2-16,-7 15 2 16,-7 21 5-16,-1 21 2 15,0 16 39-15,0 7-11 16,-11 21-35-16,-11 18-7 16,-6 19 7-16,1 2 3 15,7 1-1-15,7-1 1 16,7-2-2-16,6-6 1 15,0-8-2-15,21-9-1 16,9-11 1-16,10-10-1 16,8-10-5-16,4-4-8 0,3-10-24 15,-4-20 8 1,-3-7 11-16,-5-13 11 0,-7-3 6 16,-5-5 2-16,-10 13 5 15,-6 11-4-15,-6 17 10 16,-9 9 65-16,0 8-14 15,0 14-62-15,-17 18 5 16,-2 11 1-16,0-2 17 0,5 2-13 16,5-5-7-1,5-5-2-15,4-2-2 0,0-9 1 16,0-7-58-16,15-8-111 16,4-7-102-16,4-1-182 15</inkml:trace>
  <inkml:trace contextRef="#ctx0" brushRef="#br0" timeOffset="213058.84">28734 10494 801 0,'0'0'421'0,"-7"-79"-410"0,2 64 213 0,4 8-116 0,1 7-105 0,0 7-3 0,4 22-31 0,11 12 13 0,3 7-108 16,-3 2-95-16,-2-6-54 0,-5-7-134 15</inkml:trace>
  <inkml:trace contextRef="#ctx0" brushRef="#br0" timeOffset="214106.57">28841 10701 844 0,'0'0'159'0,"0"0"-107"16,41-75 177-16,-13 63-131 15,2 4-13-15,1 8-17 16,-2 0-21-16,-5 12-9 15,-5 14 3-15,-7 5-20 16,-5 8 9-16,-7 4-22 16,0-4-8-16,-4 4 2 0,-14-10-2 15,-4-6 0 1,-5-4 0-16,-3-13-3 0,-3-3-4 16,-2-7-10-16,-3-2-9 15,4-17 20-15,2-4-1 16,9 0 7-16,8 4 0 15,6 9 1-15,6 4-1 16,3 6 0-16,0 0-3 16,0 0-7-16,6 9-4 15,13 7 13-15,11-3 2 16,10-1 0-16,10-4 1 16,6-4 2-16,4-4-4 0,-5 0 0 15,0-8-1-15,-4-14-22 16,-4-8-30-16,-3-13-12 15,-2-12 2-15,-1-15 24 16,-2-11-4-16,-1-17 30 16,-2-8 8-16,-8 5 1 15,-6 15-1 1,-10 29 4-16,-7 25 1 0,-5 19 16 16,0 13 12-16,-5 18-28 15,-18 31 0-15,-5 18 4 16,0 11 4-16,6 10 5 0,6-1-2 15,8-3 25 1,6-8-22-16,2-6-10 0,2-12 0 16,20-8-3-16,5-16-1 15,6-15 9-15,1-12-5 16,1-7-2-16,2-10-4 16,-3-20-3-16,-1-12-8 15,-6-11 0-15,-6-2 4 16,-9-2 9-16,1 10-7 15,-7 12 7-15,-4 14 8 16,-2 10-3-16,0 8 20 16,0 3-15-16,0 0-10 15,-2 15-9-15,-4 3 8 16,0 2-2-16,6-4 3 16,0 0 0-16,0-1 1 0,9-5 1 15,3 1 1 1,3 3-2-16,-3 0-1 0,-3 3 0 15,-2 3 0-15,-2 2 6 16,-2-1-2-16,-2 0 2 16,2-2 11-16,3 1-4 15,3-3 0-15,3-4-5 16,3-3 2-16,7-4-5 16,7-3 3-16,8-3-5 15,6 0 1-15,1-6-4 16,0-14 3-16,-2-14 2 15,-2-5-1-15,-5-11 4 16,-8 0-4 0,-11 7 2-16,-6 11 12 15,-5 16 34-15,-5 9-8 0,0 4-4 16,0 3-37-16,-2 9-3 16,-11 12-5-16,0 5 5 15,2 1 3-15,8 3 0 0,3-3 0 16,0-3-3-16,0-3 0 15,6-9 0-15,5 0-4 16,-1-5-61-16,5-7-75 16,3 0-110-16,-2-19-87 15,-1-16-125-15</inkml:trace>
  <inkml:trace contextRef="#ctx0" brushRef="#br0" timeOffset="214248.13">30262 10446 980 0,'0'0'89'0,"0"0"17"0,0 0 90 0,0 0-151 0,0 0-45 0,0 0-1 16,-18-65-10-16,9 65-100 0,-10 0-118 0,-8 0-54 0,-6 0-252 0</inkml:trace>
  <inkml:trace contextRef="#ctx0" brushRef="#br0" timeOffset="214402.74">29175 10388 751 0,'0'0'235'15,"0"0"-233"-15,0 0 215 0,0 0-140 16,0 0-65-16,0 0-12 16,162-35-12-16,-70 29-101 15,9-4-103-15,0-9-90 16</inkml:trace>
  <inkml:trace contextRef="#ctx0" brushRef="#br0" timeOffset="-214493.95">30483 10009 519 0,'0'0'226'0,"0"0"-211"16,0 0 197 0,0 0-55-16,0 0-38 0,0 0-27 15,28-34 10-15,-26 35-70 16,1 20-14-16,0 16 39 16,-3 8 4-16,0 6-21 15,0 8-15-15,-6 6-8 16,-6 6-10-16,3-3-5 15,3-8-2-15,-2-10-1 16,1-8 1-16,1-13-5 16,2-13 5-16,2-7-14 15,1-8-17-15,-1-1 13 16,2 0 18-16,0-19 11 0,0-13-1 16,0-8-10-1,15 1-2-15,6 2 2 0,3 7 1 16,1 7 0-16,3 7 7 15,1 8-5-15,-2 8-1 16,0 0-2-16,-4 12-2 16,-3 20-5-16,-10 8 6 15,-5 6 0-15,-5 1 0 16,-5 1-1-16,-17-5 1 16,-6-5 0-16,-7-4 1 15,2-6 0-15,2-12-1 16,4-6 0-16,12-7 0 15,8-3-17-15,7 0-20 16,0-13 1-16,6-11-52 16,17-8-57-16,10-5 18 0,9 0-62 15,5-1-88-15,6-1-262 16</inkml:trace>
  <inkml:trace contextRef="#ctx0" brushRef="#br0" timeOffset="-213106.16">30896 10415 552 0,'0'0'304'0,"0"0"-170"0,0 0 73 0,0 0-67 0,0 0-78 0,0 0-62 0,24-15-4 0,-25 44 4 0,-4 5 3 0,2-1-2 0,1-4 0 0,2-3-1 16,0-5 0 0,0-7 0-16,3-6 0 0,10-5 1 15,4-3 5-15,5-3 0 16,3-17-5-16,0-9 3 15,-1-7 5-15,-2 1-5 16,-7-4-3-16,1 8 7 16,-10 7 7-16,-2 10 16 15,-4 8 9-15,0 6-12 16,0 0-28-16,0 10-5 16,-7 13-2-16,-1 3 7 0,2 2 0 15,4-1 0 1,2-2 0-16,0-6-1 15,11-4 0-15,7-3 0 16,2-8-3-16,3-4 1 0,4 0 0 16,1-6-4-16,4-15-15 15,-3-7 6-15,1-11-5 16,3-16 4-16,-2-7 14 16,4-11-3-16,2-5 1 15,-1-9-4-15,-2-1 4 16,-6 2 4-16,-7 9 1 15,-9 18 0-15,-7 12 9 16,-5 16-5-16,0 15 3 16,0 10 28-16,0 6-19 15,-11 28-16-15,-10 16 0 16,-1 18 2-16,5 7 1 16,4 6-1-16,6 1 2 0,2 4 3 15,5-1-4-15,0 0 0 16,2-1-2-16,10-14-1 15,2-9 0-15,2-21 0 16,-2-14 0 0,3-8-1-16,2-12-12 0,8 0-8 15,4-24 4-15,1-7-2 16,0-10 13-16,-2-8 6 16,-1 0 2-16,-4 3-1 15,-9 11 2-15,-2 12 1 16,-10 8 18-16,-4 12 32 15,0 3-32 1,0 2-22-16,-3 18-16 16,-12 7 16-16,2 10 4 15,3-3-2-15,4-2-1 0,4 0-1 0,2-8-1 16,0-5 1-16,3-6 2 16,12-6-1-16,5-7 1 15,5 0 4-15,5-6-3 16,3-17 3-16,1-11-4 0,-1-3-1 15,-5 4 1 1,-6 3-1-16,-13 14 1 0,-3 6 4 16,-6 5 20-1,0 5-14-15,-6 11-12 16,-12 13-11-16,-3 5 11 16,6 1 2-16,10 1-2 15,5 2 0-15,0-4 0 16,13-4 1-16,12-1-1 0,8-9 1 15,1 1 1-15,5-9 0 16,-3-7-2-16,-1 0 1 16,-7-23 1-16,-4-9 1 15,-4-10-2-15,-11-10-1 16,-6 1 0-16,-3 0 0 16,-6 6 1-16,-14 13-1 0,-9 10 0 15,0 12 3-15,-4 10-3 16,0 0-3-16,2 23 3 15,2 5-3 1,11 7 3-16,0 5-2 0,8-2 2 16,10-2-1-1,0-4 1-15,6-9-3 16,16-4 1-16,6-7 1 16,2-12-10-16,3 0-4 15,4-6-2-15,2-15 12 0,4-8 4 16,-1-4-2-16,-3 0 3 15,-3 1 1-15,-8 5 1 16,-8 8 3-16,-10 8 0 16,-5 8 8-16,-4 3 3 0,-1 0-13 15,0 0-3 1,0 0-11-16,0 2 3 0,0 6 7 16,0 5 1-16,0 1 0 15,3 0 1-15,4 1-1 16,2 4 1-16,2-4-1 15,2 1 0-15,2 0 0 16,2-5 0-16,2-3 2 16,4-1-1-16,2-4 4 15,5-3-5-15,-4 0 0 16,0-7-2-16,-10-15-84 16,-13-12-103-16,-3-11-118 15,-26-11-436-15</inkml:trace>
  <inkml:trace contextRef="#ctx0" brushRef="#br0" timeOffset="-212922.07">31517 9837 901 0,'0'0'35'0,"0"0"-32"0,0 0 6 0,0 0 31 15,0 0-1-15,83 26-24 16,-12-10-15-16,1-9-227 15</inkml:trace>
  <inkml:trace contextRef="#ctx0" brushRef="#br0" timeOffset="-212804.1">32201 9849 1230 0,'0'0'1'0,"0"0"7"16,0 0-8-16,0 0-5 15,0 0-251-15,0 0-442 16</inkml:trace>
  <inkml:trace contextRef="#ctx0" brushRef="#br0" timeOffset="-212188.04">24060 14136 663 0,'0'0'557'0,"0"0"-553"0,0 0 49 0,0 0 118 0,0 0-126 16,0 0-36-16,-9 50 36 0,9 11 32 0,8 16-28 0,-5 5-22 0,1 2-5 0,-4-1-11 0,0-4-4 0,0-2-6 0,4-5 0 0,1-11-1 16,1-16-20-1,2-19-122-15,3-18-3 16,0-8-190-16,-1-26-65 15</inkml:trace>
  <inkml:trace contextRef="#ctx0" brushRef="#br0" timeOffset="-211988.82">24129 14116 1039 0,'0'0'30'0,"0"0"47"0,0 0 42 15,0 0-98-15,0 0 41 16,85 58 48-16,-42-8-49 15,2 6-12-15,5 5-9 16,-2 1-22-16,0-4-5 16,-3-7-11-16,-2-11-2 15,-3-13-2-15,-5-11-38 16,2-15-121-16,-4-1-39 16,-3-19-91-16,-3-17-192 15</inkml:trace>
  <inkml:trace contextRef="#ctx0" brushRef="#br0" timeOffset="-211742.04">24887 13653 1083 0,'0'0'58'16,"0"0"-4"-16,0 0 64 16,0 0-93-16,0 0-1 15,-12 130 95-15,-6-49-54 16,3 5-13-16,-5 4-5 15,7 5-16-15,-3-1-13 0,4 4-10 16,-2-9-6 0,2-9-2-16,6-14 2 0,2-14-4 15,4-14-12 1,6-16-109-16,21-13-118 0,10-9-69 16,11-13-301-16</inkml:trace>
  <inkml:trace contextRef="#ctx0" brushRef="#br0" timeOffset="-210980.25">25358 14234 688 0,'0'0'103'0,"0"0"-15"0,0 0 107 15,0 0-90-15,0 0-9 16,0 0 17-16,-36-68-6 16,21 68-49-16,-2 0 5 15,-9 0-22-15,-2 12-15 16,-2 12-6-16,4 3-5 16,4 5-9-16,7 7 1 15,8 1 2-15,7 0-5 16,0 0 0-1,15-3-1-15,13-5-2 0,8-9 0 16,4-5-1-16,8-11 0 16,0-7 0-16,-2 0-7 15,-6-21-7-15,-5-6 5 16,-10-10 8-16,-4-7 1 16,-9-9 1-16,-5-2-1 0,-7-1 1 15,0 6 0-15,-3 11 0 16,-15 7 3-16,-7 12 0 15,-7 11 5-15,0 8-6 16,-7 1 2-16,2 19-2 16,1 10-3-16,11 10 3 15,6 3-2-15,14 2-1 16,5 0 0-16,7-3-1 16,19-9 3-16,9-5-4 0,5-10 4 15,7-8-4 1,4-9-1-16,1 0-3 0,0-20-12 15,-1-7-3-15,-2-4-4 16,-9-6 8-16,-4-4 6 16,-11-5 6-16,-8 1 4 15,-10 3 1-15,-7 11 0 16,0 11 0-16,0 8 9 16,-7 9 6-16,-8 3-7 15,-3 9-3-15,1 19-1 16,3 10 4-16,8 5-3 15,6 2 0-15,0-5 0 16,0-2 0-16,10-5-5 16,5-2 0-16,3-9 0 0,-2-4 0 15,8-8-14 1,3-7-91-16,6-3-93 16,3-5-23-16,1-15-69 0,2-10-84 15</inkml:trace>
  <inkml:trace contextRef="#ctx0" brushRef="#br0" timeOffset="-209868.63">26130 14174 543 0,'0'0'306'0,"0"0"-206"0,0 0 95 0,0 0-44 0,0 0-47 0,0 0-34 0,5-55-57 16,-21 82 13-16,-1 4 11 0,1 4-9 0,4-2-14 0,0 0 3 0,3-3-2 0,2-5-10 0,1-9-3 16,3-6 1-16,3-4-3 0,0-5-5 0,0-1 3 0,10 0-10 0,12-19-6 15,9-13-24-15,3-7-1 16,0-4 12-16,-1 1-19 16,-2 9 36-16,-5 8 12 0,-8 11 2 15,-8 10 2-15,-6 4 8 16,-4 1 4-16,0 20-11 15,0 7 14-15,0 1-3 16,0-1 3-16,-3-1-6 16,-2-4-6-1,2-2-4-15,3-6 2 16,0-8 0-16,0-2-2 0,0-5-1 0,17 0 5 16,10-9 2-16,5-13-6 15,5-11 0 1,3-8 1-16,2-5 1 15,-2 0-2-15,-4 9-1 16,-11 10 0-16,-9 12 7 0,-9 11 29 16,-6 4 5-16,-1 0-30 15,0 24-11-15,0 11 5 16,0 9 31 0,0 0-16-16,9-3-7 15,11-4 5 1,5-5-13-16,12-5 7 0,7-10-6 0,9-5 1 15,8-7 0-15,5-5-3 16,-2 0 0-16,-6-11-4 0,-7-14 0 16,-9-6 0-16,-12-4-4 15,-8 0 2-15,-10 4-1 16,-10 5 3-16,-2 7-2 16,-9 4-2-16,-20 8-1 15,-5 7 5-15,-6 0 0 16,-2 10 0-1,3 9 0-15,3 5 0 16,8-1-1-16,9 2-2 0,10-5 1 16,6-3 1-16,3-6-2 0,3-1 3 15,18-8-2-15,10-2 2 16,9 0-1-16,-1-2-1 16,0-12-5-16,-5-1-1 15,-5 1-5-15,-6 3 5 16,-8 4 7-16,-6 4 0 15,-6 3 1-15,-1 0 0 16,-1 4 0-16,2 18-4 16,2 6 4-16,2 0 6 15,2 0-3-15,3-4 1 16,4-5 0-16,6-4-1 16,7-3 0-16,11-7 1 15,4-4-2-15,2-1 0 16,-3-4-1-16,-5-19-1 15,-6-13-1-15,-2-15-1 16,-1-17-3-16,-6-15-3 16,0-17 0-16,-4-24-5 15,2-18-7-15,-3-10 4 16,-5 9 8-16,-7 31 8 0,-6 43 3 16,0 37 1-16,-1 32 7 15,-21 18-3-15,-4 35-4 16,-5 27 21-16,7 15 2 15,9 14-11-15,11 1-8 16,4-1 6-16,0-2-4 16,10-6-5-16,8-3-2 15,9-9-3-15,4-7-8 0,11-8-95 16,9-13-204 0,5-21-243-16</inkml:trace>
  <inkml:trace contextRef="#ctx0" brushRef="#br0" timeOffset="-209374.1">29114 13936 947 0,'0'0'55'0,"41"-75"-53"0,-32 55 160 0,-6 13 7 0,-1 6-77 0,-2 1-73 0,0 21-19 0,-8 16 0 15,-8 12 10-15,-2 6 3 16,-2-1-9-16,4 0-4 0,3-1-4 16,2-10 4-16,5-8-23 15,6-10-158-15,0-12-116 16,4-13-197-16</inkml:trace>
  <inkml:trace contextRef="#ctx0" brushRef="#br0" timeOffset="-208950.16">29073 13702 1130 0,'0'0'1'0,"0"0"38"0,0 0 102 15,0 0-125-15,122 6 1 16,-56 38 24-16,-2 12-3 16,-3 7 14-16,-8 7-20 15,-19 4-27-15,-15 1-3 16,-19-5-2-16,-1-6 3 0,-28-16-4 15,-9-9 1 1,-1-13 0-16,-2-11 1 16,4-5 0-1,10-6 0-15,10-1 2 0,11-3-2 16,6 0 5-16,10-17-6 16,29-13 0-16,19-9-24 15,18-8-15-15,12-6-5 16,1-3 20-16,-6 6 18 0,-10 10 5 15,-17 15 1-15,-18 10 30 16,-20 12 64-16,-10 0-32 16,-8 3-41-16,0 10-9 15,-3 13-9-15,-11 13 50 16,0 1-31-16,-2 1-17 16,2-3-4-16,1-6-1 15,4-3-3-15,4-4-25 0,4-8-113 16,1-7-84-16,0-7-43 15,5-10-45-15</inkml:trace>
  <inkml:trace contextRef="#ctx0" brushRef="#br0" timeOffset="-208812.75">29958 13755 951 0,'0'0'72'0,"0"0"-29"0,0 0 98 0,0 0-122 0,0 0-19 0,0 0-33 0,-5 34-4 0,5 29-161 0,3 7-170 16</inkml:trace>
  <inkml:trace contextRef="#ctx0" brushRef="#br0" timeOffset="-208417.88">30158 14112 860 0,'0'0'208'0,"53"-91"-206"15,-15 57 144-15,3 11-55 16,-2 11-42-16,-6 7 12 16,-8 5-19-16,-5 1-14 15,-7 22-19 1,-5 11-8-16,-7 10 0 0,-1 4 7 16,-6 1-8-16,-13-4 0 15,-5-8 0-15,1-7 0 0,-2-8-1 16,1-11 0-1,-1-5-3-15,4-6 3 0,0 0-1 16,0-17 2-16,5-7 0 16,4 1 1-16,3 1 3 15,6 7-2-15,3 8 1 16,0 5-1-16,0 2-2 16,0 0-2-16,5 0-9 15,14 6 2-15,11 5 9 16,6 1-1-16,4-3-8 0,4 0-94 15,3-4-40 1,0-5-45-16,-3 0-42 0,-2-23-65 16,-4-10-109-16</inkml:trace>
  <inkml:trace contextRef="#ctx0" brushRef="#br0" timeOffset="-207837.75">30757 13777 484 0,'41'-116'71'0,"-5"13"-42"15,-13 25 121-15,-9 27 5 16,-7 24-29-16,-7 22-8 15,0 5-39-15,-8 31-69 16,-12 19-10-16,-5 19 36 16,1 15-1-16,2 5 5 15,6 7-17-15,6-1-5 16,10-9-5-16,0-5-9 16,4-13-4-16,15-15 0 0,3-18-3 15,3-16 3 1,2-16 0-16,1-3-1 0,2-20 1 15,0-14 0-15,-3-18-10 16,-2-7 6-16,-2-5-9 16,-7 3 8-16,-6 14 5 15,-5 17 0-15,-4 13 2 16,-1 17 15-16,0 3-17 16,-6 25 3-16,-7 13-3 15,3 2 5-15,8 6 1 16,2-2-3-16,0-7-3 15,5 1 1-15,11-12-1 0,1-10 0 16,5-7 0 0,3-11 0-16,5-1 0 0,3-3-3 15,-3-20-14 1,2-10-18-16,-3-11 21 0,-4-7 1 16,-7 2 3-16,-3 10 10 15,-6 14 0-15,-6 11 1 16,-3 11 20-16,0 3 7 15,0 13-27-15,-3 11-1 16,-5 12 15-16,4-3-7 16,4-2-1-16,0-6 0 15,0 1-4-15,0-9-3 16,3-5 0-16,3-5 0 0,0-6 0 16,3-1 0-16,3 0-1 15,0-8-66-15,-5-11-116 16,-4-9-147-1</inkml:trace>
  <inkml:trace contextRef="#ctx0" brushRef="#br0" timeOffset="-207650.19">30731 13493 1162 0,'0'0'0'0,"0"0"0"0,0 0 42 0,0 0-22 0,0 0-20 0,0 0-1 0,98 34 1 0,-46-10-103 0,-5-6-142 0,-4-7-153 0</inkml:trace>
  <inkml:trace contextRef="#ctx0" brushRef="#br0" timeOffset="-207432.89">31633 13372 825 0,'0'0'49'15,"0"0"-40"-15,0 0 174 16,0 0-90-16,0 0-49 16,0 0-11-16,12-38-19 15,-12 38-14-15,0 0 0 16,0 0-13-16,0 0-158 0,-12 13-98 15,-3 4-262-15</inkml:trace>
  <inkml:trace contextRef="#ctx0" brushRef="#br0" timeOffset="-205532.76">31766 13397 746 0,'0'0'12'0,"0"0"55"0,0 0 143 15,0 0-97-15,0 0-21 16,0 0-39-16,34-50-53 16,-42 89 0-16,-8 14 54 15,0 6-14-15,3 9 3 16,-1 9-19-16,7 2-3 15,1 4 10-15,3-10-23 16,3-10-3-16,0-10-5 16,0-13 0-16,0-8-1 15,0-12 0-15,0-10 1 16,0-9-5-16,4-1 1 16,4-10 0-16,2-19-10 15,2-10-19-15,2-5 21 16,-3 3 3-16,8 2 9 15,-2 5 0-15,2 7 3 0,0 8-3 16,0 4 0-16,2 8 8 16,-2 5-3-16,4 2-5 15,-4 0 0-15,3 23-2 16,-2 4 0-16,-4 10 2 16,-4 4 0-16,-12 0 0 15,0 2-2-15,-12-2 2 16,-13-1 2-16,-11-6-2 15,0-6-1-15,0-8 1 16,7-6-2-16,8-5-3 16,6-5 3-16,7-3-5 15,8-1-23-15,0 0-5 0,3-12-29 16,22-11-69-16,8-3 3 16,9-6-4-16,3-3-25 15,6-2-17 1,-2-1 23-16,0-1 4 15,-1-1 149 1,-8 3 45-16,-7 6 138 16,-12 7 40-16,-10 9-59 0,-8 6-37 15,-2 6 28-15,-1 3-94 0,0 7-61 16,-14 17 2-16,-5 9 3 16,1 4 10-16,5-4-1 15,5 0-5-15,7-8-1 16,1-2-7-16,0-8-1 15,0-5 0-15,6-4 0 16,8-6 0-16,3 0 3 0,5-12-3 16,4-18-3-1,-5-3-17-15,3-7-9 16,-4 1 12-16,-3 3 10 16,-7 13 6-16,-2 7 1 0,-7 14 1 15,-1 2-1-15,0 16-7 16,-10 17 7-16,-3 5 4 15,2 0 7-15,8 0-10 16,1-6 6-16,2-2-4 16,0-7-3-16,3-9 1 0,10-7-1 15,6-7 2-15,3-1 1 16,5-21-3-16,-1-9-17 16,0-9-40-16,0-11 14 15,-3-15-8-15,3-10 20 16,-1-10 12-16,2-8 9 15,2 2 8-15,-4 7 1 16,-4 16 2-16,-11 21 4 16,-5 23 14-16,-5 19 31 15,-3 6-38-15,-21 18-7 16,-7 22-5-16,-1 14 27 0,4 7 7 16,8 3-13-1,6 4-1-15,6 7 0 0,6 0-5 16,2-3-10-16,0-12-4 15,10-13 0-15,6-16 0 16,2-11-1-16,3-12 0 16,4-8-1-16,5 0-4 15,1-18-40-15,2-14-14 16,-2-11 27-16,-1-9 13 16,-3-6 14-16,0 3 4 15,-11 12 1-15,-4 16 6 16,-7 12 24-16,-5 11 32 0,0 4-31 15,-5 10-31 1,-11 18 0-16,-3 11 8 16,3 0-2-16,6 3 9 15,4-9-14-15,6-1 4 0,0-8-1 16,0-6-2 0,12-6-2-16,6-6 2 0,4-6 4 15,11 0-3-15,3-9-3 16,-2-15 0-16,2-11-16 15,-8-9-1-15,-4-1 9 16,-3 7 7-16,-9 9 1 16,-3 16 0-16,-9 7 5 15,0 6 9-15,0 6-14 16,-10 23-1-16,-2 6 1 16,1 4 7-16,5-3-1 15,6-4-4-15,0-8 1 16,0-1 1-16,6-10-3 0,8-5 3 15,5-6-3-15,4-2 5 16,3-2-3-16,3-18-2 16,-1-8 3-16,-1-12-4 15,-5-5 0-15,-7 1 1 16,-9 2-2-16,-6 11 1 16,0 10-1-16,-16 9 1 15,-10 7 0-15,-5 5-1 16,0 0 1-16,7 6-1 15,6 10 1-15,6 2 0 16,4 0 1-16,5 0 0 16,3 0 0-16,0-4-1 15,3-1 1-15,15-3-1 16,5-4 2-16,7-6 0 0,8 0 2 16,1-7-4-16,8-8-3 15,-1-4-1-15,-4 4 2 16,-5 2 0-16,-10 1 1 15,-5 5 2-15,-6-1-1 16,-4 5 1-16,-1 1 0 16,-3 0 8-16,0 2-3 15,1 0 0-15,0 0 1 16,7 0-3-16,1 3 2 16,5 1-3-16,4 0 1 15,2-3-1-15,3-1-1 16,2 0-1-16,-2-2-1 15,-1-12 1-15,-7 0-1 0,-10 0-3 16,-13-1-64-16,-1 4-60 16,-37-3-150-16,-18-1-115 15</inkml:trace>
  <inkml:trace contextRef="#ctx0" brushRef="#br0" timeOffset="-205365.22">32200 13541 557 0,'0'0'20'0,"0"0"-18"0,0 0 45 0,136 0-27 0,-63 0-18 16,9 0-2-16,5-7-83 16,5-3-269-16</inkml:trace>
  <inkml:trace contextRef="#ctx0" brushRef="#br0" timeOffset="-205218.26">33173 13477 743 0,'0'0'56'15,"0"0"50"-15,0 0 48 16,0 0-94-16,0 0-43 16,0 0-12-16,36-27-5 15,-36 27-9-15,-8-9-184 16,-12-4-557-16</inkml:trace>
  <inkml:trace contextRef="#ctx0" brushRef="#br0" timeOffset="-203845.4">33303 12631 762 0,'0'0'2'16,"-145"-79"-2"-16,36 41 39 16,-15 1 36-16,-23 1-2 15,-21 4-31-15,-17 1 18 16,-25-3-29-16,-28-1-1 16,-27 3-2-16,-22-1-5 15,-12 3-9-15,-10-1-4 16,-12 6-3-16,-1 0-7 15,-6 4 1-15,-6 5 2 16,-5 4-1-16,-1 0 0 16,1 8 0-16,7-2 7 15,11 6 17-15,16 0-6 16,20 4 18-16,24 17 4 16,24 7-9-16,12 8-20 15,16 4 1-15,11 6-9 16,10 0 3-16,9 3 3 0,0-2-9 15,-11 0-2-15,-7 2-2 16,-9-2 2-16,-1-3 1 16,-2-1 0-16,1 0 3 15,1-4-3-15,7 3 1 16,6-3-2-16,18 5 3 16,8 5-1-16,16 2 3 15,14 6-4-15,16 4-2 16,10 4 0-16,10 2-4 15,8 4 5-15,10 8-1 16,7 6 0-16,13 5 0 0,9 12 0 16,7 5 1-16,12 5-1 15,8-1-1-15,15-4 2 16,5-4-1-16,8-3-2 16,6-8 1-16,20-3 0 15,11-7 0-15,11 1-5 16,13-7-7-16,12 1-10 15,12-7 3-15,15-4-1 16,10-3 7-16,13-12 2 16,15-8-4-16,13-5 17 15,21 1 1-15,17 2-1 16,6 3 0-16,2 5 1 16,-7-5 0-16,-8 2 6 15,-6-3-6-15,-4 0-2 16,-2-5 1-16,-8-7-1 0,4-4 1 15,-10-8 2 1,3 0 27-16,-1-3 14 16,0 1-6-16,5-3 4 0,4 1-11 15,4 2-8-15,10 1-6 16,8 5 3-16,4 2 2 16,-5 3-7-16,0 4-6 15,-9-2-4-15,-5 1 0 16,-2 0-2-16,-3-6 1 15,2-4-1-15,-1-4 2 0,8-2-2 16,1-3-2-16,6-4-2 16,1-2 2-16,1-6 3 15,-1 0-2-15,-5 0 2 16,-4 0-3-16,-2-11-1 16,-1-4 0-16,-1-6 0 15,6 0 1-15,4-4 5 16,-1-5-2-16,3 0-3 15,-3-1-4-15,-3-1 3 16,-8 6-1-16,-8 0 2 16,-8-1 0-16,-9 2 3 15,-2-6-3-15,-1-3-2 16,-2 1-3-16,1-5 5 16,4-1-2-16,3-4 2 15,-4 0 0-15,-9 3 1 0,-20-3-1 16,-17 3 0-16,-19-1-3 15,-16 0 2-15,-10 1 0 16,-5-4-1-16,-2-4 2 16,0-9 0-16,1-4 0 15,-6-7 1-15,-15-3-1 16,-12-2-2-16,-12-4 2 16,-3 3 1-16,0-1-1 15,0 0 0-15,0-1 0 16,0-7 0-16,0-13-1 0,0-13-1 15,0-14 2 1,0-9-1-16,0-3-2 0,-9-1 1 16,-58 2 1-1,-51 4-1-15,-69 2 2 0,-48 9 0 16,-33 15 0-16,-11 20-2 16,6 31-34-16,13 33-138 15,31 20-76-15,41 22-153 16</inkml:trace>
  <inkml:trace contextRef="#ctx0" brushRef="#br0" timeOffset="-172793.11">6127 10251 443 0,'0'0'125'0,"0"0"-30"0,0 0 78 0,0 0-70 0,0 0-19 0,0 0 16 0,0 0-1 0,3 0-33 0,0 0-16 0,-3 0-13 0,0 0-1 0,3 0 1 0,-3 0-6 16,0 0-8-16,0 0-8 16,0 0-6-16,0 0-1 15,0 0-5-15,2 0 0 16,-2 0 0-16,0 0-2 15,0 3 0-15,0-3 1 16,0 2-2-16,0-2 0 16,0 0 2-16,0 0-2 0,0 0 0 15,0 0 0-15,0 0 0 16,0 0 0-16,0 0 0 16,0 0 0-16,1 0-1 15,1 0 0-15,-2 0 0 16,0 0-4-16,0 0-9 15,7 0-76-15,0-2-117 16,-1-5-192-16</inkml:trace>
  <inkml:trace contextRef="#ctx0" brushRef="#br0" timeOffset="-170539.91">6324 10256 443 0,'0'0'47'0,"0"0"-25"0,0 0 57 0,0 0-14 0,0 0-10 0,0 0 34 16,0 0-17-16,0 0-6 0,0 0-10 16,0 0 4-16,0 0-25 15,0 0-8 1,0 0-7-16,0 0-10 0,0 0-4 16,0 0-4-16,0 0-2 15,0 0 0-15,0 0 1 16,0 0-1-16,0 0 0 15,0 0 0-15,0 0 3 16,0 0-2-16,0 0 0 16,0 0 0-16,0 0 1 15,0 0-1-15,0 0 1 16,0 0 2-16,0 0 2 16,0 0 6-16,0 0 28 15,0 0-4-15,0 0-2 0,0-7 19 16,0-4-17-1,0-5-15-15,0-3-19 0,-6-2 2 16,-3 4 33-16,-6 1-4 16,-6-1-8-16,2 9-3 15,-11 2 5-15,-3 6-3 16,-1 0-17-16,-7 1 3 16,-3 22-6-16,-1 10-2 15,-3 11 0-15,5 8-1 16,0 14-1-16,7 1 6 0,9 5 1 15,9-3 4 1,12-4-2-16,6-10-9 0,0-6 1 16,26-6-2-16,11 1 1 15,3-5-1-15,12-7 1 16,-2-9 0-16,-4-8 0 16,-1-7-3-16,-5-8-24 15,3 0-49-15,-1-19-33 16,1-8-37-16,-1-9-40 15,-3-7 12-15,-3 0 43 16,-8 1 35-16,-7 8 93 16,-9 4 3-16,-5 7 77 15,-7 9 57-15,0 4 21 16,0 7 17-16,0 3-34 16,0 0-68-16,0 0-43 15,-15 14-20-15,-1 13-6 0,-5 7 0 16,9 0 10-16,5-1 4 15,7-4-11-15,0-1 1 16,11-5 2-16,14-5-6 16,10-5 0-16,7-9 2 15,7-4 2-15,-4-2-4 16,-3-17 2-16,-5-4-2 16,-16-3 1-16,-9-5 0 15,-11-1 7-15,-1-4-7 16,-10 1 0-16,-8 6-1 15,-4 7 9-15,1 8 1 0,0 13 1 16,-3 1-7 0,2 3-5-16,-2 19-3 0,3 3-2 15,3 6 2 1,6 0-2-16,7 0 2 0,5-5-4 16,0-4 0-16,17-4 1 15,11-5-5-15,10-9-9 16,9-4-5-16,10 0-37 15,4-6-10-15,2-14-46 16,-9-4 27-16,-13-5-10 16,-17-2 36-16,-12 1 63 15,-10 2 2-15,-2 13 34 16,0 6 77-16,0 8 41 16,0 1-68-16,0 4-77 15,-3 17-7-15,-5 11 0 16,-2 0 2-16,7-5 8 0,0-4-3 15,3-4-5-15,0-4 0 16,0-3 1-16,0-8-3 16,9-4 0-16,12 0 8 15,7-13 6-15,5-13 2 16,1-6-16-16,-2 0 10 16,-4 3-8-16,-3 7-2 15,-10 8 1-15,-5 7 0 16,-5 7-2-16,-2 0-8 0,3 11 6 15,-1 12 3 1,-1 5 21-16,0 0-4 0,2 0-12 16,3-6-4-16,3 0-1 15,5-5-5-15,3-2 5 16,3-9 0-16,7-6 4 16,1 0-4-16,3-9-25 15,-1-17-55-15,3-6-34 16,0-9-17-16,0-5-108 15,0-10-205-15</inkml:trace>
  <inkml:trace contextRef="#ctx0" brushRef="#br0" timeOffset="-169960.48">7644 10082 959 0,'0'0'106'0,"0"0"-13"0,0 0 16 0,0 0-100 0,-40 86 14 0,27-22 77 0,2 21-24 0,1 10-16 0,-5 14-4 0,0 19-4 0,-6 7-22 16,-3 7-23-16,-4 0-6 0,4-4 0 0,0-15-1 0,6-17 1 16,8-15 1-16,4-20-2 15,4-17-1-15,2-20-1 16,0-16-1-16,0-18-24 15,17-2-57-15,8-31 53 16,9-13-1-16,-2-12-28 16,-7-3 9-16,-4-1 40 0,-12-4 11 15,-9-1 6 1,-8 2 40-16,-26 0 44 16,-17 9-24-16,-14 8 15 0,-11 8-26 15,-2 11-11-15,15 8-20 16,19 8-1-16,18 7-7 15,22 5-10-15,4-1-6 16,19-4-12-16,32-7 0 16,27-8 7-16,17-8-18 15,8-2-33 1,-3-5-3-16,-6 3 14 0,-9 1-18 16,-21 9 46-16,-19 3 13 15,-18 8 4-15,-20 3 3 16,-5 8 19-16,-2 1 48 15,0 0 2-15,0 0-37 0,0 7-28 16,-2 14-6-16,-7 5 5 16,2 5 4-16,-1 0-5 15,4-3-3-15,4-4-4 16,0-6 1-16,0-7-21 16,7-5-84-16,7-6-98 15,3-10-16-15,2-21-93 16,-2-9-147-16</inkml:trace>
  <inkml:trace contextRef="#ctx0" brushRef="#br0" timeOffset="-169701.23">7959 10518 761 0,'0'0'164'0,"0"0"-56"0,0 0 89 0,0 0-90 0,0 0-52 0,0 0-51 0,-52-36-4 0,50 50-6 0,2 7 3 16,0-6-6-16,5-2-1 15,8-3 5-15,7-9-40 16,0-1 6-16,2-3 3 16,-5-18 0-16,-6-4 13 15,-5-2 19-15,-6 0 4 16,0 5 3-16,0 3 12 16,-8 7 16-16,-2 5-21 0,-5 5-10 15,0 2 0-15,3 12-43 16,0 18-100-16,5 11-57 15,2 3-230-15</inkml:trace>
  <inkml:trace contextRef="#ctx0" brushRef="#br0" timeOffset="-168689.92">8441 10619 971 0,'0'0'73'15,"0"0"52"-15,-3-76 8 16,-11 65-84-16,-8 8-8 16,-8 3-22-16,-7 9-6 15,-9 14 9-15,4 9-13 16,3 3 2-16,7 4-3 16,10 0-3-16,9-2-5 15,13-8-1-15,0 0-11 16,18-6 8-16,18-15-7 15,6-8 10-15,5 0-27 16,7-29-26-16,1-6-18 0,-1-12 3 16,-3-9-2-16,-6-12 28 15,-2-11 4-15,-9-6 29 16,-4-5 10-16,-8-2 1 0,-8 13 12 16,-10 19 37-1,-4 22 14-15,0 18 76 0,-4 20-36 16,-17 3-67-16,-9 36-37 15,2 18 0-15,2 11 6 16,7 8 4-16,10 1 4 16,9 0-5-16,0-3 3 15,7-11-12-15,17-12-1 16,4-8-4-16,10-13 3 16,4-16 2-16,4-10 2 15,0-4 0-15,5-17-2 16,-3-18-6-16,-5-11-17 0,-12-10-3 15,-7-7-8 1,-12 3 25-16,-12 11 9 0,0 15 0 16,0 17 27-1,-18 13 23-15,-9 4-26 0,-1 15-17 16,-1 25-7-16,1 7 2 16,9 5 1-16,10 1-3 15,6-3 0-15,3-7 0 16,3-5-1-16,25-5-7 15,8-6 7-15,13-9 1 16,4-11-1-16,3-7-5 16,-5 0-27-16,-8-25-48 15,-7-6 45-15,-9-11-20 16,-8-1 54-16,-7 4 2 16,-4 8 10-16,-7 15 26 0,-1 8 59 15,0 8-17 1,0 0-67-16,0 8-11 0,-7 16-3 15,-4 4 2-15,2-1 2 16,-1 0-1-16,8-7 0 16,-1-1-1-16,3-9 1 15,0-4-1-15,0-6-2 16,3 0 3-16,20-9 6 16,5-17 0-16,11-6-5 15,-2-3 1-15,0-3-2 16,-1 5 0-16,-8 9 1 15,-9 9-1-15,-9 13 0 16,-6 2 9-16,-2 9-2 16,2 15 14-16,-2 7 36 0,-2 0-43 15,0 0-6-15,0-5-5 16,0 1-3-16,0-6 2 16,0-3-2-16,1-4-12 15,13-4-75-15,14-3-92 16,17-7 33-16,13 0-152 15,6-15-220-15</inkml:trace>
  <inkml:trace contextRef="#ctx0" brushRef="#br0" timeOffset="-168311.03">10042 10428 1123 0,'0'0'33'16,"0"0"151"-16,0 0-54 0,-94-16-91 0,64 43-11 0,2 8 0 0,7 4 0 0,4 1-13 0,10 1-2 0,5-4-4 0,2 1-5 15,9-6-2-15,21-3 0 16,11-6 1-16,8-8-2 16,10-7 2-16,2-8-3 15,2 0-4-15,-8-11-27 0,-10-16-41 16,-7-14 24-16,-13-1 2 15,-9-3 46-15,-8 7 3 16,-7 11 5 0,-1 11 32-16,0 12 26 0,-19 4-14 15,-6 18-39-15,-1 17-1 16,2 5 28-16,8 4-6 0,11 1-14 16,5-2-13-16,0-6-4 15,21-5-2-15,6-11-1 16,10-10-12-16,11-11-150 15,19 0-158-15,24-27-178 16</inkml:trace>
  <inkml:trace contextRef="#ctx0" brushRef="#br0" timeOffset="-167873.18">12524 10079 1123 0,'0'0'96'0,"0"0"-75"0,0 0 170 0,0 0-105 16,0 0-83-16,0 0 1 0,-44 78 21 0,17-10 39 0,6 6-27 15,2 3 4-15,-2 7-14 16,4-3-8-16,4-12-15 16,4-12-4-16,3-11 0 15,6-12-6-15,0-9-27 16,4-10-173-16,20-15-135 0,6 0-83 16</inkml:trace>
  <inkml:trace contextRef="#ctx0" brushRef="#br0" timeOffset="-166882.79">12800 10384 904 0,'0'0'262'0,"0"0"-220"15,0 0 145-15,0 0-76 16,0 0-107-16,0 0 3 16,-11 90 42-16,-5-42-1 15,-1-1-29-15,2-6 0 16,1-7-15-16,7-7-1 15,2-6-3-15,5-10-1 16,0-4-2-16,0-7-6 16,2 0 9-16,19-16 7 0,14-16 1 15,3-11-8-15,2-2 0 16,-1 0 5-16,-6 8-5 16,-11 14 0-16,-7 9 1 15,-9 9 0 1,-6 5-1-16,0 1-5 0,0 24-6 15,0 6 11-15,0 7 9 16,3 1 4-16,3-5-7 16,4-5-5-16,4-5 0 15,4-7 2-15,6-5-3 16,4-11 1-16,8-1-2 16,4-13-10-16,3-18-66 15,2-14-34-15,-2-18-35 16,-2-17 7-16,-6-13 20 15,-2-9 42-15,-9-4 42 16,-3 10 35-16,-10 16 33 16,-6 25 23-16,-5 24 61 15,0 19 14-15,0 8-29 16,0 4-53-16,-14 24-48 0,-9 17 0 16,-1 13 5-16,3 9 17 15,5 2 6-15,9 3-9 16,5 5 1-16,2 2-4 15,2 0-13-15,21-9 1 16,9-5-5-16,8-15-1 16,5-15-1-16,1-10 2 0,2-15 3 15,-5-6-3-15,-4-12-10 16,-8-20-13-16,-5-11 6 16,-7-11 6-16,-7-7 6 15,1 4 5-15,-8 7 1 16,-5 13 4-16,0 17 0 15,0 8 26-15,0 5 2 16,0 7-15-16,-2 0-17 16,-9 25-1-16,0 10-2 15,0 12 2-15,7 7 3 16,4-5 1-16,0-4 1 16,15 0-5-16,15-9 2 15,9-3-2-15,8-9 2 0,0-9-2 16,-1-10 0-1,-4-5-3-15,-8-16-43 0,3-20 21 16,-11-6 3-16,-6-12 17 16,-3 1 5-16,-10 2 5 15,-2 9-2-15,-5 17 7 16,0 14 40-16,0 11-6 16,0 0-31-16,-2 27-13 15,-8 13 0-15,-1 8 18 16,7-3-7-16,4-3-2 0,0-4-4 15,0-7-4 1,6-4-1-16,3-7-1 16,-6-8-5-16,-2-7-102 15,-1-5-112-15,0 0-40 16,0-21-211-16</inkml:trace>
  <inkml:trace contextRef="#ctx0" brushRef="#br0" timeOffset="-166724.31">13039 10175 1124 0,'0'0'59'0,"0"0"-52"0,0 0 7 0,0 0-14 0,118-13-9 0,-14 13-134 0,8 0-174 0</inkml:trace>
  <inkml:trace contextRef="#ctx0" brushRef="#br0" timeOffset="-166346.45">14474 10256 1131 0,'0'0'52'0,"0"0"27"16,0 0 31-16,0 0-65 15,0 0-19-15,0 0 17 0,66 88 3 16,-47-44-9 0,-4 3 14-16,0 0 5 0,-4-4-36 15,1-7-3-15,-2-4 9 16,-2-11-21-16,-2-9-2 16,-3-6-3-16,1-6 2 15,11 0-2-15,9-20 16 16,7-17-6-16,5-16-10 15,0-3-4-15,-5-10 4 16,-1-2 0-16,-5 4 3 16,-4 9-6-16,-12 18 2 15,-3 17 0-15,-6 10-2 16,0 10-17-16,-6 18-53 16,-6 19-70-16,2 13 13 15,7 11-56-15,3 1-77 16,0-7-29-16</inkml:trace>
  <inkml:trace contextRef="#ctx0" brushRef="#br0" timeOffset="-165686.39">15131 10582 479 0,'0'0'121'15,"0"0"103"-15,113-76-28 16,-78 35-98-16,-7-9 21 16,-6-1-54-16,-13 8 10 15,-9 4 0-15,0 15-8 16,-15 9-21-16,-16 10-12 15,-12 5-23-15,-1 6 0 16,-2 21-6-16,6 11-1 16,4 6-1-16,8 3-2 0,7 0 1 15,12-6-2-15,7-8-4 16,2-5-2-16,6-12 2 16,18-7-2-1,6-8-4-15,7-1-11 0,4-9-14 16,0-14 10-16,-2-7 18 15,-4-1 6-15,-6-1 1 16,-11 6 0-16,-6 6 3 16,-9 9 14-16,-3 4 49 15,0 5-14-15,0 2-32 16,0 4-20-16,-3 19-3 16,-4 3 3-16,2 5 2 15,5-5 3-15,0-2-5 0,14-1 5 16,6-5-2-16,3-6 1 15,5-8-1-15,1-4 3 16,1-1-2-16,1-22 0 16,-1-10 1-16,0-13-4 15,-2-15 4-15,2-13-3 16,-2-9-2-16,2-4-1 16,-5-4 1-16,-5 4 0 15,-7 16-1-15,-10 16 2 16,-3 26 2-16,0 19 9 15,0 10 8-15,-11 15-20 0,-14 25-6 16,-6 19 6 0,6 12 2-16,11 7-1 0,14 3 6 15,0 2-5 1,4 3 4-16,12-4-3 0,4-2-3 16,3-11 1-16,-2-13-1 15,-2-13-4-15,-7-13 3 16,-2-9 0-16,-5-11-34 15,-1-10-46-15,-1 0-102 16,2-10-154-16</inkml:trace>
  <inkml:trace contextRef="#ctx0" brushRef="#br0" timeOffset="-165470.22">16403 10612 1346 0,'0'0'0'0,"0"0"1"0,0 0-1 0,0 0-36 0,0 0-372 0</inkml:trace>
  <inkml:trace contextRef="#ctx0" brushRef="#br0" timeOffset="-158503.41">21313 14182 209 0,'0'0'235'16,"0"0"-217"-16,0 0 10 15,0 0 23-15,0 0-36 16,0 0 4-16,0 0 32 15,0 0 13-15,23-6-2 16,-22 6 8-16,1 0-25 16,-2 0 15-16,0 0 5 15,0 0 6-15,0 0-17 16,0 0 13-16,0 0-10 16,0 0-2-16,-3 0 21 15,-20 0-6-15,-11 0-42 0,-23 0-19 16,-17 8 13-1,-19 5 7-15,-8 1 7 0,-10 0-12 16,-5 2 7 0,1-1-8-16,9 1-3 0,14-2-11 15,19-3-1-15,16 0 0 16,11-1-3-16,13-3 0 16,12-2-2-16,12-2 2 0,5-1-3 15,4 0-1 1,0 0 0-16,0-1-1 0,0-1-2 15,0 1 1-15,0-1-7 16,0 0-42 0,0 0-60-16,4 0-16 15,18-7-42-15,5-3-42 16,3 0-51-16,0 0-73 16</inkml:trace>
  <inkml:trace contextRef="#ctx0" brushRef="#br0" timeOffset="-158162.81">20563 14133 463 0,'0'0'44'0,"0"0"7"0,0 0 155 0,0 0-32 0,0 0-67 0,0 0-35 0,7-31 40 0,-24 31-29 0,-3 0-44 0,-8 0-18 0,-10 0 9 16,-3 14 8-16,-9 6-5 15,-5 3 5-15,2 2-5 16,2 0-15-16,9 2 6 16,12-2-7-16,8 0-5 15,8-3-7-15,10 0-1 16,4-5 0-16,0 2-2 16,9 1 5-16,15 0-1 15,6-2-2-15,7 1 0 0,14-4-2 16,1-1 1-16,5-1-3 15,-1-2-4-15,1 1-77 16,1-2-144-16,-8-4-114 16,-19-6-453-16</inkml:trace>
  <inkml:trace contextRef="#ctx0" brushRef="#br0" timeOffset="-156971.22">11773 14752 683 0,'0'0'122'0,"0"0"-121"0,0 0 58 0,0 0 31 0,0 0-62 0,-50 89 22 0,43-72-16 0,4-3-15 16,3-6-12-16,0-8 4 15,10 0-1-15,13-3 0 16,14-24 12-16,11-15-3 15,7-12-5-15,-5-7 4 16,-9-5-13 0,-11-3 5-16,-14-4 6 0,-6 2-12 15,-5 12-3-15,-5 18 0 16,0 21 2-16,0 15 9 16,-8 5 46-16,-15 8-58 15,-4 19-4-15,-9 13 2 16,3 4 1-16,3-1 0 15,10-3 1-15,10-4-2 0,10-5 0 16,0-4-2-16,24-8-11 16,11-9-4-16,7-10-7 15,7 0 0-15,2-9-3 16,-1-7 4-16,-5-4 0 16,-6 6-7-16,-13 5 21 15,-12 6 10-15,-8 3-4 16,-6 0-2-16,0 16 7 15,-3 16 3-15,-11 6 8 16,-5 4 9-16,7-2-2 16,2-4 14-16,10-3-23 15,0-8-9-15,9-7 2 16,13-8 0-16,13-6-1 16,6-4 7-1,7-4-1-15,-2-14-1 0,-1-7 0 16,-6-7-5-16,-15-3 7 0,-8-8-1 15,-4-4-4-15,-10 9 5 16,-2 8-2-16,0 14 7 16,-6 14 40-16,-10 2 5 15,-4 15-57-15,-6 16 0 16,1 8-2-16,4 1 2 16,6 2-2-16,11-2 0 15,4-4 1-15,0-4 0 16,15-4-3-16,10-6 3 15,6-1 0-15,8-6-1 16,1-7 1-16,8-1-2 16,0-1 1-16,-2 0 1 0,-7-2 0 15,-14-2-3-15,-11-2 3 16,-10 0-14-16,-2 0-38 16,-2 0-45-16,1 0-41 15,2 0-129-15,4 0-481 16</inkml:trace>
  <inkml:trace contextRef="#ctx0" brushRef="#br0" timeOffset="-156104.03">14346 13834 719 0,'0'0'69'0,"0"0"-69"0,0 0 0 0,0 121 77 0,0-52-1 0,-3 8-24 0,-10 2 3 0,-2-1-14 0,0-6-11 0,3-9-21 0,3-10-3 16,2-14-5-16,4-8 0 16,1-14-1-16,2-7 0 0,0-7 0 15,0-3 1-15,0 0 2 16,0-20 9-16,0-15-5 15,0-9-7 1,0-12 1-16,0-11 2 0,0-10-3 16,0-8 5-16,2-6-4 15,12 3 10-15,3 14 1 16,4 17-1-16,4 21 0 16,-1 16-3-16,0 10-7 15,0 9-1-15,-2 1-3 16,0 6 3-16,-5 15-3 15,-5 3 2 1,-8 4 2-16,-4 3 4 0,-10 1-1 16,-20 1-3-16,-12-2 4 15,-7-1-1-15,0-2-3 0,6-1-1 16,10-6-3-16,15-2-6 16,15-5-96-16,3-9-97 15,35-5-95-15</inkml:trace>
  <inkml:trace contextRef="#ctx0" brushRef="#br0" timeOffset="-155309.18">14828 13846 301 0,'0'0'680'16,"0"0"-648"-16,-84-24-32 0,53 24 94 0,3 8-85 0,5 11 0 0,8 7-4 0,7 2-4 0,8-3 1 0,0-1-2 0,19-10-1 0,14-5 1 16,9-6 1-16,8-3 0 15,2 0-1-15,-4-16-4 16,-9-6-2-16,-15-3-4 16,-14-1 8-16,-10 2 2 15,-3 3 2-15,-25 9 2 16,-11 6-2-16,-6 6 6 15,-1 2-5-15,6 19 1 16,9 5-4-16,11 0-1 16,13 0-1-16,7-1-2 15,7-6-1-15,23-5 0 16,12-5-6-16,6-9-29 0,5 0-43 16,2-4 8-1,-3-15 0-15,-4-4 21 0,-9-6 36 16,-7-4 11-1,-10 1 7-15,-13 6 6 0,-3 8 66 16,-6 10 27-16,0 8 24 16,0 3-32-16,-9 33-89 15,-3 18-2-15,-3 15 20 16,5 3 5-16,2-5-11 16,6 2-1-16,2-7-7 15,0-3-5-15,0-11-1 16,0-9 0-16,0-11 1 15,0-15-1-15,0-7-1 0,0-6 1 16,2-9 4-16,4-20 4 16,0-17-8-16,0-14-2 15,1-14 2-15,1-12-1 16,1-10 0-16,-1-7 1 16,9 7 0-16,-1 16 4 15,1 28-4-15,-1 24 4 16,-5 18 1-16,1 10 5 15,6 0-10-15,4 11 2 16,6 13 1-16,-5 3 0 16,1 6-1-16,-8 4-1 15,-10 3 0-15,-6 2 2 0,0-2 5 16,-27-2 3-16,-10-7-2 16,-5-4-2-1,0-6-4-15,8-7-3 0,13-5 0 16,12-7-7-16,9-2-54 15,5-2-95-15,26-20-96 16,11-11-321-16</inkml:trace>
  <inkml:trace contextRef="#ctx0" brushRef="#br0" timeOffset="-155123.15">15887 13755 1190 0,'0'0'39'0,"0"0"-38"0,69-78 145 0,-44 58-85 0,5 0-52 0,4 4-7 0,11 3-2 0,17 3-41 0,16 6-162 15,12-4-220-15</inkml:trace>
  <inkml:trace contextRef="#ctx0" brushRef="#br0" timeOffset="-154676.54">17126 13390 1029 0,'0'0'33'0,"0"0"1"16,0 0-30-16,0 0 47 16,0 0-24-16,0 0 21 15,22-56-33-15,-22 56 7 16,0 0 1-16,-18 2-18 15,-16 14 0-15,-13 6-4 16,-8 4 1-16,0 1 0 16,9-4-1-16,12 3-1 15,12-5-1-15,18-2 0 16,4 0-4-16,12-2 2 16,22 0 3-16,12-3-1 0,5 1 0 15,-1 1-1-15,-9 3 1 16,-3 1-1-16,-11-1-1 15,-8-1 2-15,-13-2 0 16,-6-2-2-16,-3 2 3 16,-24 0 4-16,-7-2-3 15,-8 0 9-15,-7-1-7 16,-3 0 6-16,5-3-8 16,4 4-1-16,12-5 0 15,14-2-3-15,11-4 0 16,6 0-68-16,14-3-142 15,26-3 31-15,14-13-182 16</inkml:trace>
  <inkml:trace contextRef="#ctx0" brushRef="#br0" timeOffset="-152810.28">17497 13561 830 0,'0'0'29'0,"0"0"22"15,0 0 109-15,0 0-93 0,0 0 4 0,12-77-28 0,-38 73-32 0,-8 4-7 0,-6 0 0 0,0 3 2 0,-2 11-4 0,6 3 3 0,5 0-3 16,11-2-1-16,6-2-1 16,11-1 0-16,3-5-3 15,1-2-1-15,20-2 3 16,10-3 1-16,7 0-1 15,9-4 1-15,-2-9-6 32,3-3 0-32,-5-1-1 0,-4-4-5 0,-6 2 10 0,-11 1 0 15,-13 8 2-15,-3 4 10 16,-6 6 20-16,0 0 0 16,-13 0-21-16,-6 15-9 15,-1 4 0-15,4 0 0 16,8 0 0-16,8-6 0 15,0-1 1-15,0-3 7 16,13-5-2-16,10-4-1 16,10 0 3-16,5 0-5 15,6-8 1-15,-2-7-3 0,1-3 1 16,-5-4-2 0,-3-3 2-16,-4 1 1 0,-7 4-3 15,-12 8 3-15,-5 6 2 16,-7 6 19-16,0 0 10 15,0 0-31-15,0 6-3 16,-5 12 0-16,-8 5 2 16,1 2-2-16,-1-1 5 15,6-6-1-15,1-3-1 0,1-4-2 16,5-5-1-16,0-3 1 16,0-3 1-16,0 0 2 15,5 0 2-15,17 0 4 16,7-9 0-16,6-8-9 15,-1-3 0-15,1-3 1 16,-4-3-1-16,-6 3 0 16,-6 9 0-16,-9 5 0 15,-7 8 0-15,-3 1-1 16,0 0-7-16,0 10-9 16,-6 7 16-16,-5 4-1 15,2-2 2-15,2-6-2 16,1-1 1-16,5-5 0 0,1-2 1 15,0-4 0-15,0-1-1 16,4 0 0-16,12 0 6 16,8-1-3-1,3-13-2-15,-2-3 0 0,4-5-1 16,-1 0-3 0,-4 0 1-16,-8 9 2 0,-8 5 0 15,-4 7 0-15,-4 1-1 16,0 0-8-16,0 14-9 15,-4 7 17-15,2 2-1 16,-1-2 2-16,3-3 0 16,0-4-1-16,14-4 1 15,7-4-4-15,4-1 0 16,5-5-9-16,6 0-13 16,-2 0-24-16,-4-13-2 0,-3-6 21 15,-4-6 5-15,-6-6-3 16,-2 0 25-16,-11 2 2 15,1 11 2-15,-5 8 3 16,0 10 22-16,-2 2-4 16,-20 23-19-16,0 13 8 15,1 11 17-15,1 8 2 16,7 6 11-16,0 7-15 16,1 5 8-16,0-2-26 15,1-10 0-15,1-9-7 16,0-10 1-16,2-12 0 15,8-11 2-15,-2-10-3 0,2-6 0 16,0-5 5-16,2-2 19 16,19-21-21-16,4-17-1 15,3-15-2-15,2-16 0 16,0-13 0-16,-1-9-1 16,-1 3 0-16,-3 12 0 15,-4 18 1-15,-4 19 0 16,-3 17 4-16,2 10-3 15,-2 6-1-15,-2 5-4 16,0 3-1-16,-3 8-5 16,-1 18 6-16,-8 4 0 15,0 8 0-15,0-6 4 16,-17-3-1-16,-8-3 2 16,-5-6-2-16,-5-8 2 15,0-1 1-15,-1-5-1 0,5-5 2 16,11-1-2-16,4 0-2 15,7-7-1-15,3-8 0 16,6-6-2-16,0-2-15 16,0 0 7-16,7 9 2 15,-1 6 5-15,2 8-7 16,2 0 8-16,2 11-4 16,8 9 6-16,3 2 1 15,2 0 1-15,6-4 0 16,6-3 0-16,6-9 0 15,1-6 2-15,-1 0 1 16,2-11-3-16,-4-11 0 16,-3-12 1-16,-6-9-1 15,-2-12 0 1,0-14-2-16,-3-11 1 16,1-12-3-16,-2-1 0 15,1 11 2-15,-10 24 2 0,-6 29 0 0,-11 25 7 16,-3 8-7-16,-24 29-9 15,-10 18 9-15,-4 10 3 16,8 6-2-16,8-3 6 16,12-3 0-16,7-5-2 15,6-2-1-15,0-6 0 16,12-6-2-16,13-8-2 0,8-6 2 16,12-15-1-16,0-7 3 15,1-6-3-15,-1-11 2 16,-4-15-3-16,-8-12-1 15,-6-9-9-15,-7 0 2 16,-10 4 7-16,-7 13-1 16,-3 17 2-16,-5 13 3 15,-19 8-3-15,-4 24 0 16,-2 11 3-16,8 4 15 16,14-2 4-16,8-4-12 15,0-2-2-15,0-7-8 16,13-2 0-16,1-5 0 15,-3-5-46-15,-2-8-160 16,-9-7-270-16</inkml:trace>
  <inkml:trace contextRef="#ctx0" brushRef="#br0" timeOffset="-144142.48">15705 14954 664 0,'0'0'243'0,"0"0"-160"0,0 0-68 0,0 0 106 0,0 0-16 0,0 0-59 0,11 75-1 0,-4-13 45 16,-3 8-33-16,-1-1-43 15,-3 0-4-15,0-4-6 16,0-11 0-16,0-6-4 15,0-9-4-15,-4-14-22 16,-5-5-115-16,5-9-33 16,-2-8-75-16,-3-3-103 15</inkml:trace>
  <inkml:trace contextRef="#ctx0" brushRef="#br0" timeOffset="-143838.99">15517 15480 863 0,'0'0'140'0,"0"0"-139"16,0 0 75 0,0 0 38-16,0 0-111 0,0 0 0 15,-16 57 1 1,43-32-2-16,1-3-1 0,2-7-1 16,1-6 0-16,1-8-1 15,0-1-8-15,0-7-12 16,-2-12-29-16,-1-10 15 15,0-2-20-15,-2-11 45 16,1-2-3-16,-3 0-2 16,-5 10 9-16,-4 11 5 15,-10 11 1-15,-4 10 2 16,-2 2 15-16,0 0 4 16,-8 2-21-16,-7 15 0 15,0 6-66-15,5 2-85 16,-2 8-304-16</inkml:trace>
  <inkml:trace contextRef="#ctx0" brushRef="#br0" timeOffset="-141948.12">14707 16376 489 0,'0'0'0'0,"0"0"-8"0,0 0 8 0,-21-72 54 16,21 61-54-16,3 5 9 0,3 3 49 0,-1 0 10 0,-5 3 24 0,3 0-19 0,-3-1-14 0,0 1 19 0,0-1 9 0,0 1-15 15,0-2-1 1,0 1-13-16,-14-2-32 0,-7 3-20 16,-1 0 7-16,-7 4 4 15,1 15-4 1,-2 6-2-16,0 9-4 15,2 8 0-15,4 9-5 0,4 7-2 16,6 4-1-16,11-3 0 16,3-7-1-16,3-5-3 15,21-10-1-15,12-7-2 16,7-8 7-16,11-13 0 16,8-9 2-16,7 0-2 15,4-23 3-15,-6-5-2 16,-6-7 0-16,-9-1-8 15,-13-4-5-15,-12 2-4 0,-13 6 11 16,-13 7 5 0,-1 9 1-16,-6 10 1 0,-16 6 1 15,-3 0-2-15,-5 11 3 16,3 13-3-16,1 6 0 16,7 3-1-16,10 1 1 15,9 1-1-15,0-4 0 16,11-5-1-16,12-6-4 15,7-5 6-15,5-10-2 16,0-5-1-16,3 0-8 0,0-20-19 16,-3-2 12-1,-7-3-11-15,-8 1 13 0,-6 8 11 16,-9 4 4-16,-4 8 1 16,-1 4 4-16,0 0-3 15,-4 4-1-15,-9 12-4 16,1 5 3-16,1-1 1 15,2 0-4-15,3-2 3 16,3-2 1-16,3-5-1 16,0-5 0-16,0-6-7 15,5 0-18-15,12-6-1 16,4-11 15-16,0-7-1 16,5 1-1-16,-7 6 3 15,-4 6 4-15,-6 8 4 16,-3 3-1-16,-2 0 2 15,-1 7 2-15,2 11 0 16,-4 3 0-16,2 2 2 0,0 0 1 16,4-3 0-1,1-5-3-15,4-4 1 0,7-5-1 16,7-6 0-16,7-5 1 16,7-17 1-16,2-11-2 15,7-7 3-15,-4-9-3 16,-2-9 0-16,-7-12 0 15,-8-3 0 1,-10-7 1-16,-8 15 1 0,-6 14-2 16,-4 19 5-16,0 17 11 15,0 15 60-15,0 0-15 16,-5 30-25-16,-7 14-29 16,0 11-7-16,3 6 0 15,2-1 0-15,6-1-2 0,1-3 2 16,0-6-1-16,1-9-2 15,14-7 1-15,1-11-10 16,5-9 6-16,1-11-48 16,2-3 20-16,0-12 20 15,2-15-33-15,0-5 27 16,-2-3 10-16,-3-6 1 16,0 0 1-16,-5 2 3 15,-7 5 5-15,-3 14 3 16,-4 8-2-16,-2 9 26 15,0 3 7-15,0 15 14 0,-5 17-24 16,-5 11-11-16,0 2-8 16,5-3-4-16,5-4 1 15,0-7-2 1,3-10-1-16,15-7 1 0,6-10 0 16,5-4 0-16,4-6 3 15,6-16 0-15,0-4-1 16,1-5-2-16,-3-2 0 15,-2 0 0-15,-4 1 0 16,-7 1-1-16,-9 9 1 16,-6 5 0-16,-8 7 0 15,-1 6 5-15,-1 4 1 0,-17 0 1 16,-3 3-6 0,3 9 17-16,-1 4-1 0,7 0-8 15,0-2-8-15,6 3-1 16,3-3 1-16,2 1-1 15,1-2-1-15,0-4 0 16,0 0 0-16,0-4-2 16,3 1 1-16,4-4 0 15,3-2 2-15,5 0-1 16,5-2-1-16,-1-8 0 16,2 2-3-16,-2 0 1 15,-2 5 3-15,-2 3 1 16,-3 0-2-16,-2 0-1 15,0 3 1-15,0 9 2 16,-3 0 1-16,-1-2-1 16,3 0 0-16,-2-1 0 15,2-7 0-15,6-2 0 0,2 0-1 16,4-15-9-16,1-6-39 16,3-5 21-16,-2-10 8 15,1-6-14-15,-5-10 10 16,-6-8-13-16,-7-7 9 15,-6-1 25-15,0 6 3 16,-1 14 12-16,-8 21 51 16,1 15 46-16,2 12 2 15,-2 25-30-15,0 21-61 16,-1 12 27-16,4 3 3 0,4-4-32 16,1-4-17-1,0-9 0-15,0-8-2 0,0-7-2 16,0-16-83-16,-3-7-93 15,-3-6-141-15</inkml:trace>
  <inkml:trace contextRef="#ctx0" brushRef="#br0" timeOffset="-141750.12">15490 16425 907 0,'0'0'0'0,"-110"0"21"0,90 0-21 0,20 0 121 0,8 0-105 16,36-11-14-16,27-4-4 0,21-1-7 15,14-2-110-15,9-2-37 16,-7-2-370-16</inkml:trace>
  <inkml:trace contextRef="#ctx0" brushRef="#br0" timeOffset="-140347.33">17340 16412 413 0,'0'0'42'0,"0"0"7"15,13-93 39-15,-11 76 32 16,-2 6-31-16,0 7-29 0,0 4 13 15,0 0 10 1,0 0-17-16,0 6 0 0,-12 20-33 16,-4 10-29-16,-2 6-3 15,0-3 0-15,6-2 0 16,6-5-1-16,6-6 0 16,0-3 0-16,17-5-8 15,13-9 3-15,11-6 1 16,7-3-3-16,6-4-9 15,-4-15-29-15,0-5-1 16,-13-2-2 0,-7 3 8-16,-9 6 19 0,-14 4 21 15,-1 9 0-15,-6 4 25 16,0 0 77-16,-10 11-35 16,-8 16-67-16,-5 6 0 15,6 3 3-15,5-5-2 0,10-6 1 16,2-5-2-16,0-5-3 15,18-6-1-15,11-5 4 16,6-4 3-16,2 0-1 16,8-17-2-16,0-5 0 15,-8-3-3-15,-2 3 0 16,-13 5-11-16,-12 9 3 16,-7 6 7-16,-3 2 4 15,0 0 7-15,-10 19 6 16,-8 6-11-16,3 3 1 15,-1-3 1-15,5-3-4 16,7-6 1-16,4-1-3 0,0-7 0 16,0-2 2-16,6-6-8 15,10 0 8-15,4-4 4 16,2-12-4-16,6-7-1 16,2-4-6-16,0 2-3 15,-2 5 10-15,-4 7-4 16,-3 8 4-16,-9 5 0 15,-5 1-13-15,-4 19 13 16,-1 0-1-16,-2 4 2 16,0-4 0-16,0-5 1 15,1-2-1-15,4-10-1 0,4-3-4 16,6 0 4 0,4 0 4-16,7-12-1 0,0-8-3 15,0-7-3-15,-3-7 1 16,-3 1-13-16,-2 2 8 15,-7 12 4-15,-8 7 3 16,1 9 1-16,-4 3 0 16,0 7 2-16,-4 15-1 15,-6 3 0-15,1-1 2 16,8-4-2-16,1-5-2 16,0-5-2-16,0-4 2 15,4-6-1-15,10 0 1 16,4 0-2-16,2-11 2 0,0-7-2 15,-1 0-10 1,1-1-8-16,-5 0 4 0,-2 4 7 16,-3 7 9-1,-5 3 0-15,0 4 0 0,-5 1 0 16,1 0 0-16,-1 11 8 16,5 6 2-16,-1 3-7 15,3-4-1-15,-1 1-1 16,3-3 0-16,1-1-1 15,3-7 0-15,3-2 2 16,5-4-1-16,6 0 2 16,6-18-1-16,4-7 0 15,5-8-2-15,-3-3 1 16,-8-9-1-16,-3-8 0 0,-8-8-3 16,-5-11 3-16,-8-5 2 15,1 6 0-15,-7 20-1 16,1 23 1-16,-2 22 23 15,0 6 18-15,0 28-30 16,-8 19-10-16,-2 14 12 16,2 4-10-16,2-8-4 15,6-7 2-15,0-9-3 16,0-7 0-16,0-6 0 16,2-6-13-16,6-14-71 15,2-8-100-15,-1 0-147 0</inkml:trace>
  <inkml:trace contextRef="#ctx0" brushRef="#br0" timeOffset="-140158.15">18908 16287 780 0,'0'0'0'0,"0"0"-6"0,94-53 6 0,-61 36 12 0,-1-1-10 0,-9 0-2 0,-7 2-47 0,-8-1-183 16</inkml:trace>
  <inkml:trace contextRef="#ctx0" brushRef="#br0" timeOffset="-140014.45">18289 16177 741 0,'0'0'116'0,"-86"14"-111"15,67-12-2-15,12 0 80 16,7-2-66-16,2 0-15 16,20 0-1-16,7-14-1 15,2-6-46-15,-9-4-194 16</inkml:trace>
  <inkml:trace contextRef="#ctx0" brushRef="#br0" timeOffset="-134126.58">16651 10364 60 0,'0'0'572'0,"0"0"-504"0,0 0 23 0,0 0 13 0,0 0-31 0,0 0-34 0,0 0-8 16,-7-8-11-16,8 5-12 15,20-1-8-15,13-3 1 16,14-3 6-16,7 0-7 16,-5 5-1-16,-7 3-4 15,-14 2-116-15,-10 0-152 16</inkml:trace>
  <inkml:trace contextRef="#ctx0" brushRef="#br0" timeOffset="-133973.15">16730 10463 638 0,'0'0'177'0,"0"0"-173"16,0 0 96-16,0 0-26 15,0 0-74-15,0 0 0 16,51 0 0-16,4-8 0 16,6 0-23-16,5-2-114 15,-7 1-174-15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5:51:25.34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2466 1112 816 0,'0'0'87'0,"0"0"-80"0,0 0 143 0,0 0-18 0,0 0-88 0,0 0-37 0,0 0-2 0,9 40 8 15,-2 10 70-15,-4 15-21 16,-3 14 26-16,0 17-35 15,0 7-5-15,-13 7-22 16,-2-6-3-16,0-8-16 16,3-11-6-16,-1-18 1 15,2-14-2-15,2-15-6 16,3-13 5-16,3-10-21 16,3-11-133-16,0-4-75 0,0-15 35 15,0-17-113-15</inkml:trace>
  <inkml:trace contextRef="#ctx0" brushRef="#br0" timeOffset="187.63">2451 1667 834 0,'0'0'79'0,"0"0"-39"16,0 0 66-16,0 0-94 15,0 0-7-15,122-15-3 16,-61 11 6-16,-1 0-5 15,0-2 2-15,-2 1-5 0,-12-4-3 16,-10-2-10 0,-6-6-153-16,-15-9-110 0</inkml:trace>
  <inkml:trace contextRef="#ctx0" brushRef="#br0" timeOffset="412.7">2970 1233 786 0,'0'0'131'15,"0"0"-81"-15,0 0 29 16,0 0-66-16,-4 88 65 16,-2-31-18-16,0 11 20 15,-9 6-4-15,6 6-36 16,-5 0-14-16,-2-2-1 16,4-10-11-16,7-7-13 0,-2-14-2 15,4-8-2-15,3-13-1 16,0-6-11-16,0-10-105 15,0-7-92-15,3-3-27 16,15-15-185-16</inkml:trace>
  <inkml:trace contextRef="#ctx0" brushRef="#br0" timeOffset="846.82">3088 1705 898 0,'0'0'50'16,"0"0"142"-16,0 0-82 0,0 0-110 15,0 0 4-15,0 0-2 16,0 103 17-16,0-69-4 16,0 1 9-16,3-5-9 15,7-9-10-15,1-3-2 16,1-6-3-16,9-4 0 16,1-8 4-16,5 0 6 15,1-12-8-15,3-15-2 16,1-6 0-16,-4-9 0 15,-2 3-1-15,-4 3 1 16,-6 12 1-16,-5 12 1 16,-8 6 5-16,-3 6 22 15,0 0 49-15,0 18-56 16,-9 23-19-16,-9 17 32 16,-3 17 28-16,-6 17-12 15,0 16-25-15,-6 16-1 16,-4 17-21-16,3 15 1 0,3 0-5 15,5-11 0 1,1-24-3-16,-2-29 0 0,3-27 3 16,5-21-16-16,13-15 0 15,6-25-104-15,0-6-36 16,25-37-46-16,8-23-105 16,13-25-240-16</inkml:trace>
  <inkml:trace contextRef="#ctx0" brushRef="#br0" timeOffset="1339.77">3676 1852 928 0,'0'0'189'0,"0"0"-178"0,0 0 76 0,0 0-20 0,-3 78-41 0,-3-9 58 0,-6 6-44 0,-3 3-15 0,-3-3 0 0,-3-2-7 16,0-2-12-16,0-10-4 15,2-11-2-15,4-12 0 16,6-16 0-16,5-12-2 16,4-10-9-16,0-11-37 15,0-26-71-15,9-16-53 16,7-16 39-16,6-11 54 16,-2-9 18-16,2-5 41 0,0-5 20 15,-5 9 11-15,-1 15 38 16,-2 19 47-16,-5 14 19 15,1 15-7-15,-1 11-23 16,-1 9-22-16,5 7-43 16,5 3-19-16,7 20 4 15,5 10-4-15,-3 7 3 16,-9 4-4-16,-8 0 0 16,-10-4-1-16,0-4 4 15,-12-5 0 1,-13-5-3-16,-8-4 11 0,2-7-6 15,-5-6-3-15,5-8 0 16,5-1-1-16,1-4-1 0,6-14 0 16,8-5-23-16,11-1-90 15,0 1-95-15,20 4-97 16,8 0-371-16</inkml:trace>
  <inkml:trace contextRef="#ctx0" brushRef="#br0" timeOffset="1714.15">4095 1806 943 0,'0'0'138'0,"0"0"-103"0,0 0 185 0,0 0-169 0,0 0-47 0,0 0-1 0,-88 75-1 0,70-42 6 0,2-1 6 0,5-1-6 0,8-6-5 16,3-2-3-16,0-8-4 15,6-5 0-15,18-8 2 16,7-2 2-16,5-6 0 16,6-19 0-16,-5-7-17 15,-7-7-1-15,-12-6 6 16,-9 0 11-16,-9 1 1 16,-3 5 0-16,-16 17 2 15,-11 9 4-15,-6 13 4 16,0 0-10-16,0 21 3 15,5 10-3-15,9 3 0 16,8 5-3-16,11-4-5 16,3-5 3-16,12-6-10 15,15-7-57-15,9-10-98 0,3-7-49 16,-1-3-104-16</inkml:trace>
  <inkml:trace contextRef="#ctx0" brushRef="#br0" timeOffset="3163.92">4556 1424 339 0,'25'-80'340'0,"-11"19"-274"16,-8 22 103-16,-2 21-18 15,-4 11-20-15,0 7-30 16,0 10-69-16,0 24-31 16,-7 19 20-16,-5 17 37 15,0 11-14-15,-3 7-3 0,6 2-19 16,3-7-16-16,6-10-6 15,0-16 1-15,9-13-1 16,8-14-3-16,6-16-4 16,6-10 1-16,5-4-3 15,9-26-39-15,-1-13-11 16,0-14 1-16,-2-13 25 16,-7-8 11-16,-5-10 10 15,-4-5 8-15,-3 3 4 16,-5 16 1-16,-7 20 6 15,-7 26 5-15,-2 18 15 0,0 6 51 16,-11 36-74 0,-14 16-2-16,0 16 1 15,-4 7 6-15,7 0-3 0,5-4 14 16,6-4-9-16,5-9-5 16,6-8-2-16,0-11-4 15,0-11-1-15,7-11-1 16,5-12 2-16,8-5 0 15,5-5 8-15,8-22 3 16,7-10-10-16,-1-8 0 16,-2 0-2-16,-7 3-5 15,-6 11 6-15,-12 10 0 16,-6 13 6-16,-5 8 3 16,-1 0-9-16,0 16-4 0,0 12 0 15,-1 7 4-15,-2 0 1 16,3 1 0-16,0-7-1 15,0-1 0 1,4-10-1-16,11-4-1 16,6-9 0-16,3-5 2 0,11 0 10 15,10-12-9-15,4-12 2 16,-1-7-3-16,-3-8-1 16,-9-5-3-16,-11-3-8 15,-10 7-1-15,-10 11 2 16,-5 8 11-16,0 11 8 15,-17 10 6-15,-7 0 0 0,-1 20-9 16,1 10 2-16,6 6-2 16,5 7 2-1,7 1-6-15,6-3 0 16,0-4 0-16,6-3 0 16,13-9-1-16,5-7 0 15,3-8-5-15,0-10 5 16,8 0 3-16,0-12-3 0,2-17-1 15,-1-1-1-15,-2-9-2 16,-4-7-3-16,-6-1 1 16,-6 4-3-16,-6 4 7 15,-5 9 2-15,-2 11 2 16,-5 7 0-16,0 10 4 16,0 2-6-16,0 0 0 0,0 0-11 15,0 13 2-15,0 0 8 16,7-1 1-16,-7-4 0 15,3-5-1-15,0 3 2 16,-3-6-1-16,0 0 1 16,0 0 7-16,0 0 3 15,0 0 6-15,0 0 9 16,0-7-9-16,0 0-14 16,0-1-2-16,0 2 1 15,0-1-1-15,-3 3-1 0,3 1 0 16,-3 3 0-16,3 0 0 15,0 0-1 1,0 0 2-16,0-2-2 0,0 2 1 16,0 0-1-16,0 0 1 15,0 0-1-15,0 0 1 16,0 0-1-16,0 0 0 16,0 0-3-16,0 0 4 15,0-1-2-15,0 1 1 16,0 0 1-16,0 0-3 15,0 0 3-15,0 0-4 16,0 0 4-16,0 0 3 16,0 0 0-16,0 0-2 15,0 0 1-15,3 0 0 16,0 0-2-16,6 1 12 0,3 11-1 16,0 2-6-1,6 2 9-15,0 4-5 0,-2 3-1 16,-2 1-3-16,1 1 0 15,-5-1-3-15,-4-2-1 16,-6-5 0-16,0-5 0 16,0 0 2-16,-3-4 4 15,-16 0-1-15,-8-1 2 16,-4-2-3-16,-4-4-3 16,-4-1-1-16,2 0-1 15,1-1 5-15,6-11-5 0,5-1 0 16,9-1-4-1,5 3-79-15,7 3-91 16,4 2-101-16,9 1-250 16</inkml:trace>
  <inkml:trace contextRef="#ctx0" brushRef="#br0" timeOffset="3611.29">6121 1601 1064 0,'0'0'73'0,"0"0"-44"0,0 0 211 0,0 0-165 0,0 0-40 0,0 0-35 0,-24-2-6 0,12 33 6 16,2 2 6 0,4 0-5-16,4-2 2 0,2-5-3 15,0-2-3-15,5-6 2 16,11-8 0-16,2-7 1 15,3-3-3-15,10-2-1 16,1-19-37-16,2-11-7 16,0-4 22-16,1-2 12 15,-2-2 12-15,-2 1 2 16,-1 6 2-16,-8 11-1 16,-4 7 8-16,-9 6 12 15,-2 9 17-15,1 9-38 16,4 16 5-16,-5 11-4 0,-4 6 4 15,-3-2 1 1,0 1 7-16,-9-3-3 16,-7-5-5-16,-2-8-4 15,-3-9 1-15,-4-4-2 0,-2-10-3 16,0-2-101-16,-2-8-87 16,4-22-119-16,3-6-310 15</inkml:trace>
  <inkml:trace contextRef="#ctx0" brushRef="#br0" timeOffset="3860.28">6073 1214 865 0,'0'0'63'0,"0"0"-59"0,0 0 99 16,-82 50-59-16,78-23-17 15,4-1-5-15,10-3 9 16,20-1-11-16,9-11-2 15,6-7-12-15,2-4 3 16,-5-3-4-16,-9-14-3 16,-11-8 2-16,-11-4 1 15,-11-1-2-15,-8-2-3 16,-26 4-3-16,-18 6-67 16,-12 6-62-1,-11 5-91-15,-5 7-312 0</inkml:trace>
  <inkml:trace contextRef="#ctx0" brushRef="#br0" timeOffset="4115.64">4158 1291 483 0,'0'0'576'0,"0"0"-570"15,0 0 102-15,0 0 35 16,0 0-118-16,0 0-25 15,25 0 9-15,54-8-1 16,19-1-8-16,10-1-40 16,7-8-338-16</inkml:trace>
  <inkml:trace contextRef="#ctx0" brushRef="#br0" timeOffset="5623.9">7192 1198 699 0,'0'0'37'0,"0"0"61"0,0 0-6 0,0 0-19 0,0 0-17 0,0 0-14 0,-19 0-3 0,29 0-12 15,25 0 14-15,14 0 22 16,18 0-12-16,13 0-11 16,1 0-24-16,-5 0-9 15,-12 0-7-15,-13 0 0 16,-17 4-4-16,-14 7-13 16,-7-1-106-16,-13 0-118 0,-3-4-33 15,-22-1-227-15</inkml:trace>
  <inkml:trace contextRef="#ctx0" brushRef="#br0" timeOffset="5834.48">7576 1241 625 0,'0'0'155'16,"0"0"-50"-16,0 0 87 15,0 0-93-15,0 0-87 16,0 0 22-16,-36 75 67 16,31-21-27-16,-2 7-8 15,1 3-11-15,0 5-24 0,0-2-18 16,4-3-11-16,1-8-2 15,1-12-1-15,0-13 0 16,3-13-14 0,15-16-119-16,7-2-54 0,8-16-65 15,4-18-146-15</inkml:trace>
  <inkml:trace contextRef="#ctx0" brushRef="#br0" timeOffset="6425.76">7773 1548 926 0,'0'0'8'16,"0"0"132"-16,0 0-56 16,0 0-58-16,0 0-8 15,0 0 4-15,7 48-13 16,27-48-1-16,5 0 6 16,0-12-9-16,-6-6-5 15,-3-7 1-15,-8-6-1 0,-10-2 4 16,-6 1 1-16,-6 6-4 15,0 6 1-15,-18 12 5 16,-10 8-3-16,-4 8 5 16,-2 22-8-16,3 11 15 15,2 4-1-15,7 4 7 16,7-2-2-16,9-1-7 16,6-7-4-16,3-2-7 15,22-7 1-15,4-8-3 16,12-12 0-16,6-9 3 15,2-1-2-15,8-19 0 16,-8-7 2-16,-3-11-3 0,-13-7-1 16,-3-3-3-16,-15-6 2 15,-2 4 4-15,-7 12-1 16,-6 9 2-16,0 14 2 16,0 8 4-16,0 6 8 15,0 6-17-15,0 18-18 16,5 6 15-16,6 6 3 15,3-1 0-15,1-1 1 16,3 2-1-16,-6-4 0 16,1-5 0-16,-8 1 0 15,-5-8 0-15,-5-1 2 0,-20-9 6 16,-11 0-1-16,-10-5 1 16,1-5-3-16,-4 0-1 15,7 0-4-15,11 0-2 16,10-2-3-16,16-5-7 15,5-1-97 1,11-5-90-16,29-8-163 0,6-8-118 16</inkml:trace>
  <inkml:trace contextRef="#ctx0" brushRef="#br0" timeOffset="7307.5">8660 1121 384 0,'0'0'680'15,"0"0"-650"-15,-89-23 184 0,66 44-144 0,1 15-41 0,13 16 15 0,5 4-6 0,4 6-20 0,0 4 0 16,19-2-8-16,5-6-9 0,4-12-1 16,3-9 0-16,1-14 0 15,1-9-4-15,-2-12 3 16,5-2 1-16,-3-11 3 15,-5-13-1-15,-1 0-1 16,-12-3 0-16,-3 5 4 16,-9 5 2-16,-3 7 1 15,0 6 19-15,0 4 24 16,-3 8-46-16,-12 13-5 0,-3 7 0 16,3 3 1-1,6-2 1-15,4-4-1 16,4-6 2-16,1-6-2 15,0-6 1-15,0-4-2 0,9-3 0 16,15 0 10-16,6-5-2 16,7-13-3-16,3-6-4 15,2-1 0-15,-5 3-1 16,-7 3 0-16,-10 7-1 16,-9 8 4-16,-6 2-3 15,-5 2 0-15,0 3-6 16,0 15-3-16,0 6 9 0,3 3 3 15,5-6 4 1,2 0-7-16,2-7 8 16,4-1-6-16,7-7 4 15,7 0 6-15,11-6-2 16,10 0 2-16,9 0-8 16,7-12 3-16,-3-8-2 0,-6-2-5 15,-12-3 0-15,-16-2 0 16,-15-2 2-1,-15 7 3-15,0 1 0 16,-12 4-3-16,-16 4 2 0,-5 5-1 16,0 6-1-16,-1 2 0 15,4 6-2-15,5 14 0 16,1 7-1-16,10 3 0 16,4 4-1-16,9 4 1 15,1 3 0-15,0 5 1 0,0 1 0 16,8 8-1-1,3 5 1-15,1 4 1 16,3 9-1-16,-2 4 2 0,0 3 6 16,-8 0-1-1,-5-5-1-15,-6-10-4 0,-22-8 3 16,-7-10-1-16,-9-11 1 16,0-11-2-16,3-13-2 15,5-10 1-15,9-2-2 16,3-23-2-16,-3-15-37 15,-3-16-110-15,-1-10-111 16,-9-17-33-16,-5-19-245 16</inkml:trace>
  <inkml:trace contextRef="#ctx0" brushRef="#br0" timeOffset="7531.26">8305 1274 1131 0,'0'0'44'16,"0"0"-29"-16,0 0-8 0,0 0 104 0,0 0-102 0,0 0-9 0,105-35-1 16,-16 35-3-16,7 0-7 0,2 0-88 0,-1-3-114 0,-3-6-108 0</inkml:trace>
  <inkml:trace contextRef="#ctx0" brushRef="#br0" timeOffset="7824">9299 1151 1005 0,'0'0'55'0,"0"0"129"16,0 0-40-16,0 0-40 15,0 0-60-15,0 0-42 16,-35-31-2-16,35 35-14 16,5 10 6-16,14 2 8 15,-2 1-1-15,7-5 0 16,4-3-1-1,0-6-16-15,-1-3-50 0,-6-1 30 16,-3-18 18-16,-4-6 12 0,-13-4 8 16,-1-1 4-16,-1 2 3 15,-24 2-1 1,-7 6 6-16,-1 11-2 16,-4 7-4-16,4 2-6 0,5 22-1 15,5 19-3-15,7 9-2 16,13 8 0-16,3 9-9 15,9 2-150-15,21-2-137 16,19-2-296 0</inkml:trace>
  <inkml:trace contextRef="#ctx0" brushRef="#br0" timeOffset="8531.34">7276 2813 994 0,'-93'-19'0'0,"7"7"0"0,22 1 0 0,19 4 118 0,18 1-44 0,15 6-16 0,12-2 2 16,0 2-27-16,23 0-25 15,32-7-3-15,39-8 19 16,37-5 11-16,33-3 26 15,27 5-24-15,21-3-12 47,13 4-8-47,12 3-9 0,2 0-8 0,-15 9-3 0,-27-2 0 0,-21 1-1 16,-35 2 2-16,-31-4-2 0,-32 0-18 16,-31 0-45-16,-29 4-17 15,-18-1 26 1,-15 5 41-16,-30 0-125 0,-27 0-105 15,-19 15 29-15,-19 5-137 16</inkml:trace>
  <inkml:trace contextRef="#ctx0" brushRef="#br0" timeOffset="8852.35">7516 2932 880 0,'0'0'59'0,"-106"7"-31"15,84-5-28 1,17-2 79-16,8 0-18 0,33 0-59 16,34-2 9-16,29-10 20 15,26-2-4-15,20-4 17 16,16 0-15-16,12 1-13 16,6 2-8-1,-9-1-8-15,-18 6-3 0,-24 0 2 16,-34 2 0-16,-30-2 1 0,-26 1 1 15,-20 3 0-15,-9-3 6 16,-8 0 4-16,-1 3-8 16,0 3 0-16,2 0-3 15,7 1-10-15,11-2-117 16,16 0-52-16,21 0 1 16,15-5-191-16</inkml:trace>
  <inkml:trace contextRef="#ctx0" brushRef="#br0" timeOffset="9485.12">10355 2352 253 0,'0'0'486'0,"0"0"-484"16,0 0 37-16,0 0 80 0,0 0-65 0,0 0-6 0,16-28 18 0,-16 28-18 0,0 0 2 0,-1-3 21 15,-14-2-14-15,-3-4-42 16,-3-2 11-16,1 3 18 15,3-6-5-15,5 2 10 16,8-4-23-16,2-1 7 16,2-4-9-16,6-2-22 15,21 2-2-15,4 3-2 16,2 7 0-16,0 3 0 16,-6 7 1-16,0 1-1 15,-5 0 0-15,-5 16 1 16,-6 8-7-16,-8 6 7 0,-3 6 1 15,0-1 0-15,-19 4 8 16,-6-3-4-16,2 1-1 16,-1-2-3-16,1 0 1 15,6-5-1-15,2 3-3 16,5-7-26-16,5 0-173 16,4-2-40-16,1-2-76 15,0 1-213-15</inkml:trace>
  <inkml:trace contextRef="#ctx0" brushRef="#br0" timeOffset="9787.43">10307 2807 701 0,'0'0'19'16,"0"0"16"-16,0 0 73 15,0 0-54-15,0 0 8 16,0 0 7-16,-22 37-11 15,22-37 16-15,0 0-11 16,0 0-12-16,0 0-7 16,11 0-22-16,11-6-16 15,3-6-2-15,-1 2-4 16,-9 3 1-16,-10 0-1 0,-5-1 2 16,0 2 10-16,-8-1-1 15,-22 4-6-15,-13 3-5 16,-11 0-4-16,-4 16-11 15,-2 9-255-15</inkml:trace>
  <inkml:trace contextRef="#ctx0" brushRef="#br0" timeOffset="21844.35">2943 2739 72 0,'166'-120'0'0</inkml:trace>
  <inkml:trace contextRef="#ctx0" brushRef="#br0" timeOffset="28005.1">1111 5109 556 0,'0'0'96'0,"0"0"-56"16,0-106 34-16,0 76 2 16,0 4 0-16,0 7-38 15,2 10 13-15,-2 4 29 16,0 5-1-16,0 0-40 16,0 25-39-16,0 18 3 15,0 20 4-15,-14 11 20 16,-4 14-6-16,-4 2 12 15,2-1-7-15,0-9-20 0,6-12-6 16,7-14-1 0,7-13 1-16,0-16-1 0,0-6-2 15,0-11 1-15,0-5 1 16,0-3 0-16,0 0 1 16,0-14 6-16,0-16-1 15,4-11-5-15,-1-11 0 16,0-10 2-16,3-10 1 15,0-12-3-15,3-3 5 16,3-1-1-16,8 8 3 16,2 9-6-16,0 16 4 15,5 11 0-15,-2 7 0 16,5 11-2-16,4 7-1 16,-1 7 0-16,0 12-1 15,3 0-1-15,-5 24 0 16,-4 15 0-16,-9 10 1 0,-12 8-1 15,-6 4 0-15,-21 2 2 16,-18-9-2-16,-4-1-1 16,-2-12-3-16,5-11 4 15,3-8 0-15,16-9 1 16,6-9-1-16,15-4 1 16,0-3 4-16,6-20-5 15,18-11-12-15,10-3 4 0,9 2 6 16,-2 13-5-1,-1 12 5-15,-7 10 0 0,5 11-5 16,-3 20 7-16,2 12-3 16,-4 7 3-16,-3 4 4 15,-11 1-4 1,-16-2 1-16,-3-8-1 0,-10-3 7 16,-23-10-3-16,-4-4 12 15,-12-8 8-15,-4-10 15 16,-2-10 6-16,1 0-10 15,8-17-5-15,10-12-4 16,6-5-13-16,11-5-13 16,10 1-4-16,9 10-4 15,0 8-22-15,9 12-14 16,18 8-43-16,1 5 16 16,11 15-32-16,0 11-23 0,7-1-66 15,2 1-92 1</inkml:trace>
  <inkml:trace contextRef="#ctx0" brushRef="#br0" timeOffset="29334.18">1909 5422 922 0,'0'0'36'0,"14"-118"83"0,-10 66-41 0,-4 15-53 0,0 12 22 0,-21 13-12 0,-10 12 29 15,-11 0-22-15,-7 22-37 0,3 9 7 16,1 4 0-16,14 2 4 16,7 1-9-16,12-3-2 15,9 0-5-15,3-5-6 16,10-2 3-16,14-8-3 16,9-11 4-16,7-7-12 15,-1-2-27-15,3-12-28 16,-6-12 26-16,-11-9 26 15,-7-6 17-15,-9 0 2 16,-8-5 7-16,-1 4 2 16,0 7 5-16,-1 14 17 15,-5 13 10-15,0 5 22 0,3 1-58 16,0 18-7 0,-3 10-15-16,3 13 15 0,3-3 0 15,0-3 0 1,9-5 2-16,12-5 0 0,0-8-4 15,4-3 1-15,2-9 1 16,1-5-3-16,2 0 3 16,0-23 0-16,0-8 2 15,-5-10-1-15,0-8-1 16,-5-4 0-16,-7-4-1 16,-2 9 4-16,-4 4-6 15,2 13 5-15,-6 11-2 16,-3 9 3-16,0 8-1 0,0 3-2 15,0 0-1 1,11 3-9-16,2 14-1 0,5 7 11 16,6 5 0-16,-6 5 0 15,3 4 1-15,-1 2-1 16,-3-3 0-16,-2 1-1 16,-8-7 1-16,-7-5 0 15,0-7 0-15,0 1 2 16,-9-9-1-16,-10-4 8 15,-8-3 1-15,-4-4-3 16,-2 0 6-16,-3-11 0 16,5-9 4-16,1-5-2 15,12-2-11-15,5-2-4 16,5 5 1-16,5 8-1 16,3 6-2-16,0 10-7 15,0 0 4-15,0 14-28 0,6 13 30 16,15 4 3-1,-3 0-1-15,4-3 0 0,2-3 1 16,3-6 0-16,3-6 1 16,0-6-1-16,-2-7 0 15,7 0 0-15,0-10-1 16,-1-13 0-16,-4-8-8 16,-7-5-3-16,-1-4 0 0,-4-9 9 15,-6-6 2 1,6-1 1-16,-6 1 0 0,0 9 0 15,-2 16 0-15,-4 13 0 16,0 13 0-16,-6 4 3 16,0 0-3-16,0 13-7 15,0 11 0-15,0 6 7 16,0 5 1-16,0-1-1 16,6-3 0-16,4-6 0 15,4-6-1-15,2-7 1 16,-1-8 0-16,0-4-2 15,3 0 2-15,-3-13 0 16,-6-9 3-16,-3-7 0 16,2-4 0-16,-8-1 1 15,0 2-1-15,0 4 4 16,0 8-6-16,0 6 4 16,-5 8 2-16,-1 4 17 0,-3 2-6 15,-3 0-11-15,-6 6-7 16,-3 5-1-16,1 3 1 15,0 0 5 1,2 2-4-16,3 9 8 0,2 3-4 16,5 8 0-16,5 1 3 15,3 4-4-15,0-3 1 16,0-3-4-16,8-1 0 16,13-5-1-16,1-4 0 15,6-1-1-15,5-12 2 16,3-5 2-16,4-7-2 15,1 0-1-15,-1-7 0 0,-6-8-1 16,-4-1-16 0,-9 1-108-16,-5-1-63 0,-10-2-109 15</inkml:trace>
  <inkml:trace contextRef="#ctx0" brushRef="#br0" timeOffset="30020.4">2463 4873 605 0,'0'0'105'0,"0"0"-40"0,0 0 79 16,0 0-115-16,0 0-27 0,0 0 29 0,-9 103 14 0,12-62-4 0,4 6 10 15,-1 0-18-15,-4 5-13 16,-2 0-16-16,0-6 0 16,0-1-4-16,-6-15-1 15,-3-6-19-15,-1-12-144 0,2-12-117 16</inkml:trace>
  <inkml:trace contextRef="#ctx0" brushRef="#br0" timeOffset="30392.16">2400 4507 749 0,'0'0'26'0,"0"0"-21"16,0 0 114-16,0 0-84 16,0 0-32-16,0 0-3 15,-49 7 0-15,49 7 0 0,0-1 0 16,0-1 0-16,0-5-2 16,13-1 2-16,2-6 1 15,9 0-1-15,0 0 1 16,3-3 0-16,-9-9 0 15,-8-5 0-15,-10-2 6 16,0 0 11-16,-13-1 32 16,-14 3-2-16,-6 6-2 15,3 10-38-15,4 1-8 16,9 5-2-16,5 17-25 16,12 5-213-16</inkml:trace>
  <inkml:trace contextRef="#ctx0" brushRef="#br0" timeOffset="31204.07">4283 4655 979 0,'0'0'12'0,"0"0"104"0,0 0 28 0,0 0-60 0,0 0-58 0,-83 77-12 0,66-2 45 15,1 4-12-15,5-5-25 16,2 0-8-16,6-7-14 16,-1-7 3-16,4-10-6 15,0-14 0-15,0-11-1 16,0-13-21-16,0-10-76 15,7-2-52-15,2-12 17 16,-1-21 28-16,-2-14-22 16,-2-11 47-16,-4-8 45 15,0-15 32-15,0-2 1 16,0 3 5-16,0 11 20 0,1 21 24 16,7 17 36-1,4 13-6-15,7 11 15 0,8 7-27 16,12 0-45-16,13 25 30 15,6 11 17-15,-2 17-14 16,-4 14-11-16,-6 6-3 16,-9 6-13-16,-13-2-12 15,-15-6-10-15,-9-10 8 16,-18-5-6-16,-25-11 9 16,-12-10 22-16,-12-7 27 15,-9-11-25-15,-2-9-10 0,9-8-18 16,8 0-5-16,18-8-3 15,18-9-3-15,11-6-12 16,14-2-80-16,11 3-91 16,33-6-112-16,19 2-103 15</inkml:trace>
  <inkml:trace contextRef="#ctx0" brushRef="#br0" timeOffset="31485.01">5190 4584 910 0,'0'0'5'0,"0"0"49"0,0 0 155 0,0 0-138 0,0 0-69 0,-30 76 54 0,17 3 35 0,-5 17-3 16,-6 13-11-16,-6 13-10 15,-6 6-37-15,-5-1-18 16,3 0-10-16,4-8-2 16,4-20-4-16,11-26-5 15,8-24-29-15,8-23-36 16,3-18-50-16,3-8-30 16,23-18-99-16,14-27-49 15</inkml:trace>
  <inkml:trace contextRef="#ctx0" brushRef="#br0" timeOffset="31883.66">5575 4889 907 0,'0'0'36'0,"0"0"27"15,0 0 115-15,0 0-118 16,0 0 31-16,0 0-38 15,-54-34-47-15,6 63-1 16,1 1 9-16,3 0 7 16,13-3 3-16,6-6-5 0,14 0-9 15,6 0-10 1,5-3-1-16,0 3-3 0,23 3 3 16,12 0 1-16,6 6-1 15,10-1 2-15,3 2-2 16,-5 1-4-16,-10-3-13 15,-14-1-1-15,-13-7 1 16,-12-1 4-16,-12-5 9 16,-22-2 5-16,-17-2 8 15,-13-5 8-15,0 0-3 16,1-2 4-16,8-4-6 16,13 0-11-16,4-4-5 15,15-8-11 1,8 1-154-16,15-3-160 0</inkml:trace>
  <inkml:trace contextRef="#ctx0" brushRef="#br0" timeOffset="32654.43">6856 4842 984 0,'0'0'26'0,"0"0"57"0,0 0 124 15,0 0-116-15,0 0-32 0,0 0-58 0,-26 25 7 0,21 21-1 0,-2 8 12 0,2-1-12 0,4 1 4 16,-1-5-9-16,2-5-2 16,0-10 0-16,0-12-1 15,0-9 1-15,0-7-1 16,0-6 1-16,0-3 13 0,-3-25 16 15,-3-15-29-15,-1-14 1 16,-3-6-1-16,2-8 0 16,5-3-1-16,0 5 1 15,3 12 0-15,0 15 1 16,0 18-1-16,0 13 1 16,0 9 1-16,0 2-2 15,6 11-9-15,18 16-1 16,6 12 10-16,4 3 5 15,-1 2-5-15,0-4 0 16,-2-7-1-16,0-10-1 16,-2-7 2-16,-4-8-4 15,-5-8 4-15,0-2 3 16,6-23 3-16,-1-13-1 0,2-15-3 16,-3-8 2-16,-2-9-2 15,-3 3 1-15,-5 12-3 16,-5 17 1-16,-3 19 4 15,-6 14 5-15,0 5-1 16,0 16-9-16,0 24 0 16,-2 17 17-16,-3 14 5 15,2 4-5-15,1 2-1 16,2-4-13-16,0-2-3 16,0-7 0-16,0-8-1 15,2-9-4-15,5-13-72 16,5-16-151-16,10-18-84 0,6-2-85 15</inkml:trace>
  <inkml:trace contextRef="#ctx0" brushRef="#br0" timeOffset="32913.74">7743 4675 814 0,'0'0'376'0,"0"0"-370"0,0 0 52 0,0 0 13 16,0 0 31-16,-57 114 7 0,48-55-70 0,6 2-10 0,3-2-5 0,0-4-10 15,8-8-10-15,8-2-2 16,8-9-1-16,4-9 2 16,8-10-3-16,6-11-3 15,8-6 2-15,10 0-5 16,7-16-171-16,2-5-176 15,-2-8-501-15</inkml:trace>
  <inkml:trace contextRef="#ctx0" brushRef="#br0" timeOffset="33797.08">9147 4848 613 0,'0'0'15'15,"0"0"68"-15,0 0 42 0,0 0-26 0,0 0-44 0,0 0-4 0,-8-8-4 0,8 15-24 0,0 13-6 0,0 11 30 0,0 5 14 0,0 8-6 0,0-3-27 0,0-6-2 16,0-4-18-16,0-10-5 15,0-8-3-15,0-7 0 16,0-2 0-16,0-4 0 16,0 0 0-16,0 0 5 15,0-24 3-15,0-11-8 16,0-9-3-16,0-9 3 16,0-11 0-16,-13-11 0 15,-5-11 0-15,-9-3 1 0,3 2 4 16,-1 13-5-16,13 18 5 15,9 17 9-15,3 14 6 16,3 10-8-16,19 9-12 16,4 6 0-16,12 0-5 15,3 14 5-15,-2 9-1 16,-8 10 0 0,-10 0-4-16,-12 4 5 0,-9 0-3 15,0-2 1-15,-17-2 0 16,-8-3-7-16,-2-3-14 15,6 4-78-15,3 1-82 0,3-1-90 16,3 1-298-16</inkml:trace>
  <inkml:trace contextRef="#ctx0" brushRef="#br0" timeOffset="34585.01">9258 5048 926 0,'0'0'22'0,"0"0"-15"0,0 0 108 0,0 0-66 0,99-88-38 0,-51 56-11 0,-5-3 3 0,-6-3-2 0,-11-1 1 0,-14 0-2 0,-11 1 10 0,-1 8-6 0,-7 7-1 0,-14 12-3 0,-3 9 0 16,-8 2 0-1,0 9-2-15,3 15 0 16,5 2 0-16,11 1-7 16,12-2 1-16,1-2 2 0,4-2 6 15,20-2-2-15,6-6-3 16,0-2 4-16,3-4-1 16,-4 4 1-16,-3-1 1 15,-7 2-1-15,-7 5 1 0,-3-1 0 16,-6 3 2-1,-1-1 2-15,-2-1 3 16,0 2 2-16,0-1 1 0,0-3-10 16,7-2-1-16,6-3 0 15,11-7 1-15,9-3-5 16,7 0-28-16,3-3-57 16,-4-16 19-16,-3 1-26 15,-6-9 11-15,-5-3 45 16,-4-7 19-16,-7 1 16 15,-5 3 6-15,-6 7 14 16,-3 10 43-16,0 8 53 16,-3 8 1-16,-9 0-32 15,-6 8-65-15,1 12-2 0,3 2 16 16,3 4 3-16,8-5 2 16,3-2 0-16,8 1-8 15,12-6-10-15,7-5-3 16,6-3 3-16,4-6-4 15,2 0-4-15,0-2-4 16,-5-13 1-16,-11-8-4 16,-7-3 5-16,-13-3 1 15,-3-3 3-15,-3 5-1 16,-19 6-1-16,-14 10 5 16,-5 10-4-16,-2 1-8 15,0 10-1-15,9 13 1 16,8-2-1-16,10 2 1 0,12 2-5 15,4-5 0 1,6 1-2-16,17-5 0 16,12-5-31-16,9-5-99 0,6-6-27 15,2 0 14 1,1 0-33-16,-6-17-177 0</inkml:trace>
  <inkml:trace contextRef="#ctx0" brushRef="#br0" timeOffset="34799.42">10273 4838 373 0,'0'0'202'0,"0"0"4"0,0 0-48 0,0 0 10 0,0 0-55 0,0 0-100 0,18-16-13 16,-24 67 81-16,0 8-7 15,1 8-6-15,-3 12 18 16,-3 7-38-16,-5 4-4 0,2 3-32 16,-5-8-12-16,4-10 1 31,4-18-2-31,7-19-1 0,4-17 0 15,0-14-6-15,0-7-58 0,12-13-128 16,15-25-9-16,3-13-196 16</inkml:trace>
  <inkml:trace contextRef="#ctx0" brushRef="#br0" timeOffset="34937.21">10299 4649 1038 0,'0'0'5'15,"0"0"-4"-15,0 0 59 0,0 0-16 16,0 0-44-16,0 0-32 16,-41 8-17-16,62 27-199 15</inkml:trace>
  <inkml:trace contextRef="#ctx0" brushRef="#br0" timeOffset="35269.5">10603 4898 848 0,'0'0'4'15,"0"0"2"-15,49-76 10 0,-22 49-2 16,-6-1-5-16,-2 5-1 16,-11 7-4-16,-8 2 13 15,0 7 48-15,-12 7 16 16,-15 0-45-16,-12 10-15 15,-4 14 5-15,3 2 10 16,10 5-2-16,13-1-17 16,10 1-7-16,7-4 0 15,3-2-3-15,27-2-6 16,11-4 1-16,17-6 3 16,7-8-5-16,0-5-53 15,4 0-128-15,-2-7-62 16,-1-13-286-16</inkml:trace>
  <inkml:trace contextRef="#ctx0" brushRef="#br0" timeOffset="35687.65">11155 4742 663 0,'0'0'169'0,"0"0"-126"16,0 0 110-16,-90-10-79 16,72 29-18-16,5 7-32 15,7-1-10-15,6 4 2 16,0-3 3-1,0-2-4-15,11-4-9 0,9-4 2 16,10-5-6-16,5-5-1 16,9-6 2-16,4 0-2 15,1 0-1-15,-7-6-5 16,-9-11-34-16,-6-5 11 16,-10-4-2-16,0-9 16 15,-7-7 13-15,-7-8 1 16,-3-6 0-16,0-4 0 0,0-7 0 15,-5-4 2-15,-1-4-2 16,-2 4-1-16,0 12 1 16,5 18 7-16,-2 20 3 15,0 13 47-15,-2 8-13 16,-2 23-43-16,-3 18 1 16,0 11 66-16,7 7-44 15,5 0 11-15,0-2 1 16,14-1-2-16,5 1-17 0,3-7-16 15,-2 3-1 1,1-10 0-16,-6-9-10 0,0-12-91 16,-5-7-166-16,-5-15-243 15</inkml:trace>
  <inkml:trace contextRef="#ctx0" brushRef="#br0" timeOffset="35859.89">11400 4543 1039 0,'0'0'0'16,"0"0"31"-16,0 0 11 0,107-43-37 0,-45 41-5 0,-2 2 0 0,-7 0-2 0,5 0-165 0,0 0-80 16,-5 0-415-16</inkml:trace>
  <inkml:trace contextRef="#ctx0" brushRef="#br0" timeOffset="38354.31">1041 6261 603 0,'0'0'89'0,"0"0"-48"0,0 0 58 0,0 0-32 0,0 0-27 0,0 0-17 0,-12 0-9 0,12 6-6 0,4 0 14 0,10 3 8 15,4 0 3-15,3-2-13 16,9 2-1-16,4-2 0 15,6-1 2-15,8-3-4 16,7 0-4 0,8-1-10-16,7-2 2 0,9 0 0 15,15 0 7-15,14 0-1 16,11 0-8-16,15-5 4 16,6-2-3-16,8 2-4 15,9 0 0-15,4-1 0 16,9 3 20-16,13-2-6 0,4-2-9 15,5 1 4-15,1 2-7 16,2-4 2-16,-7 2-3 16,0 0 6-16,3-2 5 15,2-1-3-15,3 1-4 16,-3 2-2-16,-8-1 7 16,-3 1-6-16,3-2 7 15,3 1-8-15,3-1 8 16,7-1-8-16,-4 3-2 15,-1-1 4-15,2 0-2 16,2 1 1-16,7 1 4 16,10-1-7-16,-2 2 4 15,-2-2-5-15,-1 3 1 16,-3 2 5-16,-3 1-1 0,1 0-3 16,-5 0-1-1,-3 0 0-15,-3 0 2 16,3 0 2-16,2 0-1 15,2 0 0-15,6 0-4 16,-6 0 0-16,-7 0 0 0,-3 0 2 16,-5 0 0-16,0 0 6 15,0 0-7-15,-6 0 0 16,-7-6 2-16,-14 0-3 16,-6-3 3-16,-9 0-1 15,-10-3 3-15,-12 1-1 16,-20-4-4-16,-23 0 0 15,-28 1 1-15,-21 4 2 16,-17 5 22-16,-11 0 94 0,-1 4-36 16,0-2-57-1,0 3-19-15,0 0-3 0,0 0-3 16,0 0-1-16,0 0 0 16,0 0-2-16,0 0-1 15,0 0-1-15,0 0 3 16,0 0-1-16,0 0 2 15,0 0-3-15,0 0 3 16,0 0 2-16,0 0-2 16,0 0 0-16,0 0 3 15,0 0 0 1,0 0 3-16,0 0 1 0,0-1 1 16,0-1 5-16,0 2-5 15,0-1-1-15,0 1 0 0,0 0-4 16,0 0 1-16,0 0-2 15,0 0 0-15,0 0 0 16,0 0-1-16,0 0 1 16,0 0 0-16,0 0-1 15,0 0 1-15,0 0-1 16,0 0 1-16,0 0-1 16,0 0 2-16,0 0-1 15,-9-3 2-15,-4 0-2 0,1 0 0 16,0 1 0-1,3 1-2-15,8 0 2 0,-1 1-1 16,2 0-1-16,0 0 0 16,0 0-1-16,0 0 1 15,0 0 0-15,0 0-2 16,0 0 0-16,0 0 0 16,0 0-1-16,0 0 1 15,0 0-1-15,0 0 0 16,0 0-1-16,0 0 2 15,0 0 0-15,0 0 1 16,0 0 1-16,0 0 0 16,0 0 0-16,0 0 0 15,0 0 0-15,0 0 0 16,0 0 1-16,0 0-2 16,0 0 2-16,0 0-1 15,0 0 0-15,0 0 0 0,0 0-1 16,0 0 1-1,0 0 0-15,0 0-2 16,0 0 1-16,0 0-1 0,0 0-1 16,0 0-1-16,0 0 0 15,0 0 0-15,0 0 0 16,0 0 1-16,0 0 0 16,0 0 0-16,0 0 1 15,0 0-1-15,0 0 0 16,0 0 1-16,0 0 1 15,0 0-1-15,0 0 0 0,0 0 1 16,0 0-1-16,0 0 0 16,0 0 1-16,0 0 0 15,0 0 0-15,0 0 1 16,0 0 0-16,0 0 1 16,0 0-1-16,0 0 1 15,0 0-1-15,0 0 0 16,0 0 1-16,0 0 0 15,0 0-1-15,0 0 1 16,0 0 0-16,0 0-1 16,0 0 0-16,0 0 0 15,0 1 0-15,0-1 0 16,0 0-1-16,0 0 1 16,0 1-1-16,0 1 1 15,0 0-2-15,0-2 2 0,0 0 0 16,0 0 0-16,0 0-1 15,0 1 1 1,0-1-1-16,-1 1 1 0,1-1 0 16,0 2-1-16,-3-2 1 15,3 0-1-15,0 0 1 16,0 0 0-16,0 0 0 16,0 0-1-16,0 0 1 15,0 0-2-15,0 0 1 0,0 0 0 16,0 0-1-16,0 0-2 15,0 0-33 1,0 1-4-16,0 1 3 16,0-1-23-16,0 2-18 0,-2 0-16 15,1-2-41-15,1 2-28 16,-2 0-74-16,1-3-414 16</inkml:trace>
  <inkml:trace contextRef="#ctx0" brushRef="#br1" timeOffset="52129.6">1829 7443 390 0,'0'0'351'0,"0"0"-351"0,0 0 0 0,0 0 67 16,0 0-31-16,0 0-19 15,0 0-4-15,7 4 3 16,-1-4 22-16,0 0 9 16,0 0 9-16,2-3-24 15,-4-5 4-15,0-4 20 16,1-2-17-16,-5-2-18 0,0 3 1 16,0 6 22-16,0-1 3 15,-16 5 12-15,-7 3-20 16,-14 0-21-16,-5 3-2 15,-7 17 3 1,1 9-10-16,-1 8 5 0,4 8-2 16,8 8 5-16,-2 10 3 15,5 5-5-15,1 5-4 16,3 3 1-16,2 0 4 16,13-6 2-16,9-5-5 15,6-11-8-15,7-8-4 16,28-7-1-16,10-9 0 0,14-8 2 15,14-13 5-15,15-9-5 16,3 0 1-16,-7-8-2 16,-10-4-1-1,-21-2-4-15,-13 6-13 0,-19-1-48 16,-2-1-27-16,-7 0-30 16,-2 0-13-16,1-6-72 15,0 5-98-15</inkml:trace>
  <inkml:trace contextRef="#ctx0" brushRef="#br1" timeOffset="52506.11">2460 7674 768 0,'0'0'50'0,"0"0"-47"0,0 0 131 0,0 0-39 0,0 0-14 16,0 0-24-16,-13-45-28 0,13 48 3 16,-5 19-27-16,5 12 46 15,-3 8 26-15,3 3-16 0,0 6 3 16,0 1-31-1,0 0 2-15,0-3-18 16,0-4-7-16,0-9-6 0,3-6-4 16,-3-5 1-16,0-5-1 15,0-6-1-15,0-9 1 16,0 1-2-16,0-6-44 16,0 0-88-16,0-16-3 15,0-11-134-15,-3-14-33 16,-3-11-105-16</inkml:trace>
  <inkml:trace contextRef="#ctx0" brushRef="#br1" timeOffset="52965.98">2405 7553 304 0,'0'0'344'16,"0"0"-303"-16,22-79 102 16,-2 62-66-16,5 7-29 0,8 2-7 15,1 7-4-15,3 1-6 16,-1 0-2-16,-3 15 3 15,-8 10-1-15,-4 1-3 16,-6 6-8-16,-9 1-6 16,-6 0 6-16,0 0 2 15,-24 0-6-15,-7-5 4 16,-2 1 2-16,-6-5 0 16,3-6-4-16,-1-4-2 15,3-6 10-15,11-6-16 16,1-2 5-16,11 0 17 15,8-2-13-15,-1-2-12 16,4 1-2-16,0 2-5 0,0 1 0 16,6 0-9-16,15 8 2 15,9 13 7-15,1 5 0 16,2 7 5-16,-3 4 4 16,1-1 3-16,-1-3-5 15,-2-3 0-15,-1-6-5 16,-3-3 6-16,-3-5-7 15,-6-6-1-15,-6-2-2 16,-2-4 1-16,-4-2 1 16,0-2-50-16,-3-6-103 15,5-14-19-15,2-12-118 16,1-7-190-16</inkml:trace>
  <inkml:trace contextRef="#ctx0" brushRef="#br1" timeOffset="53257.54">3018 7574 198 0,'0'0'691'0,"0"0"-673"0,0 0 105 0,0 0-24 0,0 0-67 0,0 0-14 0,12 50 85 0,-5-17-28 15,2 6-12-15,-1 1 16 0,-2 5-38 16,4 0-2-1,-1 1-11-15,-3 1-12 0,-3-8-6 16,3 2-5-16,1-11-3 16,-2-8 1-16,-2-5-3 15,-2-10-1-15,1-1 0 16,-2-5 0-16,0-1-33 16,0 0-92-16,0-7-65 15,0-12-161-15,0-8-297 16</inkml:trace>
  <inkml:trace contextRef="#ctx0" brushRef="#br1" timeOffset="53862.41">3833 7553 823 0,'0'0'22'16,"0"0"-21"-16,0 0 67 15,0 0-8-15,0 0-26 16,0 0 8-16,22-40 33 16,-22 37 11-16,0 3-4 15,-5 0-6-15,-12 0-51 16,-6 0 6-16,-7 0-7 15,-3 9-3-15,-4 7 8 16,6 2-11-16,7-1-3 0,0-1 2 16,8 2-9-1,4 0-4-15,1-5-1 16,8 6-2-16,-1-2-1 0,4 0 0 16,0 2-1-16,7 4 1 15,10 0 0-15,5 2 0 16,5 1 0-16,1 2 0 15,5 3-1-15,-3-1 0 16,-2 2 1-16,3-1 0 16,-2-3 0-16,-8-3 2 15,-5-5-4-15,-5-3 3 16,-8-7-1-16,-3 0 2 16,0-4 0-16,-24 0 8 0,-9 0 22 15,-9-6 23 1,-7 0-28-16,-5 0 10 0,2-6-13 15,3-6-12-15,1-1-7 16,9-2-3-16,9 6-2 16,8 2 0-16,6 3-3 15,8-1-2-15,5 5-16 16,3 0-80-16,0 0-91 16,2 0-38-16,14 5-6 15,2 1-99-15</inkml:trace>
  <inkml:trace contextRef="#ctx0" brushRef="#br1" timeOffset="54561.38">4507 7569 723 0,'0'0'85'0,"0"0"-83"0,0 0 79 0,0 0-13 0,0 0 27 0,0 0-33 0,15-40 7 0,-15 40-8 0,1 0-25 15,-1 9-16-15,0 14 6 16,0 15 58-16,0 7 3 15,0 4-54-15,0 2 9 0,0 4-11 16,0-1-10 0,2-1-11-16,-2-6-7 0,0-5 0 15,0-8-2-15,0-7-1 16,0-9 0-16,0-6 0 16,0-5 1-16,0-6-1 15,0-1 0-15,0 0 2 16,0-3 8-16,0-16 0 15,0-9-10-15,0-11-7 16,0-9 5-16,-2-12-1 0,2-5-1 16,0-6 2-16,0-5 1 15,0 2 1-15,2 4-1 16,8 10 1-16,5 10 0 16,5 10-2-16,6 7 0 15,7 10 1-15,7 5-4 16,4 9 0-16,3 9 2 15,-2 0 0-15,-4 13-1 16,-3 13 1-16,-7 5 3 16,-8 8-2-16,-13-2 1 15,-10 0-1-15,-3 0 2 16,-22-4 4-16,-11-2 1 16,-4-4-2-16,3-2 2 15,-2-8-3-15,6 0 3 0,0-7-4 16,9-2-1-16,8-2-1 15,4-4-2 1,6 1-59-16,1 1-148 0,0 1-101 16,3-1-221-16</inkml:trace>
  <inkml:trace contextRef="#ctx0" brushRef="#br1" timeOffset="54908.43">5153 7863 1180 0,'0'0'17'0,"0"0"145"0,0 0-6 0,0 0-100 0,0 0-46 0,0 0-4 0,43-23 3 15,-3 17 8-15,5 0-7 16,9 4 4-16,1-2-8 16,8 4 1-16,2 0-6 15,6 0 3-15,-5 0-4 16,-16 0 0-16,-14 0-4 16,-23 0 4-16,-7 0-1 15,-6 0-5-15,0 0-22 0,0 0-92 16,0 0-63-16,0 0-42 15,0-3-175-15</inkml:trace>
  <inkml:trace contextRef="#ctx0" brushRef="#br1" timeOffset="55249.45">6427 7388 1160 0,'0'0'7'0,"0"0"62"15,0 0 80-15,0 0-59 16,0 0-79-16,0 0-5 16,3 71 25-16,3-22 12 15,-3 3 7-15,-2 1-11 16,-1-1-2-16,0-1-11 15,2-2-10-15,-1-5-9 16,1-7-2-16,1-8-1 16,0-7-4-16,1-9 0 15,-1-4-1-15,-3-4-1 16,0-4-41-16,0-1-126 16,0 0-64-16,0-22-76 15,0-9-415-15</inkml:trace>
  <inkml:trace contextRef="#ctx0" brushRef="#br1" timeOffset="55583.03">6485 7315 945 0,'0'0'4'0,"0"0"144"15,0 0-41-15,0 0-87 16,0 0-6-16,109 29 19 15,-54 9-3-15,5 7-1 0,7 7 3 16,10 4 56-16,4 5-37 16,-12-2-26-16,-12-4-13 15,-25-5-12-15,-18-10 3 16,-14-8 1-16,-14-3 2 16,-29-9 25-16,-12-4 41 15,-15-7-20-15,-5-5 13 16,-1-1-47-16,10-3-4 15,7 0-14-15,8 0-1 16,14 0 1-16,10 0-6 16,13 0-36-16,10 0-93 15,4 0-134-15,0 0-125 16,21 0-269-16</inkml:trace>
  <inkml:trace contextRef="#ctx0" brushRef="#br1" timeOffset="56270.34">7316 7549 1166 0,'0'0'21'16,"0"0"107"-16,0 0-1 15,0 0-57-15,0 0-47 16,0 0 61-16,33 62-14 15,-20-32-49-15,-2 1 9 16,4-7-2-16,-6 2-15 0,-3-10-7 16,-1-3-6-16,-3-7 1 15,-1-3-1-15,-1-3 1 16,2 0-1-16,-2 0 3 16,0 0 4-16,0-13 3 15,0-16-3-15,0-8-6 16,0-10-1-16,0-5 0 15,-2 3 0-15,-1 0-1 16,1 7 1-16,2 7 0 16,0 6 0-16,0 11 0 15,0 8 1-15,0 4-1 16,0 6 0-16,0 0-6 16,2 17-3-16,9 14-1 15,1 9 10-15,3 2 0 16,-2-8 1-16,2-1-1 0,-1-7 0 15,2-3 0-15,-1-7 0 16,3-8 1-16,-2-5-1 16,8-3 2-16,3-1 0 15,9-16 0-15,1-8-1 16,-2-8-1-16,-4-4-2 16,0 0-1-16,-7-1 1 15,-5 6 0-15,-7 9 1 16,-7 10 1-16,-2 10 0 15,-3 3 0-15,0 9-7 16,0 23-3-16,0 8 10 16,-8 13 7-16,4 0 8 0,1-4 17 15,3-2-10-15,0 0-1 16,0-7-10-16,6-5-8 16,3-6-2-16,0-7-1 15,-3-6 0-15,-5-5-1 16,-1-1-100-16,-1-8-325 15,-22-2-623-15</inkml:trace>
  <inkml:trace contextRef="#ctx0" brushRef="#br1" timeOffset="57033.59">901 9593 219 0,'0'0'64'0,"0"0"-27"0,61-75 74 0,-48 51 34 16,-7 2-45-16,-6 4 21 0,0 4-32 0,0 6 19 0,0 0-4 0,-16 3-32 0,1 5 10 15,-9 0-36-15,-7 13-3 16,-5 20-1-16,-6 11 7 15,-4 15 17-15,4 10-24 16,-7 6 8-16,7 3-6 16,9-7-13-16,11-11-20 0,16-7-5 15,6-13-5-15,30-7 0 16,10-11 2-16,14-8 0 16,5-10-3-1,4-4-8-15,1-2-27 0,-4-14-94 16,-9-3-81-16,-5-5-44 15,-10 2-69-15,-14-1-257 16</inkml:trace>
  <inkml:trace contextRef="#ctx0" brushRef="#br1" timeOffset="57345.67">1116 9838 664 0,'0'0'43'0,"0"0"112"0,0 0-25 16,0 0-4-1,-14-81-29-15,17 73-33 0,12 4-21 16,3 2-15-16,13 2-15 15,-1 0 2-15,3 14 0 16,0 11 1-16,-6 5 6 16,-5 2-1-16,-10 2-6 15,-9-6-14-15,-3 0 5 16,0-5 3-16,-18-4-2 16,-6-6 1-1,2-6-3-15,3-7-1 0,2 0-1 16,9-12 2-16,7-13-3 15,1-13-2-15,0-4-3 16,21-6-3-16,7 2-7 0,-1 4-71 16,3 12-18-16,-8 14-14 15,-5 10-25-15,-4 6-17 16,-5 2-67-16,-4 15-295 16</inkml:trace>
  <inkml:trace contextRef="#ctx0" brushRef="#br1" timeOffset="57534.86">1594 9821 813 0,'0'0'52'0,"0"0"18"16,0 0 72-16,0 0-74 0,0 0-43 15,0 0-25-15,2-25 0 16,-2 25-7-16,0 0-12 15,0 0-167-15,-6 0-139 16</inkml:trace>
  <inkml:trace contextRef="#ctx0" brushRef="#br1" timeOffset="58219.25">1253 9582 782 0,'0'0'107'0,"0"0"-102"16,0 0 201-16,16 105-52 15,-16-52-20-15,0 11-24 16,0 3-29-16,0-1-2 15,0 0-35 1,0-7-24-16,0-9-8 0,0-9-4 16,0-11-6-16,0-12-1 15,0-8 0-15,0-9 0 16,0-1 2-16,0-9 3 16,0-22 8-16,8-11-12 15,-1-13-1-15,5-11-1 16,-6-9 0-1,4-10 1-15,-5-8-1 0,1 5-1 16,3 10 1-16,0 17-1 16,-2 20 1-16,1 15 1 0,-2 11-1 15,0 11-1-15,7 4-1 16,8 0-5-16,3 8 2 16,6 16 5-16,-2 7 0 15,-7 7-2-15,-9 5 0 16,-12-2 2-16,0 2 0 0,-15-4-2 15,-15-6 2 1,-11-7 0-16,0-5 1 0,1-5 1 16,5-8 1-16,7-5-2 15,10-3 0-15,11 0 0 16,4 0 2-16,3 0 0 16,0 0-3-16,4 0-5 15,17 4 0-15,12 10 3 16,6 6 2-16,-3 4 0 15,-5 5 1-15,0 1-1 16,-7-1 0-16,-5-3 1 16,-5 1-1-16,1-6 0 15,-5-3-3-15,-2-5-10 16,-2-6-178-16,4-5-97 16,7-2-109-16</inkml:trace>
  <inkml:trace contextRef="#ctx0" brushRef="#br1" timeOffset="58654.46">1884 9849 1006 0,'0'0'4'0,"0"0"189"0,0 0-92 0,0 0-11 0,-85-37-23 0,61 39-25 0,-3 13 2 0,-1 5-6 0,4 3-6 0,7 6-15 16,1 0 5 0,7 2-9-16,9-3-9 0,0-1 2 15,6-5-6-15,11-3 2 16,8-8 2-16,5-5-3 16,11-6 1-16,6 0 2 15,-1-17-1-15,-4-9-1 16,-6-1-2-16,-11-3 3 15,-10-7-1-15,-8-3 1 16,-7-2 1-16,-1 4-4 16,-20 3 2-16,0 10-2 15,-4 11 0-15,2 9 0 16,-2 5-5-16,4 5-5 16,6 14-20-16,2 7-76 15,7 1-30-15,3 1-23 0,3-3-15 16,3-3-40-1,13-6-49-15</inkml:trace>
  <inkml:trace contextRef="#ctx0" brushRef="#br1" timeOffset="59300.15">2223 9829 625 0,'0'0'90'0,"0"0"100"0,0 0-44 16,0 0 17-16,0 0-48 15,0 0-22-15,7-72-29 16,-31 72-36-16,-6 8 11 16,2 6-6-16,6 3-14 15,1-1-11-15,10 1-5 0,4 3-3 16,4-3 0-16,3 0 0 16,0 3 0-16,16-2-1 15,8-1 1-15,3 0 0 16,3 0-1-16,-2-2 0 15,-1 1 1-15,-9-3-1 16,-2 1-4-16,-10-3-3 16,-4-1 0-16,-2-4 1 15,0 0 5-15,-3-2 2 16,-5-3 2-16,3-1 1 16,3 0 2-16,2 0 1 0,0-11-4 15,12-8-2-15,13-5-6 16,9-6 4-16,1-3-4 15,-1-3-17-15,-1 0-4 16,-2 6 4-16,-10 2 13 16,-1 7 7-16,-9 6 3 15,-9 6 1-15,-2 5 2 16,0 1 9-16,0 3-2 16,-15 0-2-16,-3 5-8 15,3 6 4-15,2 3-3 0,7-1-1 16,2 0 0-1,4 5 1-15,0-5-2 16,10 3 1-16,8 2 0 16,4-2 0-16,-1-1 1 0,0-1-1 15,-3 2 0-15,-6-2 0 16,1-1 1-16,-10-4-1 16,-3 0 0-16,0 4 0 15,-22-2 8-15,-20 5 5 16,-16 2-13-16,-11-3-4 15,8-5-186-15,3-7-306 16</inkml:trace>
  <inkml:trace contextRef="#ctx0" brushRef="#br1" timeOffset="59803.44">3397 9231 861 0,'0'0'6'0,"0"0"142"0,0 0 49 0,0 0-116 0,0 0-58 0,0 0-11 0,-6 109 130 15,4-46-65-15,-1-1-20 16,2 4 8-16,1 0-38 16,-2 3-9-16,2-4-8 0,0-6-10 15,-1-10 0 1,-1-9-1-16,-1-9-3 0,3-4-27 15,0-13-211 1,0-8-125-16,6-6-325 0</inkml:trace>
  <inkml:trace contextRef="#ctx0" brushRef="#br1" timeOffset="60161.16">3673 9676 1187 0,'0'0'9'15,"0"0"89"-15,0 0-29 16,0 0-13-16,-21 89 23 16,9-55-50-16,3-5-6 15,4-6-4-15,-1-6-11 16,4-6-5-16,0-8-3 16,2-3 0-16,0 0 7 15,2-10 9-15,17-13-6 16,9-14-10-16,2-3 0 15,0-3 0-15,1 8 0 16,-2 5-1-16,-7 9 1 16,-7 13-1-16,-6 5 0 15,-3 3-2-15,0 7-8 16,0 17 11-16,0 3 1 16,-3 1 9-16,0-1-2 15,-3 2-2-15,3-3-6 0,1-4 2 16,2-1-2-16,3-5-7 15,6-4-119-15,3-5-160 16,9-7-104-16</inkml:trace>
  <inkml:trace contextRef="#ctx0" brushRef="#br1" timeOffset="61060.46">4338 9696 939 0,'0'0'4'16,"0"0"179"-16,0-75-87 0,-6 58-11 16,-4 6-25-16,-8 8-4 15,-9 3 5-15,-3 4-53 16,-4 21 4-16,-1 9 11 16,7 4 5-16,6 4 0 15,10-1-13-15,5-3-10 16,5-6-2-16,2-5-2 15,2-4 2-15,14-7-3 16,6-8 3-16,9-8-2 16,7 0-1-16,5-15-2 15,3-13-37-15,1-8-23 16,-4-9-18-16,-3-11 34 16,-10-8 13-16,-6-13-3 15,-9-9 24-15,-2-7 2 16,-10 5-1-16,-3 13 6 0,0 24 5 15,0 25 3-15,-3 17 4 16,-10 9 47-16,5 12-17 16,-8 23-34-16,4 16 19 15,6 6 16-15,0 7-11 16,6 2 5-16,0 1-6 16,0-4-19-16,3-1 12 15,3-5-16-15,5-9 0 16,3-9-1-16,-2-11-2 15,8-11-3-15,2-11 3 16,4-6 2-16,9 0 4 0,7-23-6 16,0-7-1-16,-1-9-10 15,-9-4-16 1,-14-4-16-16,-5 5 10 0,-7 10 33 16,-4 12 0-16,-2 13 9 15,0 6 8-15,0 1 11 16,-5 17-25-16,-5 13 3 15,-2 8 17-15,1 0-7 16,10-1 3-16,-1-5-7 16,2-1-5-16,0-4-4 15,0-10-3-15,3-4 0 16,11-7 0-16,5-6 2 16,11 0 3-16,4-4 0 15,2-17-4-15,0-10-1 0,-8-7-15 16,-2-8-11-1,-8-4-15-15,-5 9 29 16,-7 11 10-16,-3 12 2 16,-3 12 2-16,0 6 3 0,0 0-5 15,-6 20 2-15,-5 9-2 16,-2 7 15 0,3 1-6-16,5-4 3 0,5-1-2 15,0-5-6-15,0-5-2 16,0-4-1-16,5-6-1 15,1-5-2-15,4-3 0 16,5-1-71-16,18-3-179 16,4 0-31-16,5 0-182 0</inkml:trace>
  <inkml:trace contextRef="#ctx0" brushRef="#br1" timeOffset="61442.15">5274 9605 954 0,'0'0'6'0,"0"0"71"0,0 0 60 0,0 0-84 0,0 0-49 0,0 0-2 0,91-1 7 0,-72 29 12 0,6 2 3 0,-10 2 3 16,-4 3 7-1,-1-2 2-15,-8-1-2 16,-2-5-21-16,-2-4-4 0,-19-6 0 15,-10-3 1-15,-5-6-6 16,-7-5-4-16,-2-3 0 16,2 0-1-16,7-15 1 15,6-5 0-15,8 3 5 16,10 2-5-16,6 8 1 16,3 3-1-16,3 4 0 15,0 0-10-15,12 0-13 0,15 2 22 16,3 6 1-1,5-1-2-15,-2-3-3 16,6-2-38-16,1-2-106 0,-2 0-62 16,-3-13-121-16</inkml:trace>
  <inkml:trace contextRef="#ctx0" brushRef="#br1" timeOffset="62433.27">5702 9114 564 0,'0'0'329'16,"0"0"-211"-16,0 0 27 16,0 0-81-16,0 0 37 15,-66 126-17-15,62-56-24 16,-1 5 4-16,5 0-21 16,0-4-17-16,0-8-9 15,0-3-8-15,6-8-5 0,6-13-4 16,3-8 0-1,2-11-1-15,2-12 3 0,3-8-2 16,6-1 8-16,2-22-8 16,0-8-4-16,-1-7-12 15,-7-7-19-15,-3 0 2 16,-5 5 18-16,-8 13 9 16,-2 10 6-16,-4 12 0 15,0 5 1-15,0 0-1 16,0 19-13-16,-10 8 13 0,-1 5 16 15,4 0 5 1,4-3-5-16,3-3 6 0,0-4-7 16,0-3-8-16,1-4-3 15,11-3 0-15,6-3 0 16,9-7-1-16,6-2 2 16,6 0-2-16,1-16 0 15,2-4-3-15,-2-5-9 16,-9-4-52-16,-7-3 6 15,-9 2 44-15,-4 3-13 16,-10 10 22-16,-1 8 2 16,0 6 8-16,0 3 12 15,-4 0 0-15,-10 2-15 16,-2 13 3-16,2 1 0 16,7 2-6-16,5 0 0 0,2 1-3 15,0-1 2-15,0-1-1 16,5-5 0-16,8-2 0 15,13-4 0-15,8-3 0 16,8-3 0-16,1 0 0 16,-7-3-2-16,-6-12-50 15,-10-7 38-15,-6-3-5 16,-9-1 19-16,-4 0 6 16,-1 5 11-16,0 5 15 15,0 6 12-15,0 6 3 16,-6 4 13-16,-8 2-43 15,-8 24-16-15,-6 16 5 0,-5 14 13 16,5 13 1 0,-1 16 5-16,4 12 1 0,5 10 12 15,4 6-19-15,1 4-8 16,-1 3-6-16,1 1-2 16,-3-12 0-1,3-24-3-15,-4-23 2 16,-8-28-2-16,-6-15 1 0,0-17 5 15,-6-3-2-15,-1-28-1 16,1-14 0-16,5-12-2 16,1-11-1-16,5-1 0 15,7-2 1-15,6 1 0 16,15 8-1-16,0 5-1 0,3 8 1 16,21 8-3-1,12 0 0-15,4 3-2 0,6 2-2 16,-1 4-20-1,-2-1-41-15,-1 0-38 16,-8-2-102-16,-8-4-77 0,-11-9-183 16</inkml:trace>
  <inkml:trace contextRef="#ctx0" brushRef="#br1" timeOffset="62644.96">5730 9376 1124 0,'0'0'3'15,"0"0"49"-15,0 0 62 0,0 0-114 0,0 0-5 0,107-44 2 0,-51 36-43 0,-1-3-213 0,11-5-150 0</inkml:trace>
  <inkml:trace contextRef="#ctx0" brushRef="#br1" timeOffset="62789.73">6646 9287 1050 0,'0'0'53'15,"0"0"122"-15,0 0 4 16,0 0-72-16,0 0-79 16,0 0-27-16,9 0-1 15,-7 0-35-15,-2 0-289 16,0 0-606-16</inkml:trace>
  <inkml:trace contextRef="#ctx0" brushRef="#br1" timeOffset="64342.96">1442 10826 765 0,'0'0'77'16,"0"0"-48"-16,0 0 103 0,0 0-46 0,0 0-64 0,0 0-8 0,0 0 5 0,42-30 9 15,-40 27 9-15,-2-7 11 0,0 1-17 0,0 0-2 0,0 1-5 0,-17 4-10 0,-10 4-7 0,-9 0-7 0,-14 16 0 0,-1 11 0 16,-1 3 2-16,1 6 3 0,6-3-1 0,14 0 3 0,4-2-5 16,11-3-2-16,10-3-1 15,4-3 0-15,2 2-1 16,9 0-1-16,15 1-2 16,6-3 3-16,9 2-1 15,10 7 3-15,2-1 0 16,7 5 0-16,5 2 0 0,-7 3 1 15,-8 0 0 1,-14-3 0-16,-17-1-1 16,-17-4 0-16,-9-2 2 15,-38-1 9-15,-19-2 15 0,-15-1 67 16,-10-8-12 0,-6-3 1-16,4-9-30 0,5-6-13 15,8 0-5-15,16-13-15 16,13-7-11-16,12-8-4 15,14 0-4-15,13 4-4 16,9-1-8-16,3 8-16 16,0 1-36-16,15 6-68 15,7 4-36-15,5 5-9 16,1 1-68-16,10 0-75 16</inkml:trace>
  <inkml:trace contextRef="#ctx0" brushRef="#br1" timeOffset="66070.42">1776 11058 668 0,'0'0'42'0,"0"0"94"0,0 0-36 0,0 0-66 0,0 0-19 0,0 0 5 0,0-4-11 0,0 4 2 0,0 0 4 0,0 0 8 16,0 0 8-16,0 0 14 16,0 0-4-16,0 0-16 15,0 0-4-15,0 0-6 16,0 0-8-16,5 3 0 15,-2 13 8-15,3 6 25 16,-3 8 2-16,-3 7 12 16,0 7 11-1,0 3-30-15,-3 1 0 0,-3-2-13 16,3-4-9-16,1-11-4 16,2-4-5-16,0-6-3 15,0-6 0-15,5-6-1 0,4-4-3 16,-1-1 1-16,6-4-6 15,4 0 2-15,6-4-51 16,3-14-79-16,-2-6-18 16,-4-5-54-16,-6-1-100 15,-9 3-261-15</inkml:trace>
  <inkml:trace contextRef="#ctx0" brushRef="#br1" timeOffset="66267.12">1651 11290 419 0,'0'0'145'0,"0"0"-50"15,0 0 86-15,0 0-147 0,0 0-24 16,0 0-8-16,39-39 1 16,-6 31-3-16,3 0 0 15,8 1-10-15,1-2-180 16</inkml:trace>
  <inkml:trace contextRef="#ctx0" brushRef="#br1" timeOffset="67149.11">2281 11400 916 0,'0'0'13'0,"0"0"115"16,0 0-4-16,0 0-86 15,0 0-24-15,0 0 3 16,-3-22-5-16,6 8-1 16,0-3 3-16,-3-1 10 15,0-2-10-15,-3 4-4 16,-8 1-3-16,-5 12-1 15,-6 3 14-15,-7 0-11 16,-8 15-7-16,1 13 1 16,3-1 4-16,5 3 0 15,13-1-2-15,3 2 3 0,6-2-5 16,6-6-3 0,0-1-4-16,15-9 2 0,6-1 1 15,12-9 0-15,4-3-1 16,0-3-3-16,1-12-28 15,-4-7-31-15,-4-3 23 16,-8-2 11-16,-7-3 21 16,-9 1 6-16,0 2 3 15,-6 7 3-15,0 9 4 16,0 9 6-16,-12 2 6 16,3 6-6-16,-7 17 1 15,7 4-1-15,1-1-2 16,7 0-2-16,1-3 1 15,0-4-8-15,9-2 0 16,10-6-2-16,2-5-2 16,9-6 2-16,4 0 3 0,0-10-3 15,4-7 0 1,-7-2-5-16,-4-2-6 16,-3 0 4-16,-11 7-3 15,-5 2 9-15,-5 6 1 16,-3 5 1-16,0 1 6 0,0 0-3 15,-3 11 1-15,-11 9 8 16,-2 1 5-16,4-4-1 16,3-2 3-16,3-4-8 15,3-5 0-15,2-3 1 16,1-3-4-16,0 0 3 16,0 0 7-16,6-9 12 0,13-7-22 15,6-7-9-15,2-2 0 16,1 1-1-16,1 1 1 15,-5 6 0-15,-2 6-6 16,-6 7 3-16,-5 4 2 16,-8 0-14-16,3 14 9 15,-1 6 6-15,-1-2 5 16,-4 1 2-16,3-5-7 16,-2 3 1-16,2-5-1 0,2-3 0 15,4 0-2 1,4 1-3-16,2-3-125 0,6-1-101 15,6-6-168-15</inkml:trace>
  <inkml:trace contextRef="#ctx0" brushRef="#br1" timeOffset="68278.52">3146 11420 1016 0,'0'0'38'0,"0"0"24"0,0 0 51 0,0 0-84 0,0 0-29 0,0 0-3 0,13-58 3 0,-13 47 4 16,0-3 15-16,-19 5-3 0,-9 2-6 15,-5 7 25-15,-9 0-11 0,4 20-7 16,0 5 5-1,5 6 8-15,8 3-11 0,8-1-2 16,10-4-11 0,4-3-4-16,3-4-2 0,3-6-5 15,15-5-4-15,9-7 7 16,3-4-3-16,10-4-48 16,3-20-46-16,2-4-7 15,1-10-19-15,-7-9-42 16,0-6 102-16,-9-7-24 15,-8-12 41-15,-4-10 42 16,-3-1 5-16,-6 1 1 0,-3 11 1 16,-3 22 12-16,-3 26 66 15,0 20 27-15,-3 7 13 16,-12 32-96-16,-6 15 43 16,3 10 15-16,5 4-16 15,4-1-7-15,1 5-8 16,8-8-19-16,0-4-13 15,0-9-3-15,3-9-7 16,15-4 0-16,9-10-8 0,12-9 3 16,10-8 0-16,8-8-2 15,4 0-1-15,0-9-1 16,-6-10-8 0,-10-6-8-16,-14-6-12 0,-13 1 4 15,-18-1 18-15,0 3 7 16,-15 10 4-16,-11 7-1 15,-4 7 12 1,-3 4 16-16,0 0 6 0,2 15 2 16,7 10-13-16,4 4-12 15,7 0 2-15,4-1-7 16,9-1-4-16,0-2-2 16,0-6-3-16,11-5 0 15,3-5-3-15,3-7 3 16,7-2-1-16,7 0 0 15,2-18-1-15,0-5-18 16,-2-5-14-16,-1-8 3 16,-8 4-11-16,-3 0 19 15,-11 8 14-15,-5 10 9 0,-3 10 4 16,0 4 5 0,0 4-2-16,-18 20-3 0,8 4 13 15,-1 1 0 1,8-3-2-16,3-8-11 0,0-1 1 15,0-3-3-15,11-6-1 16,6-5 2-16,6-3-1 16,5 0 3-16,7-11-2 15,3-7-3-15,-2-7 2 16,3-5-2-16,-9-5-5 16,-8-6-11-16,-7-1-38 0,-9 8 44 15,-6 9 8-15,0 14 2 16,0 9 8-16,-4 2 10 15,-13 21-9-15,1 11 7 16,2 7 16 0,7 1-15-16,4-4 6 0,3-6-8 15,0-7-6-15,4 1-3 16,5-8-5-16,5-2-1 16,8-4 0-16,2-2 0 15,6-5 0-15,6-1-98 16,1-2-115-16,2 0-110 0,4 0-212 15</inkml:trace>
  <inkml:trace contextRef="#ctx0" brushRef="#br1" timeOffset="68570.98">4371 11381 918 0,'0'0'12'0,"0"0"40"0,0 0 58 0,40-87-1 16,-31 65-98-16,-3 3 4 0,-6 5 11 0,0 3-9 0,-3 6 11 0,-19 5 28 16,-11 0-33-16,-3 16 26 0,2 5 6 15,2 8-18-15,7-3-19 16,9 2-5-16,5-3-7 16,5-3-3-16,6-4-3 15,0-2 0-15,0-5-5 16,15-3 3-16,8-8-7 15,8 0-57-15,5-13-69 16,3-9-22-16,1-10-37 16,-1-7-13-16,-5-12-98 15,-1-7-13-15</inkml:trace>
  <inkml:trace contextRef="#ctx0" brushRef="#br1" timeOffset="68740.2">4565 10989 376 0,'15'-83'138'0,"-8"19"19"0,-5 18 37 15,-2 26-16-15,0 16 20 16,0 6-87-16,-2 31-94 15,-7 22 37-15,-1 8 45 16,7 5-62 0,3-4 2-16,0 2-13 15,0 0-20-15,3-4-6 0,10-4 0 16,1 2-7 0,-1-9-89-16,5-13-260 15,0-9-246-15</inkml:trace>
  <inkml:trace contextRef="#ctx0" brushRef="#br1" timeOffset="69403.39">6263 10753 841 0,'0'0'10'0,"0"0"44"0,0 0 181 0,0 0-130 0,0 0-70 0,-72 79-10 0,50-5 28 0,7 9 1 0,0-2 25 0,6 2-27 0,0-4-26 0,7-10-12 0,2-14-10 15,0-15-2-15,0-14-2 16,0-13-1-16,0-9-1 16,0-4 2-16,0-4 1 15,2-23 17-15,10-15-12 16,3-18-3-16,3-11-4 16,1-13 1-16,3-13-2 15,4-14-1-15,1-6 3 0,3 5-3 16,-5 19 3-1,0 28 1-15,-8 27 1 16,-2 19-4 0,-9 14 0-16,-2 5 1 0,5 13-16 15,-2 21 11-15,-2 9 5 16,-5 8 1-16,0 4 6 16,-19 5-2-16,-11-3-4 0,-1 3 0 15,-1-7 0-15,7-4-2 16,8-3-16-16,14-7-154 15,3-3-78-15,3-4-108 0</inkml:trace>
  <inkml:trace contextRef="#ctx0" brushRef="#br1" timeOffset="69864.89">6433 11400 490 0,'0'0'656'16,"0"0"-647"-16,0 0 149 15,49-82-94-15,-12 46-36 16,1 4-13-16,-4-3-5 16,-3-4 9-16,-7 3-12 0,-9 3 2 15,-6 10-7-15,-8 9 6 16,-1 8 3-16,0 4 40 16,-11 2-29-16,-6 0-22 15,-2 2-1-15,0 10-1 16,2 5 1-16,8-3-1 15,2 1-3-15,5-3-1 16,2 3 0-16,0-2 2 16,10 1 1-16,7 2 1 15,1-5 2-15,0 3 0 16,7 0-1-16,-1-2 0 16,0 0 0-16,-3-1 2 15,-5 1-2-15,-4-1 1 16,-3-3 0-16,-5 4 0 15,-2 0 0-15,-2-1 4 16,0 1 2-16,0-3-1 16,0-1-4-16,0-3-1 15,3 0-2-15,3-3 1 16,2 0-2-16,8-2-22 0,6 0-85 16,9-4-54-16,1-14-87 15,-4-4-123-15</inkml:trace>
  <inkml:trace contextRef="#ctx0" brushRef="#br1" timeOffset="70209.25">7044 11172 723 0,'0'0'143'0,"0"0"91"0,0 0-101 0,0 0-20 0,0 0-66 16,0 0-23-16,-71 43 18 0,59-18-5 0,9-1-33 15,3-2 1-15,0 0-5 16,0-4 0-16,19-3-3 15,4-7 3-15,8-2 0 16,11-6 3-16,6 0-3 16,7-6-1-16,-6-11 0 15,-10-1-2-15,-12-10-2 16,-17-5-19-16,-10-5 24 16,-3-1 1-16,-22 3 2 15,-8 10 2-15,-1 9 2 0,-2 5 2 16,4 12-6-16,3 0-3 15,5 9-2-15,5 12 1 16,5 4-7 0,11-1-4-16,3 4-63 0,0-3-89 15,21-7-41-15,3-7-41 16,9-8-328-16</inkml:trace>
  <inkml:trace contextRef="#ctx0" brushRef="#br1" timeOffset="71218.07">7604 11043 141 0,'0'0'805'0,"0"0"-767"0,0 0 212 15,0 0-152-15,0 0-30 16,-79 33-7-16,64-2-23 16,9-4-24-16,6 3-9 15,0 0 2-15,0-6-1 16,9-3-6-16,10-9-2 15,4-3 1 1,5-3 1-16,7-6 0 16,6 0 0-16,4-10 0 31,1-7-11-31,-4-8-14 0,-6-5-88 0,-11-3 37 16,-10-4 12-16,-9-3 47 0,-6 5 12 15,0 11 5-15,-12 8 3 16,-3 8 12-16,-4 8-1 0,2 0 31 15,-2 18-14 1,4 12-6-16,5 1-1 0,7 6-5 16,3-1 0-16,0 1 3 15,10-6-7-15,8 1-5 16,3-5-2-16,0-7-8 16,7-4 3-16,1-8 2 15,2-8-4-15,3 0 4 16,1-8-1-16,0-12-1 15,-2-6-3-15,-3-5-2 16,-6-2 1-16,-5-10 0 0,-3-1-1 16,-5-1 0-1,-2 0-1-15,-4 10 2 0,-5 8 1 16,0 10 3-16,0 9-2 16,0 4 0-16,0 4 1 15,-2 0-2-15,-10 0-2 16,7 11 0-16,-2-1 2 15,3 3-1-15,2 0-1 16,2 3 2-16,0 0 2 16,3 3-2-16,12 1 0 15,2 2 0-15,3-1-2 16,4 1 2-16,-2-1 0 16,-5-2 0-16,-1-1 0 15,-5-3-1-15,-4 1 1 0,-5-5 1 16,-2 1 0-1,0-3-1-15,0-2 7 16,0-1-1-16,-6-4 19 16,1 0-3-16,2-2-5 15,3 0-9-15,0 0-3 0,0 0-1 16,0-10-4-16,11-11-12 16,11-5 7-16,5-6 2 15,4-6 1-15,1-3-5 16,-1-1-3-16,-1 2 0 15,-2 5 3-15,-8 3 6 16,-4 14 1-16,-4 5 1 16,-9 5 8-16,-3 6 4 15,0 2 4-15,0 0 4 16,-7 0-11-16,-6 8-4 16,0 11-1-16,4 3 0 15,3 3-2-15,6 3 4 16,0-2-5-16,0-2 1 0,6 3 2 15,13 0-5-15,4-1 0 16,4 2 8-16,-3-1-7 16,-15 2-1-16,-9-3 0 15,-33 1-6-15,-27 2-90 16,-19-3-201-16,-17 2-214 16</inkml:trace>
  <inkml:trace contextRef="#ctx0" brushRef="#br1" timeOffset="71919.14">1647 12864 632 0,'0'0'50'0,"0"0"73"0,0-73 27 0,0 60-13 0,0 3-40 0,0 4-10 0,0 3-11 0,0 3 32 0,0 0-50 0,0 0-40 0,0 25-8 0,0 13-10 0,0 18 11 0,-6 6 21 0,3 0 0 16,-2 0-10-16,1-4-13 0,1-1-9 16,1-8 1-16,1-12-1 15,1-9-3-15,0-13-11 16,0-7-93-16,0-8-127 15,0 0-28-15,0-19-63 16</inkml:trace>
  <inkml:trace contextRef="#ctx0" brushRef="#br1" timeOffset="72268.34">1627 12696 856 0,'0'0'30'0,"0"0"91"0,0 0 19 16,0 0-90-16,0 0-34 15,0 0-3-15,111-37 4 16,-59 50 4 0,3 18-4-16,-1 17 4 0,-9 5 2 15,-8 7-8-15,-9-2 2 16,-10 1-9-16,-9-6-4 15,-9-2 5-15,0-6-3 16,-22-9 15-16,-11-3 57 0,-12-7-11 16,-7-7 9-16,-6-3-28 15,-3-10-25-15,1-4-9 16,2-2-6-16,13-3-8 16,3-14 0-16,17 2-1 15,10 1-7-15,12 2-60 16,3 4-140-16,30 6-60 15,6 0-66-15</inkml:trace>
  <inkml:trace contextRef="#ctx0" brushRef="#br1" timeOffset="72837.09">2394 13166 643 0,'0'0'411'0,"0"0"-409"0,0 0 137 16,0 0-49-16,45-85-44 15,-33 65-15-15,-6-1-9 16,-6 1 0 0,0-3 20-16,-6 5-20 0,-12 5-3 15,-6 6-12-15,-6 7 1 16,-1 0-4-16,-3 16 0 15,1 8 9-15,3 5 3 16,8 4-1-16,8 1 3 31,5-1-12-31,9-7-3 16,0-3-3-16,6-6-3 16,11-9 2-16,5-3-1 0,5-5 1 15,1 0 0-15,8-13-6 16,-2-7-10-16,-2-6-10 0,-7 0 5 15,-1 0 7-15,-9 8 7 0,-9 6 6 16,1 7 2-16,-7 5 6 16,0 0 12-1,0 5-11-15,0 14-5 16,-3 8 11-16,-1 0 2 0,1-2-6 16,3-2-6-16,0-5 0 15,0-4-1-15,7-3 0 0,4-4-2 16,1-4-1-1,4-3-5-15,1 0-60 16,3-6-96-16,-2-7-62 16,0-9-108-16,0-3-213 0</inkml:trace>
  <inkml:trace contextRef="#ctx0" brushRef="#br1" timeOffset="73382.25">2815 12658 827 0,'0'0'152'0,"0"0"-86"0,0 0 60 0,0 0-56 0,0 0 23 0,-30 114-30 0,26-64 1 16,1 6 5-16,3-1-15 0,0-4-19 0,0 1-10 0,0-3-6 0,0-6-10 0,0-5-1 0,13-9-6 16,-1-6-2-16,4-11 1 0,4-6-2 0,5-6 2 0,11-4 2 0,10-17-3 31,2-5-1-31,1-5-8 0,-10-1-14 16,-12-1-25-16,-18 1 6 0,-9 2 27 0,0 6 15 0,-12 7 0 0,-12 9 3 15,-1 8 10-15,-2 0 4 16,-3 5 5-16,3 14 7 15,3 1-14 1,8 5-2-16,8-3-6 0,2-1 0 16,5-2-5-16,1-6-1 15,0-3-1-15,0-5-1 16,9-3 1-16,3-2 3 16,9 0-3-16,1-5 0 15,2-7-3-15,0-1-7 16,1 0-3-16,-4 6 2 15,-3 3 7-15,0 4 2 16,-6 0-2-16,4 5 2 16,-2 11 2-16,2-2 0 15,1 0 2-15,2-2 0 0,-3-5 2 16,2-2-2 0,-2-5-2-16,1 0 0 0,-2 0-1 15,-5-14-96-15,-5 0-155 16,-5-4-130-16</inkml:trace>
  <inkml:trace contextRef="#ctx0" brushRef="#br1" timeOffset="73547.5">2630 12825 880 0,'0'0'346'0,"0"0"-339"0,-91-25 115 16,91 16-50-16,34-4-51 0,32 1-21 0,22-2-12 0,12 1-89 0,6 2-203 0,15-5-476 16</inkml:trace>
  <inkml:trace contextRef="#ctx0" brushRef="#br1" timeOffset="74543.98">4049 12643 930 0,'0'0'65'16,"0"0"-25"-16,0 0 159 0,0 0-168 15,0 0-28-15,0 0 30 16,-12 118 26-16,12-65-30 15,0 1 2-15,0-6 6 16,0-9-22-16,0-10-10 16,0-9-3-16,0-8-1 15,0-6-1-15,0-6 0 16,0 0 0-16,0 0 10 16,0-25 8-16,0-10-2 15,0-13-13-15,0-11 0 16,0-9 2-16,0-7-4 15,0 0-1-15,0 12 1 0,0 17 2 16,0 21 2 0,0 16 9-16,0 9 28 0,0 6-42 15,0 22-1-15,0 14 1 16,6 9 7-16,7 0-5 16,4-2 3-16,2-4-5 15,6-8 0-15,2-11 0 16,-1-8 1-16,5-13 0 15,6-5-1-15,5-8 3 16,0-20 1-16,4-7-4 16,-9-7 1-16,-8-6-1 15,-7-3 3-15,-10-2-1 16,-3 3-2-16,-2 15 2 16,-4 14 6-16,-1 12-4 0,-2 9 4 15,0 13-8-15,0 24-1 16,-5 12 1-16,1 11 7 15,4 2 2-15,0 4-2 16,4-3-6-16,10-8 3 16,5-14-3-16,1-12-1 15,2-11-3-15,5-11 3 16,1-7 0-16,8-1 2 16,3-23 1-16,1-5-2 15,-7-6 0-15,-9-9-1 16,-5-4 0-16,-7-2-2 15,-5 12 0-15,-5 15 2 16,-2 12 2-16,0 8 0 16,0 3 2-16,0 8-4 15,0 18 1-15,-9 7 0 0,2 3 1 16,4-5 0-16,3-4-2 16,0-5 0-16,0-5-1 15,0-5-2-15,0-4-4 16,7-4-89-16,3-4-134 15,1 0-44-15,-5-12-80 16</inkml:trace>
  <inkml:trace contextRef="#ctx0" brushRef="#br1" timeOffset="74692.34">4774 12474 1005 0,'0'0'11'0,"0"0"137"0,0 0-64 0,0 0-72 0,0 0-12 0,0 0-20 0,-11 1 5 16,38 35-73-16,4 1-134 16,-6 2-196-16</inkml:trace>
  <inkml:trace contextRef="#ctx0" brushRef="#br1" timeOffset="75704.98">5050 12680 760 0,'0'0'293'0,"0"0"-239"0,0 0 212 16,0 0-142 0,0 0-67-16,0 0-55 0,-2-10 0 15,2 40 3-15,2 3 16 16,2-4-6-16,1-4-1 16,1-4-14-16,1-11 1 15,1-1 1-15,1-7-3 16,4-2 1-16,2 0 0 15,4-2-2-15,1-17 0 16,2-3-17-16,-1-5-11 16,-4 3 16-16,-3 7 1 15,-8 7 12-15,-3 5 1 16,-3 5-2-16,0 0 0 16,0 18-9-16,0 7 11 0,3 5 0 15,-1-3 0 1,1-8 3-16,4 0-3 0,1-8 2 15,2-4-2-15,-1-5 0 16,9-2 1-16,1 0 4 16,4-6 1-16,4-10-5 15,1-5-1-15,2-1 2 16,-3-5 2-16,-7 3-4 16,-6 4 1-16,-2 6 3 15,-11 6-1-15,-1 7 0 16,0 1 13-16,0 0-4 15,0 0-12-15,0 13-4 16,0 5 4-16,0-2 5 0,0-1-4 16,0-7 2-16,0 1-2 15,6-6-2-15,-3-1 1 16,2-2 0-16,11 0 5 16,8 0 0-16,13-5 1 15,5-7-6-15,0-2-2 16,-6 2 1-16,-5 2 0 15,-13 5-3-15,-6 0 0 16,-8 5 4-16,-4-1 2 16,0 1 3-16,0 0-4 15,3 0 0-15,-1 0-1 16,1 0 0-16,4 0-3 0,4 0 2 16,7 0 2-1,-3 0-1-15,1 0 0 0,3 0 0 16,-4 0 0-16,3 0 1 15,2 0 2-15,-4 0-3 16,-1 0 1-16,0 0-1 16,0 0 1-16,6-1 2 15,-1 1 1-15,2 0-2 16,4-2 5-16,6 2-1 16,4 0 9-16,7-3 4 15,0-1-5-15,-4 0-3 16,-4 2-4-16,-5-7-2 15,-9 2-2-15,-4-5 1 16,-7-2-2-16,-5-3 5 16,-5 1-5-16,0 0 2 0,0 1-3 15,-5 2 0-15,-4 7-1 16,-7 3-1-16,1 3-1 16,-6 0 0-16,4 2 0 15,1 8 1-15,1 1 0 16,8 4-1-16,4 0-2 15,-2 1 1-15,5 1-1 16,0-1-4-16,0 1-36 16,0-3-87-16,0 0-51 15,0-3-34-15,0-1-56 16,0-4-138-16</inkml:trace>
  <inkml:trace contextRef="#ctx0" brushRef="#br1" timeOffset="76171.86">6357 12652 429 0,'0'0'290'0,"0"0"-164"0,0 0 46 0,0 0-38 0,0 0-81 0,0 0-19 0,0 28 26 16,-9 3 39-16,-3 9-16 0,3 6-9 0,-3 4-23 16,3 6 9-16,-4 3-31 15,2 5-3-15,-1 1-5 16,-3 2 4-16,2-4-6 16,-5-6-10-16,-1-8-2 0,-1-2 0 15,1-10-6-15,1-9 2 16,-3-5-2-16,2-8 1 15,-4-3 0-15,-1-8-2 16,-1-4 3-16,3 0-3 16,5-15 0-16,4-13-1 15,2-8 0-15,10-12-7 16,1-10 1-16,0-4 4 0,15 3 0 16,12 6-2-1,1 10-5-15,5 7-6 0,0 5-25 16,-5 3-10-16,-4 1-45 15,-8 2-50-15,-7-5-55 16,-9-3-155-16,0-7-412 16</inkml:trace>
  <inkml:trace contextRef="#ctx0" brushRef="#br1" timeOffset="76526.92">5478 12293 483 0,'0'0'27'0,"0"0"-23"0,0 0 75 0,0 0-12 0,0 0-2 0,0 0 21 0,-36 16-29 0,36-11 23 0,-3-3 0 0,3 1-36 15,0-2-16-15,3 1-3 16,14-2-4-16,2 0-8 16,3 0 7-16,1 0-19 15,-8 0 0-15,-9-2-1 16,-6-2 1-16,0-3 14 16,-11-2-8-16,-14 2-7 0,-8 5-12 15,-3 2 0 1,1 9-113-16,-4 11-188 0</inkml:trace>
  <inkml:trace contextRef="#ctx0" brushRef="#br1" timeOffset="78454.14">10566 6804 251 0,'0'0'27'0,"0"0"37"0,0 0 29 0,0 0-17 0,0 0-1 0,0 0 30 0,0 0 2 0,-27 12-28 16,27-12 2-16,0 0 0 15,0 0-14-15,0 0-5 16,0 2-15-16,0 5-28 16,-3 4-3-16,1 6 18 15,2 2 26-15,0 7-37 0,0 8-13 16,0 13 10-1,0 10 2-15,0 13 5 16,0 9-17-16,5 10 2 0,1 9 5 16,-1 8 20-16,-2 8-11 15,-3 8-8-15,0 7-5 16,0 10 17-16,0 12-19 16,3 13 0-16,7 11-1 15,4 2-6-15,1 0-1 16,6-2 2-16,4 7-4 15,-2 4-1-15,7 9 0 16,-3 3 0-16,-2-3-2 16,2-6 4-16,0 7-4 0,-8 3 2 15,2 4 0-15,-3 0 1 16,-3-7 1-16,1 0-2 16,-4-1 0-1,2 4 1-15,-1-1-1 0,4-9 0 16,-1-9 0-16,3-3 0 15,-2 2 0-15,0-1 2 16,-1 4-2-16,-3-7 1 16,0-7 1-16,-2-12-2 15,2 1 2-15,-4-3 0 16,2-2-1-16,-3-1 1 16,0-9-1-16,0-10 0 15,-2-8 0-15,4-14 0 0,0-6-2 16,-2-9 2-1,2-8-1-15,-1-6 1 0,-1-11-1 16,-2-10 0-16,-1-17 0 16,-3-11 0-16,-2-11 0 15,3-8 0-15,-3-7 1 16,0-1-1-16,0-4 2 16,0 1 3-16,0-2 1 15,-5 4-2-15,-15 0-4 16,-9 4-2-16,-5-4-4 15,4-4-50-15,9 0-64 16,11-6-38-16,10-17-44 16,0-7-85-16,15-5-95 15</inkml:trace>
  <inkml:trace contextRef="#ctx0" brushRef="#br1" timeOffset="81833.5">20420 2400 565 0,'0'0'135'0,"0"0"-134"16,0 0 139-16,0 0-35 0,0 0-79 0,0 0 13 0,0 0 17 0,0-8 2 0,0 8 2 0,0 0-9 0,0 0-12 15,0 0 4-15,0 0-9 16,0 0 3-16,0 0 4 16,0 0-12-16,0-2 0 15,0 1-6-15,0 0-7 16,0-3 2-16,0 2-8 16,0-1-5-16,0 0-4 15,0 0-1-15,0 1 5 16,0 2-4-16,-2-1 5 0,2 1-6 15,0 0 1-15,0 0-1 16,-1 0 0-16,1 0-1 16,0 0 1-16,0 0-1 15,0 0-2-15,0 0 2 16,0 0 1-16,0 0-1 16,0 0-1-16,0 0-1 15,0 0 2-15,0 0-4 16,0 0-14-16,0 0-22 15,0 0-35-15,0 0-12 0,-3 0-55 16,0 0-95 0,-6 0-165-16</inkml:trace>
  <inkml:trace contextRef="#ctx0" brushRef="#br1" timeOffset="82808.83">19051 2296 735 0,'0'0'39'0,"0"0"-31"0,0 0 89 0,0 0-37 0,0 0-51 0,0 0 34 0,0 0 19 0,-1 96 9 0,-3-53-10 16,2 5-6-16,-1 3-11 16,0-3-1-16,0-9-29 15,3-3 1-15,-3-5-12 16,-1-6-3-16,2-9 0 16,1-3 1-16,-2-6-1 15,3-6-10-15,0-1-82 16,0 0-60-16,0-14-32 15,-2-9-170-15</inkml:trace>
  <inkml:trace contextRef="#ctx0" brushRef="#br1" timeOffset="83104.92">19041 2313 701 0,'0'0'77'0,"0"0"-52"0,0 0 40 15,0 0-44-15,0 0 43 16,0 0-5-16,111 66-6 0,-77-39 28 16,0 8-20-1,-1 6-20-15,-5 1-9 16,-7 3-14-16,-9 0-6 16,-9-5-6-16,-3-6-1 15,-10-5 6-15,-20-2 6 0,-6-9-7 16,-8-4 11-16,-3-7 13 31,-4-5 16-31,2-2-14 0,4 0-10 16,5-8-10-16,10-7-7 15,11 2-9-15,8-2-2 0,8 4-19 16,3 1-140-16,8 4-60 16,17 0-106-16,5 0-292 15</inkml:trace>
  <inkml:trace contextRef="#ctx0" brushRef="#br1" timeOffset="83881.05">19359 2663 674 0,'0'0'243'0,"0"0"-243"16,0 0 98-16,0 0-15 15,0 0-46-15,95-22-4 16,-62 11-5-16,0 1 3 15,-3-6-9-15,-2 0-10 16,-8-5-3-16,-5-1 0 16,-8 0 6-16,-7 1-1 0,0 2-3 15,0 7 8 1,-6 4 2-16,-10 6-7 0,-2 2 1 16,-3 0-11-16,-3 15-2 15,8 8-1-15,-2 4-1 16,7 1 4-16,8-1 1 15,3-4-5-15,0-3 1 16,14 1 0 0,13-6-2-16,2-1-2 0,7-7 2 15,2-5 1-15,2-2-23 16,-1 0-58-16,-2-8-6 16,-7-10-14-16,-3-5 32 15,-8-9-14-15,-4-9 25 0,-6-7 13 16,0-6 26-1,-6-3 18-15,-3 3 1 0,0 8 6 16,0 14 11-16,0 11 40 16,0 10 25-16,0 11 48 15,-2 0-32-15,-2 14-92 16,-3 17 3-16,2 12 22 16,2 8 16-16,3 18 11 15,0 17-4-15,0 12-1 16,0 16-22-16,6 6-14 0,-3 1-8 15,3-4-9 1,-6-15-1-16,0-14 0 16,0-19 0-16,0-17 0 15,-13-14 1-15,-1-12 0 0,-1-11 0 16,-1-11 2 0,-5-4 6-16,-3-7 1 0,-4-21-1 15,-4-12 1-15,8-11 23 16,2-12-12-16,7-10-6 15,6-6-9-15,9 0-4 16,0 8-1-16,21 14-4 16,3 13 1-16,1 14-3 15,7 10-4-15,-2 10-5 16,6 2-47-16,-1 4-49 16,1 1-51-16,-2 3-31 0,0-3-40 15,1-7-147 1</inkml:trace>
  <inkml:trace contextRef="#ctx0" brushRef="#br1" timeOffset="85072.1">20078 2648 649 0,'0'0'113'16,"0"0"0"-16,0 0 71 0,0 0-55 0,0 0-32 0,0 0-21 0,0-56-25 15,0 56-28-15,0 0-11 16,0 0-9-16,0 7-1 15,2 6 12-15,11 2-1 16,6-1-1-16,2-1-8 16,0-2-4-16,3-3 2 0,0-6-2 15,-5-2-3 1,1 0-14-16,-5-4-27 0,-3-13 25 16,-3 1 12-16,-2-5 7 15,-3 5 0-15,-2 3 2 16,-2 4 0-16,0 7 12 15,0 2 23-15,0 0-27 16,0 6-10-16,0 13 0 16,-5 0 4-16,-2 4 3 15,1-4 0-15,3-3 4 16,0-4-8-16,3-2-2 16,0-7 2-16,0 0-2 15,0-3-1-15,0 0 0 16,9-6 11-16,10-13-3 15,4-9-1-15,-4-2-7 16,4-2 0-16,-6 4 0 16,-3 6 3-16,-5 8-3 0,-6 12 0 15,1 2 0 1,-4 0-7-16,2 20-1 0,1 3 8 16,0 3 0-1,1-1 1-15,2-4-1 0,2-2 3 16,2-4-3-16,2-5-2 0,0-4 2 15,0-6 1 1,2 0-1-16,2 0 0 16,-1-8-4-16,0-10 2 15,3-2-10-15,2-6-3 16,1-1 7-16,-4 2 4 16,-4 4 4-16,-5 9 0 15,-5 4-1-15,-3 8 2 16,0 0 0-16,0 0-1 0,0 16-15 15,0 6 15 1,0 1-2-16,0-6 4 0,4 3-2 16,2-6 0-16,3-2-1 15,-2-7 0-15,1 0 1 16,2-5-1-16,5 0 1 16,6 0 3-16,6-12 1 15,4-6-4-15,2 0 0 16,1-5-2-16,-1 3 2 0,-3 0 2 15,-3 3-1-15,-9 6 0 16,-6 4 0-16,-5 6 2 16,-4 1 5-16,0 0-2 15,0 6-5-15,3 9 6 16,5 3 1-16,-1 1 0 16,1 2-4-16,3 0 1 15,2-1-4-15,3-3 2 16,3-2-2-16,2-3 4 15,0-4-2-15,0-5 3 16,-2-3 2-16,3 0-1 16,-2 0 7-16,2-11-1 0,-1-6-7 15,0 1-1 1,-3-7-4-16,0 0 1 0,0-4 0 16,-8 0-2-16,-1 2 0 15,-8 2 1-15,-4 6 0 16,0 4-1-16,-20 10 0 15,-10 3-3-15,-6 10 3 16,-1 16 0-16,4 7 8 16,3 4 7-16,12 7 2 15,6 3 0-15,7 12 1 16,3 4-6-16,2 9-3 16,0 3-3-16,0 0-4 15,-5-3-1-15,-1-4-2 0,-6-14 1 16,-4-11-2-1,-2-13 1-15,0-9-4 0,-1-12-62 16,2-9-142-16,3-3-86 16,3-24-192-16</inkml:trace>
  <inkml:trace contextRef="#ctx0" brushRef="#br1" timeOffset="85216.77">20791 2252 1128 0,'0'0'13'0,"0"0"78"0,0 0-47 0,0 0-44 0,0 0-34 0,0 0-90 0,52 58-193 0</inkml:trace>
  <inkml:trace contextRef="#ctx0" brushRef="#br1" timeOffset="86239.99">20391 3360 908 0,'0'0'66'16,"0"0"-52"-16,0 0 193 0,0 0-91 16,0 0-71-16,0 0-34 15,8-14 12-15,-1 45 39 16,-5 5-20-16,-2 1-13 16,0 2 1-16,0 1-15 15,-6-1-14-15,0-2 2 16,5-6-3-16,-3-7-2 15,4-8-4-15,0-8-40 16,0-8-111-16,0 0 3 16,4-24 26-16,2-10-25 0,-5-10 42 15,3-6 64-15,-4-5 43 16,0-3 4-16,2 4 3 16,2 8 41-16,2 8 38 15,2 8 3-15,2 11 7 16,1 4-12-16,4 5-23 15,4 5-21-15,6 5-4 16,4 0-2-16,0 14 12 0,-3 8-11 16,-5 4-9-1,-8 2-7-15,-13 3 2 0,0-2 1 16,-13 1-7-16,-15-5 3 16,1-6-5-16,4-4-8 15,5-5 0-15,11-5 0 16,5-4-1-16,2-1-2 15,0 0-4-15,24 0-12 16,15 0 18-16,10 2 0 16,5 3 0-16,-2 7-1 15,-7 1-1-15,-5 7-2 16,-9 0 2-16,-8 3 0 16,-10-2 3-16,-8-2-1 0,-5 3 6 15,-15-2 3 1,-15-2 4-16,-13-3 10 0,-4 0 1 15,0-6-8-15,5-2-10 16,7-4 1-16,10-3-7 16,11 0-1-16,9 0-1 15,5-7-16-15,8-11-116 16,20-6-41-16,12-1-38 16,8-1-78-16,2-4-308 15</inkml:trace>
  <inkml:trace contextRef="#ctx0" brushRef="#br1" timeOffset="86954.12">21047 3401 884 0,'0'0'55'0,"0"0"157"0,0 0-82 0,0 0-98 0,0 0-17 0,0 0 34 0,-14 60-12 0,14-36-8 0,0 0-3 15,9-3-14-15,6-5-6 16,1-2-4-16,4-6 0 15,5-6-1-15,2-2 0 16,2-4-1-16,0-17-5 16,-2-5-65-16,-5-4 4 15,-6-2 17-15,-5-1 18 16,-6 4 26-16,-5 5 5 16,0 13 0-16,0 5 16 15,0 6 31-15,0 0-13 0,0 9-31 16,-5 10-3-16,1 6 3 15,4-3-1-15,0 3 1 16,0-2 0-16,1-2-3 16,10-4 0-16,5-7 0 15,1-1-1-15,6-8 1 16,3-1-8-16,0 0-29 16,0-16 2-16,-5-4 0 15,-2-2 5-15,-4-4 14 16,0-2 8-16,-1-1 8 15,0-1 0-15,0 1 0 16,-1 6 2-16,1 3 8 0,0 4 23 16,0 5-14-1,4 5 2-15,-3 6 0 0,1 0-3 16,-1 12 9 0,3 12-9-16,-6 8 7 15,-7 5-9-15,-5 0-2 0,0-4-6 16,0-3-2-16,-5-3-6 15,-6-5 0-15,-2-8 1 16,0-3 1-16,-5-9 2 16,1-2 0-16,-5-1-4 15,4-15 1-15,2-6-1 16,2-1-1-16,7 1 0 16,2 2-10-16,2 5-1 15,3 8 5-15,0 5-1 16,0 2-7-16,0 0-1 0,0 9-8 15,9 11 15 1,3 0-20-16,0 4-55 16,0-2-7-16,4-8-68 0,4 0-81 15,1-7-159-15</inkml:trace>
  <inkml:trace contextRef="#ctx0" brushRef="#br1" timeOffset="88296.2">21924 3307 323 0,'0'0'642'16,"0"0"-625"-16,0 0 223 0,0 0-125 0,0 0-85 0,0 0-26 0,-17-1-4 0,17 30 12 0,0 1-6 16,0-1-5-16,2-4 3 15,10-4-2-15,0-5-2 16,7-5-3-16,5-5 3 15,3-6 0-15,4 0-32 16,5 0-28-16,-3-16 3 31,-5-5-24-31,-5-5 40 16,-4 0 11-16,-7-3 27 0,-5 8 3 0,-7 4 24 16,0 9 60-16,0 5 4 15,0 3-4-15,-7 3-66 0,-7 15-18 16,-3 6 12-1,1 2 4-15,3-2 5 0,3-2 0 16,2-2-2 0,2-6-10-16,3-4-4 0,3-6-4 15,0-4 0-15,0 0 3 16,5 0 4-16,13-14 1 16,7-5-6-16,2-6-3 15,3-1 0-15,-1-1-1 16,1 2 1-16,-4 9-2 15,-8 4 2-15,-7 8-3 16,-3 4 3-16,-7 0-5 0,4 9-2 16,-3 9 7-1,-1 0 1-15,1 1 0 0,2-4-1 16,3-3 2-16,2-4-1 16,6-3 2-16,9-5-1 15,11 0 3-15,11 0-3 16,5 0-2-16,1-8 1 15,-8-4-1-15,-8-4-1 16,-12-4-4-16,-12-5-11 16,-9 0 5-16,-3-1 9 15,0 8 2-15,-14 3 4 16,-5 10-4-16,0 5 9 16,1 0-5-16,-5 5 2 15,6 16-4-15,2 5 3 16,4 4-2-16,2-3 3 0,9 2-3 15,0-3 0-15,0-6-3 16,11-1 0-16,7-8 1 16,5-5 0-1,10-6 0-15,3 0-1 0,7-1 0 16,4-14-4-16,6-3-5 16,1-2-2-16,-3-4 5 15,-2-3-12-15,-13-2 3 16,-11-3-25-16,-8 0 32 15,-9 2 7-15,-8 5 2 16,0 10 3-16,0 3 17 16,0 6 17-16,-7 4-10 0,1 2-21 15,-4 0-7 1,-1 2 0-16,1 11-1 0,1-1 1 16,3-4 3-16,1 5 3 15,1-1-4-15,4 0 1 16,0 2-2-16,0 2 4 15,4-1-4-15,10 3-1 16,-2 2 4-16,3 0-4 16,-3 0-1-16,-1-2 0 15,0-4 2-15,-2 2-1 16,-2-8 0-16,-2-2-2 16,-4-3 2-16,1-3 0 15,-1 0 0-15,4 0 2 0,5 0 1 16,5-10-2-16,5-6-2 15,4-3-1-15,4-5-8 16,3-6-4-16,4 1-8 16,-1-3-1-16,1-2 4 15,-10 6 11-15,-2 7 7 16,-8 4 1-16,-9 8 2 16,-4 6 7-16,-2 1 21 15,0 2 4-15,0 0-16 16,0 0-18-16,-5 2 0 15,-4 10 0-15,0 1 3 16,5 3-1-16,4 2 7 16,0 3 2-16,0 1-3 0,4-2 5 15,7-1-3-15,-1 2-1 16,-2-5-4-16,-2-1 2 16,-3-4-4-16,-3-2 2 15,0-2-1-15,0 3 0 16,-20-1 1-16,-10-2-5 15,-11-1-5-15,-6-5-127 16,-8-1-146-16,-8-3-139 16</inkml:trace>
  <inkml:trace contextRef="#ctx0" brushRef="#br1" timeOffset="88456.17">22650 2988 1137 0,'0'0'54'0,"0"0"48"0,0 0 5 0,0 0-107 0,0 0-3 15,0 0-108-15,4-8-108 0,0 26-269 0</inkml:trace>
  <inkml:trace contextRef="#ctx0" brushRef="#br1" timeOffset="89331.11">21227 4203 811 0,'0'0'93'16,"0"0"-46"-16,0 0 69 15,0 0-81-15,0 0 36 16,-5 82 46-16,1-39-59 16,-2 2 0-16,-4 3 5 15,-1 4-22-15,2-4-26 16,1 0-13-16,1-10 0 15,3-4-2-15,1-14-1 16,3-3 0-16,0-13-2 0,0-4-29 16,0 0-83-1,0-15 43-15,0-13 39 0,3-9-3 16,0-12 33-16,-3-6 3 16,1-7 0-16,4-7 2 15,2 0 0-15,4 11 2 16,-4 14 5-16,-1 18 23 15,0 16 22-15,-3 9-16 16,3 1-24-16,2 17-13 16,5 12 4-16,2 8 7 15,-1 3-1-15,3-1 1 16,2-3 14-16,5-2-5 16,2-8-15-16,11-4 5 0,2-9-6 15,3-8-1 1,4-5-2-16,-3-3-2 0,-4-15 3 15,-11-9-3-15,-8-8-5 16,-13-5 4-16,-7-5 1 16,0 2 4-16,0 2-3 15,-4 14-1-15,-5 13 0 16,4 9 0-16,1 5 3 16,-2 7-3-16,0 16-9 15,0 7 9-15,3 3 3 16,3-3-3-16,0-1 0 15,6-4-1-15,6 0 0 16,3-1 1-16,1-4 0 16,0-2-2-16,7-2-84 0,-2-7-104 15,4-4-94-15,2-5-131 16</inkml:trace>
  <inkml:trace contextRef="#ctx0" brushRef="#br1" timeOffset="89722.29">21931 4273 914 0,'0'0'55'0,"0"0"139"0,0 0-65 0,0 0-102 0,0 0-6 16,0 0 8-16,-59 48-13 0,59-27-3 0,0 1-8 0,11-4 8 15,10-4-7-15,12-3 3 16,3-7-7-16,4-1-2 0,-3-3 0 15,-7 0 0-15,-6-15-3 16,-10-5-13-16,-11-5 11 16,-3-6 4-16,-12-4 1 15,-18 0 1-15,-5 3 5 16,1 10 0-16,3 8 5 16,2 11 6-16,3 3 0 15,5 6-17-15,4 16-5 16,6 4 0-16,11 6 2 15,0-2-1-15,8 0-5 16,13-7 4-16,9-4-58 0,8-7-58 16,0-8-12-1,-1-4-42-15,-1 0-16 0,-4-13-94 16,-4-9-39-16</inkml:trace>
  <inkml:trace contextRef="#ctx0" brushRef="#br1" timeOffset="91080.77">22197 4193 475 0,'0'0'86'16,"0"-111"35"-16,0 57-3 15,-5 14-51 1,-2 15 43-16,2 13 0 0,4 12 5 16,-5 4-80-16,1 25-24 15,-1 11-11-15,5 9 33 16,1 4 0-16,0 0 3 16,0 0-15-16,9-3 2 0,0-6-15 15,0-4-4 1,0-12-3-16,-3-7-1 15,0-9 0-15,-5-10-4 16,4-2 4-16,-1 0 3 0,9-10 11 16,3-13-14-16,7-5 0 15,3 1 0-15,-1-1 0 16,-3 7-1-16,-2 7 0 16,-5 4 0-16,1 8-1 15,2 2 2-15,2 0-5 16,0 2 5-16,-2 14 0 15,-6 1 1-15,-1 3 2 16,-11 1-1-16,0-3-1 16,0-2 3-16,-11-6 1 0,-10 0 4 15,-3-3-1-15,2-6-1 16,0-1-4-16,-1 0 6 16,13 0-2-16,-2-6-2 15,7 0 11-15,5 3-10 16,0 0-5-16,0 3-1 15,0 0-2-15,5 0-15 16,13 0 10-16,10 0 7 16,7 0 2-16,3 0 0 15,2 0-2-15,5-8 0 16,0-4 0-16,-8-6 2 16,-2-1-2-16,-7-7 0 15,-9-6-3-15,-7-5-3 0,-7-11-2 16,-5-4-1-16,0-5-6 15,-5 8 4-15,-7 12 6 16,1 17 5-16,3 15 1 16,-4 5-1-16,-4 22-10 15,0 16 6-15,0 7 4 16,7 7 7-16,9-2 5 16,0-2 8-1,14-3-6-15,8-4-6 0,8-9-5 16,7-7-3-16,1-10 2 15,6-8 4-15,0-7-3 16,-5 0-3-16,-2-15 2 0,-9-8 0 16,-8-9-2-1,-6-2-3-15,-8-8 1 16,-6 5 1-16,0 10 2 16,0 8 2-16,0 13 5 15,-9 6-5-15,-10 0 3 16,0 16-5-16,-2 8 1 0,3 4-1 15,9-1 3-15,6 0 2 16,3-2 2-16,0-6-2 16,7-2 0-16,14-6-6 15,2-5 2-15,7-5 0 16,1-1-2-16,6-1 0 16,2-14-1-16,0-4-13 0,-2-5-2 15,-9-3-39 1,-7-3 33-16,-9 5-3 0,-6 7 24 15,-2 10 1-15,-4 4 5 16,0 4 34-16,0 0-17 16,0 8-22-16,0 10 0 15,0 11 6-15,0-4 8 16,0 0-8-16,0-2-1 16,0-7-3-16,0-5 2 15,0-5 0-15,0-3-4 16,3-3 0-16,3 0 3 15,7 0 8-15,4-11 0 16,7-8-6-16,-1-5-5 16,-1-1 1-16,-3 5-1 15,-7 6 3-15,-6 5-3 0,-3 5 11 16,-3 4 24-16,0 0-22 16,0 0-13-16,2 0-4 15,4 10 4-15,-5 0 3 16,5-3 2-16,-1-1-3 15,-2-4-2-15,1 0 3 16,-2-2 0-16,5 0 0 16,0 0 1-16,9-4 4 15,1-9-4-15,4-2-1 16,-4 2-2-16,-3 5-1 16,-5 3 0-16,-7 3-1 15,4 2-1-15,2 0-9 0,5 9 11 16,0 5 0-1,4-5 2-15,2-5-2 0,7-4 3 16,2 0 0-16,2 0-3 16,-4-8 0-16,-3-6-99 15,-5-3-175-15,-3-3-136 16</inkml:trace>
  <inkml:trace contextRef="#ctx0" brushRef="#br2" timeOffset="163322.67">23862 2294 639 0,'0'0'36'0,"0"0"23"0,0 0 42 0,0 0-13 15,0 0-35-15,0 0 24 0,6-57 2 0,-6 53-21 0,0 4 18 0,0 0-30 0,0 0-27 16,0 9-19-16,0 16 1 16,-6 10-1-16,-5 5 4 15,4 2-3-15,1 0-1 0,3-5 0 16,3-1 0-1,0-7-1-15,0-6 1 0,12-7-1 16,1-6-3-16,4-10-1 16,3 0 2-16,4-8 3 15,5-12 0-15,-5-5 0 16,3-3 0-16,-8-2 3 16,-3 2-3-16,-1 4 0 15,-6 4 1-15,0 9 0 16,-8 7-1-16,-1 4 4 15,0 0-4-15,0 7-10 16,0 9 8-16,0 9 2 16,0-1 0-16,0-4 1 15,0 1-2-15,0-5 2 0,0-3-1 16,0-2 1 0,0-9-2-16,0 2 2 15,0-4-1-15,0 0 0 0,0-4 10 16,14-11-4-16,5-10-4 15,4-6-1-15,1 6 0 16,-2 3-1-16,-8 2 0 16,0 10 4-16,-9 6-2 15,-2 4 1-15,0 0-3 16,1 6 0-16,5 8 5 16,-1 7 1-16,-4-3-2 0,2 2-3 15,0-2-1 1,1-3 0-16,-2-2 0 15,1-4-4-15,-1-2-45 16,2-6-122-16,5-1-68 16,0 0-178-16</inkml:trace>
  <inkml:trace contextRef="#ctx0" brushRef="#br2" timeOffset="164721.87">24473 2319 363 0,'0'0'52'0,"0"0"47"0,0 0-14 0,0 0-23 0,0 0 3 0,0 0-3 0,21 1 3 0,-3-8-25 0,-1-6-21 0,-3-3 8 0,2-4-4 0,-5-2-1 0,0-3 2 0,-5-3-3 0,-6 3-6 0,0 5 9 0,0 5 30 16,-11 5 3-16,-2 4-8 16,-3 6-19-16,-2 0-11 15,1 2-2-15,-2 15-3 16,4 13-2-16,0 7 3 0,3 13 9 15,0 9 6-15,2 13-5 16,-1 17-7-16,-2 13 0 16,-1 9-13-16,-2 3-3 15,-1-1-2 1,0-8-5-16,-4-9 5 0,3-12-4 16,3-15-4-16,0-16 4 15,6-15-3-15,7-15 5 16,2-15-6-16,0-8-6 15,29-12 14-15,11-21 4 16,14-13-2-16,-2-13 1 16,-4-5-3-16,-15 3 2 15,-14-5 1-15,-10 2 5 0,-9 7 10 16,-11 5 19-16,-21 7 8 16,-11 7-15-16,-10 8-10 15,1 6-6-15,0 4 2 16,10 7-15-1,12 4 2-15,12 5-3 16,12 3-2-16,5-1 1 0,1 2-3 16,0-2 0-16,3 1-16 15,19-4 10-15,5 1 10 16,10-6 2-16,2-3-2 16,3-3-3-16,1-5-7 15,-1-3-3-15,1-1-10 16,-10-1-12-16,-5-2-14 0,-10 3 23 15,-10 3 17 1,-7 8 9-16,-1 3 0 0,0 2 3 16,-1 6-1-16,-10 3-2 15,1 0-1-15,-5 2-8 16,6 14 5-16,3 3 1 16,3 7 2-16,3-2 1 15,0 1-1-15,11-2 1 16,6-1 0-16,3-4-3 15,7-9 3-15,1-5-2 16,2-4 1-16,1 0 1 16,4-12 0-16,-7-8-1 15,0-5-7-15,-4-4-2 16,-7 3 2-16,-3 3 4 16,-5 5 2-16,-3 5 2 0,-4 6 1 15,-2 4 3-15,0 3 1 16,0 0-5-16,0 0-1 15,0 10-11-15,0 5 12 16,0 4 1-16,0-2-1 16,0 0 2-16,0-1 3 15,12-2-3-15,-2-2-2 16,1-3 0-16,0 1-1 16,0-8 0-16,4-2-4 15,-2 0-23-15,4 0-78 0,5-10-54 16,-1-2-11-1,1-6-11-15,-1 2-14 16,-4 1-24-16,-5 3 194 16,-8 4 26-16,0-1 179 0,-4 3-21 15,0 4-19-15,0 2-40 16,0-2-4-16,0 2-49 16,2 0-8-16,-1 0-21 15,1 0-5-15,2 0-7 16,3 0-2-16,0 0 2 15,5 2 1-15,1 0-5 16,1 1-1-16,-4 0 1 16,1-3-1-16,3 0 1 15,2 0 0-15,0 0-1 16,0-10 1-16,2-1 0 16,-4 1-1-16,-4 0 1 15,-3 7 0-15,-4 0 3 16,-3 0 1-16,2 3 1 0,-2 0 4 15,3 0-3-15,2 0-7 16,3 0 0-16,1 0 2 16,2 3-2-16,2 3 0 15,-2-3-3-15,-1-3-58 16,5 0-97-16,-1 0-155 16</inkml:trace>
  <inkml:trace contextRef="#ctx0" brushRef="#br2" timeOffset="164896.23">25569 2360 957 0,'0'0'11'0,"0"0"9"0,0 0-20 0,0 0-22 0,0 0-190 0</inkml:trace>
  <inkml:trace contextRef="#ctx0" brushRef="#br2" timeOffset="165324.81">24212 2939 769 0,'0'0'57'0,"0"0"108"16,0 0 12-16,0 0-90 16,0 0-38-16,0 0 0 15,26-16-23-15,17 6 12 16,18-4 21-16,15-1-29 16,12 1-5-16,9-2-16 15,0 0-9-15,5-3-2 16,-7 3 0-16,-7-2 1 15,-15 6-9-15,-22-3-102 16,-17 6-33-16,-13-1-68 16,-18 3-41-16,-3 4-140 15</inkml:trace>
  <inkml:trace contextRef="#ctx0" brushRef="#br2" timeOffset="165550.5">24238 3023 516 0,'0'0'140'16,"0"0"-113"-16,0 0 104 0,0 0-32 0,-72 75-33 0,78-73 22 0,22-2 30 0,13 0 29 16,18-14-68-16,19-6-18 15,16-2-24-15,15-3-27 16,10-3-10-16,3 3 0 15,-7 0-4-15,-19-1-35 32,-21 0-300-32,-25-1-641 0</inkml:trace>
  <inkml:trace contextRef="#ctx0" brushRef="#br1" timeOffset="183688.61">26044 3301 736 0,'0'0'21'0,"0"0"85"0,0 0 10 0,0 0-56 0,0 0-31 0,0 0-5 0,-3-3 12 0,17-1 5 16,26-5 10-16,21 0-19 0,20-1-1 15,14 3-9-15,16 7 1 0,7 0 1 16,19 0 2-1,20 20-4-15,14 7-2 0,11 8 0 16,2 6-16-16,-13 9-2 16,-19 5-2-16,-26 4 0 15,-31-7 2-15,-29-8-2 16,-29-10 0-16,-19-15-5 16,-15-5 1-16,-3-10 3 15,0-3 2-15,0-1 2 16,0 0 5-16,0 0 2 15,0-9-10-15,0-4-8 16,-6-2-87-16,-3 0-37 0,-3 1-83 16,-4 2-52-16,-5-1-322 15</inkml:trace>
  <inkml:trace contextRef="#ctx0" brushRef="#br1" timeOffset="184088.92">27748 3652 678 0,'0'0'100'0,"0"0"12"0,0 0 25 0,0 0-49 0,0 0-41 0,0 0-20 0,57 11 14 0,-29 8-13 16,6 4-10-16,2-1 3 15,2 3-6-15,-1-6 0 16,2-6-3-16,-2-3 1 16,-1-4 1-16,-2-6 0 15,-1 0 9-15,0-8 1 16,-6-13 0-16,-5-8 12 15,-7-3-4-15,-8-2-24 16,-5-1-5-16,-2 3 1 16,0 5-4-16,-12 2-18 0,5 10-139 15,5 5-118 1,2-5-262-16</inkml:trace>
  <inkml:trace contextRef="#ctx0" brushRef="#br1" timeOffset="184619.08">28466 4219 862 0,'0'0'70'0,"0"0"-42"0,0 0 94 0,0 0-52 0,0 0-46 16,-12 86 91-16,7-28-40 0,1 2-45 0,-2-1-12 0,2-7-13 0,-2-7-4 0,1-10-1 16,4-10 0-16,1-9-3 15,0-11-27-15,0-5-124 16,1-11-36-16,11-20-2 16,1-13-100-16,-1-9-59 15</inkml:trace>
  <inkml:trace contextRef="#ctx0" brushRef="#br1" timeOffset="184877.81">28476 4334 137 0,'0'0'604'0,"0"0"-531"0,0 0 80 16,0 0-5-16,0 0-107 16,0 0-35-16,24-36-1 15,13 49-3-15,7 10 11 16,5 3 0-16,-3 5-12 16,-5 7 15-16,-7 3-8 15,-12 2-4-15,-9-3-1 16,-10-7-3-16,-3 1 2 15,-13-7-1-15,-12-4 2 16,-9-7 2-16,-4-4 3 16,-4-7 2-16,-5-5 11 0,-3 0 6 15,0-11 8-15,8-5-19 16,9-1-10-16,15-1-6 16,14 3-1-16,4 2-73 15,20 2-196-15,18 5-203 16</inkml:trace>
  <inkml:trace contextRef="#ctx0" brushRef="#br1" timeOffset="185815.78">29234 4543 1008 0,'0'0'25'15,"0"0"168"-15,0-73-112 16,0 55-76-16,-1 7 12 15,-16 5 36-15,-8 5-39 16,-10 1-13-16,-6 0-1 16,-1 7 0-16,6 6 7 15,11 3-3-15,7 0-4 16,11-1 0-16,7-1-2 16,0-1 2-16,7-5 0 15,17 1 0-15,7-7-2 16,7-2-1-16,2 0-4 15,-6-2-15-15,-4-7-1 16,-12 4-4-16,-8 5 20 16,-5 0 4-16,-4 0 0 15,1 5-7-15,-1 12 10 16,1-4 1-16,-1 5 7 16,4-6 1-16,3-1 1 0,8-4-4 15,9-3 8-15,6-4 7 16,7 0-10-16,2-12-1 15,0-10-8-15,-4-9-1 16,-3-8 0-16,-6-11 0 16,-9-9-1-16,-4-12 0 15,-6-6 0-15,-4-3 0 16,-2 7 1-16,-2 15-1 16,0 22 1-16,0 18 2 0,0 17 0 15,0 1-3 1,0 30-11-16,-5 16 9 0,-1 15 2 15,3 0 8-15,3 3-5 16,0-4 4-16,12 0 0 16,9-6-7-16,3-7 0 15,6-7 1-15,-2-9-1 16,2-12 0 0,3-9 1-16,1-10-1 0,1 0 2 15,-3-14-1-15,-5-10 2 16,-7-3 0-16,-5-8-2 15,-9 4 5-15,-6 5-4 16,0 8-1-16,0 8 3 16,-11 7 5-16,-11 3-9 0,-4 3-9 15,-3 17 9-15,-1 0 0 16,7 5 0-16,5 1-1 16,9-3-1-16,6-5 1 15,3-3-2-15,0-2 1 16,6-8-1-16,13-2-1 15,9-3 0-15,6 0 3 16,5-4 0-16,-3-8-1 16,-4 5 0-16,-6 2 2 15,-5 4 0-15,-3 1 0 16,-5 0 0-16,-1 0 1 0,-2 1-1 16,2 6 1-1,3 2 2-15,4-1 3 0,4-7-1 16,6-1 1-16,3 0-3 15,4 0-3-15,-9-3-6 16,-8-13-50-16,-11-4-156 16,-8-9-66-16,-20-4-241 15</inkml:trace>
  <inkml:trace contextRef="#ctx0" brushRef="#br1" timeOffset="185983.24">29432 4176 923 0,'0'0'49'0,"-107"-15"-32"0,89 14 143 0,18 1-116 0,6 0-44 0,39 0 0 15,26 7 0-15,16 2 0 0,14-3-52 16,3 1-133-16,0-1-75 16,5-3-425-16</inkml:trace>
  <inkml:trace contextRef="#ctx0" brushRef="#br1" timeOffset="186598.6">30784 4163 983 0,'0'0'44'0,"0"0"11"16,0 0 150-16,0 0-120 0,0 0 3 15,0 0-48-15,-19-54-27 16,-6 66-10-1,-7 13-1-15,-2 2 4 0,6 7-3 16,8 1-1-16,10 1-1 16,8-1 5-16,2 0-3 15,8-4 1-15,17-1-4 16,9-7 2-16,9-7-1 16,2-5-1-16,4-9-5 15,3-2-23-15,-2-4-93 16,-1-17 16-16,-7-4 27 15,-8-7 27-15,-8 4 31 0,-14 2 18 16,-6 8 2 0,-6 6 13-16,0 5 55 0,0 4 31 15,-9 3-67-15,-2 0-22 16,2 13-6-16,1 8 2 16,8 2-2-16,0 2 6 15,4-1 0-15,15-1-5 16,11-3 0-16,3-3-1 15,4-5-2-15,5-3-1 16,0-5 0-16,-3-4 1 16,-8 0-2-16,-10-2-1 15,-14-13 0-15,-7-5-1 16,0-2 2-16,-18-1 0 16,-10 3-2-16,-7 0 2 15,-3 2 2-15,-4 3-2 16,0 1 1-16,1 2 0 0,3 3-1 15,15 5 0-15,9 0-1 16,8 3-1 0,6 0 1-16,0-4-13 0,13-3-69 15,17-2-71-15,6-4-23 16,3-2-37-16,-4-4-189 16</inkml:trace>
  <inkml:trace contextRef="#ctx0" brushRef="#br1" timeOffset="187225.57">31348 3969 532 0,'0'0'79'0,"0"0"62"16,42-81-40-16,-33 66-19 0,-5 9 18 0,-2 6-10 0,-2 0-53 0,1 22-34 0,1 15-3 0,-1 10 75 0,4 8-29 0,-1-1-2 0,4 1-1 0,5-1-19 0,2-3-18 0,5-8-3 15,3-7-2-15,-1-6 1 16,1-11-2-16,1-7-2 16,0-9 2-16,1-3 0 15,1-3-6-15,-2-23-2 16,1-9-10-16,-4-13-7 16,-5-8 3-16,-1-7 16 0,-6-6 2 15,-6 2 4-15,-3 12 0 16,0 12 2-16,0 18 7 15,-7 12 13 1,-5 9 11-16,-3 4-25 0,-3 18-8 16,-3 18-4-1,2 10 4-15,6 4 0 0,9 3 1 16,4 0-1-16,0-3 2 16,9-2 2-1,15-7-4-15,3-3 0 0,16-4 0 16,5-8 5-16,3-8-5 15,-2-8 0-15,-7-10 0 16,-8 0-10-16,-6-21-5 16,-4-9-6-16,-10-9 18 15,-4-4 3-15,-10 1 2 0,0 7 4 16,0 10 3-16,-6 9 17 16,-3 9 19-16,2 7-9 15,-8 1-36-15,-3 20-9 16,-2 7 9-16,7 2 0 15,7 3 2-15,6-2-2 16,0-1 0-16,9-3 0 16,8-3-1-16,2-6 1 15,5-4-20-15,-1-5-110 16,2-7-68-16,4-2-88 16,3-2-317-16</inkml:trace>
  <inkml:trace contextRef="#ctx0" brushRef="#br1" timeOffset="188222.79">32290 4229 775 0,'0'0'108'0,"0"0"1"0,0 0 34 0,0 0-113 0,0 0-16 0,0 0 12 0,-57 42 2 0,54-18-4 0,3 2-14 15,0-2-6-15,9-3 1 16,13-2-3-16,4-3-1 15,4-6 0-15,3-4-1 16,2-6-1-16,-1 0-39 0,-1-12-46 16,-5-14-5-1,-3-7 27-15,-8-12 43 16,-4-8 20-16,-3-9 2 0,-7-10 0 16,-2-4 9-16,-1 3 35 15,0 14 9-15,-7 16 6 16,-3 19 23-16,2 14-29 15,0 10-9-15,-2 6-45 16,0 24-16-16,1 12 16 16,6 10 6-16,3 2 3 15,1 4 0 1,14-3-5 0,3-3-1-16,3-6-1 0,0-7-1 15,0-9 0-15,-1-8-1 0,-3-8-6 16,1-7 2-16,-6-7-66 15,5 0-25-15,-1-10 1 16,1-11 1-16,-1-5 51 16,-2-1 31-16,-5-4 11 15,0 6 2-15,-3 5 17 16,2 5 34-16,-5 5 18 0,-2 5 2 16,-1 3-17-16,0 2-23 15,0 0-33-15,0 2-10 16,0 12 3-16,5 3 7 15,-1-2-1-15,4 0 2 16,2-2 0-16,0-3-1 16,7-1 0-16,-1-6 0 0,5-1-2 15,-1-2-7-15,2 0-28 16,-6-4 6 0,-4-6 20-16,-4 0 7 0,-1 1 4 15,-4 1 4-15,-1 3 6 16,-2 0 22-16,0 3 30 15,0 2-1-15,0 0-29 16,0 0-23 0,0 0-9-16,1 0-13 15,2 12 4-15,2 5 8 0,1-1 1 16,1 0 0-16,2-5-1 16,1-3 1-16,5-2 0 15,3-6-1-15,6 0-1 16,4 0-2-16,4-4-9 15,-4-9 9-15,-1-1-4 16,-9 2 7-16,-3 1-3 16,-5 3 4-16,-5 0 1 0,-4 8 1 15,-1-2 0-15,0 2-2 16,0 0-3-16,2 0-7 16,-1 0 2-16,2 0 2 15,4 5 6-15,6 2 1 16,6 0 0-16,1-1 1 15,3 0-2-15,-3 0-1 16,-2-2 1-16,1-2 2 0,2 2-2 16,-2-3 0-1,2-1-1-15,0 0 1 0,-6 0-19 16,-2 0-115-16,-5-13-100 16,-8-6-435-16</inkml:trace>
  <inkml:trace contextRef="#ctx0" brushRef="#br1" timeOffset="188409.51">32372 3945 1016 0,'0'0'6'0,"0"0"79"0,0 0 52 0,0 0-137 0,0 0-7 0,133-3-21 16,-60 14-148-16,-3-3-126 15</inkml:trace>
  <inkml:trace contextRef="#ctx0" brushRef="#br1" timeOffset="188552.48">33155 3951 897 0,'0'0'50'0,"0"0"82"16,0 0-25-16,0 0-100 15,0 0-7-15,0 0-102 0,7-30-442 16</inkml:trace>
  <inkml:trace contextRef="#ctx0" brushRef="#br1" timeOffset="193896.18">28851 5584 272 0,'0'0'112'0,"0"0"-102"0,0 0 97 0,0 0-37 0,0 0-22 0,0 0 36 0,0 0 39 0,-3-27-34 15,3 24 33-15,0 2-14 16,0 1-15-16,0 0-37 15,0 0-13-15,0 1-29 0,-2 17-8 16,-1 12-2 0,1 7 17-16,-1 1 7 0,3 0-9 15,0 0-6-15,0-3-6 16,0-4-2 0,0-5-5-16,0-5-1 15,0-5-2-15,0-4-4 0,0-5-78 16,0-5-127-16,-2-2-85 15,-12-15-269-15</inkml:trace>
  <inkml:trace contextRef="#ctx0" brushRef="#br1" timeOffset="194225.3">28803 5523 948 0,'0'0'22'0,"0"0"-18"0,0 0 5 15,0 0-8-15,82-6 5 16,-49 21-4-16,0 3 9 16,4 4 24-16,-1 5 10 15,-1 4-5-15,-2 3-14 16,-7 0-15-16,-4 3-7 16,-4-2-2-16,-10-6-1 15,-8-2 0-15,0 0 10 16,-18-5 11-16,-16-2 41 15,-10-1 1-15,-8-5-40 16,-2-7-23-16,5-6 9 16,7-1-10-16,7-1 2 15,6-11-1-15,11-2-1 0,5-4-43 16,10-1-100-16,3 3-88 16,8-4-49-16</inkml:trace>
  <inkml:trace contextRef="#ctx0" brushRef="#br1" timeOffset="194765.57">29435 5860 583 0,'0'0'300'0,"0"0"-297"15,0 0 10-15,0 0 37 16,0 0-39-16,0 0-4 15,78-29 6-15,-68 9 2 16,-10-5 7-16,0 2 11 16,-5 2 17-16,-13 7-1 15,-2 1-2-15,-1 7-26 16,-1 6 42-16,-3 0-59 16,-1 10-4-16,1 10-9 15,7 0 5-15,5 5-1 16,8-3-1-16,5 1 3 15,0-4-5-15,13-3 2 0,6-6 6 16,6-6-5 0,2-4-20-16,1 0-4 0,-1 0-10 15,-7-14 26-15,-3-2 7 16,-6 3 6-16,-3 0 0 16,-3 2 0-16,-4 9 1 15,-1-1 4-15,0 3 1 16,0 0-1-16,0 8-5 15,0 9 0-15,0 6 2 16,0-2 3-16,0-1-2 16,7-1 3-16,0-5-6 15,1-3 1-15,6-3 2 0,-3-5 1 16,1 0-4 0,-2-3 3-16,1 0-3 0,-4 0-1 15,-1 0-49-15,0 0-59 16,-1-1-56-16,-1-8-184 15</inkml:trace>
  <inkml:trace contextRef="#ctx0" brushRef="#br1" timeOffset="195724.27">28773 5805 413 0,'0'0'233'0,"0"0"-231"15,0 0 48-15,0 0-17 0,0 0-23 0,0 0 15 0,85-52 26 0,-59 34-23 16,-1-7 1-16,2 1 3 15,-5-8 0-15,2-2 16 0,-5-4-8 16,-5-2-1 0,-6 1-10-16,-4 9-9 0,-4 5 11 15,0 12 22-15,0 6 17 16,0 4-8-16,0 3-8 16,-4 0-1-16,-1 0-39 15,-4 23-14-15,-2 14 1 16,-3 12 0-16,1 9 11 15,0 10 1-15,3 8 10 16,-2 14-9-16,-2 5-4 16,1 0-7-16,1-7 0 15,2-8 4-15,-1-13-7 16,1-11-1-16,2-9 1 16,2-15-1-16,2-9 0 0,2-12 0 15,2-7-5 1,0-4-9-16,0-10-69 0,12-22 10 15,9-16-62-15,-3-13 4 16,-2-12-58 0,-5-14-3-16,-3-10 0 15,-3-2 72 1,-3 5 121-16,-1 17 99 0,-1 15 43 0,3 12 13 16,2 14-57-1,4 3-25-15,5 4 23 0,5 2-46 16,7 2-4-16,6-3-14 15,4 3-5-15,2 4 4 16,-2 3-5-16,-5 8 5 0,-7 10-23 16,-10 0-8-1,-4 0-4-15,-7 18-8 0,-3 10-8 16,0 5-139-16,-6 4-109 16,-13-1-301-16</inkml:trace>
  <inkml:trace contextRef="#ctx0" brushRef="#br1" timeOffset="195957.8">28990 5831 969 0,'0'0'25'0,"0"0"16"0,0 0 52 0,0 0-85 0,0 0-4 0,113-50-4 15,-76 28 6-15,1-1-1 16,-1 2-5-1,-3 5-1-15,-3 6-62 0,-4 5-107 16,-9 3-154 0</inkml:trace>
  <inkml:trace contextRef="#ctx0" brushRef="#br1" timeOffset="196697.86">29289 5803 834 0,'0'0'0'0,"0"0"6"16,0 0-6-16,0 0 16 16,111 1 12-16,-65-8-7 15,0-9-8-15,-4-1 10 0,-8-1 19 16,-7-2-7-16,-6-6 10 16,-7 4-5-1,-7-2-13-15,-4 4-8 0,-3 9 2 16,0 4 0-16,-1 2 38 15,-11 5 18-15,-8 0-42 16,-1 2-35-16,-4 13 0 16,-2 4-1-16,5 5 1 15,5 3 0-15,6 4 0 16,6-1 2-16,5 2-1 16,0-2 3-16,15-1-3 15,11-1-1-15,9-6 7 0,2-5 1 16,5-5-2-16,7-10 5 15,6-2-2-15,2-3-3 16,-2-14-2-16,-4-3-2 16,-9-4-1-16,-9-4 0 15,-8-2 2-15,-9 3 1 16,-5 4-1-16,-5 6-3 16,-6 3 3-16,0 3-3 15,0 3 0-15,0 2 5 16,0 2-5-16,0 2 2 15,0-2-1-15,-9 3-1 16,-3 1 2-16,-4 0 0 16,-7 0 0-16,1 8-1 15,-2 11-1-15,2-2 0 0,2 6 0 16,7-1 0 0,5 0-4-16,5-2-1 0,3-2-7 15,0-3 6-15,6-4 4 16,11-3 2-16,7-5 3 15,2-3-3-15,4 0-15 16,-1-11-11-16,-3-10 2 16,0-2-2-16,-5 1 8 15,-5 5 13-15,-7 5 4 16,-4 6 1-16,-5 4 1 0,1 2-1 16,-1 0-7-1,2 8-2-15,-1 9 9 0,3 3 6 16,1-4 2-16,1 0-2 15,1-4-6-15,3-1 0 16,3-3 1-16,0-2-1 16,5-6-5-16,0 0-94 15,3 0-116-15,1-3-104 16</inkml:trace>
  <inkml:trace contextRef="#ctx0" brushRef="#br1" timeOffset="197342.7">30395 5730 502 0,'0'0'12'0,"0"0"141"0,0 0-30 0,0 0-39 0,0 0 47 0,0 0 9 0,0 0-27 0,7-51-4 0,-20 51-51 15,-8 0-37-15,-3 0-3 16,-1 7-11-16,5 4 5 16,4-5 5-16,6 4-17 15,3-3 0-15,7 1-3 0,0 0-7 16,0 2 0-16,8 0 10 15,10 0 0-15,3 2 0 16,3-1-10-16,0 1-7 16,-2-2 0-16,-4 2 2 15,-2-1 9 1,-5-3 4-16,-7 0-1 0,-4-1-2 16,0-1 5-16,0 1 0 15,-3-2 2-15,-4 0 5 16,2-3-5-16,2-2-2 15,3 0-2-15,0 0-12 16,2-7-14-16,16-12-5 0,9-11-17 16,7-1 40-1,2 0-13-15,1 2-1 0,-6 3 20 16,-5 9 4-16,-7 7 2 16,-8 5 5-16,-6 3 12 15,-2 2-1-15,2 3-8 16,-1 14-2-16,1 3 34 15,-5 1-6-15,0 2-16 16,0-7-14-16,0 1-6 16,0-3 0-16,0-5 0 15,0-3-24 1,0-6-144-16,0 0-135 16,0-7-143-16</inkml:trace>
  <inkml:trace contextRef="#ctx0" brushRef="#br1" timeOffset="197484.5">30668 5523 899 0,'0'0'21'0,"0"0"-15"0,0 0-6 0,0 0-10 0,0 0-55 0,0 0-206 0,-5 55-128 16</inkml:trace>
  <inkml:trace contextRef="#ctx0" brushRef="#br1" timeOffset="198126.66">30870 5416 824 0,'0'0'133'0,"0"0"-107"0,0 0 80 16,0 0-102-16,0 0 9 15,0 106 29-15,0-63-10 16,0-1 5-16,0-1-15 15,0-5-11-15,1-5-7 16,-1-10-2-16,0-4-1 16,0-10-2-16,0-3 0 15,0-2 1-15,0-2 2 0,0 0 4 16,6-7 13 0,1-16-13-16,7-6-6 0,2 1 0 15,1 3 0-15,2 5 0 16,0 5-1-16,-1 5 1 15,3 5 0-15,0 5 0 16,0 0 0-16,3 15-1 16,-5 5 2-16,-4 4 3 15,-7 2 4-15,-8 2-6 16,0-3 4-16,-6 1-1 16,-15-6 4-16,-2-3-1 15,2-3 1-15,6-7-8 16,5-2 5-16,6-5-6 0,4 0-4 15,0-5 2 1,4-12-27-16,17-10-10 0,6-5 29 16,2-1 3-1,3 1-7-15,-4 7 7 0,-5 5 5 16,-4 11 2 0,-7 6 0-16,-3 3 4 0,-2 0-3 15,-2 0 0-15,3 11 17 16,-3 4 8-16,-2-1 1 15,0 2-6-15,-3-3-5 16,0-1-3-16,0-2-10 16,0-4-1-16,0-1-2 15,0-3 0-15,0-2-42 16,0 0-69-16,0-3-46 0,0-17-132 16,0-5-256-16</inkml:trace>
  <inkml:trace contextRef="#ctx0" brushRef="#br1" timeOffset="198251.86">31254 5491 839 0,'0'0'22'0,"0"0"159"0,0 0-86 0,0 0-91 0,0 0-4 16,0 0-9-16,-11-18-8 16,11 24-40-16,0 3-89 15,0-2-33-15,0-2-173 16</inkml:trace>
  <inkml:trace contextRef="#ctx0" brushRef="#br1" timeOffset="199023.07">31409 5256 972 0,'0'0'81'0,"0"0"-40"15,0 0 120-15,0 0-161 16,0 0 7-16,0 0-7 15,0 111 13-15,0-65 21 16,0 2 24-16,0-2-16 16,0 1-15-16,0-3-13 15,0-3-12-15,6-9-2 16,1-5-2-16,1-6 2 16,3-11-14-16,1-7-47 0,4-3-33 15,2-12 35-15,1-10-11 16,1-10 32-16,-2 0 13 15,-2-3 18-15,-2 6 7 16,-4 7-4-16,-4 8 4 16,-3 8 14-16,-3 6 30 15,0 0 1-15,0 6-45 16,0 11 0-16,0 4 7 16,0 5 0-16,0-5-1 15,0-1 0-15,0-5-4 16,6-1-2-16,5-4 2 15,3-4-1-15,4-6 4 16,3 0 2-16,3 0-4 0,0-16-1 16,-3-5 2-16,-2-4-3 15,-1-2-2-15,-5 4 2 16,-5 4 0-16,-2 6 3 16,-2 7 5-16,-4 4 10 15,0 2 27-15,0 0-41 16,0 0-5-16,0 0-6 15,0 2 4-15,0 2 2 16,0-1 0-16,0-2 0 16,3 1 1-16,-1-2 0 15,-1 0 6-15,5 0 8 16,-3 0-1-16,-1 0 1 16,1 0 9-16,-3 0-10 15,0 1 4-15,0 14-7 0,0 7-10 16,0 15 61-16,-3 12-7 15,-9 11-23-15,-8 6 3 16,0 10-3-16,-3-1-26 16,-1-3-2-16,2-5-4 15,5-17 0-15,3-12 0 16,8-16 0-16,3-9 0 16,1-9 0-16,2-4-5 15,0-9-72-15,0-17-128 16,0-14-130-16,8-12-190 15</inkml:trace>
  <inkml:trace contextRef="#ctx0" brushRef="#br1" timeOffset="199216.29">31554 5331 1030 0,'0'0'3'0,"0"0"34"0,0 0-13 0,0 0-24 0,108-22-6 0,-69 17-40 0,-5-2-98 15,1-4-178-15</inkml:trace>
  <inkml:trace contextRef="#ctx0" brushRef="#br1" timeOffset="-38635.49">30441 6694 669 0,'0'0'132'0,"0"0"-58"0,0 0 53 0,0 0-22 0,0 0-29 0,0 0-23 0,0 0-1 0,-4-4-5 0,4 4 8 0,0 0-20 0,-2 0-4 16,1 0-6-16,1 0-10 16,-2 0-5-16,2 0-1 0,0 0-2 15,0 0-4 1,0 0-3-16,0 0 5 0,0 0-5 15,0 0 1-15,0 0 3 16,0 0-4-16,0 0 0 16,0 0 0-16,0 0 0 15,0 0-5-15,0 0-10 16,0 0-119-16,0 0-125 16,0 0-277-16</inkml:trace>
  <inkml:trace contextRef="#ctx0" brushRef="#br1" timeOffset="-37132.36">30464 6686 329 0,'0'0'48'0,"0"0"-6"0,0 0 58 0,0 0-32 0,0 0-20 0,0 0 21 0,1-23-30 16,-1 21 2-16,0 1 10 16,0 0 5-16,0 1 10 15,0 0-13-15,0 0 13 16,0 0-15-16,0-2-7 15,0 2-9-15,0 0 0 0,0 0-6 16,0 0-3-16,0 0 3 16,0 0 2-16,0 0-8 15,0-1 6-15,0 1 3 16,0 0-10-16,0 0 3 16,0 0-9-16,0 0-1 15,0 0 2-15,0-2-6 16,0 2-2-16,0 0 2 15,0 0-1-15,0 0 1 16,0 0 5-16,0 0-2 16,0 0-1-16,0 0 0 15,0 0-5-15,0 0-2 16,0 0-2-16,0 0 0 16,0 0-3-16,0 0 0 15,0 0 1-15,0 0 1 0,0 0-2 16,0 0 0-16,0 0-1 15,0 0 3 1,0 0-1-16,0 0 2 0,0 0 2 16,0 3-6-16,0 10 3 15,0 3 5-15,6 7-5 16,3 6 4-16,-2 3 1 16,1 9 0-1,-2 7 3-15,1 7-1 16,-2 8-5-16,-5 2 3 0,0 3-2 15,0-3-3-15,-2 4 2 16,-9-2-2-16,-3 3-1 16,-1-2 4-16,-1-4-6 15,-1-3 1-15,4-6 0 16,-5 4 1-16,1-7-2 16,-2-1 2-16,1-4-1 0,0-2 1 15,1-3-1-15,3-9 1 16,2 3-1-16,-1-2-1 15,5-4 2-15,-1 2-2 16,2-3 2-16,2-4-1 16,-1 1 0-16,3-6-1 15,0-3 0-15,0-6 0 16,2-4 0-16,-1-3 1 16,1-2-1-16,1-2 0 0,0 0 2 15,0 0 0-15,0 0 1 16,0 0 2-16,0 0-1 15,0 0 0-15,0 0-2 16,0 0-2-16,0 0-6 16,0 0-39-16,-2 0-46 15,-7 0-74-15,-4-5-95 16,-6 3-114-16,-1-1-215 16</inkml:trace>
  <inkml:trace contextRef="#ctx0" brushRef="#br1" timeOffset="-36769.06">29979 8135 794 0,'0'0'122'0,"0"0"-120"0,0 0 153 16,0 0-67-16,0 0-79 0,0 0-4 0,4-9-1 0,-4 27 13 0,1 6 31 16,1 1-6-16,-1-5 0 15,4 0-14-15,0 0-23 16,1-3 5-16,4 1-3 0,-1-3 2 16,4-6 11-1,5-4-7-15,6-4-2 0,6-1 5 16,6 0 7-16,3-17-14 15,1-5-2-15,3-4 1 16,-7-1-7-16,-5 2 2 16,-4 2-2-16,-7 3-1 15,-1 4-1-15,-3 2-14 16,1 1-85-16,2-1-102 16,-2 6-118-16</inkml:trace>
  <inkml:trace contextRef="#ctx0" brushRef="#br1" timeOffset="-31837.02">27250 9257 230 0,'0'0'31'0,"0"0"-30"0,0 0 33 0,0 0-28 0,0 0-5 0,0 0-1 0,0 0-3 16,0 0-3-16,-24-8-13 15,24 8-35-15,-1 2-50 0</inkml:trace>
  <inkml:trace contextRef="#ctx0" brushRef="#br1" timeOffset="-31556.11">27250 9257 95 0,'-27'6'78'0,"27"-6"-66"15,0 0 15-15,0 0 1 16,0 0-13-16,0 0-7 16,0 0-2-16,0 0-3 15,0 0-3-15,0 0 0 0,0 0 0 16,0 0 3-16,0 0-3 15,0 0 0-15,0 0-3 16,0 0-4-16,2 0-19 16,-1 0-6-16,1 0-17 15,-1 0-49-15</inkml:trace>
  <inkml:trace contextRef="#ctx0" brushRef="#br1" timeOffset="-29441.29">27187 9214 333 0,'0'0'124'0,"0"0"-117"0,0 0 68 0,0 0-56 0,0 0-18 0,0 0 4 0,0 0 17 0,-7-7 30 0,7 7 10 15,-3 0-17-15,3 0-8 16,0 0 5-16,-1 0-7 16,1 0-4-16,0 0-12 15,-2 0-1-15,2 0 0 16,0 0 11-16,0 0-9 16,-2 0 2-16,2 0 6 15,-1 0 1-15,1 0-8 16,0 0-1-16,0 0 1 0,0 0 14 15,0 0-9-15,-2 0 4 16,2 0-13-16,0 0 1 16,0 0-2-1,0 0-3-15,0 0-2 16,0 0 0-16,0 0 2 0,0 0-3 16,0 0 1-16,-3 5-5 15,0 17-5-15,-1 13 7 16,-2 9 22-16,0 6-9 15,0 3 10 1,2 2-10-16,1-1-5 0,-2-3-4 16,2-3 2-16,1-6-5 15,1-7-1 1,-2-10 7-16,-1-2 4 16,1-7-7-16,1-7-6 0,1-3 3 15,-1-1-1-15,2-5-8 0,0 0 1 16,0 0 5-16,-1 0-6 15,1-16-2-15,0-4-151 16,0-7-55-16,0 4-35 16,0-5-128-16</inkml:trace>
  <inkml:trace contextRef="#ctx0" brushRef="#br1" timeOffset="-29004.8">27080 9287 843 0,'0'0'36'0,"0"0"17"0,0 0 112 0,0 0-117 0,0 0-8 16,0 0 32-16,38-63-4 15,-24 59 7-15,4 0-18 16,-3 4-26-16,1 0-4 15,4 0-7-15,2 14-7 16,3 7 6-16,5 7-6 16,1 6-7-16,2 6 2 15,0 3-1 1,-3 1-6-16,-5 3 4 0,-10-5-3 16,-9-1-2-16,-6-6 1 0,-7-1 4 15,-20-4-2-15,-10-6 2 16,-8-6 1-16,-7-3-2 15,-2-3 6-15,6-5-3 16,4-3-5-16,5-2 1 16,4-2-3-16,5 0 4 15,7 0-4-15,5-5-1 16,6-3-4-16,6 1-46 16,4 2-78-16,2 1-57 15,0 1-25-15,14-1-155 0</inkml:trace>
  <inkml:trace contextRef="#ctx0" brushRef="#br1" timeOffset="-27771.9">27827 9637 529 0,'0'0'13'0,"0"0"-6"0,0 0 33 0,0 0-37 0,0 0 7 0,0 0 57 0,6 0 10 16,-6 0 8-16,0 0-8 16,0 0-2-16,0 0-3 15,0-5-7-15,0 1-15 16,0-5-33-16,0-5-6 15,0 2 26-15,-3 1-7 16,-7 0-13-16,-5 4-1 16,-6 1-13-16,-1 5 0 15,-4 1-2-15,-1 0 1 16,0 6 2-16,4 11-2 16,0 4 0-16,10 2-2 15,4 0 0-15,7 1 0 16,2-2-3-16,2-4 2 15,14-3-3-15,8-3 4 16,6-5 3-16,1-3-3 0,2-4 0 16,-3 0 0-16,-8-6 0 15,1-15 1-15,-5-1 3 16,-1-7-3-16,-4 4 0 16,-7 3 7-16,-3 10-4 15,-3 4 9-15,0 5 34 16,0 3-11-16,0 0-36 15,0 11-17-15,-5 12 12 16,-4 1 5-16,6 3 0 0,3-3 2 16,0-3 0-16,1 1 0 15,15-1-1-15,4-7 0 16,4-2 4-16,3-8-5 16,0-4 2-16,0 0 0 15,3-10 0-15,-2-15 5 16,0-11 0-16,4-10-4 15,-1-13 3-15,0-9-6 16,-2-10 1-16,-5-3-3 16,-9 6 4-16,-5 12-2 15,-9 20 1-15,-1 16 2 16,0 15 4-16,0 9 16 16,-1 3-23-16,-12 14-4 15,-6 20-4-15,-1 14 8 16,-3 4 0-16,10 3 2 15,4-4-2-15,6 1 1 16,3-3 0-16,0-2 1 0,21-6 0 16,4 1-2-16,7-9 0 15,5-7-2-15,-1-5 3 16,4-13-1-16,-3-6 0 16,-4-2 0-16,-2-2 0 15,-1-20 0-15,-3-10-1 16,-6-6 1-16,-3-4-1 15,-9 7-2-15,-9 6 3 0,0 7 1 16,0 7 0 0,-6 5 0-16,-8 10-1 15,-8 0-6-15,-2 9-1 16,-1 12 6-16,4 5 1 0,6-1 0 16,8-2-1-16,2 2 0 15,5-3-2-15,0-5 3 16,0 0 0-16,9-5 1 15,7-5-1-15,7-6 2 16,10-1 3-16,7-1-2 16,3-15 0-16,-4-2-2 15,-7 4 0-15,-13 2 0 16,-10 5 2-16,-4 3 3 16,-5 2 9-16,0 2-4 15,0 0-3-15,5 0-6 0,3 2-1 16,5 9 18-16,6-2 5 15,7-2-2-15,2-3-10 16,2-3-11-16,3-1-1 16,-5 0-3-16,-5-12-30 15,-4-10-97 1,-12-8-70-16,-7-2-121 0,-7-3-261 16</inkml:trace>
  <inkml:trace contextRef="#ctx0" brushRef="#br1" timeOffset="-27588.37">28035 9332 863 0,'0'0'114'0,"0"0"-110"0,0 0 59 0,0 0-58 0,137-22-5 15,-58 18-9-15,8-8-151 16,1-7-455-16</inkml:trace>
  <inkml:trace contextRef="#ctx0" brushRef="#br1" timeOffset="-25525.52">29753 9107 176 0,'0'0'86'0,"0"0"-85"0,0 0 19 0,0 0-7 0,0 0-12 0,0 0 11 0,10-3 13 0,-10 3 18 0,0 0-13 0,0 0-5 0,0 0-14 15,0 0-2-15,0 0 1 16,0 0 7-16,0 0-4 15,0 0 6-15,0 0 1 16,0 0-14-16,0 0 4 16,0 0 0-16,0 0-8 15,0 0 0-15,0-1 5 16,0 1-6-16,1 0 0 16,2 0-1-16,-2 0 1 15,1 0 4-15,-2-2-5 0,3 2 1 16,0-1 4-16,1 0 13 15,4-2 2-15,-1 0-6 16,2 0 8-16,2-1 3 16,2 0 0-16,-3-3-3 15,1 2-9-15,-3-2-1 16,-3 1 12-16,0 0 21 16,-4-2-4-16,-1 4 4 0,0 0-14 15,0 0 2 1,0 1 12-16,0 0-14 0,-11-1-20 15,-3 1-4 1,-1 2-5-16,-4 1 2 0,-7 0 20 16,-2 0 10-16,-3 15-16 15,-4 3-4-15,5 10 4 16,1 0-9-16,2 3-5 16,6 3 11-16,1-2-6 15,10-4 1-15,4 1-5 16,6-7 2-1,0-3-7-15,7-6 7 0,11-1 5 16,8-8-3-16,5-4-1 16,3 0 1-16,-1 0-5 15,0-6-3-15,-8-4 0 16,-5-1 0-16,-8 5 2 16,-6 2-2-16,-5-2 3 15,-1 4 4-15,0-1-1 0,0 2 20 16,0-1 0-16,-6 1-24 15,-6 1-3-15,-2-2-6 16,0 2 6-16,5 0 0 16,2 0 1-16,4 0-1 15,1 0-1-15,2 0-1 16,0 0-1-16,0 0 1 0,0 0 2 16,0 0 0-1,0 0 1-15,0 0-1 0,0 0-2 16,0 0-2-16,0 0-10 15,0 0-18-15,0 0-13 16,0-1-20-16,0 0-25 16,0-2 11-16,3 1-17 15,3 0-41-15,1-2-11 16,-2 1-58-16,-1 0-115 16</inkml:trace>
  <inkml:trace contextRef="#ctx0" brushRef="#br1" timeOffset="-24804.14">29802 9046 675 0,'0'0'46'0,"0"0"19"0,0 0 78 0,0 0-81 0,0 0 5 0,0 0 49 0,2-24-39 0,-2 24-21 16,0 0-31-16,0 0-5 16,0 0-8-16,-10 6-7 0,-7 15 0 15,-8 9 15-15,-2 9 2 16,-3 12 4-16,0 8 6 15,-1 6-8-15,3-4-16 16,4-5-4-16,3-10-3 16,5-8 1-16,5-7-1 15,8-9-1-15,3-6 0 16,0-5 0-16,3-7 0 16,21-4 2-16,6 0 6 15,9-18-6-15,4-10 2 16,2-10-3-16,-2-9 3 15,-2 3-3-15,-6 4 0 0,-12 11 1 16,-9 9 0 0,-9 15 8-16,-5 2 38 0,0 3-23 15,0 4-25-15,0 18-16 16,0 6 16-16,0 2 4 16,0 0-3-16,9-3-1 15,7-5 0-15,9-3 0 16,7-8 0-16,5-4 6 15,7-2-6-15,2-5 8 16,-1-5-6-16,-4-14 1 16,-4-17 2-16,-2-9 2 15,-5-14-2-15,-7-10-3 16,-9-5 2-16,-9 9 2 0,-5 11-4 16,-2 12 8-1,-13 15-8-15,-1 11 4 16,0 8-6-16,-1 8-6 15,-3 5-14-15,-1 19-59 0,2 6-58 16,7 12-24-16,4 3-49 16,8 5-55-16,0 2-187 15</inkml:trace>
  <inkml:trace contextRef="#ctx0" brushRef="#br1" timeOffset="-23378.68">30528 9554 895 0,'0'0'45'0,"0"0"-21"0,66-96 100 0,-40 53-98 0,-2-7-18 0,-8 4 3 0,-10 1 1 16,-6 8 48-16,0 12 10 15,-16 6-23-15,-4 7-17 16,0 5-3-16,-3 7-19 15,5 0-8-15,1 7-4 16,6 12 0-16,4 5 0 16,7 3 4-16,0 4-1 15,10-3-2-15,11 0 3 32,0-3-5-32,0-7-13 0,-3-4-12 0,-5-2 13 15,-4-3 11-15,-4 3 2 16,-5 0 3-16,0 4 0 15,0 4 2-15,0-1-2 16,0 4 1-16,0-3 0 0,8 0 0 16,4-2 0-16,8-1 0 15,4-6 0-15,7-5 1 16,11-6 0-16,3 0-1 16,1-9 0-16,-1-11 3 15,-1-12-2-15,-5-8 1 16,-8-7-1-16,-8-5 1 15,-11 5 5-15,-11 8 1 16,-1 9 15-16,-4 11 50 16,-19 11-45-16,-2 8-17 15,-5 0-11-15,-1 26-1 16,3 10-2-16,6 3 3 16,6 2-2-16,7 0 0 15,9-4-1-15,0-6 0 0,2-3-2 16,17-6 0-16,4-9-8 15,7-4 0-15,4-9 0 16,6 0-7-16,-3-5 1 16,-1-16-7-16,-3-10 20 15,-8-3 3-15,-4-5 3 16,-9 3 5-16,-6 5-5 16,-4 7 7-16,-2 15 6 15,0 6 24-15,0 3-20 0,0 0-17 16,-12 12-17-16,-3 14 17 15,3 1 0-15,4-2 0 16,5 0-1-16,3-4-1 16,0-5 2-16,0-7-2 15,11-1 1-15,5-6-3 16,1-2 3-16,5 0 0 16,2-12-1-16,-3-5-1 15,-2 0 2-15,-4-2 1 16,-3 2 1-16,-5 0 1 15,-2 4 3-15,-4 4 0 16,-1 3 2-16,0 5 8 0,0 1-6 16,0 0-9-16,0 0-6 15,0 0-8-15,0 9 11 16,0 2 3-16,0 1 0 16,0-4-1-16,5-1 0 15,11-3 0-15,6-4 1 16,4 0 2-16,4 0-1 15,1 0 1-15,-2-1-2 16,-6-3 1-16,-5 2-1 16,-6 2 3-16,-4 0-3 15,-1 0-1-15,-3 0 1 16,3 10 2-16,0-1 0 16,2 2 0-16,4-4-2 15,3-1 0-15,4-4 4 0,6-2 1 16,0 0-3-1,1-2 0-15,-3-13 2 0,0-6-4 16,-6-1 3-16,-5 0-1 16,-6 4 0-16,-6 3 0 15,-1 4 8-15,-1 6-10 16,-18 4-4-16,-4 1-5 16,-4 0 5-16,-1 12 1 15,6 4 0-15,3 4-1 16,8-3 1-16,6-3 0 15,5-3 1-15,0-2-7 16,5-2-5-16,12-3 7 16,1 0 5-16,0 0 1 0,3 3 1 15,-6 5-1 1,6 3 1-16,-4 9 0 0,-3 8 4 16,-2 8 3-1,-8 14 5-15,-4 6 1 0,0 11-2 16,-15 0 3-1,-7 0 0-15,-4-6-11 0,-5-5 2 16,-2-11-4-16,-1-9 2 16,3-11-1-16,8-11-2 15,7-8-1-15,12-7-4 16,4-3-87-16,0-17-47 16,13-16-218-16,16-16-158 15</inkml:trace>
  <inkml:trace contextRef="#ctx0" brushRef="#br1" timeOffset="-22651.87">32166 9016 975 0,'0'0'61'0,"0"0"-45"0,0 0 110 0,0 0-125 0,0 0 0 0,-48 91 1 16,29-43 2-16,4-3-2 0,3-1-1 0,3-1-1 0,9-6-1 0,0-5 0 0,0-12 0 0,11-3 1 16,11-14-5-1,6-3-9-15,2 0-11 0,0-20 3 16,-6 2-1-16,-8-2 22 16,-3 3 1-16,-5 6 3 15,-5 7 26-15,-2 1 32 16,-1 3-12-16,0 0-29 15,0 0-20-15,0 0-7 16,4 7 7-16,-1 4 1 16,2 0 4-16,0 1-4 15,-1-5 2-15,4 0-1 16,1-2 2-16,1-3-1 16,5-2 5-16,3 0-8 15,3 0 2-15,4-8 0 16,-2-5 0-16,-1 1-2 15,-9 1 0-15,-5 8 1 16,-6-1 0-16,-2 4 9 0,0 0-10 16,0 5-2-16,0 10 2 15,0 4 1-15,2-4 2 16,6-2 4-16,2-4-1 16,8-3 5-16,5-1 1 15,4-5-7-15,-1 0-3 16,3-11-2-16,-3-10 3 15,-2-7-2-15,-6-7-2 16,-4-3-2-16,-10 2-6 16,-4 4-2-16,-8 10 9 15,-17 9 1-15,-6 7 1 16,-5 6 11-16,2 6 14 0,1 22-4 16,12 11-6-16,5 14 24 15,10 6 12-15,6 9 14 16,0 5-10-16,3 4-12 15,8 0-10-15,-3 1-21 16,-5-3-11-16,-3-8 2 16,0-12-3-16,-18-10-2 15,-8-12-6-15,-6-13-110 16,-1-8-117-16,5-12-229 0</inkml:trace>
  <inkml:trace contextRef="#ctx0" brushRef="#br1" timeOffset="-22464.33">32460 9016 1148 0,'0'0'0'16,"0"0"-210"-16,0 0 209 0,0 0-261 0</inkml:trace>
  <inkml:trace contextRef="#ctx0" brushRef="#br1" timeOffset="-21743.41">27689 11439 926 0,'0'0'57'0,"0"0"-36"0,0 0 147 0,0 0-120 0,46-78-9 0,-36 52 37 0,-2-3 9 0,-2-9-12 0,-2-4-20 16,-1-8-26-16,-2-8-7 15,-1-10-6-15,0-10-9 16,0-5-3-16,2 4-2 15,4 15 0-15,6 15 0 16,6 21-4-16,4 14-1 16,4 8-1-16,1 6 1 15,-1 0 1-15,-6 4-1 16,-10 17 0-16,-10 2-13 0,0 11 3 16,-33 4 12-1,-20 7 3-15,-16 3 2 16,-13-1-1-16,0-2-1 15,1 0 2-15,10-5 0 16,14-5 3-16,18-6-4 16,17-4-1-16,20-9-5 15,4-4 4-15,37-8-3 0,22-4 4 16,18-7 6-16,9-13-5 16,6-6-1-16,-3 1-3 15,-4 1-78-15,-2 5-162 16,-5 6-187-16</inkml:trace>
  <inkml:trace contextRef="#ctx0" brushRef="#br1" timeOffset="-21167.76">28639 10803 647 0,'0'0'34'0,"0"0"-25"0,0 0 27 0,0 0-21 0,0 0-1 0,56-71 34 0,-45 57 10 15,-5-3-3-15,-3 3 23 0,-3 5 6 0,0 2 21 16,-9 3-36-16,-16 4-45 15,-10 0-22-15,-3 4 3 16,-4 12 0-16,5 4 6 0,7 3-2 16,12 0-4 15,6-4 0-31,11 3-3 0,1 0-2 0,11-4-1 16,20-1 1-16,11-3 0 0,6-4 0 15,-2-3-1-15,-5-6 1 16,-11-1-2-16,-13 0-4 15,-9 0 5-15,-8 0 1 0,0 0 18 16,-21 0-15-16,-13 0 2 16,-11 0-4-16,-4 4 12 15,4 8 10 1,7 7 0-16,10 0-3 16,10 1-9-16,12-1-11 0,6 0-4 15,5-2 2-15,26-1 2 16,14-5 9-16,6-7-9 15,7 0 2-15,2-4-4 16,-4 0-1-16,-2 0-53 16,-2-8-76-16,0-3-38 15,-4-5-133-15,-6-2-376 16</inkml:trace>
  <inkml:trace contextRef="#ctx0" brushRef="#br1" timeOffset="-18340.22">29234 10871 1107 0,'0'0'13'0,"0"0"148"0,0 0-101 0,0 0-45 0,0 0 8 15,-97 82 0 1,60-53-8-16,4-2-11 0,5-2-3 16,5-5-1-16,10 0-2 15,3-10-1-15,8-3-14 16,2-7-91-16,0 0-25 15,15-17 85-15,6-11-9 16,0-13 15-16,3-2 33 16,-4-1 9-16,-3 5 0 0,-4 17 53 15,-7 11 72 1,-4 7-12-16,-2 4-46 16,1 9-53-16,1 16-13 0,1 8 22 15,3 5-3 1,5-3-18-16,5-2 10 0,1-1-8 15,9-5-2-15,-4-7-2 16,5-7-3-16,3-8-29 16,1-5-49-16,2 0 16 15,-2-18 5-15,-1-8 9 16,-3-8 26-16,-3 1 11 16,-9 6 14-16,-3 9 3 0,-9 6 50 15,-3 12 16 1,0 0 12-16,0 13-73 0,-12 19-7 15,-3 10 46-15,-3 5 14 16,5 6-23-16,-1 3-8 16,4-3 9-16,2 0-20 15,2-3-17-15,-2-10 0 16,3-8-2-16,2-12 0 16,1-8-1-16,2-8-2 15,0-4-14-15,0-16-23 16,6-16-22-16,12-16-38 15,3-14 43-15,0-14-4 0,3-9-21 16,1-1 50-16,-5 11 32 16,-4 22 2-16,-4 22 40 15,-6 15 48-15,-3 13-9 16,0 3-40-16,-2 15-38 16,5 16 1-16,0 8 23 15,5 1-20-15,-1-5 9 16,2 1 14-16,3-7-18 15,2-5-8-15,-1-10-4 16,-1-8 0-16,1-6-3 16,1 0-11-16,5-15-32 15,-1-14-46-15,0-14 28 16,3-8-19-16,4-16-44 16,0-7 60-16,2-8-1 15,-4 12 50-15,-6 13 18 16,-6 20 21-16,-8 19 61 0,-5 11 36 15,-1 7-6-15,0 6-97 16,-13 20-14-16,-3 10 25 16,-1 10 6-16,4 0-11 15,4 1 29 1,4 1-24-16,5-7-8 0,0-2-5 16,0-4-5-16,14-8-8 15,4-10 0-15,-2-6-1 16,8-8 1-16,4-3-5 15,4-6-46-15,0-14-28 16,4-11-24-16,-1-5 15 16,-8-3 77-16,-5 6-48 15,-12 7 59-15,-4 5 3 0,-6 8 33 16,0 7 55-16,0 6-6 16,0 0-76-16,-6 19-2 15,-4 4-4-15,-1 7 3 16,3-4 4-16,3 1 9 15,2-4-3-15,3-1-4 16,0-7-6-16,0-5-2 16,3-2-1-16,12-6-1 15,0-2 3-15,1 0-1 16,5-18-4-16,-5-9 0 16,-2-7-2-16,-5 0-5 15,-9 0-4-15,0 4 9 16,0 5 1-16,-17 7 1 0,1 6 0 15,-8 8 7-15,-3 4 1 16,-3 0-3-16,1 23 3 16,3 8 2-16,8 6-3 15,6 1-2-15,11 2 0 16,1-3 3-16,10-2-7 16,16-8 6-16,5-5-4 15,8-11-3-15,1-11 5 16,4 0-4-16,2-7 0 15,-3-14-1-15,1-10 0 0,-8-8-1 16,-3-8-2-16,-8-3-9 16,-6 5 7-16,-6 7 3 15,-6 9 2-15,-5 14 2 16,-2 9-2-16,0 6 6 16,0 0-6-16,-2 6-16 15,-10 15 13-15,-1 7 3 16,3-2-2-16,2 3 2 15,5-1 1-15,0-1 2 16,3 0-1-16,0-1-2 16,6-2 4-16,8-5-3 15,2-7 1-15,2-6 0 16,6-6-1-16,3 0 5 16,1-2-3-16,0-14-3 0,-1-7 4 15,-4-4-4-15,-3-5-1 16,-4 1 1-1,-8 3-2-15,-6 8 2 0,-2 6 0 16,0 9 2 0,-5 5-2-16,-14 0-8 0,-3 0-4 15,-1 19 10-15,1 4 1 16,9-1 0-16,2 0 1 16,6-1-1-16,4-7 1 15,1-3-2-15,0-6 1 16,0 0-1-16,15-5 2 15,7 0-1-15,4 0 1 16,2-17-9-16,-1 1-4 0,-6-1-11 16,-2-4 6-16,-10 10 18 15,-6 3 0-15,0 7 2 16,-3 1 1-16,0 0-3 16,0 0 0-16,0 14-12 15,0 3 12-15,0 0 1 16,0-1 0-16,7-2-1 15,4-6 0-15,1 1 0 16,6-8 0-16,2-1 0 16,10 0 0-16,0-10-8 15,-2-12 2-15,0-11-53 16,-5-12 22-16,1-12 17 16,-2-10-26-16,0-10 34 0,-2-3 7 15,-3 9 5 1,-5 12 1-16,-6 19 17 0,-3 21 32 15,-3 15 14-15,0 4-20 16,-8 23-44-16,-7 17 0 16,-7 14 6-16,3 4-1 15,5 1 2-15,8-1 2 16,3 4-7-16,3-7 2 16,3-4-4-16,12-7-1 15,4-13 0-15,0-10-1 16,0-11-9-16,1-10-39 15,3 0 9-15,2-18-40 16,1-13-16-16,-6-7 45 16,-1-8 40-16,-2 0 9 0,-3 10 3 15,-4 8 11 1,-5 13 18-16,-4 12 74 0,-1 3-20 16,0 0-83-16,0 12-21 15,0 8 18-15,0 1 3 16,0-2 0-16,0-2 0 15,6-2 2-15,5-4-1 16,2-5 0-16,4-3 3 16,0-3-1-16,3 0-3 15,-1-12 0-15,0-6-10 16,-2-1 7-16,-1-3-2 0,-4 2 5 16,0 5 0-1,-4 4 1-15,-4 5 6 0,-1 5 13 16,-3 1-5-1,0 0-15-15,0 6-7 0,0 10 3 16,0 8 4-16,0 1 3 16,0-3-1-16,0-3 0 15,0 1-1-15,11-5 1 16,7-3-1-16,7-3 5 16,3-5 0-16,2-4-5 15,-2 0 4-15,-6-15-5 16,0-14-3-16,-5-9 3 15,-4 1 3-15,-9 2-3 16,-4 4 1-16,0 8 3 16,-10 3 2-16,-13 13 3 0,-7 3 2 15,-7 4-11-15,-7 4-1 16,6 10 1-16,5 9 0 16,11 2 0-16,7-3-1 15,9 2-2-15,6-1-2 16,0-5 4-16,13-3 0 15,13-4 0-15,8-5-5 16,5-6-12-16,4 0-19 16,5-6-9-16,-2-7 4 15,-2-4 6-15,-9 4 33 16,-5-3 3-16,-8 6 4 16,-11 2 9-16,-4 5 36 15,-5 3 9-15,-2 0-22 16,0 0-36-16,0 7 4 15,1 5 2-15,5 3 9 16,-1-3-13-16,1-4 3 16,4-1 5-16,1 1 3 15,2-8-1-15,6 0-1 0,7 0 0 16,2 0 0-16,6-8-9 16,4-10-1-16,-2-1-1 15,-2 0 0-15,-7-3-2 16,-8 6-1-16,-14 1-28 15,-5 3-90-15,-26 0-122 16,-22 1-150-16</inkml:trace>
  <inkml:trace contextRef="#ctx0" brushRef="#br1" timeOffset="-18154.81">30740 10506 1074 0,'0'0'42'0,"0"0"110"0,0 0-47 0,0 0-105 0,138-44-5 0,-65 44-28 0,9 0-107 0,1 0-128 0,3 0-239 0</inkml:trace>
  <inkml:trace contextRef="#ctx0" brushRef="#br1" timeOffset="-18021.38">31721 10437 136 0,'0'0'1018'0,"0"0"-999"15,0 0-11-15,0 0-8 16,0 0-27-16,91 2-215 16,-72 12-417-16</inkml:trace>
  <inkml:trace contextRef="#ctx0" brushRef="#br1" timeOffset="-1463.54">26420 8854 469 0,'0'0'20'0,"0"0"-6"0,0 0 47 0,0 0-31 15,0 0 1-15,0 0 48 0,0 0 16 0,24 0-20 0,-24 0-12 16,0 0-12-16,0 0 11 15,0 0-17-15,-13 0-12 16,-7 0-14-16,-5 0-13 16,-2 0 5-16,0 4 7 15,1-2 6-15,-1 4-5 16,6-1-8-16,-2 0-1 16,6 1-4-16,1 2-4 15,5-3 3-15,6 1-4 16,2-2 0-16,2 2-1 15,1 1-3-15,0 4 3 16,0 3 2 0,0 2 0-16,4 4 19 0,2 1-7 15,1 4 1-15,1 1 20 0,-2 11-8 16,-1 1-8-16,-4 14 6 16,-1 7-5-16,0 4-7 15,0 5 2-15,0-1 8 16,-6-1-1-16,-3 7-6 15,0-4-4-15,-1 3 11 16,2-2-1-16,5 1-11 16,3 4 17-16,0-2-6 15,0 1 3-15,12-3-17 16,1 1 5-16,1 0 0 16,1-3-7-16,-6-2 2 15,-2-4-3-15,-5-10-4 0,-2-5 2 16,0-6-1-16,0-1 0 15,-12-3 1-15,-3 1-3 16,0-5 7-16,-3 5-6 16,6-1 4-16,2-3 0 15,2-2-5-15,5 0 2 16,3-1-1-16,0-5 3 16,0-1-2-16,0-2-2 15,0-3 0-15,6-1 1 16,5-3-1-16,-2 0 2 15,3 2-2-15,4-3 0 16,2 3 0-16,3 3 2 16,1-1-2-16,2-1 1 15,1-4-1-15,1 0 1 0,1 0 0 16,3-2-1 0,4-5-3-16,6 1 2 15,6-6-9-15,9-4-38 16,8 0-86-16,12-12-149 15,23-12-132-15</inkml:trace>
  <inkml:trace contextRef="#ctx0" brushRef="#br1" timeOffset="177.3">32855 8738 462 0,'0'0'96'16,"0"0"1"-16,0 0 16 0,0 0-33 0,0 0-33 0,0 0 6 0,0-37-6 0,0 35 4 0,0-2-11 0,6 2-6 16,2 2-2-16,8 0-21 0,2 0-7 15,4 0-4-15,5 0 2 16,1 0-2-16,4 0 5 15,-2 0 0-15,-7 0-1 16,-6 0-1 0,-8 0-2-16,1 0 7 15,-5 0-2-15,-2 0 3 0,-2 0-3 16,-1 0-3-16,0 0-3 16,0 0-2-16,0 0 0 15,0 3 0-15,5 7 2 16,-1 8 0-16,3 1 2 15,-2 9 2-15,-3 8 1 16,5 11 3-16,-2 14 0 16,2 16 5-16,3 19 7 15,3 16 12-15,0 9-8 0,-4 5-3 16,-5-8 7-16,-4-9-15 16,0-4-11-16,0-9-2 15,0 0 7-15,0-2-1 16,2-2 1-16,-1-2 6 15,-1-3-4-15,0-3-7 16,0-8 1-16,0-4 5 16,0-7-7-16,0-6 4 15,0-6-5-15,0-6 4 0,0-7-1 16,0-5 1-16,0-5 4 16,0-3 11-16,0-2-14 15,0-4 0-15,0-5 5 16,-1-3 2-16,-1-5-7 15,2 2-2-15,0-1 0 16,0-2-2-16,0-1 1 16,-1 3-2-16,1-1 0 15,-3 2 2-15,1-4-5 16,-1 4 6-16,2-1-4 16,-4 0 1-16,-3 2-1 15,1 2 1-15,-2-3 0 16,-2 1 0-16,-9-1 0 15,-23-1-14-15,-24-2-196 16,-23-4-188-16</inkml:trace>
  <inkml:trace contextRef="#ctx0" brushRef="#br1" timeOffset="40394.33">28513 12039 333 0,'0'0'0'0,"0"0"-282"0</inkml:trace>
  <inkml:trace contextRef="#ctx0" brushRef="#br1" timeOffset="40871.08">29288 11764 548 0,'0'0'255'0,"0"0"-212"16,0 0 94-16,70-85 18 16,-60 75-12-16,-7 6-30 15,-3 1-6-15,0 3-31 16,0 5-16-16,0 21-33 16,0 13-8-16,0 13 31 15,-10 7-2-15,-2 7-16 0,-2 7-7 16,-3 0-15-1,-1-3 2-15,1-8-12 0,3-3 1 16,2-15-1-16,1-7 0 16,4-8-2-16,1-13 0 15,3-5-1-15,0-9-40 16,0-2-36-16,-5 0-78 16,-2 0-92-16,-7-13-99 15,-2-3-175-15</inkml:trace>
  <inkml:trace contextRef="#ctx0" brushRef="#br1" timeOffset="41166.57">29034 12196 923 0,'0'0'153'0,"0"0"-145"0,0 0 146 0,0 0-95 0,0 0-30 0,0 0 57 0,72 72-24 0,-51-44-41 15,-3 1 2-15,-4-6-6 16,-1-5-14-16,-6-3-2 16,3-7-1-16,-1-6 1 15,5-2 3-15,4 0-3 16,7-22 5-16,6-7-3 16,4-6 0-16,-2-4 0 15,-2 3-3-15,-4 5 0 0,-8 7-1 16,-7 8-3-16,-6 9-28 15,-4 6-124-15,-2 1-105 16,-3 1-333-16</inkml:trace>
  <inkml:trace contextRef="#ctx0" brushRef="#br1" timeOffset="41938.47">28335 12818 884 0,'0'0'148'0,"0"0"-51"0,0 0 167 0,0 0-118 0,0 0-72 0,0 0-4 0,-24-67-33 0,-8 61-17 16,-13 2-9-16,-13 4 8 15,-7 0-9-15,-7 0-3 16,7 8-1-16,3 2 0 16,11 3-1-16,8-2-3 0,14 2 2 15,10-1-4 1,8-2-1 0,8 5-6-16,3-1 0 0,0 8 6 0,0 3 0 15,6 3 1-15,4 3 1 16,-2 6 0-16,-4 6 3 15,-4 5-2-15,0 10 7 16,-6 0 7-16,-9 3-4 16,3-1 0-16,3-6-2 15,5-3-3-15,4-5 2 16,0-3-4-16,15-6-1 16,13-8-2-16,11-5-1 15,10-11 4-15,5-7-1 16,1-6 1-16,-3 0-5 0,-6-7-3 15,-8-10-26-15,-7-3-58 16,-13-1-86-16,-9-4-139 16,-9-4-132-16</inkml:trace>
  <inkml:trace contextRef="#ctx0" brushRef="#br1" timeOffset="42167.61">27759 13278 989 0,'0'0'57'0,"0"0"-18"0,0 0 66 0,0 0-62 0,0 0 34 0,119-24 5 0,-76 18-11 0,-4 2-48 0,-3 1-22 16,-3 2-1-16,3 1-13 0,5 0-154 15,3 0-232-15</inkml:trace>
  <inkml:trace contextRef="#ctx0" brushRef="#br1" timeOffset="42476.47">28812 12827 1073 0,'0'0'183'0,"0"0"-180"16,0 0 220-16,0 0-142 15,0 0-71-15,0 0-3 16,-15 37 76-16,15 10-13 16,0 7-34-16,0 5 7 15,0 6-10-15,5-4-4 16,5-4-9-16,-4-4-7 15,1-10-9-15,-2-10-1 16,-4-5-2-16,1-15-2 16,-2-6-6-16,1-5-37 15,-1-2-62-15,4-12-78 16,-3-15-120-16,-1-11-103 16</inkml:trace>
  <inkml:trace contextRef="#ctx0" brushRef="#br1" timeOffset="42788.13">28805 12916 189 0,'0'0'899'0,"0"0"-889"15,0 0 197-15,0 0-100 16,0 0-80-16,89-18 39 16,-41 40 11-16,0 5-2 15,1 5-17-15,-3 5-15 16,-3 5-9-16,-7 3-4 15,-8 2-16-15,-8 0-5 16,-13 0-6-16,-7-2 3 16,0-7 1-16,-24-1-6 15,-10-7 5-15,-9-6-2 0,-3-6-3 16,-2-5-1-16,8-4 0 16,2-5 0-16,11-4-3 15,12 0-19-15,8 0-73 16,7-17-89-16,9-7-99 15,22-6-127-15,10-5-347 16</inkml:trace>
  <inkml:trace contextRef="#ctx0" brushRef="#br1" timeOffset="43308.32">29865 12981 1065 0,'0'0'143'16,"0"0"23"-16,0 0 17 15,0 0-166-15,0 0 4 16,-22 85 86-16,4-37-53 16,-2-3-14-16,1 3-5 15,1-8-12-15,-1-3-10 16,3-5-4-16,2-5-5 16,5-6-3-16,2-8 1 15,4-6-1-15,3-5 0 16,0-2-1-16,0 0 0 15,0-16 12-15,15-15-4 0,4-14-8 16,7-12 1-16,5-8-1 16,3-11 0-1,5-4 0-15,-2 4 0 16,-1 4 0-16,-5 18 0 0,-7 15 0 16,-9 17 2-16,-8 14-2 15,-4 8 1-15,3 4-1 16,3 28-6-16,5 9 6 15,-1 15 3-15,-2 3 3 16,-1 7 3-16,-2 3 4 16,-1 5 12-16,1-2-7 0,0-6-4 15,0-7-4 1,-1-6-1-16,0-13-5 0,0-11 0 16,-4-14-2-16,-2-8-2 15,-1-7 0-15,0 0 0 16,0-9-12-16,0-11-80 15,-11-9-58-15,-3-2-152 16,-11-1-158-16,-8-1-270 16</inkml:trace>
  <inkml:trace contextRef="#ctx0" brushRef="#br1" timeOffset="43478.13">29760 13247 1115 0,'0'0'126'0,"0"0"-32"0,92-29 116 0,-43 18-133 0,5 3-33 0,-2 0-31 0,-3 1-12 0,-4-2-1 15,0-1-78-15,-6-1-245 16,-5-2-317-16</inkml:trace>
  <inkml:trace contextRef="#ctx0" brushRef="#br1" timeOffset="44877.57">30434 12666 718 0,'0'0'92'0,"0"0"-25"16,0 0 141-16,0 0-135 16,0 0 1-16,0 0-11 15,-66-58-7-15,24 44-4 0,-10-2 21 16,-11-2-26-16,-15-2 11 15,-20-4-10-15,-17-2-23 16,-16-3-6-16,-14 1 2 16,-7 1-6-16,-5 4-2 15,-5 4-10-15,4 7 1 16,-2 4 1-16,5 8 2 16,6 0-2-16,10 0-1 15,8 12 0-15,10 4-2 16,6 1-2-16,9 2-3 15,6-5 2-15,5 4-1 16,1-2 2-16,1-4 0 16,2 0 0-16,3-2 1 15,6-3 1-15,11-1-2 16,9-1 1-16,13-1 0 16,12-2-1-16,7-1 4 15,5 2-4-15,5 0 1 16,1-1-1-16,4 3-1 0,-1 1 0 15,0 4-2-15,2 6-1 16,-1 7 4-16,-2 8-4 16,2 8 2-16,-1 10 1 15,-1 5 1-15,1 8 0 16,0 7 1-16,-2 3 3 16,0 9 3-1,1 1-4-15,1-2 4 0,6-1 1 16,2 2 1-16,4-7 0 15,1-1 2-15,3 0-6 0,0-4-1 16,0-4 0-16,0-2-3 16,0-10 2-1,0-10-3-15,0-7 0 0,0-10 0 16,3-3 0 0,0-8 0-16,1-3 1 0,2-4-1 15,0-2 2-15,-3-2-2 16,4-1 3-16,-2-2-1 15,-2-1 0-15,1 2 2 16,1-1-3-16,1 2-1 16,6 0-1-16,3 1 1 15,9 1 4-15,5 0 1 16,12 0-5-16,9 4 3 16,13-1-2-16,10 4 0 15,15 0-1-15,12 4 0 0,15 2 1 16,14 5 0-16,14 2 0 15,7-1 2 1,13 0-1-16,10-3 0 0,3-1 2 16,6-8-4-16,-3-1-4 15,-9-1 1 1,-12-5 2-16,-19-2 0 0,-16-2 0 16,-15-1-1-16,-12 0 1 15,-14 0 1-15,-17 0-7 16,-15-4 2-16,-10-3 3 15,-7 3 2-15,-6-1 1 16,-6 2-1 0,-7 1 0-1,-6 1-1-15,-3 1 1 0,-5 0 0 16,1 0-1 0,-1 0 1-16,0 0 0 0,2 0-2 15,-1 0 2-15,5-1 1 16,9-2 0-1,7-2-1-15,8-6 0 16,4-1 0-16,7-10 0 16,5-13 2-16,5-14-2 0,5-18 1 0,7-22 2 15,6-21 1-15,2-15-2 0,-7-13 3 16,-6-2-2-16,-13 4-2 0,-16 11 2 16,-17 19-1-16,-12 23 1 15,0 19 2-15,-11 18 3 16,-1 16 3-16,2 9-7 15,7 8-2-15,3 10-1 16,0 0-1-16,0-4-5 16,3-5-3-16,13-8-24 15,4-3-27-15,1 0-26 16,-5 2-37-16,-7 2-12 16,-8-2 4-16,-1 3-30 15,-3 0-100-15,-14 1-220 16</inkml:trace>
  <inkml:trace contextRef="#ctx0" brushRef="#br1" timeOffset="45418.03">30961 12814 485 0,'0'0'63'0,"0"0"37"0,0 0 95 0,0 0-92 0,0 0 25 0,0 0-9 0,-52 0-24 16,52 0-22-16,0 0-1 16,0 0-43-16,17 0-7 15,14-3-8-15,11-10 5 16,4-2-16-16,2 0-3 15,-6 0-5-15,-6 1-180 16,-8 2-165-16,-9-4-456 16</inkml:trace>
  <inkml:trace contextRef="#ctx0" brushRef="#br1" timeOffset="45666.85">31180 12574 1083 0,'0'0'32'16,"0"0"-20"-16,0 0-12 16,0 0 51-16,0 0 43 15,112 95-43-15,-81-61 6 16,-6 2-17-16,-8 1-22 16,-10-4-13-16,-7 2-3 15,-2-6-1-15,-23-2-1 16,-8-5-3-16,-3-4-69 0,1-5-89 15,8-7-41-15,8-6-147 16</inkml:trace>
  <inkml:trace contextRef="#ctx0" brushRef="#br1" timeOffset="46297.93">31575 12474 1100 0,'0'0'117'0,"0"0"-114"16,0 0 117-16,0 0-64 16,0 0-35-16,-25 86 35 15,22-39-21-15,1 4-17 0,2-3 2 16,0-5-14 0,0-5-4-16,-1-11-1 0,-1-7-2 15,1-7-1 1,-1-7-3-16,1-6-15 0,-2 0-46 15,-3-20 25-15,0-16-42 16,-1-15 47-16,2-13 25 16,5-10 11-16,0-7 0 15,0-2 1-15,5 5 8 16,11 9 8-16,-1 12 16 16,1 14 7-16,-2 18-6 15,2 11 28-15,-1 11-44 16,7 3-16-16,4 4-1 15,0 19 0-15,-3 7-1 0,-5 5 2 16,-9 5-2 0,-9 0-1-16,0-2 1 0,-18-4 0 15,-14-5 5-15,-8-3-5 16,0-6 2-16,1-5-1 16,6-4-1-16,6-4 2 15,8-3 2-15,10-1-3 16,6-2-1-16,3 0 0 15,0 4-2-15,5 5-4 16,14 6 6-16,4 8 2 16,12 11 3-16,1 0 8 15,0 6 8-15,-2 2 12 16,-6-3 5-16,-5-7-23 0,-8-2-8 16,-6-7-7-16,1-4-2 15,-1-6-5 1,0-7-125-16,3-7-158 0,0 0-153 15</inkml:trace>
  <inkml:trace contextRef="#ctx0" brushRef="#br1" timeOffset="47058.47">31866 12606 692 0,'0'0'348'0,"0"0"-345"0,0 0 194 0,0 0-130 0,0 0-63 0,0 0-2 0,-16-10 4 0,27 20 8 0,4-5-2 0,8-2-5 15,-4-3-1-15,4 0 0 0,-6 0-6 0,-2-17 3 0,-3-2-2 0,-7-3 0 16,-5 0-1-16,0 6 0 16,-10 5 1-16,-12 9-1 15,-4 2 4-15,-4 7-4 16,4 15 1-16,6 8-1 15,5 6 9-15,10-1-1 16,5 2-7-16,0-1 1 16,15-3-1-16,13-6 0 15,7-8 1-15,9-8-2 0,0-7-4 16,3-4-18 0,-6-4-65-16,-7-16 35 0,-3-11 15 15,-8-4 25 1,-7-1 12-16,-6 1 6 0,-6 12 23 15,-1 8 60 1,-3 9 19-16,0 6-1 16,0 6-66-16,0 26-37 15,-14 15 12-15,2 16 35 16,-3 8-7-16,0 7-17 0,2 7-5 16,-3 0-8-16,2-5-9 15,1-8-2-15,2-13-1 0,1-13-2 16,1-14 0-1,6-13-3-15,0-14 1 16,3-5 1-16,0-13-4 0,0-24-9 16,0-15-5-16,11-18 13 15,-1-16 6-15,0-14-2 16,-1-9 2-16,3 7 0 16,-4 12 0-16,-1 22 3 15,-1 25-1-15,3 17-1 16,-2 11 4-16,6 13-4 15,4 2-1-15,7 0-2 16,3 7-2-16,3 13 2 16,-3 7-1-16,-3 1 1 15,-7 4 0-15,-11 1 0 16,-6-5 2-16,-4-2 0 16,-23-8 2-16,-9-3 2 0,-4-5-3 15,-5-4 0-15,8 1 3 16,6-3-4-16,10-2-13 15,12-1-78-15,9-1-38 16,0 0-75-16,16 0-101 16,13-12-143-16</inkml:trace>
  <inkml:trace contextRef="#ctx0" brushRef="#br1" timeOffset="48281.84">32436 12601 769 0,'0'0'329'0,"0"0"-324"0,0 0 229 0,0 0-117 0,0 0-94 0,0 0-23 16,-42-1 2-16,33 29 0 15,5 2-2-15,4-2 0 16,0 1-1-16,15-3-1 16,5-8-2-16,3-6 4 15,2-7-3-15,2-5 1 16,-2 0-4-16,-6-17-30 15,-3-9 14-15,-9-10 10 16,-5-1 11-16,-2 2-1 16,0 4 2-16,-5 8 2 15,-8 10-1-15,-2 7 5 16,1 6-4-16,-2 0-1 0,3 14-2 16,-1 7-2-16,5 1 3 15,8 4-6-15,1-1 3 16,0-1 3-16,10-5-4 15,10-6 1-15,0-4 0 16,5-9-5-16,1 0-28 16,4-2-29-16,0-14 20 15,0-7 10-15,-5-1 21 16,-4 0-8-16,-9 6 21 16,-4 3 1-16,-4 9 7 15,-4 3 22-15,0 2 18 16,0 1-21-16,0 0-26 0,0 4-3 15,0 8 2-15,0 4 1 16,0-1 1-16,6-1 0 16,0-2-1-16,1-1 1 15,-1-4 1-15,4-5-2 16,1 1 2-16,3-3 1 16,2 0 0-16,3-3-2 15,-4-11-1-15,1 6 1 16,-3 2 1-16,-9 1-2 15,2 4 0-15,-6 1 0 16,2 0-4-16,-1 4-4 16,1 9 8-16,2 0 0 0,-1-2 0 15,1-4 1 1,4-4 1-16,1 1-1 0,6-4 3 16,1 0 0-16,10-1 0 15,2-14-3-15,0-4-1 16,1-8 1-16,-1-9-2 15,-3-9 1-15,-2-11-20 16,-4-12-9-16,-4-7 11 16,-8 0 8-16,-7 9 9 15,0 17 1-15,-7 18 7 16,-11 15 24-16,0 10 0 16,2 6-8-16,0 8-19 0,0 20-3 15,5 10-1 1,5 9 2-16,6 3-2 0,0 9 6 15,0 0-5-15,13 0 2 16,-1-1-2-16,4-3 1 16,2 1 0-16,2-6-2 15,-1-10 0-15,4-7 0 16,-6-11 0-16,3-4 1 16,2-12 1-16,6-6 0 15,1 0 0-15,4-8 4 16,-4-9-5-16,-5-5-1 15,0-6-3-15,-6-2 2 16,-2-3 1-16,-7 2 4 16,-4 6-4-16,-5 5 7 15,0 4 2-15,0 4 24 0,-3 10 20 16,-8-2-14-16,-2 4-17 16,1 6-19-16,-3 12 3 15,2 9-1-15,7 3-2 16,4 9-2-16,2 3 5 15,0 2 0 1,0-1 5-16,0 0-4 0,3 1 12 16,-1 4 13-16,-2 1 24 15,0 1-7-15,-2-3-27 16,-14-1 2-16,-4-5-8 16,-5-7-11-16,-3-8-3 15,2-5-2-15,6-8-2 0,5-7-5 16,5-6-84-16,0 0-166 15,4-22-160-15</inkml:trace>
  <inkml:trace contextRef="#ctx0" brushRef="#br1" timeOffset="48471.81">33165 12261 1092 0,'0'0'0'0,"0"0"-3"0,88-8 1 16,-28 21-2-16,3 4-225 0</inkml:trace>
  <inkml:trace contextRef="#ctx0" brushRef="#br1" timeOffset="48675.61">33771 12389 1346 0,'0'0'61'0,"0"0"-60"16,0 0 157-16,0 0-146 16,0 0-12-16,0 0-26 15,-15-42-165-15,0 53-51 16,-9 2-54-16</inkml:trace>
  <inkml:trace contextRef="#ctx0" brushRef="#br1" timeOffset="51825.68">30234 11685 237 0,'-90'-45'0'0</inkml:trace>
  <inkml:trace contextRef="#ctx0" brushRef="#br1" timeOffset="51975.13">29912 11453 29 0,'0'0'232'0,"-87"-145"-196"16,39 74-36-16,-1 2-98 0,1-2 98 15,-1-2 101-15,-6 2-91 16,-3 5-8-16,-5 11-2 15,1 17 4-15,4 12 3 16,8 8 22-16,8 9-4 16,7 4-22-16,9 5-3 15,8 0-63-15,9 0 54 16,9 2-21-16,0 7-75 16</inkml:trace>
  <inkml:trace contextRef="#ctx0" brushRef="#br1" timeOffset="57586.44">23160 8404 685 0,'0'0'7'0,"0"0"47"0,0 0 24 0,0 0-67 0,0 0 6 0,0 0 16 15,-25 0 22-15,25 0 8 16,0-3-1-16,0 3-14 16,0-2 7-16,15-4-23 15,18-5-6-15,15-3-2 0,14-3 3 16,16-3-3-16,7 1 24 16,7-1 4-1,1 2-23-15,-11 3-16 0,-19 5-10 16,-20 4-2-16,-24 2-1 15,-13 3 2-15,-6 0 7 16,0-3-9-16,-10 2-31 16,-17-1-111-16,-7 3-71 15,-5 0-14-15,-2 4-94 16</inkml:trace>
  <inkml:trace contextRef="#ctx0" brushRef="#br1" timeOffset="57822.44">23566 8294 848 0,'0'0'142'16,"0"0"-99"-16,0 0 83 15,0 0-104-15,0 0-16 16,20 87 69-16,-19-33-21 16,-1 8 6-16,0-2-19 15,0 5-29-15,-6-5-9 16,1-7-3-16,3-9 0 15,2-5 0-15,0-10-5 0,0-8-6 16,9-5-94 0,7-7-80-16,2-9-98 0,3 0-361 15</inkml:trace>
  <inkml:trace contextRef="#ctx0" brushRef="#br1" timeOffset="58474.9">23817 8585 920 0,'0'0'91'0,"0"0"-87"15,0 0 43-15,0 0-26 16,0 0-17-16,0 0 3 0,91-3 1 16,-75 3-8-1,-2-7 2-15,-4-2 3 16,-4-8 1-16,-3-6-4 15,-3 3 1-15,0-1-3 16,0 5 2-16,-6 8 3 16,-6 4-5-16,-3 4 0 15,-5 6 0-15,-4 19-9 16,4 9 8-16,5 1-1 0,8 4 1 16,4-3 1-1,3-5 5-15,7 2 0 0,19-5-5 16,5-6 2-16,6-5 3 15,5-11-4-15,0-6 2 16,0 0 0-16,-2-15-1 16,-9-15 2-16,-8-7-1 0,-4-12-3 15,-8-2 5 1,-4 0 8-16,-6 6-10 0,-1 11 2 16,0 15 33-16,0 11 33 15,0 4-30-15,-1 4-30 16,-6 5-11-16,2 13-20 15,2 5 20-15,3 4-2 16,0-2 2-16,0 0 0 16,3-3 0-16,10 0-2 15,4 3 2-15,2-5 0 16,-1 0-2-16,-2 0 2 16,-3-5 0-16,-9-5-12 15,-4-2-11-15,0-4-9 16,-6-3 23-16,-14-1 9 0,-3 0 6 15,-1 0-5-15,5 0-2 16,5 0 2-16,6 0-3 16,2 0 1-16,1-5-105 15,5-7-34-15,0-5-50 16,3-7-113-16,13-10-194 16</inkml:trace>
  <inkml:trace contextRef="#ctx0" brushRef="#br1" timeOffset="58654.78">24338 8226 259 0,'0'0'549'0,"0"0"-474"0,0 0 74 0,0 0-69 0,0 0-75 0,0 0 28 0,53 109 30 16,-39-51-34-16,2-2 16 16,2-1-29-16,-3-3-8 15,0-7-8-15,-3-6 0 16,-5-11-2-16,-1-7-30 0,2-9-173 15,-8-12-120-15</inkml:trace>
  <inkml:trace contextRef="#ctx0" brushRef="#br1" timeOffset="58814.21">24414 8400 1063 0,'0'0'46'15,"0"0"74"-15,0 0-37 0,0 0-83 16,88-35-11-1,-43 35-3-15,-2 0-73 16,-3 0-162-16,-1 0-161 16</inkml:trace>
  <inkml:trace contextRef="#ctx0" brushRef="#br1" timeOffset="59395.04">24976 8018 386 0,'0'0'0'0,"0"0"25"0,0 0-19 16,0 0 55-16,0 0 54 15,0 0 70-15,0 0-16 16,0 0-37-16,0 0-50 15,0 0-43 1,0 28-30-16,0 14 4 0,0 14 73 16,0 7-31-16,2 0-36 15,-1-4 6 1,5-3-21 0,-4-7-4-16,1-7-1 0,1-8-1 15,-3-12 0-15,1-4-6 0,-2-11-31 16,0-7-79-16,0 0 12 15,0-17 77-15,0-11-65 16,0-6 0-16,0 3 91 16,0 2 3-16,0 7 12 15,1 2 54-15,13 1-22 0,7 3 33 16,4 3-66 0,3 2-6-16,0 1-1 0,-3 3 4 15,-6 1-5-15,-8 4 7 16,-7 2 24-1,-4 0 27-15,0 0-12 16,0 8-40-16,0 14-7 16,0 7 19-16,0 2-1 0,0-1-14 15,7-1-5-15,2-5 0 0,1-6-1 16,1-7-11 0,3-6-78-16,2-5-29 15,-1-6-9 1,6-20-64-16,-3-4-66 0,0-7-133 15</inkml:trace>
  <inkml:trace contextRef="#ctx0" brushRef="#br1" timeOffset="59751.89">25374 8201 633 0,'0'0'98'0,"0"0"85"0,0 0-82 0,0 0-98 0,0 0-2 0,0 0 4 0,0 62 8 15,7-33-1-15,2-4 6 0,2-3-13 0,3-4 0 0,1-3-5 0,0-6 0 0,1-8-1 0,-1-1-9 0,6-3-63 0,0-17 9 0,-3-8-4 0,-2-4 49 16,-4-2 19-16,-4 4 8 47,-4 8 30-47,-1 9 73 0,-3 7 16 0,0 6-7 0,0 3-115 0,0 22-5 15,0 16 0-15,0 12 11 0,0 10 13 16,-4 12 23-16,-7 9-11 16,-6 8-7-16,-6 0-18 15,-4-3-9-15,0-10-2 16,3-16-6-16,5-13-7 16,7-20-25-16,4-13-26 15,8-16-61-15,0-1-70 0,17-23-76 16</inkml:trace>
  <inkml:trace contextRef="#ctx0" brushRef="#br1" timeOffset="60006.4">25803 8290 1103 0,'0'0'83'0,"0"0"-82"15,0 0 47-15,0 0-39 16,-2 102 58-16,-2-43-12 0,-2 2-24 15,-2-1-10 1,4-2-2-16,-4-7-9 16,1-8-10-16,0-7-1 15,2-9 1-15,4-10-8 0,-1-8 0 16,2-5-53-16,0-4-66 16,0 0 18-16,0-16-52 15,0-7-225-15</inkml:trace>
  <inkml:trace contextRef="#ctx0" brushRef="#br1" timeOffset="60460.75">25851 8347 552 0,'0'0'39'0,"0"0"81"0,0 0 9 15,0-79-52-15,0 62-3 16,0 5 34-16,0 1-25 15,0 1-32-15,4 2-30 16,2 2 8-16,3 2-8 16,3 3-13-16,6-1-8 0,2 2-1 15,0 0 1-15,2 2 0 16,1 9 0-16,-5 3 0 16,-5 5-3-1,-7 0 2-15,-6 4-1 0,0-2 2 16,-22 1 4-16,-11-1-2 15,-5-4 0-15,-3-1 0 16,-1-5-2-16,9-3 0 16,8-1-1-16,10-1-73 15,10-2-89-15,5-4-71 0,3 0-140 16</inkml:trace>
  <inkml:trace contextRef="#ctx0" brushRef="#br1" timeOffset="62288.7">26170 8168 872 0,'0'0'45'15,"0"0"44"-15,0 0 33 16,0 0-122-16,0 0-12 16,0 0 12-16,-42 42 2 15,32-23-2-15,6-1 2 16,4-5 0-16,0 2-2 15,0-5 2 1,16-2-1-16,7-4 0 0,4-4 0 16,3 0-1-16,1-9-1 15,-4-11-23-15,-3-7-6 32,-7-7 13-32,-7 1 15 0,-9 1 2 0,-1 5 1 15,-3 6 2-15,-18 8 24 0,-7 8-26 16,-3 5 2-1,1 12-2-15,3 15-2 16,6 5 0-16,12 3 1 16,9-1-3-16,0-5 2 15,15-4-1-15,11-5-5 0,8-9-36 16,2-5-73-16,1-6-4 0,5-3-14 16,-5-16-22-1,-1-11 97-15,-8-9 45 16,-7-9 14-16,-3-10 76 15,-6-9 50-15,0-4-26 0,-5 2 8 16,-1 6-60-16,-6 16 3 16,0 17 40-16,0 17 4 15,0 12-9-15,0 1-76 16,-7 22-5-16,-3 14-5 16,2 13 4-16,7 4 1 15,1 5 1-15,0 4-4 16,16 0 1-16,7-4-6 15,2-7 0-15,8-13 3 16,-2-13-11 0,-3-12-73-1,1-13 13-15,-4 0-6 0,-3-26-13 16,-1-8 32-16,-3-14 37 16,-3-7 21-16,0-7 0 15,-5 0 11-15,-1 5 10 0,-3 11 12 16,-4 17 41-16,-2 15-37 15,0 12 48-15,0 2-49 16,0 22-34-16,-6 10-2 16,-2 9 3-16,1 2-2 0,2 0 1 15,5-2 0-15,0-3-1 0,0-7-1 16,0-9 2 0,3-4-2-16,3-10 0 0,2-7 3 15,1-1 3-15,4 0 4 16,2-13-3-16,0-2-4 15,0 0-3 1,-6 5 10-16,-5 3-6 0,-1 3 2 16,-1 4 11-16,-1 0-17 15,5 0-1-15,2 11-3 16,4 3 4-16,2 2 5 16,3 0-3-16,8-4 0 15,4 1 0-15,5-6 5 16,0-6-3-16,-1-1-1 15,3 0-1-15,-6-8 1 16,0-13-1-16,-2-6-1 0,-3-2 0 16,-2-2 2-1,-7 1-3-15,-4 5 0 0,-11 5 0 16,-1 5 1 0,0 9 2-16,-6 6 0 0,-14 0-3 15,-4 16-5-15,0 15 5 16,4 5 0-16,9 7 1 15,5-3 0-15,6-1-1 16,0-8 0-16,1-5-1 16,15-7 0-16,6-7 1 0,4-6-4 15,7-6 0 1,2-1 0-16,2-17-13 0,1-10-1 16,-2-3 11-16,-1-9 0 15,-2-3 3-15,-7 3 3 16,-6 3 2-16,-8 9 3 15,-5 11 4-15,-4 7-3 16,0 8 13-16,-3 2 4 16,0 0-22-16,0 0-12 15,0 8 7-15,-3 3 4 16,3 0-2-16,0 2 1 16,0-2 0-16,9 2 2 15,6 2 2-15,1 3 1 16,-2 0-2-16,-2 3-1 0,-2-2 0 15,-2 2 7-15,-4 0-1 16,-1-4-3 0,-3-4 7-16,0-3-6 0,0-2 1 15,-6-2-3-15,-10-3 2 16,-5-3-1-16,0 0-2 16,3-1-1-16,3-13-16 15,9-2-35-15,6-3-16 16,2-5 3-16,25 2-22 15,7-5-32-15,9 1 46 16,3-3 10-16,2 1-44 16,0 0 73-16,-1 1 29 15,-8 4 4-15,-3 3 26 0,-12 4 88 16,-12 8 29 0,-7 2-40-16,-5 2-2 15,0 4-3-15,0 0-72 0,-3 8-26 16,-9 12 0-16,1 3 18 15,1 3-6-15,4 1 0 16,3-2-3-16,3 0-9 16,0-3 0-16,0-5-1 15,0-4 1-15,9-5-1 16,5-4-2-16,0-4-9 16,8 0-10-16,1-1-39 15,1-15 16-15,3-2-18 16,-1-8 4-16,3-2 5 15,-4-1 42-15,-3 2 12 0,-4 3 1 16,-1 7 19-16,-8 5 41 16,-5 9 15-16,-4 3 2 15,0 0-49-15,0 9-29 16,0 13 0-16,-6 5 17 16,0-2-11-16,3-1-2 15,-1-2-3-15,-2-4-1 16,-3-1-1-16,-3-11-14 15,-6-4-201-15,-3-2-140 16</inkml:trace>
  <inkml:trace contextRef="#ctx0" brushRef="#br1" timeOffset="62464.1">27924 7767 759 0,'0'0'41'0,"0"0"74"16,0 0-46-16,0 0-69 0,0 0-33 0,0 0-227 0</inkml:trace>
  <inkml:trace contextRef="#ctx0" brushRef="#br1" timeOffset="63428.07">24861 3452 613 0,'0'0'118'15,"0"0"-105"-15,0 0 74 16,0 0-17-16,0 0-53 16,0 0-7-16,-120 57 30 15,70-24 5-15,-7 1-10 16,-2-5-14-16,-4 1-11 15,3-3-10-15,8-4 0 16,14-3-16-16,14-8-199 16,18-8-196-16</inkml:trace>
  <inkml:trace contextRef="#ctx0" brushRef="#br1" timeOffset="63631.7">24921 3536 746 0,'0'0'99'0,"0"0"-90"0,0 0-9 0,-100 78 72 0,46-47-48 0,-13 2-21 0,-9 6-3 0,-19 1-47 16,-11-1-613-16</inkml:trace>
  <inkml:trace contextRef="#ctx0" brushRef="#br1" timeOffset="66943.75">27781 7565 654 0,'0'0'24'0,"0"0"-12"0,0 0 105 0,0 0-54 0,0 0-14 0,2-79 26 0,-2 67-37 15,-11-3 18-15,-10-1-20 16,-9 1-23-16,-12-3 15 16,-10-2-18-16,-12 0 23 15,-9 0-3-15,-9-1 11 16,-7 0-10-16,-5-1-3 15,-7 0-10-15,-7 2-4 16,-6 5 4-16,-8 1-9 0,-11 8-9 16,0 0-1-1,-5 6 1-15,0 0 1 0,7 0-1 16,4 0 1-16,3 2-1 16,3 8 2-16,2 3-2 15,0 1 0-15,4 2-4 16,3 1 3-16,-3 2 1 15,2-2 0-15,5-2 0 16,1 2 0-16,8-2 2 16,4 2-2-16,-2 0 1 15,10 2 1-15,-4-1-2 16,5 2-2-16,11 5 0 16,-7-2 1-16,8 4 0 15,2-2 1-15,5 1-1 16,9-1 1-16,8-3-3 0,3 1 3 15,5 1-1-15,-1 1-3 16,2 3 3-16,-2 1 0 16,2 3 1-1,3-1 0-15,-1 2 0 0,3-1 0 16,-4-2-1-16,5-1 1 16,-4 1 0-16,-2-1 3 15,-2 2-3-15,3 2 0 16,-3 6 0-16,8 0-2 15,1 0 1-15,3 4 0 16,1 1-1-16,3-1 1 16,1 0 1-16,4 0 0 0,4 1-2 15,3 0 0-15,5 0 0 16,4 1 2-16,3-2 0 16,3 0-1-16,0-1 1 15,0-3 0-15,15-1 0 16,0-2-1-16,7-5 1 15,2-3 0-15,0 1 1 16,7-8-1-16,2 2 0 16,4 1 0-16,-1-6-2 15,6 4 1-15,3-2 1 16,-2-5 0-16,8 1 0 16,0 0-1-16,4-1 1 15,1-1-1-15,4 0 1 16,0 0 0-16,-1-1-1 0,1-1 1 15,0 0 0-15,-1-3 1 16,4-2 0 0,0 1-1-16,2-1 1 0,-2 1 0 15,4-2 0-15,5-2 1 16,7 2 1 0,9-5 1-16,4 2-1 0,2 0 3 15,0 3-5-15,2-3 1 16,-5 4 7-16,0-5-4 15,-8 0-5-15,-5-2 0 16,-1 0 1-16,-2 0 0 16,6 0 2-16,-2-2 3 15,3-10 5-15,4 0 5 16,1 0-6-16,1-1 4 0,-1 1 0 16,-4 0 3-16,-1-2-5 15,-1-3 12-15,1 4-14 16,-5-1-6-16,4-1 2 15,-2 0-5-15,0 1 2 16,3-1-1-16,-4-1-1 16,1 5 2-16,0 0-2 15,1 2 2-15,2-2 0 16,-1 2-3-16,0 1-1 16,-1 0 1-16,-1-2 3 15,2 0-3-15,-2-3 1 16,3-1-1-16,-2-2 2 15,-3 0-2-15,1-5 1 0,-4-1 4 16,-4-3-4-16,-6-5 2 16,-4 2 0-16,-8 0-2 15,-2-3 1-15,-5 0 2 16,-3-1-1-16,-2-3 4 16,-4-1 1-16,0-1-2 15,0-4 0-15,0-2-1 16,4 4-4-16,-1-3 1 15,0 1 0-15,-2 6-2 16,-3-2-2-16,-8-2 2 16,-7-4 0-16,-8 0 0 15,-10-4 2-15,-1 2-2 16,-8 0 0-16,-17 1 1 16,-8-3-4-16,-9-3 3 15,-10-6-3-15,-7-4 3 0,-13-3-2 16,-13-2 0-16,-17 2 1 15,-17 0-6-15,-27 4-29 16,-29 6-61-16,-28 3-74 16,-11 6-80-16,0 4-492 15</inkml:trace>
  <inkml:trace contextRef="#ctx0" brushRef="#br1" timeOffset="154643.14">24226 14457 12 0,'-245'-47'0'0</inkml:trace>
  <inkml:trace contextRef="#ctx0" brushRef="#br1" timeOffset="156647.61">28051 14430 783 0,'0'0'71'0,"0"0"-50"16,0 0 74-16,0 0 78 15,0 0-49-15,0 0-60 16,0 0-7-16,14-59 6 16,-16 71-24-16,-13 21-25 15,-7 19 70-15,-8 10-12 16,0 5-30-16,-3 4-12 16,-1 2-7-16,-2 8 4 15,-5 4-20-15,-3-4 5 0,1-3-7 16,-3-9 0-16,1-10-3 15,2-6 0-15,4-9-1 16,3-5-1-16,4-5 0 16,6-7-1-16,3-3 1 15,5-3-7-15,2-3-8 16,2-4-21-16,0-2-21 16,3-2-35-16,0-5-44 15,0 1-56-15,-1-3-28 16,-3-3-80-16,1 0-147 15</inkml:trace>
  <inkml:trace contextRef="#ctx0" brushRef="#br1" timeOffset="156963.81">27201 15324 490 0,'0'0'139'0,"0"0"-99"0,0 0 118 16,0 0-52-16,0 0 11 0,3-77-42 0,4 71 0 0,-3 2 4 0,-1 4-23 0,-3 0-14 0,0 10-17 16,0 16 11-16,-3 6 24 15,-10 3-27-15,0 0-7 16,1-1 1-16,4-3-15 16,5-7-7-16,3-5 0 15,0-7-3-15,23-3 5 16,9-8-1-16,15-1 2 0,11-3-3 15,12-14-5-15,0-4 2 16,-3 1-2-16,-10 0 0 16,-15 4-14-16,-14 6-113 15,-16 1-102-15,-12 9-138 16</inkml:trace>
  <inkml:trace contextRef="#ctx0" brushRef="#br1" timeOffset="160262.81">24833 15718 703 0,'0'0'74'0,"0"0"-56"0,0 0 119 0,0 0-55 0,0 0-31 16,0 0 4-16,0 0 22 0,-7-6-23 0,7 6-19 15,-4 0-11-15,1 22-7 16,-4 15 11-16,-5 10 39 15,-1 7-11-15,7-3-38 16,-5 3-7-16,8-5-5 16,2 0-4-16,-2-3-1 15,3-9 0-15,0-3-2 16,0-7 1-16,0-7 0 16,0-5-5-16,-2-3-61 15,1-4-96-15,-1-8-88 0,-1 0-111 16</inkml:trace>
  <inkml:trace contextRef="#ctx0" brushRef="#br1" timeOffset="160651.46">24687 15681 1126 0,'0'0'0'16,"0"0"3"-16,0 0 118 0,0 0-114 15,0 0-7 1,0 0 0-16,68-1 4 0,-24 19 14 16,3 7 15-16,3 3 2 15,0 7-11-15,2 8 2 16,-1 2-12-16,-5 4-7 16,-5 5-3-16,-8-4-3 15,-6 0-1-15,-13-9 0 16,-11-4 1-16,-3-8 1 15,-33-7 4-15,-11-5 2 16,-13-4-2-16,-4-5 4 16,-2-2 33-16,1-2-13 15,5 1-18-15,6-2-6 16,7 1-6-16,12-3 0 0,11-1 0 16,11 0-19-16,10 0-129 15,0-1-51-15,25-11-133 16,13 0-150-16</inkml:trace>
  <inkml:trace contextRef="#ctx0" brushRef="#br1" timeOffset="161685.78">25612 16193 991 0,'0'0'13'15,"0"0"69"-15,0 0 48 0,0 0-103 16,0 0-21-16,0 0-5 16,0-71 2-16,0 55 0 15,-15-1 22-15,-6 1-8 16,-3-1 2-16,-4 8 23 16,-1 4-12-16,1 5 4 15,3 0-14-15,4 2-5 16,6 13-12-16,6 3-3 15,7 3 0-15,2-1-4 16,5-1 4-16,14-2-1 16,10-9-1-16,4-5-2 15,4-3 2-15,-3 0-1 0,-4-7-2 16,-8-3 1 0,1-1 4-16,-10 0 0 15,-6 3 2-15,-5 5 8 0,-2 1 0 16,0 2 3-16,0 0-1 15,0 0-3-15,0 0-8 16,0 5-1-16,0 7-1 16,0 6 1-16,5-5 2 15,11-1 0-15,8-4-2 16,4-4 0-16,4-4 0 16,2 0 0-16,-1-5 0 15,1-21-1-15,-3-12-5 16,-5-16-9-16,-1-10 2 15,-4-13-17-15,-5-1 15 16,-1 6 7-16,-7 15 8 0,-5 15 2 16,-3 22 5-16,0 8 2 15,0 12 15-15,0 3-9 16,-6 31-15-16,-3 14 0 16,3 11 4-16,3 4-1 15,3-4 5-15,3 6 0 16,13 0-4-16,13 0-3 15,6-10 1-15,11-10 0 16,5-16 0-16,5-11-1 16,-4-12-1-16,-4-6 0 15,-5 0-2-15,-11-23 1 16,-6-7-1-16,-11-9 1 0,-8-1 0 16,-7-1 1-16,0 8 0 15,-3 9 0-15,-12 6 4 16,-5 11 0-16,-4 4-3 15,3 3 0-15,-2 2-1 16,1 12 0-16,7 3-1 16,0 6 1-16,6-4 0 15,9-3 0-15,0 1-2 16,0-5-2-16,15-2 2 16,8-6-5-16,3-1 4 15,3-3-15-15,-1 0-3 16,-3 0 10-16,-7 0 7 0,-6 0 4 15,-3 0-1 1,-6 1 1-16,0 11 0 0,0 3 7 16,0 5-5-16,4 0 11 15,2-2 0-15,7-1-2 16,6-2-3-16,9-4-6 16,4-3 0-16,8-5-1 15,-6-3 1-15,-3-2-2 16,-7-19-6-16,-7-11-48 15,-9-12-65-15,-11-1-64 16,-1-3-130-16,-32 4-285 16</inkml:trace>
  <inkml:trace contextRef="#ctx0" brushRef="#br1" timeOffset="161867.44">25622 15835 991 0,'0'0'37'0,"0"0"-36"0,0 0 171 0,0 0-151 0,91-33-19 0,-7 33 0 0,10 0-2 16,4 0-6-16,4 4-7 16,-2 8-142-16,-8 1-219 15</inkml:trace>
  <inkml:trace contextRef="#ctx0" brushRef="#br1" timeOffset="162183.87">27299 16015 1260 0,'0'0'56'0,"0"0"-43"15,0 0 10-15,-18 112 127 16,18-37-66-16,0 3-34 16,2 2-13-16,1-1-14 15,1 5-12-15,-2-3-8 16,-2-4-1-16,0-3-1 16,0-11-1-16,-6-12 0 15,-3-12 0-15,0-14-3 16,6-12 1-16,1-5-19 15,2-8-60-15,0-6-38 0,3-20-58 16,14-19-45-16,-1-20-20 16,4-13-83-16</inkml:trace>
  <inkml:trace contextRef="#ctx0" brushRef="#br1" timeOffset="162903.65">27353 16230 598 0,'-12'-82'247'0,"-9"13"-135"0,0 13 46 15,5 16 7 1,5 15-64-16,5 14-18 15,6 7-3-15,0 4-26 0,2 0-41 16,19 18-12 0,10 11 7-16,10 10 5 0,3 6-8 15,2-3-3-15,2-4-1 16,-5-7-1-16,3-5 0 16,-4-11-2-16,-3-10 3 15,-2-5-2-15,-4-5-1 16,-5-23 1-16,-5-14-1 15,-4-13 2-15,-6-10 2 16,-9-2-1-16,-4 8 1 16,0 11 0-16,-12 10 3 15,-3 10-2-15,0 6-1 0,3 11-2 16,3 6 1 0,5 5-1-16,2 0-3 15,1 16-8-15,1 10 10 16,0 5 0-16,3 0-1 15,13 1 2-15,-1-3-2 0,4 2 2 16,-2-5 0-16,-5-1-1 16,-3-4 0-16,-5-3 0 15,-1 0 1-15,-3-1-1 16,0-1 1-16,0 0 1 16,0-3-1-16,0 0 0 15,0-2 1-15,4 2 0 16,9-1 1-16,6-1-2 15,5-2 0-15,10-3 3 16,5-4-3-16,3-2 0 16,0-2 0-16,-1-20-16 15,-3-11-43-15,-6-6 26 16,-9-2 13-16,-11 6 18 0,-11 4 2 16,-1 6 0-16,-3 6 5 15,-10 2-1 1,-2 6-1-16,0 3 10 15,0 7-4-15,1 1-8 0,-2 6-1 16,7 17 2-16,2 8-1 16,4 4 1-1,3 5-2-15,0 1 1 0,15-4 4 16,9-5-5-16,4-4 0 0,5-6 0 16,0-7-2-16,-1-3-80 15,6-5-89-15,-2-4-37 16,-1-3-45-16,-4 0-131 15</inkml:trace>
  <inkml:trace contextRef="#ctx0" brushRef="#br1" timeOffset="163449.51">28578 15980 481 0,'0'0'343'0,"0"0"-293"0,0 0 115 0,0 0-10 0,0 0-54 0,0 0-73 16,31-29 5-16,-25 78 87 15,0 13-52-15,-3 9-13 0,-3 1 9 16,0 3-28 0,0 0-6-16,-4-1-11 15,-8-5-6-15,-3-6-6 0,0-10-4 16,3-8 1-16,1-11-4 16,4-9-1-16,4-9-1 15,3-7 2-15,0-6-10 16,0-3-21-16,7-4-21 15,13-22-40-15,2-14-21 16,1-13-54-16,-4-14 7 16,-6-12 30-16,-2-4 20 15,-10-2 60 1,-1 3 45 0,-7 5 5-1,-16 6 32-15,3 8 38 16,-1 12 30-1,6 16-29 1,6 9 8-16,3 12-14 0,6 5-22 16,0 7-5-16,13 2-23 0,15 0-15 0,13 5 1 0,6 15-1 0,0 2 0 15,0 4 0-15,-5 5 1 0,-6 1-1 16,-9-3 5-16,-11 0 4 16,-11-6-3-16,-5-1 1 15,-10-6-1-15,-19 0 0 16,-8-8-1-16,-7 2-5 15,0-4-1 1,7 5-14-16,7-1-134 16,10 1-152-1,13-2-359-15</inkml:trace>
  <inkml:trace contextRef="#ctx0" brushRef="#br1" timeOffset="163750.46">29303 16102 1055 0,'0'0'0'0,"0"0"-135"0,0 0 122 0,0 0-462 0</inkml:trace>
  <inkml:trace contextRef="#ctx0" brushRef="#br1" timeOffset="167436.5">24448 16974 296 0,'0'0'456'16,"0"0"-422"-16,0 0 1 15,0 0 76-15,0 0-18 16,0 0-50-16,0 0-14 16,6-18 28-16,-6 18 6 15,0 0-18-15,0 0-10 16,0 0-3-16,0 0-3 15,0 0-7-15,0-2-1 16,0 2-1-16,0 0-3 16,0 0-2-16,0-4-1 15,0 0-3-15,-5 0-5 16,-5-4-4-16,0 4 1 16,-1-2 1-16,-4 0-3 15,2 3 1-15,-2-1-1 16,-2-1 2-16,1 3-3 0,1 0 2 15,0 1-3-15,0-1 2 16,3 1 0-16,-1 1-1 16,7 0 0-16,3 0 0 15,1 0 0-15,2 0 0 16,0 0-1-16,0 0-1 16,0 0 1-16,0 0 0 15,0 3-3-15,0 13 4 16,0 4 1-16,0 4 0 15,0 2 4-15,0 4 1 0,0 3 5 16,0 4-2-16,0 7 1 16,0 6 4-16,0 4 1 15,-10 1 10-15,1-2 2 16,2 2-13-16,-2-2-2 16,1 1-2-16,4 0-3 15,1-1 4-15,0-1-9 16,1-3 3-16,2-2-4 15,-1-5 3-15,-2-1-4 16,1-3 0-16,-1-1 1 16,2 0-1-16,-1-4 0 15,1 0 1-15,-2 1-1 16,3-5 3-16,0-1-3 16,0-3 1-16,0 0-3 15,7-4 2-15,4 2 0 16,5-3 0-16,5-4 0 15,6 1-11-15,9-7-19 0,8 0-64 16,4-8-40-16,3-2-57 16,-2 0-134-16</inkml:trace>
  <inkml:trace contextRef="#ctx0" brushRef="#br1" timeOffset="168117.97">24752 17412 860 0,'0'0'26'0,"0"0"56"0,0 0 22 0,0 0-89 0,0 0-15 16,0 0 43-16,-7 104-5 0,1-65-12 0,0-1-12 0,1-2 2 0,2-5-11 15,0-6-4-15,3-6-2 16,0-10 0-16,0-5 0 16,0-4-9-16,0 0-5 0,0-11 1 15,3-21 9 1,13-15 2-16,-2-7 3 16,1-7-1-16,2-3 1 0,-2-1 0 15,-1-4 2-15,0 4-1 16,-2 8 3-16,-5 14-4 15,-4 13 12-15,-3 15 5 16,0 8 14-16,3 5-1 16,-3 2-19-16,2 0-11 15,4 3-8-15,1 16 6 16,1 6-6-16,-1 7-56 0,-1 6-106 16,0 2-104-1,0 0-386-15</inkml:trace>
  <inkml:trace contextRef="#ctx0" brushRef="#br1" timeOffset="168290.44">24745 17490 1049 0,'0'0'83'0,"0"0"-78"15,0 0 94-15,0 0-77 16,0 0-22-16,0 0-15 0,125-42-150 15,-85 52-213-15</inkml:trace>
  <inkml:trace contextRef="#ctx0" brushRef="#br1" timeOffset="169179.57">24921 17536 964 0,'0'0'80'0,"0"0"-78"16,0 0 123-16,0 0-118 16,0 0-6-16,99-22-1 15,-50 20-3-15,-4-4-5 0,-1-4-44 16,-6-3-45 0,-9-3 31-16,-5-4 9 15,-10 2 39-15,-11 1 18 16,-3 3 7-16,0 0 41 15,-11 4 6-15,-10 3-5 16,2 5-30-16,-2 2-4 0,0 0-9 16,11 8-5-16,1 8 1 15,6 4-2-15,3-2 0 16,4 2 0-16,14-4-1 16,12-4 0-16,3-2 0 15,5-6-3-15,3-3-4 16,-1-1-8-16,5 0 6 15,-9-3 8-15,-5-9 1 16,-3-4-2-16,-11 0-1 16,-2 2 1-16,-9 1 3 15,-6 3 3-15,0 4 4 0,-2 5 23 16,-17 1-12-16,-1 0-7 16,-5 7 3-16,4 10 3 15,2-2-6-15,4 2-5 16,7-2-4-16,4 0-1 15,4-1-1-15,0-4-3 16,1-5 1-16,14-1-12 16,6-4-34-16,1 0-5 15,1-6-2-15,2-4 5 16,-2-3 7-16,-6 3 11 0,-3 1 23 16,-6 6 9-1,-5 1 1-15,-3 2 16 0,0 0 39 16,0 0-4-1,0 10-34-15,-2 10 7 0,-1 1 5 16,3-1-22-16,0-5-2 16,0-1-4-16,13 0 0 15,1-12-1-15,8 2-2 16,-1-4-1-16,5 0-14 16,0-12-36-16,1-10-3 15,1-6 21-15,-1-10 8 16,0-9 18-16,-4-8 6 0,-1-7 2 15,-1-5 0 1,-8 1 0-16,-6 17 2 16,-7 15 17-16,0 16 80 0,0 18 19 15,-7 0-48-15,-8 31-49 16,-1 18 8-16,2 13 20 16,7-1-17-16,7-4-12 15,0-4-9-15,0-6-11 16,0-5-1-16,0-5-1 15,4-9-33-15,2-8-112 16,2-7-97-16,1-8-231 16</inkml:trace>
  <inkml:trace contextRef="#ctx0" brushRef="#br1" timeOffset="170146.48">25868 17436 854 0,'0'0'117'0,"0"0"-111"0,0 0 132 0,0 0-105 0,0 0-33 0,87-50-1 0,-45 47 0 0,-2 3-2 0,-4 0 1 0,-15-3 1 0,-10 3-3 0,-8 0 4 16,-3 0 2-16,-1 6 2 15,-18 14 12-15,-5 3 31 16,0 0-14-16,6 0-4 15,7 1-15-15,4-5-9 16,7-4-4-16,0 0 0 0,3-9-1 16,17-2-2-16,5-4-6 15,6-6-32-15,2-17-11 16,1-10-9-16,1-5 18 16,-5-2 24-16,-5 5 0 15,-7 8 14-15,-9 8 4 16,-8 11 13-16,-1 4 42 15,0 4 32-15,0 0-62 16,-7 18-23-16,-7 6 11 16,4 2 9-16,4-3-5 15,6-1-12-15,0-1-3 16,0-1-2-16,12-7-3 0,7-1 3 16,1-7-3-1,4-4-6-15,1-1-25 16,2 0-9-16,-2-11-1 15,3-9 10-15,2-4 3 0,0 2 15 16,-4-7 13 0,-3-5 2-16,-6 6 0 15,-10 0 1-15,-2 8 0 16,-5 3 1-16,0 2 7 0,0 5 17 16,-5 1 8-16,-2 5-14 15,1 4-5-15,0 0-11 16,1 2-3-16,-1 12-3 15,3 4 2-15,3 2 1 16,0-1 0-16,0-1-1 16,11 0 1-16,2-3-1 15,1-4 0-15,-2-1 1 0,2-1-2 16,-1-2 2-16,-2-1-2 16,-2 0 2-1,-3 2 0-15,0 1 0 0,2 2 2 16,-5 0-1-16,4 1 1 15,2 0 2-15,1-2-1 16,6-3 1-16,4 0-1 16,6-7 2-16,-1 0-3 15,7 0-2-15,2-18-1 16,-2-5 1-16,3-11 0 16,-4-6 0-16,-8-1 0 0,-7 4-1 15,-11 10 1-15,-5 9 0 16,-3 8 18-16,-21 7 45 15,-6 3-30-15,-3 14 4 16,5 12 6-16,7 7-18 16,10 0-7-16,8-1-3 15,3-1-10-15,3-6-5 16,14-5-2-16,2-7-7 16,10-7-72-16,4-6-82 15,8 0-99-15,4-6-311 16</inkml:trace>
  <inkml:trace contextRef="#ctx0" brushRef="#br1" timeOffset="171470.43">27747 16991 928 0,'0'0'117'0,"0"0"-104"0,-103-49 196 0,73 49-122 0,0 0-63 0,5 19-1 0,2 10-6 0,8 0-4 0,5 2-6 16,10 0-3-16,0 0 1 16,12-4-5-16,15 0 1 15,5-5 0-15,6-4-2 0,4-5-2 16,2-8-16-1,-3-5-25-15,-5 0-18 16,-10-7 22-16,-8-12 20 0,-12-2 20 16,-6 2 2-16,-3 0 16 15,-21 3 14 1,-7 6 6-16,-3 9 4 16,-6 1-10-16,4 11-2 0,6 15-8 15,9 11-2-15,6 6-8 16,12 2-6-16,3-1-3 15,6-4-3-15,21-5 1 16,6-10-2-16,8-3 0 0,1-11-26 16,2-8-63-1,-3-3 19-15,3-11 21 0,-6-15 2 16,5-8 20-16,1-7 17 16,-7-1 11-16,-7 1 1 15,-14 6 7-15,-11 10 19 16,-5 12 40-16,0 7-30 15,0 6 1-15,-5 6-29 16,-11 19-8-16,-2 7 2 16,0 4-1-16,8-3 3 15,4-3-2-15,0-5-3 16,6-6 0-16,0-6 0 16,0-8 0-16,0-3-3 15,3-2 3-15,7 0 0 0,5-8 1 16,5-13-1-16,3-2-2 15,4-6-1-15,1 2 0 16,-2 6 2-16,-7 3 1 16,-6 8 0-16,-8 9 1 15,-5-2 2-15,0 3 2 16,0 3-5-16,0 16 0 16,0 4 8-16,0 1-1 15,0-1 0-15,0-1-2 16,6-5-4-16,12-4 0 15,5-4-1-15,5-7 0 0,3-2 3 16,1 0-3-16,2-16 0 16,-1-5-3-16,-3-8 3 15,-4-1-5-15,-3-4 0 16,-10 3 3-16,-5 4 0 16,-8 7 2-16,0 8 1 15,-12 5-1-15,-9 6 0 16,-6 1-1-16,-2 4 1 15,1 12-1-15,7 7 0 16,4 1 0-16,6-1-1 16,7-1 0-16,4-2-5 15,0-7 3-15,12 0-2 16,8-9-33-16,6-1-6 16,-1-3 13-16,2 0 12 15,-6 0 7-15,-3-3 13 16,-6 2 0-16,-3 1 0 15,-2 0 7-15,-6 12 9 0,-1 12 20 16,0 7 12-16,0 6 8 16,0 1-30-16,-6-1 5 15,-4-1-11-15,-3-5-15 16,-5-4 4-16,0-6-5 16,-1-4-1-16,-1-7-1 15,7-8-2-15,1 0 1 16,3-2-1-16,6 0 0 15,3-13-11-15,0-10-37 0,8-10-26 16,18-7 8-16,10-5 12 16,12-8-28-16,8-4 21 15,9 0 18-15,-3 1 39 16,-7 10 4-16,-16 9 23 16,-14 12 37-16,-11 11 40 15,-9 7 12-15,-5 7-39 16,0 0-59-16,0 13-11 15,-3 14-3-15,-9 10 10 16,-2-4-10-16,1-3 0 16,-2-8-1-16,0 1-14 15,0-8-187-15,0-9-121 0,1-6-403 16</inkml:trace>
  <inkml:trace contextRef="#ctx0" brushRef="#br1" timeOffset="171677.98">28755 17013 760 0,'0'0'20'0,"0"0"-17"0,0 0 0 0,0 0-3 0,0 0-50 0,14 74-260 0</inkml:trace>
  <inkml:trace contextRef="#ctx0" brushRef="#br1" timeOffset="172540.76">28949 17133 785 0,'0'0'59'0,"0"0"73"16,0 0 35-16,0 0-86 0,0 0-61 0,0 0-19 15,9 41 38-15,-22-7-5 16,-4 1-11-16,5-1-10 15,2-10-7-15,1-4-5 16,5-4 0-16,-1-6-1 16,5-8-2-16,0 1 2 15,0-3 1-15,11 0-1 16,11-15 0 0,5-11-4-16,3-8-21 15,-1-9 14-15,3-3 7 16,-4 6-6-16,-4 4 6 15,-8 14 4-15,-5 11 1 0,-5 4 3 16,-5 5 1-16,-1 2 5 0,0 0-10 16,0 17 0-16,0 8 0 15,0 0 12-15,-1 3-7 16,1-5 0-16,0 1-1 16,6-5-4-16,9-1 5 15,9-8-2-15,4-6 0 16,3-4-1-16,7 0-1 15,3-4-1-15,0-18 1 16,-3-9-1-16,-3-5-4 16,-8-5-4-16,-4 4-9 15,-10 4 12-15,-8 4-2 16,-5 10 4-16,0 5 3 0,-7 1 0 16,-5 12 0-1,-6 1 2-15,-2 4 1 16,-2 17-3-16,-2 8 3 15,8 8 2-15,4 4 3 16,6 0 1-16,6 1-4 0,0-6 0 16,9-3-1-16,12-10-4 15,3-7 3-15,4-4-2 16,6-9-1-16,4-3 0 16,1 0-1-16,1-15-15 0,-3-10-13 15,-3-8 0 1,-4-13 5-16,-5 0 8 15,-6 5 0-15,-5 9 14 16,-6 13 2-16,-5 7 4 16,-3 8-1-16,0 0 10 15,0 4-4-15,0 0-9 0,0 0-4 16,0 10 4-16,0 3 0 16,0 3-1-16,0-1 1 15,0-1-1 1,0-3 0-16,9-3 1 15,10-2 2-15,3-1-2 16,8-5 0-16,0 0 3 0,0 0-2 16,1-9-1-16,1-1-1 0,4-1-1 15,-5 3 2-15,-3 1-5 16,-6 2 0-16,-5 3 0 16,-4 2 0-16,-2 0 2 15,-1 0-4-15,4 0-26 16,-1 3-65-16,6 6-31 15,7-3-63-15,7-1-231 16</inkml:trace>
  <inkml:trace contextRef="#ctx0" brushRef="#br1" timeOffset="172651.63">30601 17080 865 0,'0'0'35'0,"0"0"23"0,0 0-17 0,0 0-41 0,0 0-272 0</inkml:trace>
  <inkml:trace contextRef="#ctx0" brushRef="#br1" timeOffset="173320.37">25564 18255 863 0,'0'0'74'0,"0"0"-68"0,0 0 119 0,-40-79-46 0,38 72-77 0,2 1 11 0,0 2-2 16,18-4-6-16,14-1-5 0,12 0 0 16,14-4 0-16,12 3 1 15,12-7 0-15,4 4 19 16,-4 0 11-16,-11 4 1 16,-12 2-28-16,-16 3-4 15,-21 2 0-15,-10 0-16 16,-12 2-74-1,-5 0-57-15,-21 0-30 0,-12 11-97 16,-5 2-23-16,1 0 128 16</inkml:trace>
  <inkml:trace contextRef="#ctx0" brushRef="#br1" timeOffset="173595.77">25940 18124 264 0,'0'0'173'16,"0"0"-31"-16,0 0 40 0,0 0-31 15,0 0 6-15,0 76-34 16,10-47-22-16,-4 3-13 15,0 12-15-15,-3-5-38 0,-1 0-23 16,-1-2-10 0,-1-9 1-16,0-9-3 0,0-3-7 15,0-2-59-15,0-7-101 16,5-3-86-16,4-4-113 16</inkml:trace>
  <inkml:trace contextRef="#ctx0" brushRef="#br1" timeOffset="173823.99">26132 18208 845 0,'0'0'119'0,"0"0"-27"0,0 0 97 16,0 0-97-16,84-38-36 16,-53 38 29-16,-2 11-39 15,-9 8-12-15,-6 3-14 16,-7 3-11-16,-7 7-5 15,0 3 1 1,-13-4-4-16,-8-1-1 0,0-7 0 16,0-10 0-16,5-7-1 15,4-3-6-15,4-3-7 16,8-3 6-16,0-22-6 16,4-11-3-16,19-8 6 15,7-7 11-15,6 0-7 16,6 6 2-16,2 7-20 0,-3 9-48 15,-5 11-19 1,-9 8-25-16,-7 10-81 16,-8 0-61-16,-7 7-232 15</inkml:trace>
  <inkml:trace contextRef="#ctx0" brushRef="#br1" timeOffset="175179.37">26783 18242 481 0,'0'0'215'0,"0"0"-200"0,0 0 96 0,0 0-16 15,0 0-41-15,0 0-5 0,72-42-4 0,-63 32-18 0,-3 0 0 0,-6 0-4 0,0 2-5 0,0 1 10 0,-11 1-13 16,-11 2-7-16,-4 4 0 15,-4 0 1-15,-3 2 0 16,0 14 4-16,1 7 1 16,5 1 0-16,6 4-13 15,11 3 1-15,5 5-3 16,5-8 1-16,11-5-5 16,14-5-7-16,6-11-20 15,5-7-21-15,0 0 7 0,-2-10 11 16,1-13 21-1,-4-9 7-15,-3 1 7 16,-4-3-2-16,-7 5 5 16,-7 13-2-16,-9 6 0 15,-1 4 11-15,-3 6 43 16,-14 0-30-16,-4 8-15 16,6 10 7-16,-1 2 1 0,8 0-8 15,7 0-4-15,1-1-4 16,0 0 0-16,10-4-1 15,11-2-1-15,6-10 0 16,4-3-2-16,0 0-10 16,1-12-13-16,-1-9-2 15,0-2-1-15,-4-5 1 16,0-3 4-16,-7 7 7 0,-6 4 11 16,-6 10 4-16,-4 3 1 15,-4 5 3-15,0 2 2 16,-3 2 15-16,-12 10-2 15,-4 13 0-15,2-2 0 16,1 3 0-16,6 0-8 16,3 5-5-16,7-10-1 15,0-3-4-15,2-8 0 16,15-6 0-16,8-4 1 16,6 0-1-16,5-13 0 15,3-6-1-15,3-6 0 16,-5-2-18-16,-1 1 14 15,-9 4 4-15,-7 5-1 0,-11 7 2 16,-7 8 10-16,-2 0 34 16,0 2 34-1,-11 2-52-15,-5 14-18 0,0 9 25 16,2-1 8-16,7 3-28 16,4-1-9-16,3-6-2 15,0-1 1-15,0-5-3 16,9-8-3-16,6-4 1 15,-3-2-15-15,3 0-100 16,-2 0-110-16,2-2-130 16</inkml:trace>
  <inkml:trace contextRef="#ctx0" brushRef="#br1" timeOffset="175598.76">27684 18143 839 0,'0'0'175'0,"0"0"-148"0,0 0 204 0,0 0-125 0,0 0-64 16,0 0-29-16,-27-29-8 0,27 39-1 0,0 7 4 0,6 1-1 0,7 0-5 0,0 1 0 0,-1 1-2 0,1-3 0 15,-3-1 0-15,-2 3 0 0,-4-2-1 0,-2 3-1 0,-2-1-2 0,0-1-3 0,0 1-11 0,-12-6 1 16,-3-6 8-16,-7-5 6 0,-7-2 3 0,-5 0 1 0,-2-8 0 15,6 0 4-15,8 2-2 0,11 6-2 16,8 0-1-16,3 0-9 16,8 4-36-16,19 10-88 15,12-2-92-15,7-5-157 16</inkml:trace>
  <inkml:trace contextRef="#ctx0" brushRef="#br1" timeOffset="176888.79">28020 18169 898 0,'0'0'63'0,"0"0"-46"0,0 0 145 0,0 0-128 16,0 0-34-16,0 0-1 16,-68-4 1-16,68 15 0 15,0-6 0-15,0 0 0 16,0-2 0-16,0-2 0 15,0-1 1-15,0 0 6 0,0 0 3 16,0 0 2 0,2 0 5-16,6 0-8 15,1-7-8-15,-2 0 0 16,2 0 1-16,-2-3 1 0,-2 0 2 16,1-3-1-16,0-3 2 15,-2-4-3-15,-2-4 3 16,-2 0-1-16,0 3 14 15,0 8 8-15,0 3-2 16,-12 6-1-16,1 0-10 16,-2 4 5-16,-2 4-2 15,0 23-5-15,0 14 20 16,6 11 13-16,8 14-3 16,1 12-16-16,0 15-4 15,9 6-8-15,3 1 0 16,3 2 14-16,-5-11 19 15,-1-5-30-15,-5-13-13 16,-4-12-4-16,0-21 2 16,-7-20-2-16,-9-11-3 15,-5-9-3-15,-4 0 3 0,-5 0 3 16,1 0-1-16,1 0 1 16,4-11 0-16,5-14 0 15,8-8-1-15,8-7 0 16,3-3-1-16,14-5-2 15,18-6-10-15,11-3 3 16,8-1 0-16,6 2-5 16,-2 5 2-16,0 5 9 15,-7 7 4-15,0 6 1 16,-8 5 1-16,-7 5-1 0,-8 7 1 16,-10 2 0-1,-7 8 0-15,-7 6 0 0,-1 0 0 16,0 0 0-16,-3 0-1 15,-12 18-1-15,-1 5 1 16,-2 8 0-16,3 3 1 16,5 1-1-16,5-1 1 15,5-4-1-15,0-8-1 16,13-4 0-16,10-5-1 16,7-7 1-16,1-6-2 15,-1 0-21-15,-3-12-18 16,-6-9 24-16,-3-9 12 15,-5-5 5-15,-4-5 1 16,-3-5 0-16,-6 0 1 16,0 4-1-16,0 12 0 15,-6 7 2-15,-9 8 1 0,-1 4-2 16,-5 10-1-16,0 0 0 16,0 20 1-16,2 12-1 15,7 2 1-15,6 5 2 16,6-1-2-16,0-5 0 15,1-2-1-15,16-9 0 16,8-4-1-16,2-8 0 0,3-6-3 16,1-4-12-16,-3 0-18 15,-1-16-6-15,-2-7 12 16,-5-6 15-16,1-3 5 16,-6 0 2-16,-8-3 4 15,-2 11 2-15,-4 5 1 16,-1 12-1-16,0 6 5 15,0 1-5-15,0 0-1 16,0 1-4 0,0 10 2-16,0 8 1 0,0-7 2 15,0 3 0-15,5-6-4 16,2 0 2-16,3-5 2 16,3-1 0-16,1-3 0 0,0 0 0 15,5 0 2-15,-1 0-1 16,5 0-1-16,-1 0 1 15,-1 0 3-15,1 0-3 16,-6 0-1-16,-3 0 0 16,-6 0 0-16,-2 0 0 15,-1 0 0-15,-3 0 2 16,1 0-2 0,-1 3 0-16,4-3 0 15,2 0-5-15,11 0-128 0,5-10-222 16</inkml:trace>
  <inkml:trace contextRef="#ctx0" brushRef="#br1" timeOffset="177707.52">29837 18114 845 0,'0'0'59'0,"0"0"-34"16,0 0 115-16,0 0-77 0,0 0-27 0,0 0 10 0,-12 10 21 0,8-18-9 0,-7-15-36 0,-1-3-1 15,-6-10 18-15,-2-7-8 16,3 0 0-16,-5-10-8 16,-2 1-17-16,4 9 11 15,2 7-11-15,12 12 4 16,6 14 13-16,3 6-23 0,21 4 0 15,6 0-2-15,3 10 0 16,-2 7 1 0,-6 4-1-16,-11 5-2 15,-11 3 2-15,-3 4 1 16,-27 2 2-16,-13 0 0 0,-9-2 6 16,5-3 6-16,7-5 38 15,13-7-1-15,12-2-31 16,12-4-11-16,2 1-7 15,30-5-1-15,18-5 0 0,16-3 0 16,11 0-5 0,5-17-82-16,6-8-86 0,-1-9-111 15,-2-9-340-15</inkml:trace>
  <inkml:trace contextRef="#ctx0" brushRef="#br1" timeOffset="180078.34">30544 17791 716 0,'0'0'130'0,"0"0"-127"16,0 0 93-16,0 0-36 0,0 0-45 16,0 0 21-16,76-47 16 15,-76 39 8-15,0-1 15 16,-7 2-20-16,-19 1 2 15,-6 3-9-15,-6 3-15 16,-6 0-1-16,3 3-7 16,5 13-8-16,5 4-10 15,10 4-5-15,9 4-1 16,12 1-1-16,0 8-2 16,14-4 2-16,16 1-3 15,4-5 3-15,4-3-7 16,1-2-19-16,0-7-35 0,-3 0 24 15,-6-4 19-15,-8-4-18 16,-11-3 8-16,-10-2 25 16,-1-3 3-16,-10-1 0 15,-15 0 3-15,-8 0-2 16,0 0 1-16,1 0 5 16,3 0-7-16,2 0 0 15,4 0 1-15,7 0-1 16,8 0 0-16,8 0-2 15,0 0 1-15,26 0-1 16,8 0 2-16,11 0 0 16,4 0-15-16,5 0-33 15,-2-11 1-15,2-5 16 16,-5-3 17-16,-9-2 4 16,-11 1 4-16,-10-6 1 15,-10 9 5-15,-8 1 2 16,-1 2 6-1,-3 5 32-15,-19 6 10 0,-6 3-27 16,-5 0 0-16,2 8 0 0,7 10-9 16,10 3-6-16,10 3-2 15,4 1-1-15,7 1-1 16,15-5-1-16,4-3 3 16,7-7-5-16,1-5-1 15,0-3-2-15,2-3 2 16,-3 0-2-16,-2 0 0 15,1-14-7-15,-4-4-16 16,-1-5-2-16,-2-7-4 0,-2-7-9 16,-1-5-23-16,0-8 11 15,-3-7-18-15,0-6 20 16,-4 4 11-16,-5 6 1 16,-8 8 38-16,-2 14 1 15,0 12 48-15,-14 12 57 16,-1 7-60-16,-4 0-10 15,1 16-19-15,-1 18 10 16,1 8 12-16,9 9 1 16,4 1-2-16,5 4-15 0,0 0-2 15,9-6-3 1,11-3-14-16,0-9 1 0,2-7-5 16,3-9 0-1,3-11-2-15,2-8 2 0,1-3 0 16,1-4-3-16,-1-14-35 15,0-11-15-15,-2-4-7 16,-4-5-11-16,-5-5 29 16,-7 3 17-16,-9 9 19 15,-4 11 6-15,0 9 2 16,-3 8 39-16,-9 3 2 16,-3 0-4-16,3 18-8 15,2 8-5-15,6 4 2 16,4-1-9-16,0-1-14 0,3-1-2 15,11-4 1 1,5-1-4-16,1-11 0 16,6-2 0-16,2-9 0 15,3 0-6-15,2-6-11 0,-2-11-23 16,-1-6 8-16,0-4 2 16,0-7-7-16,-2-4 10 15,-1-1 6-15,-4 6 14 16,-9 6 4-16,0 11 3 15,-9 8 0-15,-4 6 8 16,-1 2 7-16,0 0-5 16,0 0-9-16,0 8-1 15,-4 0 2-15,0 1-2 16,4-6-1-16,0 2 1 16,0-2-1-16,0-3-3 0,0 0 3 15,2 0 0-15,3 0 0 16,-1 0 1-16,-4 0 0 15,0 0 1-15,0 0 8 16,-4 0-2-16,-9 10 3 16,-3 3 9-16,1 7 7 15,4 3-2-15,3 3-1 16,6 4 10-16,2-5-11 16,0-3-8-16,10-3-4 15,12-3-6-15,4-6-1 0,6-10-3 16,1 0 0-1,3-5 0-15,3-16-3 0,3-6-13 16,-1-9-13-16,-3-5-8 16,-3-11 8-16,-5-6-4 15,-4-2 0-15,-6-7 8 16,-7 8 1-16,-7 7 23 16,-6 15 1-16,0 15 11 15,-3 13 54-15,-13 9-21 16,-4 2-35-16,-3 21 2 15,-1 16 18-15,5 7 2 16,6 5-5-16,6 1-3 16,5-4-11-1,2-1-8-15,0-9-2 16,5-5 0-16,10-10-2 16,3-8 0-16,4-8 0 0,-1-7 0 15,6 0 0-15,-2-6-21 16,1-15-22-16,-1-9-8 15,-2-5 11-15,-1-6 17 0,-1 1-8 16,-6 6 18-16,-4 10 10 16,-6 11 3-16,-4 7 1 15,-1 6 24-15,0 0 3 16,0 8-23-16,-4 16 11 16,-6 2 24-16,5 2-20 15,4-2-9-15,1-1-7 16,0-4 1-16,0-8-4 15,4-4-1-15,11-6 0 16,0-3 0-16,4 0-1 0,3-6-17 16,1-13 5-16,4-5-14 15,-5-2 10-15,-3 3 12 16,-5 5 4-16,-5 4 1 16,-6 5 0-16,1 7 2 15,-4 2 27-15,0 0 3 16,0 0-21-16,0 1-9 15,0 12 0-15,0 3 10 16,0-1-7-16,2 3 5 16,5-2-4-1,6-5-4-15,3-4-1 16,0-2-1-16,4-5 2 0,-1 0 0 16,-4-2-2-16,4-12 0 15,-4-9-5-15,-3-1 0 16,-9-4 1-16,-3 0 1 15,0 3 3-15,-12 8-1 16,-4 3 1 0,-2 7 0-16,0 6 0 15,2 1 0-15,3 0 0 0,2 1 0 0,6 10 0 16,5 0-1-16,0 2-2 16,0-4 1-16,12 2 4 15,5-3-5 1,3-3 3-16,6-3-10 15,-1-2-20-15,5 0-9 16,0 0 4-16,0-10 8 0,0-1 19 16,-5 0 7-16,-6 3 1 0,-7 0 1 15,-4 4 6-15,-4 1 23 16,-4 3 19-16,1 0-20 16,-1 0-15-16,5 0-13 15,4 0 1-15,0 0 2 16,7 2 1-16,-3 0-2 15,1-2 0-15,-2 0-2 16,-3 0-1-16,-2 0-2 16,-5 0-48-16,-2 0-149 15,-3 0-483-15</inkml:trace>
  <inkml:trace contextRef="#ctx0" brushRef="#br1" timeOffset="180295.36">32046 17475 1004 0,'0'0'55'0,"0"0"-47"0,0 0 42 0,96-16-50 0,-57 16-17 0,3 0-302 0</inkml:trace>
  <inkml:trace contextRef="#ctx0" brushRef="#br1" timeOffset="180963.66">33039 16612 944 0,'0'0'73'16,"0"0"-48"-16,0 0 161 16,0 0-113-16,0 0-41 15,0 0 1-15,31-25-29 16,18 28-3-16,8 3 0 15,6-4 4-15,-2-2-5 0,-3 0 3 16,-3 0 5-16,-13-5-4 16,-9-7 2-16,-11 4 3 15,-10 0 22-15,-8 1 36 16,-2 3 0-16,-2 2-19 16,0 1 5-16,0 1-34 15,0 0-18-15,0 0-1 16,0 20-1-16,0 15 0 15,0 21 1-15,0 16 12 32,0 9 7-32,0 6 3 0,0 9 0 0,9 8-3 15,5-4-6-15,3-2-1 16,1-15-5-16,-3-14-1 16,1-12 1-16,-4-11 5 15,1-12-4-15,-5-14 2 0,-3-11-3 16,-2-4 2-16,-3-5-6 15,0 3 6-15,0 5-1 16,-26 8-8-16,-14 9 2 16,-20 11-2-16,-15 14-4 15,-12 14-72-15,-18 5-183 16,2 9-397-16</inkml:trace>
  <inkml:trace contextRef="#ctx0" brushRef="#br2" timeOffset="213990.21">22237 6481 817 0,'0'0'4'0,"0"0"-3"0,0 0 28 0,0 0 6 0,0 0-6 0,0 0-12 15,0 0 2-15,0 0 9 0,0-8 25 0,-12 8-7 0,-10 0-28 0,-4 0 4 0,-5 0 0 0,-5 0 9 0,0 0 24 0,2 0-35 0,-2 6 4 0,5 1 8 16,-8 2-19-16,-3 1-6 0,-1 0 5 15,6-2-6-15,7 3 5 0,10-4-3 16,4-1-3 0,4 0-1-16,3 0-3 0,2-1-1 15,4 3 0-15,-2-2 2 16,2 1 1-16,-1 2 0 16,1 0-1-16,-1 5-1 15,1 5 2-15,-2 4 7 16,5 2 11-16,-3 4-4 15,0 2 13-15,3 4-23 16,0 2 11-16,0 6-6 16,0 5 1-16,0 10 0 15,-2 7 18-15,-2 5-14 16,-1 2-5-16,1 2 6 0,-5 4-6 16,3 2 0-16,2 4 2 15,-7 6 1-15,2 1 0 16,-1 3-3-16,-1 0-2 15,6 5-2-15,-1 6 2 16,2 6-5-16,4 3 3 16,0 6-3-1,0-2 6-15,0-2-1 0,10-2-3 16,0-2 6-16,2-4-10 16,-2-3 0-16,2 9 0 15,-3 3 1-15,-1 2 0 16,-1 2 0-16,-1-5-4 0,0-3 3 15,0-6 2-15,-1-4-3 16,0-3 1-16,-2-2-3 16,-1 2 6-16,-2 4-4 15,1 1 0-15,-1 3 1 16,2 0-2-16,-1-2 2 16,-1-6-3-16,5-1 6 15,1-5 1-15,4-7-6 16,-1 1 2-16,0-5-2 15,-3 5 0-15,4-1 5 16,-2 2-5-16,-2 0 0 16,-1-3 3-16,-1-1-3 15,-2-2 4-15,2-1-5 0,-4-1 1 16,0-4 0 0,0-2-1-16,0 0 1 15,0 2 0-15,0-2 0 16,0 4-1-1,0 4 2-15,0 5-1 0,0 1-1 16,0-2 2-16,3 1 0 0,4-2-2 16,-1 1 0-1,5-2 0-15,-1-1 1 0,1 0 0 16,2-3 0-16,-1 0 1 16,3 1 1-16,0 6-3 15,-2 3-1-15,2 2 0 16,0-1 1-16,0-2 2 0,2-1-2 15,-3 3 1-15,1-3-1 16,-3-3 2-16,-1-2 1 16,-1-1-2-16,-1-1-1 15,0 3 3-15,0 2-2 16,-3 1 2-16,6 2-2 16,-5-3 2-16,4-6 3 15,1-2 4-15,-3-1-8 16,3 1 4-16,1-4 1 15,-2 0 2-15,0-3-5 16,0-1-3-16,-1 1 3 16,-1-1 0-16,-1 4-2 0,-2 1 2 15,-2 3-2 1,2-4 2-16,-3-2-2 0,0-1 1 16,1 0-3-16,-1-3 1 15,-1 3 4-15,-1-7-4 16,2-1 0-16,-1-2 3 15,6 1-1-15,-4-1-2 16,2-2 0-16,-5-4 1 16,4 2-1-16,-4 0 0 15,4 4 0-15,-5 1 1 16,4-2-2-16,-1-9 1 16,0-5-1-16,0-2 1 15,1-3-1-15,-2 3 2 16,0-6-1-16,-1 1-1 0,1-1 0 15,-1-6 0-15,-1-1 1 16,5-2-1-16,-1-5 0 16,2-6 1-16,1 1-1 15,-1-4 0-15,-1-2 0 16,-4-2 1-16,4-1-1 16,0-1 0-16,-4 0 0 15,2-2 1-15,1 0-1 16,-4-4 0-16,2-1 4 15,-2 0-4-15,0-3-3 16,0 0 3-16,0 0 4 16,0 0-2-16,0 0-1 15,1 0 2-15,-1 0-1 0,2 0-1 16,-2 0 0 0,0 0 0-16,0 0 1 15,3 0-2-15,1 0 0 0,7 0 0 16,8 0 3-16,11 0-3 15,12 0 0-15,11 6-2 16,13 1 4-16,11 4-4 16,9 4 2-16,3 1 0 15,4 4 4-15,8 2-3 16,-1 2-1-16,2 0 1 0,-4-1-3 16,-7-3-1-1,-10-4 2-15,-13 1 1 16,-14-7-4-16,-15 0 4 15,-17-4 0-15,-13-2 0 0,-6-4 0 16,-1 0-3-16,-2 0 3 16,0 0 0-16,0 0-1 15,0 0-7-15,0 0-40 16,1-14-41-16,11-19-58 16,9-14-234-16,9-17-119 15</inkml:trace>
  <inkml:trace contextRef="#ctx0" brushRef="#br2" timeOffset="-211562.31">32530 6611 671 0,'0'0'20'0,"0"0"105"0,0 0-14 0,0 0-47 0,0 0 18 0,0 0-13 16,0 0-29-16,-12-20-11 15,21 17 0-15,16-1 2 16,13 1-8-16,9 0-13 16,8 0-2-16,4 2-5 15,4 1-1-15,-4 0 1 16,-8 0-3-16,-8 0 0 16,-14 0 0-16,-10 0 0 15,-9 0 0-15,-1 0 0 16,-1 0 1-16,-2 0-1 15,0 0 11-15,-3 0-7 16,2 4-1-16,-2-1-1 0,0 4-1 16,2 2 3-16,-2 5-2 15,-2 2-2-15,-1 1 1 16,0 6 4-16,0 7-2 16,0 4 5-16,0 2 18 15,0 6-1-15,2 2-8 16,1 0 0-16,0 7 3 15,-3 4-2-15,0 3 7 16,0 1-8-16,0-2-2 16,0-4-6-16,-6 2 2 15,-3 1 0-15,-1 0 1 16,-2 0-1-16,1 1 1 16,-1-2-2-16,2 2 5 0,1-3-4 15,0 0-8-15,3-2 11 16,1 0-5-16,-1-1-7 15,5-4 3-15,-1-3-5 16,-1-2 3-16,0 0-3 16,-1-2 0-16,1-2 0 15,0-4 0-15,0-3 4 16,-1-3-4-16,-1-3 0 16,1-2 1-16,-1-2-2 15,-2 1 1-15,2-3-1 16,1 1 0-16,-2 1 1 0,1 1 0 15,1 2 0 1,0-1-2-16,2 7 2 0,1-1 0 16,-1 2 1-16,1 2 0 15,-1-1-1-15,0 0 0 16,2 4 1-16,0-1-1 16,0 2 0-16,0-2 0 15,0 1 0-15,0 0 1 16,0 1-1-16,0-1 0 15,0 0 1-15,0-1-1 16,0 0-2-16,2 1 2 16,1-3 1-16,-1 0-1 15,-1 4-1-15,1-1 0 16,-2 1 1-16,0 1 2 16,0 0-2-16,4 0 0 0,-3-1-1 15,1 0 1-15,1 0 0 16,0 0 0-16,0 3 1 15,1-1 1-15,1 4-2 16,-1-1 1-16,2 1-1 16,0 1 2-16,-1 2-2 15,1-4 1-15,-2 3 0 16,1 2-1-16,2-3 2 16,-3 1 1-16,-1 5-3 15,5 0 0-15,-3 3 0 16,2 0 3-16,0 6 4 15,1 0-5-15,-2 6 4 0,4 2-5 16,-2 0 4-16,-1-2-2 16,2 3 0-16,0 3-2 15,-2 0 2-15,1 0 3 16,0 2-1-16,0-4-3 16,0 1 2-16,-1-1-1 15,1 2 3-15,-1 0-6 16,-1 1 5-16,0 3-4 15,0 1 3-15,2 3-1 16,2-2-3-16,0-3-1 16,1-2 1-16,-1-1 3 15,-2-1-3-15,1-2 0 16,-2-4 0-16,-1-1 1 16,-1-3-1-16,-5-2-2 0,1 1 2 15,-1-1 1-15,0-2-1 16,0 1 1-16,0 0-1 15,0 4 1-15,0 1-1 16,0-1-2-16,2-2 1 16,1-3 1-16,-2-2-1 15,2 2 3-15,2 1-2 16,5-1 0-16,-1-1-1 16,-1-1 1-16,-4-3-2 15,-2 2 2-15,-2-2 1 16,0 1 0-16,0-2-1 0,2 6 0 15,3-4 0-15,-2 2 0 16,1-1 2-16,5 6-2 16,-3 1-1-16,6 3 1 15,-3 0 0-15,-3-4 1 16,0 2-1-16,1-2 0 16,1 2 0-16,-4 1-1 15,4 0 0-15,-2-3 1 16,-3 2 0-16,0-4 1 15,0 0-2-15,0-1 2 16,1 1-2-16,1-3-1 16,1 3 2-16,1-2 0 15,-1 2 3-15,3 2-2 16,3 3-2-16,0-2 0 0,-1-1 1 16,0-3 0-16,0-2 1 15,-2 3-2-15,2-4 2 16,-3 0-2-16,-2-2 2 15,0-1 1-15,-3-3-2 16,-3 0-1-16,2-2 1 16,-2 2 1-16,0-1-1 15,0 3-3-15,0-4 3 16,0 3 0-16,0-2 2 16,0 2-2-16,0-1 0 15,0 2-1-15,0 0 1 16,0 0 2-16,0-1-1 15,0-4-1-15,0-1 0 16,0-3 0-16,0-1 0 0,0 2 0 16,0-2 0-1,0 1 0-15,0-2 0 0,0-3 0 16,0-1 0-16,0 0 1 16,0-2-1-16,0 0 0 15,0-1 0-15,0-1 1 16,0-1-2-16,0 1 1 15,0 0 0-15,0 0-1 16,0 1 2-16,0 1 0 16,0 0-1-16,0-1 0 15,0-1 1-15,-2 1-1 16,-1 1 0-16,2 3 2 16,-1 2-1-16,2-3-1 15,0 1 0-15,0-1 1 16,-3-2-1-16,2-1 1 15,-2 0 1-15,1 0-2 0,2-2 4 16,-1-1-3-16,1 0 0 16,0 0 1-16,0 2-2 15,0-1 0-15,0 0 4 16,0 2-3-16,0-3 1 16,0-3-1-16,0-1 3 15,0-2-2-15,0 0-1 16,0-5 1-16,1 0 1 0,-1-3-1 15,0-2-1-15,0-1 0 16,0-2 1-16,0 1-2 16,0-3 4-16,0-1-1 15,0 0-2-15,0-2-1 16,0-1 0-16,0 0-1 16,0-1 1-16,0-1 2 15,0-1-2-15,0 0-1 16,0 0 1-16,0 0 0 15,0 0 0-15,0 0 0 16,0 4 0-16,0-4 0 16,0 3 2-16,0 7-1 15,0-3 0-15,0 0-1 16,0 2 0-16,0 2-2 16,0 4 2-16,0 3 3 15,0 4-3-15,0 1-1 16,0 1 1-16,0 3 0 15,0 1 2-15,0 2-2 0,0-3 0 16,0 4 0-16,0-3 2 16,0 3-1-16,0 1 0 15,0 1 0-15,0-7 1 16,-3 7 1-16,0 0-1 16,0-2 0-16,-1 1-1 15,1-8 1-15,0-1 0 16,3 2-1-16,-2-1 0 15,-2-2 0-15,2-1 2 0,-2-4-3 16,2-4 0-16,2 0 4 16,0-2-4-16,0-3-2 15,0-4 2-15,-1 0-1 16,-1-1 1-16,1-3 1 16,1 0 1-16,0 0-2 15,0 0 2-15,0 0-1 16,-2 0-1-16,2 0 0 15,0 0 0-15,-1 0 1 16,1 0-2-16,0 0 2 16,0 0-1-16,-2 0 0 15,0 0 1-15,0 0 2 0,1 0 0 16,-2 0-2 0,-7 0 0-16,-3 0 0 15,-12 6 3-15,-14 0 0 16,-6 2 1-16,-16-4 0 15,-15 2-5-15,-6-1 0 16,-6 1 0-16,3-1-1 0,7-1 1 16,4 2 1-16,8-2 1 15,8 2-2 1,10 1 4-16,6-1-3 16,10 1 1-16,10-7-1 0,8 3 0 15,6-3 1-15,7 0 1 16,1 0 2-16,0 0 8 15,0 0 18-15,0 0-2 0,0 0 0 16,0 0-11 0,4 0-8-16,1-3-10 0,-2 0 0 15,-3 3 0 1,1 0 0-16,-1-1 0 0,0 1 0 16,0-1 0-1,0-1 0-15,0 2 0 16,0-2 0-16,0 2 0 0,0-4 0 15,-1 3 0-15,1-2 0 16,-2 3 0-16,1 0 0 16,1 0 0-16,-2 0 0 15,2 0 0-15,-1-3 0 16,1 1 0-16,0 1 0 0,-2 0 0 16,2-1 0-16,0 1 0 15,0-2 0-15,0 3 0 16,0-3 0-16,0-8 0 15,0-11 0-15,24-14-81 16,27-17-89-16,29-22-217 16,22-25-483-16</inkml:trace>
  <inkml:trace contextRef="#ctx0" brushRef="#br2" timeOffset="-209980.55">23948 6792 863 0,'0'0'23'0,"0"0"109"0,0 0 37 0,0 0-121 16,0 0-26-16,0 0 50 0,0 0 4 0,-15-79 4 0,-1 56-16 0,-4-6-7 15,-2-4-2-15,1-6 6 16,0-8-35-16,2-6-12 16,4-2 7-16,6-4-13 15,8 6-2 1,1 6-2-16,0 12 0 0,10 8-4 16,7 6 0-16,5 5-2 15,5 5-1-15,7 5-1 16,3 6 1-16,5 0-1 15,0 0 1-15,-2 16 3 16,-4 6-4-16,-3 5-1 16,-8 4 1-16,-6 3 2 15,-8 0 0 1,-9-1 2-16,-2-1-5 16,0-1 5-16,-25 0 0 15,-7-2 2-15,-8 1 0 0,-8-3-2 0,-5 5 3 16,-5 3-3-16,0 1 5 15,6 1-1-15,10-2 4 16,12 1-2-16,17 1-6 16,13-5 1-16,4-3-1 15,32-4-2-15,16-5 1 16,15-6 1-16,13-9 0 16,5-5 0-16,-6-3 1 0,-9-15 0 15,-14-9 1-15,-12 0-1 16,-16-10 3-16,-12-4 6 15,-14-4-7-15,-2 0 6 16,-13 6 6-16,-16 3 2 16,0 9-1-1,-7 7-12-15,4 7-4 0,3 7-3 16,7 6-5-16,6 0-19 16,9 0-141-16,7 9-200 15,0-7-153 1</inkml:trace>
  <inkml:trace contextRef="#ctx0" brushRef="#br2" timeOffset="-209554.05">24693 6230 1069 0,'0'0'122'0,"0"0"-119"0,0 0 187 0,0 0-112 0,-87-6-73 0,62 41 8 16,-5 4 13-16,2 5 8 0,5 3 4 16,5 0-9-16,11 1-16 15,7 0 14-15,7-2-25 16,23-2 1-16,12-5-2 16,7-8-1-16,3-8 0 15,-1-13 1-15,-5-10-1 16,-2 0 3-16,-4-22 1 15,-4-11 5-15,-5-9-2 16,-8-8 2-16,-6-7 45 0,-9-8-31 16,-8-2-11-16,0 2 8 15,-12 8-9-15,-15 10 6 16,-6 12-3-16,-10 13-3 16,-3 12-8-16,-6 10-3 15,-5 6-1-15,6 20-2 16,2 11-4-16,8 5 0 15,12 1-12-15,12 1-81 16,16-3-76-16,1-5-82 0,21-10-46 16,19-11-300-1</inkml:trace>
  <inkml:trace contextRef="#ctx0" brushRef="#br2" timeOffset="-208519.68">25390 5956 1081 0,'0'0'38'0,"0"0"93"16,0 0 41-16,0 0-107 0,-100-51-48 0,76 74-13 0,-2 6-1 0,1 8 3 0,6 0 5 0,6-3-8 0,6-2 3 0,7-1-5 0,0 0 1 15,12-6-1 1,9-6 0-16,4-5 3 0,4-7-4 16,2-7 1-16,-1 0 1 15,-2-10 4-15,-9-6-4 16,-5-3 5-16,-8-1-4 16,-3 0 4-16,-3 4-5 15,0 6 1-15,0 1 3 16,-16 2 6-16,-4 2 23 15,-4 5-30-15,-7 0-1 0,-1 5-1 16,1 8 3 0,9 2 0-16,0 2 2 15,11 0-7-15,5-1-1 16,3 0 0-16,3-5-6 0,3-3 2 16,14-4 4-16,9-4 2 15,10 0 5 1,12-16-5-16,1-13-1 15,8-8 0-15,3-6 4 0,-1-4-5 16,-4-3 2-16,-7 1 1 16,0 7 4-16,-17 11-5 15,-4 8 1-15,-13 11 4 16,-7 3 19-16,-3 8 1 16,-2 1-14-16,-2 1-13 15,0 27-11-15,-3 12 11 16,-17 13 3-16,-8 1 8 0,-6 6 3 15,-7 6 5-15,-6 4-10 16,3 4 2-16,0-1-5 16,5-4-6-16,6-5 5 15,5-5-2-15,7-10-3 16,7-7 0-16,8-12 0 16,6-9 0-16,0-7 0 15,0-6-1-15,20-8 1 16,13 0 3-16,16-14 2 15,11-12-3-15,4-11 1 16,3-4-3-16,-3-2 0 16,-7 2-1-16,-15 4-1 15,-11 8 2-15,-15 7 3 0,-8 9-2 16,-5 7 1-16,-3 3 7 16,0 3 9-16,0 0-7 15,-14 11-11-15,-11 14 1 16,-3 10 2-16,-1 3-2 15,7 1-1-15,7 3 0 16,6-3 1-16,9 0-1 16,0-5-1-16,12-7 1 15,13-10-1-15,7-4 0 16,4-10 1-16,4-3 1 16,0-6 0-16,0-16 0 15,-5-8 1-15,-5-5 1 0,-8-1-1 16,-10-1 7-16,-12 0 5 15,0 9 15-15,-15 1-15 16,-14 4-9-16,-3 7 0 16,-7 5-5-16,3 11-5 15,0 0-13-15,2 10-107 16,6 11-237-16,2 4-409 16</inkml:trace>
  <inkml:trace contextRef="#ctx0" brushRef="#br1" timeOffset="-129187.69">23108 17179 706 0,'0'0'14'0,"0"0"-14"0,0 0 90 0,0 0-34 0,0 0-44 0,0 0-4 0,-6 0 6 0,-14 4 25 0,-9 5 14 0,-5-2-7 15,-11 2-8-15,-18 2-8 0,-22 1 5 0,-18 5 10 0,-18-2-21 0,-10 2-1 0,-4-3-11 16,-4-3-1-16,0-5-5 15,5-3 5-15,-3-3-2 16,7 0-7-16,7 0 3 16,14 0 1-16,15-4-1 15,20 4-2-15,19 0-3 16,14 0 0-16,13 0 5 16,14 0-4-16,7 0-1 15,4 0 0-15,3 0 0 16,0 0 5-16,0 0-2 15,0 0-3-15,0 0 2 16,0 0-1-16,0 0-1 16,0-5 2-16,0-2-2 15,0-8-5-15,13-1-1 0,3-3 6 16,4 0-2-16,1-4-5 16,3 5 5-16,-5 4 1 15,-8 5 1-15,-1 2 0 16,-7 3 0-16,-3 2 3 15,0-1 4-15,0 3-2 16,0 0 0-16,-13 0-5 16,-11 0-3-16,-6 6 3 15,3 7-1-15,7 2 2 16,6 0 2-16,5-2-2 16,8 5 2-16,1 2-3 15,0 4 12-15,7 1 0 16,11 6-1-16,6-5-8 0,6 2 0 15,5-5-3-15,11 1-2 16,6-3-21-16,6-2-174 16,0-8-214-16</inkml:trace>
  <inkml:trace contextRef="#ctx0" brushRef="#br1" timeOffset="-124048.84">16201 16718 252 0,'0'0'275'0,"0"0"-238"0,0 0 66 0,0 0 16 0,0 0-47 0,0 0-25 16,0-22-9-16,0 22-24 0,0 10-12 15,0 8 1-15,0 10 21 16,0 5 14-16,-10 3-6 15,0 1 0-15,0 3-16 16,-1-5-13-16,1-1 1 16,4-4-4-1,1-9 0-15,2-5 0 0,2-6 0 16,-1-4 0-16,2-4-3 16,0-2 3-16,0 0-2 15,0 0 2-15,0-6 3 16,2-16 5-16,7-9-8 15,6-8 0-15,-3-7 0 0,0-6 0 16,3-3 3-16,0 2-1 16,-2 4-2-16,-3 11 2 15,-2 11 1-15,-2 11 11 16,-5 8 5-16,1 4 23 16,-2 4-12-16,0 0-30 15,6 14-5-15,0 13 2 16,0 5 3-16,2 6 1 15,2-1 1-15,0-2 0 16,3-6-1-16,1-2-1 16,1-7 2-16,-2-6-2 15,1-8 2-15,4-4 0 16,1-2 1-16,2-6 8 0,4-13-1 16,4-10-5-16,0-11 1 15,1-5-4-15,-1-5 0 16,-1-5-2-16,-1 6 1 15,-6 9-1-15,-5 10 0 16,-5 14 0-16,-8 10 6 16,-3 6 20-16,0 4-24 15,0 25 1-15,0 13-3 16,-6 12 17-16,-7 5-8 16,-3 2 1-16,1 0-5 15,2 0-3-15,4-8-1 16,6-5-1-16,3-9 0 15,0-8-2-15,0-9-2 16,7-7-18-16,13-9-75 0,5-6-85 16,6 0-47-16,5-21-328 15</inkml:trace>
  <inkml:trace contextRef="#ctx0" brushRef="#br1" timeOffset="-123626.01">17069 16699 735 0,'0'0'11'16,"0"0"88"-16,0 0 21 0,0 0-49 0,0 0-6 0,0 0 17 0,0-58-33 0,0 58-9 0,0 0-27 0,0 8-13 16,0 20 3-16,-12 13 3 15,-3 8 38-15,-1-1-27 16,-4-1 3-16,4 0-3 16,2-6-8-16,8-1-5 15,6-10-1-15,0-6-1 16,13-8 0-16,12-4 7 15,11-8 14-15,11-4 15 0,13 0-15 16,4-9-13-16,-1-2-9 16,-8 3-1-16,-10 2-2 15,-14 4-6-15,-7 2-28 16,-6 0-139-16,-8 14-70 16,-4 2-145-16</inkml:trace>
  <inkml:trace contextRef="#ctx0" brushRef="#br1" timeOffset="-121923.75">17021 16148 610 0,'0'0'1'0,"-124"-43"27"0,47 25 48 0,-3 5-26 0,-6 3 7 16,-3 4-28-16,-6 3-11 0,-9 3 19 0,-5 0 10 0,-9 19-8 0,-5 13 12 0,-1 16-10 16,3 17 3-16,9 14-11 15,14 13-18-15,18 6-4 16,16 7-1-16,15 4-3 15,16-2-2-15,12-3 0 16,17-8-3-16,4-3 4 0,24-3-2 16,19 1-1-16,21-5 1 15,23-7 2-15,24-11 5 16,25-16 1-16,23-15-5 16,14-13-1-16,4-19-1 15,-1-5 9-15,-3-25-9 16,-3-19 7-16,-6-16-2 15,-4-22-2-15,-3-23 0 16,-11-15 1-16,-18-18-6 16,-22-10 6-16,-30-13-4 15,-32-6 2-15,-34 0 5 16,-16 10-5-16,-49 21-3 16,-30 18 4-16,-30 26-8 15,-19 21-1-15,-13 19-2 0,-9 23 4 16,-1 22-3-16,5 8 2 15,7 36-3-15,22 19-8 16,30 18-26-16,33 20-137 16,39 10-104-16,21-1-341 15</inkml:trace>
  <inkml:trace contextRef="#ctx0" brushRef="#br1" timeOffset="-121388.77">18045 16981 912 0,'0'0'8'0,"0"0"17"0,0 0 110 0,0 0-75 0,0 0-46 0,0 0-12 0,128-20 0 0,-67 20-2 0,2 0 0 0,-10 0-7 15,-9 0 1-15,-8 6-57 16,-8-2-138-16,-4-4-90 16</inkml:trace>
  <inkml:trace contextRef="#ctx0" brushRef="#br1" timeOffset="-121171.63">18430 16867 169 0,'0'0'649'16,"0"0"-630"-16,0 0 64 15,0 0 53-15,0 0-112 16,0 0-13-16,-32-16-10 16,32 36 0-16,2 8 13 0,6 3-8 15,-3 3 0-15,0-1-3 16,-5-3-1-16,0-1-2 15,0-2-2-15,-8-4-2 16,-7-4-27-16,6-5-88 16,2-4-89-16,4-7-205 15</inkml:trace>
  <inkml:trace contextRef="#ctx0" brushRef="#br1" timeOffset="-120893.71">18688 16771 845 0,'0'0'67'15,"0"0"-61"-15,0 0 159 16,0 0-103-16,0 0-51 0,0 0-11 16,104-37 0-16,-62 37 0 15,-3 0-1-15,-8 6-2 16,-9 0-9-16,-10-3-142 15,-10 0-97-15,-2-3-282 16</inkml:trace>
  <inkml:trace contextRef="#ctx0" brushRef="#br1" timeOffset="-120790.8">18778 16779 532 0,'0'0'27'0,"0"0"1"15,0 0 105-15,-37 89-61 16,37-56-16-16,0 0-25 15,0 3-13-15,0-2-12 16,0-2-3-16,0-2-3 16,0-4-2-16,0-5-39 15,8-5-233-15</inkml:trace>
  <inkml:trace contextRef="#ctx0" brushRef="#br1" timeOffset="-120375.11">18869 16968 598 0,'0'0'264'15,"0"0"-252"-15,0 0 118 16,0 0-37-16,0 0-53 16,93-50 1-16,-69 55-21 15,-2 14-5-15,-5 9-1 16,-7 4-7-1,-7 6-3-15,-3 1-2 0,0-1-2 16,0-1-2 0,-7-7 2-16,1-2 0 0,-3-6-2 15,8-8-5-15,-4-7-2 16,5-4-23-16,-5-3 24 16,2 0 8-16,-3-17 8 0,0-6-6 15,2-3 0-15,3 2 7 16,1-1-3-16,0 1 7 15,1 0-1-15,17 1 0 16,3 1-1-16,4 3-4 16,1 5-6-16,1 3-1 15,-4 3-1-15,1 7 0 16,-6 1-3-16,-2 0-4 16,-3 0-69-16,1 0-182 15,-3 9-251-15</inkml:trace>
  <inkml:trace contextRef="#ctx0" brushRef="#br1" timeOffset="-119348.38">19444 17154 263 0,'0'0'440'0,"0"0"-436"0,0 0 142 0,0 0-67 0,0 0-47 0,0 0-3 0,70-80 4 16,-70 60-16-16,0 2 0 0,-2 2 5 0,-15 5-6 0,-7 4-7 15,-4 6-5-15,-2 1-3 16,-4 5 0-16,2 12-1 15,4 8-1-15,10-1 1 16,1 6 0-16,11-1-1 16,6-1-4-16,0-4 1 15,10-5 2-15,13-4 0 16,7-8 2-16,6-7-4 16,1 0-9-16,2-9-8 15,-5-11-4-15,-4-3 8 0,-5-7 12 16,-3 0 2-1,-8-1 3-15,-6 6 1 16,-5 9 7-16,-3 7 9 16,0 7 60-16,0 2-38 15,-12 1-36 1,-8 19 1-16,1 7-2 16,6 5 3-16,11 1-1 0,2 1-2 0,2-2-1 15,21-1 2-15,7-3-1 16,6-7 0-16,1-8-2 15,5-8 5-15,1-5-2 16,1 0-1-16,-3-16 0 16,-3-9 0-16,-5-3-1 15,-7-4-1-15,-4-1 5 16,-9 3-4-16,-7 3-1 16,-5 10 7-16,-1 6 0 15,0 11 28-15,0 0-15 0,-3 0-20 16,-6 18-6-16,-5 6 5 15,3 7-1-15,5-3 2 16,6 2-1-16,0-3-1 16,0-5 2-16,10-6 0 15,8-5 0-15,5-7 1 16,2-4 1-16,5 0 3 16,3-11-2-16,1-13 0 15,1 0-2-15,0-3-1 16,-8 3 0-16,-4 6 4 15,-6 4-2-15,-9 10-1 0,-4 0 0 16,-4 4 3-16,0 0-4 16,0 0-5-16,0 0-3 15,0 1 7-15,0 6-1 16,0-3 2-16,0-2 0 16,0 2 0-16,0-3 0 15,6 0 2-15,8-1 4 16,5 0 1-16,5-1-2 15,6-7-2-15,-3 1-2 16,-8 0 0-16,-9 4-1 16,-3 3 0-16,-6 0 0 15,-1 3-3-15,3 14 3 16,0 4 4-16,1 1-3 16,-2 2 0-16,4-11 0 0,-2 0-1 15,2-6 0 1,-3-7-19-16,2 0-184 0,-5-14-184 15</inkml:trace>
  <inkml:trace contextRef="#ctx0" brushRef="#br1" timeOffset="-119031.04">20083 16696 691 0,'0'0'13'0,"0"0"-12"0,0 0 107 0,0 0-67 16,-48 83 0-16,58-61-6 0,17-2-16 0,4-5-14 15,1-7 0-15,5-4-5 16,-4-4 1-16,-3-6 0 16,-5-20 4-16,-13-11-3 15,-7-5 0-15,-5-3 0 16,-8 5 0-16,-17 9 3 15,-9 16-5-15,-11 15 0 16,-8 6-7-16,-5 34 4 16,2 17-4-16,2 13-109 15,2 13-254-15</inkml:trace>
  <inkml:trace contextRef="#ctx0" brushRef="#br1" timeOffset="-118077.84">19058 17917 749 0,'0'0'51'0,"0"0"78"15,0 0 49-15,0 0-37 16,0 0-39-16,0 0-52 16,4-58-20-1,-8 71-23-15,-16 13 6 16,-2 7 21-16,1 3-19 16,0 1-8-16,4-10-3 0,6 3-4 15,5-11 1-15,4-6-1 16,2-2-1-16,0-5-2 15,8-6 3-15,17 0 0 16,9-24 3-16,11-10-3 16,-3-8-5-16,-2-6-5 15,-4 1-7-15,-7 11 9 16,-13 6 8-16,-7 12 2 16,-9 13 2-16,0 5 4 0,0 0-6 15,-3 17-2 1,-9 14 0-16,-3 7 6 0,10-1-1 15,4-2-4-15,1-2-1 16,0-7 1-16,9-5-1 16,9-5-1-16,5-10 1 15,3-6 0-15,13 0 0 16,1-14-1-16,2-15-20 16,-1-6-39-16,-5-5-11 15,-6 3 2-15,-12 8 41 0,-7 13 20 16,-11 9 8-1,0 7 10-15,-14 0 12 0,-11 18-3 16,-1 11 26 0,3 7-7-16,9 2-24 15,11 3-2-15,3-2-7 16,0-3 0-16,17-5-3 16,6-8-2-16,7-7-2 0,6-6 1 15,3-10 0-15,1 0-20 16,-3-20-38-16,-2-11 0 15,-4-4 0-15,-6-2 19 16,-11 7 29-16,-3 11 11 16,-11 9 4-16,0 6 33 15,-2 4 25 1,-13 0-34-16,-3 7-9 0,3 11 2 16,3 3-2-16,9 3-14 15,3 0-5-15,0 2 5 0,10-5-5 16,9-3-1-1,4-6 1-15,4-7 0 16,3-2 0-16,0-3 1 0,-3-3 2 16,-3-18-3-16,-8-7 1 15,-2-5 2 1,-13-1-2-16,-1 1 1 16,0 6-1-1,-15 5 3-15,-7 8-4 16,-2 4 0-16,3 10 0 0,2 0-4 0,5 4-37 15,7 15-99-15,7 5-80 16,0 2-108-16</inkml:trace>
  <inkml:trace contextRef="#ctx0" brushRef="#br1" timeOffset="-116985.95">20321 18029 543 0,'0'0'289'0,"0"0"-268"0,0 0 171 0,-89-67-86 0,54 63-45 0,3 4-4 0,2 0-32 0,7 4-15 16,4 13-2 0,6 2-5-16,8 0-1 0,2 1-2 15,3-1-2-15,0-2 0 16,6 0-1-16,8-1 3 15,-1 1-1-15,2-1-1 16,-2 0-6-16,-4-2 2 16,-1-2 1-16,-4-4 0 15,0-4-1-15,-2-1 1 16,-1-3 4-16,3 0 1 16,3 0 0-16,1 0 2 15,6 0-2-15,2-7 2 16,1-5-2-16,4-6 0 15,3-4-5-15,6-9-34 16,0-13-20-16,3-12 3 16,-3-11-10-16,-4-10 11 0,-6 1 34 15,-10 7 21 1,-10 16 2-16,0 19 44 0,-4 16 69 16,-16 12-55-16,-1 6-15 15,-7 12-17-15,0 24-6 16,4 14 1-16,8 7 8 15,11 5-13-15,5 1-3 16,0-1 4-16,2 0-5 16,12-2-7-16,1-3-3 15,6-7-1 1,0-7-2-16,2-7-1 0,2-7 0 16,2-13 0-16,-2-3 2 15,5-11-2-15,0-2 0 16,-1-4 1-16,3-13-1 15,-4-9-1-15,2-6 1 16,-5-6-8-16,-7-2 4 16,-2 1 1-16,-8 9 0 15,-5 7 3-15,-3 7-2 0,0 6 2 16,0 3 0 0,0 4 1-16,0 2 1 0,0 1-2 15,0 0 0-15,0 0-1 16,0 0-2-1,0 0-2-15,0 0 2 16,0 0 2-16,0 0 0 16,0 0 1-16,0 0 0 0,0 0 0 15,0 0 3-15,0 0 1 0,0-1 1 16,0-3-2-16,0 0 0 16,0 0-3-16,0 1 1 15,-3-3-1-15,2-2 0 16,-2 0 0-16,-1-7 0 15,1-4 0-15,-1 2 1 16,0-5-1-16,-1 5 1 16,-1 4 0-16,2 7-1 15,2 3 5-15,-2 3 12 16,-3 0-6-16,-6 12-11 16,1 19 0-16,-2 8 6 15,6 7 2-15,8 1-6 16,0-1 14-16,12 4 2 15,15-5-7-15,6-5-1 0,3-7-9 16,2-7 1-16,-3-7 0 16,-1-7-2-16,-4-7-2 15,-7-5 0-15,-4 0-16 16,0-9-83-16,-4-8-13 16,0-1-58-16,-8 0-74 15,-4 4-86-15</inkml:trace>
  <inkml:trace contextRef="#ctx0" brushRef="#br1" timeOffset="-116549.1">20951 18189 138 0,'0'0'386'0,"0"0"-307"0,0 0 53 16,0 0-8-16,0 0-61 0,46-79-14 0,-37 46 5 0,0-3-11 0,-2-10-18 0,-2-4-7 0,1-8-9 15,0-6 12-15,-1-3-3 16,-4 0-7-16,-1 12 7 15,0 12-2-15,0 17 0 16,-1 13 23-16,-7 12-7 16,-1 1-10-16,-7 10-21 15,-3 21-1-15,0 13 6 16,4 11 12-16,3 10 2 16,12 2 1-16,0 4 18 15,10-1 8-15,13 3-26 16,4-6-17-16,0-6-4 0,0-14 0 15,-5-12-2 1,-7-13-21-16,-6-6-149 0,-6-14-150 16,-3-2-372-16</inkml:trace>
  <inkml:trace contextRef="#ctx0" brushRef="#br1" timeOffset="-115276.8">15277 15929 760 0,'0'0'38'0,"0"0"-26"0,0 0 18 0,0 0 33 0,0 0-12 16,0 0 3-16,0 4 46 0,0-4 48 0,-4-16-43 0,-14-11-60 0,-9-11 33 0,-12-12-16 0,-19-16-6 0,-9-11-21 15,-20-16-9-15,-8-11 36 16,-7-14-36-16,1-14-17 16,-1-9 6-16,13-3-5 15,10 3 8-15,16 13-6 16,24 18-8-16,15 20 14 16,18 21-13-16,6 20-5 15,0 13 0-15,3 12 0 0,8 8-4 16,-2 1-1-16,-2 7 0 15,-5 6 0-15,-2-3-8 16,0 4 2-16,0-3 5 16,0 3-5-16,0 1-5 15,-9 0 1-15,-9 6 11 16,-11 16 1-16,-5 6 1 16,-2 4 2-16,-5 4 0 15,2-2-2-15,3 0 1 16,5-7 1-16,8-9-2 15,10-8 1-15,7-5-9 0,6-5-17 16,0 0 2 0,9-3 15-16,19-22 3 0,11-11 5 15,4-9 4-15,0-10-1 16,1-6-1-16,-4-5 0 16,-1 10 5-16,-11 13-3 15,-10 19-1 1,-9 16 1-16,-3 8-2 0,0 0-3 15,8 14-14 1,8 15 17-16,12 5 1 16,8 0 0-16,9-7-2 0,7-7-3 15,2-8-26-15,1-12-238 16,-8 0-68-16,-8-26-386 16</inkml:trace>
  <inkml:trace contextRef="#ctx0" brushRef="#br1" timeOffset="-114675.68">12471 13016 468 0,'0'0'324'0,"0"0"-322"0,0 0 27 0,0 0 97 0,0 0-23 0,0 0-64 0,-48-29-33 15,88 21 0-15,14-5 8 16,9-2-2-16,4 1-1 16,-3 1-2-16,-2 3-7 15,-9 2-2-15,-7 0-1 0,-13 3-2 16,-11 2-9-1,-13 2-20-15,-6 1-72 16,-3-2 54-16,0 2 7 16,-13 0 34-16,-7 0 8 15,0 0 1-15,1 0 1 0,0 13 24 16,3 8 24-16,2 11 17 16,2 11-17-16,-1 13 16 46,1 7-2-46,4 3-14 0,1 0-16 0,1-2-24 0,6-5-9 16,0-4 0-16,0-8-2 0,0-7-2 16,0-7-33-16,10-10-158 15,1-11-204-15</inkml:trace>
  <inkml:trace contextRef="#ctx0" brushRef="#br1" timeOffset="-114064.79">12968 13258 1053 0,'0'0'12'0,"0"0"83"0,0 0 11 15,0 0-94 1,83-69-3-16,-35 54-5 16,1 3-3-16,-7 0-1 0,-8-1-4 15,-8-2 4 1,-13 1-6-16,-10-1 1 0,-3 3-16 15,0 4-19-15,-16 7 2 16,-8 1 31-16,-6 9 6 16,1 19 1-16,-2 7-1 15,4 6 1-15,6 2 0 16,11 0 1-16,4-5-1 16,6-6-1-16,4-7 1 15,14-5 0-15,8-9 1 16,2-10-1-16,5-1 0 15,3-5 1-15,-2-18 2 0,-3-8-2 16,-4-8 2-16,-6-8-5 16,-7-4 5-1,-6-1-4-15,-5 7 3 0,-3 12 2 16,0 14-1-16,0 9 1 16,0 8 5-16,2 2-9 15,10 11-5-15,7 10-1 16,8 12 6-16,4 2-1 15,2 1 1-15,1-4 0 16,-4-1 0-16,-6-6-1 16,-12-5 1-16,-12-5-2 15,0-6 2-15,-30-2 0 16,-7-2 4-16,-6-4-1 16,6-1-1-16,4 0-1 15,9 0 2-15,10 0 1 16,8 0-4-16,6 0-4 15,0 0-20-15,18 0-62 16,14 0-34-16,12-7-83 16,4-11-124-16</inkml:trace>
  <inkml:trace contextRef="#ctx0" brushRef="#br1" timeOffset="-113864.84">13831 12872 563 0,'0'0'147'0,"0"0"-16"0,0 0 41 0,0 0-38 0,0 0-71 0,0 0-62 0,-62 6 13 0,60 43 2 16,2 2-11-16,0 4-1 15,14-3-4-15,-1 0 0 16,2-6-4-16,-3-8-61 16,1-11-175-1,1-10-173-15</inkml:trace>
  <inkml:trace contextRef="#ctx0" brushRef="#br1" timeOffset="-113583.59">13754 13068 1096 0,'0'0'0'0,"0"0"0"16,0 0 23-16,0 0-23 15,0 0-25-15,134-46-93 16,-76 46-158-16</inkml:trace>
  <inkml:trace contextRef="#ctx0" brushRef="#br1" timeOffset="-113334.86">14312 12369 929 0,'0'0'20'0,"0"0"-11"16,-26 126 126-16,4-38-40 16,-3 15-27-16,-3 19-3 15,-8 10-13-15,-6 9-35 16,-10 12 7-16,-8 0-16 16,0 1-8-16,2-11-1 0,12-21-5 15,14-29-2 1,13-37-49-16,13-28-15 0,6-20-33 15,0-8-99-15,21-25-104 16</inkml:trace>
  <inkml:trace contextRef="#ctx0" brushRef="#br1" timeOffset="-112774.33">14343 13081 927 0,'0'0'34'0,"0"0"-27"0,0 0 9 16,0 0 24-16,0 0-38 15,0 0-1-15,37-8 12 16,-2 8-8-16,2 0-4 16,-4-15-1-16,-5-7 0 0,-7-4 0 15,-7-1 3-15,-7 3-1 16,-6 8 2-16,-1 4 0 15,-7 8 14-15,-13 4-4 16,-8 0-5-16,0 6-1 16,-2 12-1-16,6 4 1 15,8 2 4-15,2 1 2 16,8-3-12-16,6-1-2 16,0-1 4-16,8-5-3 15,16-3 3-15,9-4-3 16,4-6-2-16,4-2 1 15,-5 0-2-15,-6 0-42 16,-5-4-25-16,-14-6 25 0,-8 1 34 16,-3 1 10-16,-17 2 15 15,-18 6 11-15,-13 0 6 16,-4 6 12-16,-3 15 6 16,7 1-4-16,6 5-6 15,18-1-14-15,11-2-18 16,13 2-7-16,0-3 1 15,30-2-3-15,14-2 2 16,9-8-2-16,3-3-25 16,0-6-120-16,-6-2-85 15,-2-5-152-15</inkml:trace>
  <inkml:trace contextRef="#ctx0" brushRef="#br1" timeOffset="-112451.48">14852 13083 572 0,'0'0'268'0,"0"0"-243"0,0 0 177 0,0 0-85 15,0 0-117-15,0 0-2 0,0 0 1 0,-9 20 1 0,19 7 1 0,1 1 0 0,-2-3 5 0,-3-1-6 0,3-3 0 0,-1-5 0 0,-3-5-1 16,1-5 1-16,0-3 1 0,0-3 0 15,4 0-1 1,5-10 12-16,3-14-11 0,2-9 0 16,2-6 3-16,-1-5-4 15,-3-4 0 1,0 6 0-16,-6 5 0 16,-2 9 4-16,-7 13-4 0,0 8-1 15,-3 6 0-15,0 1-11 16,0 11-122-16,-3 17-18 15,-2 7-37-15,1 1-283 16</inkml:trace>
  <inkml:trace contextRef="#ctx0" brushRef="#br1" timeOffset="-110644.68">15367 13181 699 0,'0'0'44'0,"0"0"57"15,20-96-6 1,-20 70-30-16,0 6 43 16,-5 5-40-16,-14 7-45 0,-6 6 13 15,-11 2-18-15,-1 13-6 16,-1 13-10-16,2 4 5 16,9 6-3-16,10-1-4 0,6 0 0 15,11-5 0-15,0-6-3 16,11-7 3-1,13-6-4-15,6-7-5 0,4-4-7 16,2 0-54-16,-2-11 7 16,-2-12 20-16,-4-3 20 15,-6-4 10-15,-5 3 12 16,-5 2 1-16,-9 8 5 16,-3 9 2-16,0 3 21 15,0 5 43-15,-3 0-55 16,-11 19-16-16,2 5 1 0,-1 2 2 15,7-1-2 1,5-1-1-16,1-8-1 0,0 1 1 16,12-7 0-16,7-6 2 15,3-4-1-15,5 0 3 16,3-15-4 0,1-10-2-16,-1-4 1 15,-2-11 0-15,-4-9 0 16,-1-8 1-16,-3-9-1 15,-6 0 0-15,-2 6 1 16,-6 10 0-16,-6 20 3 0,0 14-1 16,0 16 14-16,-5 7 6 15,-12 30-22-15,-3 16 0 16,4 7 3 0,3 4-2-16,8-3 3 15,3-8-4-15,2-1 0 0,0-13-2 16,8-9 2-16,7-8 0 0,5-10 3 15,6-7 0-15,4-5-2 16,1 0 2-16,1-8 0 16,-6-12 1-16,1-5-2 15,-6-5-2-15,-4-1 0 16,-6 1 2-16,-5 4-1 16,-4 8 1-16,-2 10-1 15,0 6 3-15,0 2 11 16,-6 4-13-16,-7 15-2 15,-2 8 0-15,2-2 0 0,5 0 0 16,3-3 0-16,5-4 0 16,0-4-1-16,0-2 1 15,11-6 0-15,7-3 0 16,4-3 1-16,6 0 0 16,2-1 4-16,4-14-4 15,4-7-1-15,-5 2-2 16,-1-1 2-16,-9-3 3 15,-10 5 1-15,-4 4 0 16,-6 6 0-16,-3 7 9 16,0 2 9-16,0 0-18 15,0 7-4-15,-9 12-6 16,5 5 6-16,4-1 0 16,0-4 0-16,7-3 0 15,16-4 1-15,6-3 0 0,10-5 0 16,12-4 0-16,4 0 0 15,5 0-1-15,-8-4 0 16,-4-12 0-16,-12-3-1 16,-10-6-4-16,-11-5 1 15,-12 2 3-15,-3 5-1 16,-7 4 2-16,-16 8 0 16,-5 8 1-16,-3 3-1 15,1 3-4-15,3 15 3 16,6 2-3-16,12 1 3 0,5-2-3 15,4-3-1 1,0-2 1-16,4-4 2 0,13-3-3 16,2-5-32-16,5-2-8 15,0 0 13-15,0-6-4 16,0-4 21-16,-1-4-2 16,-3 3 15-16,-5 3 2 15,-6 2 1-15,-5 5 1 16,-4 1 6-16,0 0-8 15,0 16-7-15,0 8 7 16,0 1 0-16,3-1 1 16,3-3 6-16,3-5-5 15,2-2 0-15,2-8-2 16,0-6 0-16,5 0 8 16,4-6-1-16,1-15-6 0,1-5-1 15,0-7 1 1,-2-8-1-16,1-7 0 0,-1-8 0 15,2-6-1-15,-2-3 1 16,-4 4 0-16,-5 13 0 16,-5 16 0-16,-5 16 3 15,-3 16 3 1,-3 0 13-16,-16 32-19 16,-1 9 0-16,-1 15 7 15,7 2-4-15,4-4-3 0,7-4 4 16,3-9-3-16,0-4 0 15,0-9 0-15,18-6-1 16,3-6 0-16,6-9 4 16,3-7 2-16,3 0 3 15,-2-4-2-15,5-15-3 16,-8-3-4-16,2-6 1 16,-8-1 2-16,-4-2-3 0,-10 5 0 15,-4 4 0-15,-4 8 7 16,0 5-5-1,-9 8 16-15,-10 1-5 16,-5 3-9-16,4 16 1 0,3 5 0 16,8-1-1-16,7 1 2 15,2-3 0 1,3-2-5-16,12-5-1 16,9-6 1-16,0-3 3 0,6-5-3 15,-5 0 1-15,-2 0-4 0,-4 0 2 16,-5 0 0-16,-3 0-1 15,-5-2 1-15,-1 2 0 16,-4 0 0-16,-1 0-1 16,2 0 1-16,-2 0-8 15,0 0-12-15,0 0-71 16,0 0-84-16,-5-1-196 16</inkml:trace>
  <inkml:trace contextRef="#ctx0" brushRef="#br1" timeOffset="-110479.44">16925 12802 1069 0,'0'0'0'0,"0"0"-2"0,0 0 2 0,119-16-2 0,-57 16 2 0,7 0-6 0,-10 0-227 0</inkml:trace>
  <inkml:trace contextRef="#ctx0" brushRef="#br1" timeOffset="-109348.51">13682 12139 837 0,'0'0'71'0,"0"0"-63"0,0 0 142 0,0 0 14 0,0 0-87 0,0 0 7 16,0 0 6-16,-33 20-20 15,20-20 21-15,-3 0-28 16,2-6-18-16,-4-16-22 16,2-12 16-16,-2-17 2 15,1-12-35-15,4-17-1 16,4-18-3 0,9-18 1-16,0-14-3 0,18-17 0 15,14-5-1-15,4-7 0 16,8-10-1-16,5 9 1 15,2 6-1-15,4 20 1 16,-4 24-1-16,-11 21-5 0,-12 22-5 16,-10 17-2-16,-10 19 2 15,-8 12 8 1,0 8-6-16,0 7-28 16,-5 4-15-16,-16 4-74 0,-4 23-83 15,-5 10-30-15,5-1-18 16,11-5-250-16</inkml:trace>
  <inkml:trace contextRef="#ctx0" brushRef="#br1" timeOffset="-108973.91">13916 10122 611 0,'0'0'70'16,"0"0"37"-16,0 0 69 0,0 0-123 15,0 0-32 1,-95 43 21-16,49-15 25 0,1 0-27 16,2-6-8-16,7-3 10 15,9 0-16-15,9-6-14 16,10-6-11-16,6-4-1 16,2-3-5-16,11 0 3 15,21-11 2-15,13-14 7 16,7-11-6 15,0-3 0-31,-7-3 6 0,-5 1-5 0,-3 7 3 0,-5 11 10 0,-8 11 19 16,-2 12 3-16,0 6-33 15,-5 23 10-15,5 10 4 16,-4-1-7-16,-1 2-3 16,-1-2-8-16,-1-4 0 15,3 2-3-15,-3 0-3 16,1 1-74-16,-4 4-157 15,0-1-201-15</inkml:trace>
  <inkml:trace contextRef="#ctx0" brushRef="#br1" timeOffset="-106732.73">14406 8935 612 0,'0'0'43'0,"0"0"-41"16,0 0 55-16,0 0 4 0,0 0-29 0,0 0 19 0,0 0 19 0,15-9-32 0,-5 4 3 0,1-1-11 16,-2 1-10-16,-3-2-8 0,1-5 15 0,-3 1 17 0,-1 1-19 15,-1 0-9-15,-2 7 27 0,0 3 12 16,0 0-13-16,0 0-16 15,-15 23-24-15,-5 10-1 16,-5 5 8-16,0 7 3 16,1-2-7-1,4 0-4-15,3-4 0 0,3-9-1 16,4-5 0-16,7-9-1 16,1-8-1-16,2-4-3 0,0-4-26 15,0-1-20-15,14-24 42 16,4-9 7-16,6-13-3 15,-5-7 4 1,4-3 0-16,-3-8 2 16,6 4-2-16,2 2 2 0,0 14-1 15,2 8 4-15,0 13 7 16,-2 10 3 0,3 9 5-16,8 5-9 15,5 12-2 1,6 16 4-16,1 9 6 15,-8 9-10-15,-8 2-2 0,-15 8 2 16,-18 1-3-16,-2-1-5 0,-27-6 1 16,-19-4 1-16,-11-7-1 15,-7-2 2-15,-4 0 1 0,5-7-1 16,10-7 0-16,15-11-2 16,20-6-1-16,12-6-3 15,6-3-90-15,15-23-156 16,16-13-422-16</inkml:trace>
  <inkml:trace contextRef="#ctx0" brushRef="#br1" timeOffset="-105919.92">15020 9075 1231 0,'0'0'7'0,"0"0"59"0,0 0 6 0,0 0-68 0,0 0-4 0,123-69 1 0,-81 49-1 0,-5-3 0 16,-7-2 0-16,-13-2-1 15,-10 3-2-15,-7 3 3 16,-2 4 1-16,-19 11-1 16,-9 6 0-1,-4 0 0-15,-3 20 0 0,4 10 1 16,8 3 1-1,11 4 1-15,11-1 0 16,3-2-3-16,6-4 0 0,19-3-2 16,7-7 1-16,5-8-2 0,5-6 0 15,4-6-28-15,0 0-21 16,0-10-1-16,-2-12-44 16,-4-11 24-16,-4-1-6 15,-6-7 39-15,-9 2 17 16,-5 8 23-16,-10 8 2 15,-4 13 40-15,-2 7 120 16,0 3-41-16,-8 23-118 16,-14 15 18-16,1 11 85 15,-3 9-73-15,1 6 16 16,0 15 2 0,-4 11-27-16,-4 3-15 0,-1 5-1 15,1-9-8-15,0-13-2 0,7-18-2 16,12-22 2-1,6-18 2-15,6-18-5 0,0-6 4 16,9-28-3-16,14-18-16 16,6-14 12-16,4-21-3 15,1-12-15-15,3-11 15 16,1-2-4-16,0 6 0 16,-2 19 13-16,-5 20 2 15,-2 16 3-15,-6 19 4 16,-3 14 10-16,1 11 12 15,3 7-12-15,0 14-15 16,1 15 3-16,-2 8-2 0,-5 3-1 16,-7-1 0-1,-8 1-2-15,-3-6 0 0,-9-2 0 16,-22-7 2-16,-9-7 6 16,-7-5-2-16,3-7 0 15,5-6-3-15,5 0-2 16,10-5 0-16,7-12 1 15,9-4-2-15,8-2-44 16,0-5-126-16,22-1-53 16,12-2-106-16,11-8-364 15</inkml:trace>
  <inkml:trace contextRef="#ctx0" brushRef="#br1" timeOffset="-105342.51">16111 8449 969 0,'0'0'44'0,"0"0"58"0,0 0 116 0,0 0-95 0,0 0-65 0,0 0-57 0,-58 5 36 0,40 51 5 0,3 5-20 0,6 0 21 0,3 2-31 0,4-4-9 0,2-8-1 0,0-6-2 0,0-5-1 16,5-12 1-16,6-7-2 15,5-10-4-15,3-10-12 16,11-1-27-16,9-14 7 0,1-18-3 31,-2-5 5-31,-6-3 25 16,-6 1 8 0,-10 8 3-16,-7 8 4 0,-8 9 8 15,-1 6 37-15,0 8 30 0,-4 0-59 16,-17 22-18-16,-7 9 3 0,0 4 7 15,4 5-1-15,12-3-3 16,7 0-3-16,5-1-4 16,0-7-1-16,17-3 0 15,10-13 0-15,5-6 1 16,10-7-1-16,0 0 0 0,5-14-1 16,-5-14-1-16,-4-7 1 15,-11-4 0-15,-10-3-1 16,-9 2 2-16,-8 5 3 15,-2 4-3-15,-23 4 0 16,-11 11-1-16,-4 4 0 16,-2 11 0-16,3 1-1 15,3 5-1-15,4 16 0 16,5 5-2-16,6 5 0 16,9 2 1-16,7 2-35 15,5-1-73-15,0-4-62 16,20-7-52-16,5-5-111 15</inkml:trace>
  <inkml:trace contextRef="#ctx0" brushRef="#br1" timeOffset="-104770">16718 8775 929 0,'0'0'107'0,"0"0"-43"0,0 0 153 0,0 0-131 0,0 0-82 0,0 0 9 0,-30 24-4 0,21 14 20 0,1-1 11 0,0-4-29 15,7 1 5-15,1-5-12 16,0-7-3-16,0-2 1 16,13-10-2-16,8-6 2 0,7-4-2 15,5 0 0-15,1-13-7 16,4-14-19-1,-3-2 11-15,-2-7 4 16,-6 0 7-16,-7 4 3 0,-7 5 1 16,-7 10 3-16,-5 7 3 15,-1 8 53-15,0 2 7 16,-1 8-66-16,-18 22 12 16,-8 17-12-16,-8 17 30 15,-3 16-15-15,-8 23 0 16,-7 22-2-16,-10 14-11 15,-8 11-1-15,-2-6-1 16,1-21 0-16,12-27 0 16,13-27 0-16,11-28 0 0,14-17 0 15,6-18 3-15,6-11 4 16,10-32 5-16,0-20-11 16,15-19-2-16,18-10 3 15,16-18-4-15,8-9 2 16,7-12-3-16,1 8-14 15,-2 17-19-15,-5 25-17 16,-7 28 33-16,0 21-15 16,-2 14 2-16,-1 12-35 15,-5 0-39-15,2 22-61 16,-5 4-45-16,-4 4-4 16,-4-3-264-16</inkml:trace>
  <inkml:trace contextRef="#ctx0" brushRef="#br1" timeOffset="-103537.13">17126 9106 582 0,'0'0'152'0,"1"-74"-59"0,8 49 106 0,-2 6-90 0,-5 10 52 0,1 4-44 0,-3 5-65 0,0 0-28 0,0 14-17 0,0 11 7 15,0 5 40-15,0 5-25 16,-5-6-10-16,0-2 2 0,3-2-16 15,2-6-4-15,0-9-2 16,0-2 3-16,0-8-2 16,13 0 1-16,6-18 8 15,9-11-7-15,2-6-1 16,4 0 0-16,-3-1 0 16,-5 6 0-16,-6 9 1 15,-9 5 0-15,-4 8-1 16,-7 4-1-16,0 4-2 15,0 5-7-15,0 16 9 16,0 5 5-16,0-1 1 16,0 0 4-16,0-1-8 0,0-4-2 15,0-1 2 1,0-7 2-16,0-4-3 0,0-8-1 16,11 0 0-16,14-4 6 15,9-19-3-15,8-2-2 16,3-9-1-16,-5 3 0 15,-2 0 1-15,-10 4 0 16,-7 9-1-16,-11 8 0 16,-7 7 2-16,-3 3-2 15,0 10-7-15,0 13 5 16,-1 8 0-16,-1-1 2 16,2-4-1-16,0 1 0 15,9-7 1-15,11-1-2 0,2-7 2 16,3-9 0-1,4-3 2-15,5 0-1 0,0-19 1 16,-3-6 0 0,-2-7-1-16,-8-3-1 15,-8 2-1-15,-5 3 1 0,-8 6-5 16,0 9 3-16,-11 9-2 16,-14 6-3-16,-5 1 4 15,2 20-2-15,5 6 3 16,10 2-1-16,5 1 1 15,6-1 0-15,2-5 1 16,2-3-4 0,12-6 0-16,8-5-15 15,5-5-6-15,-1-5 10 0,5 0-5 16,3-15 3-16,-1-4 5 16,1-5 6-16,-1-4 2 15,-5 6 5-15,-8 5 0 0,-7 5 1 16,-10 6 0-16,-3 6 3 15,0 0-4-15,0 9-5 16,0 12 5-16,-7 4 4 16,-2-2-4-1,3-3 0-15,4-5 3 0,2-4-3 16,0-3-2-16,0-5 2 16,0-3 3-16,18 0-3 15,6 0 4-15,8-11-2 16,-1-10 1-1,3-1-1-15,-8 3 0 16,-3 1-1-16,-6 4 0 16,-8 7 1-16,-6 3-1 0,0 4 1 15,1 4-2-15,3 18-3 0,1 9 3 16,-2 2 2 0,3-4 0-16,3 0-1 0,0-9 0 15,3-4 1-15,0-6-2 16,2-9 5-16,3-1-4 15,4-8-1 1,3-14 0-16,0-13-14 16,-1-9-11-16,-1-12-28 15,-2-13-2-15,0-12 35 16,-4-8 3-16,-9-3 13 0,-1 16 4 16,-4 21 1-16,-3 24 11 0,-2 24 25 15,0 11-20-15,0 37-7 16,-5 21 30-16,-6 17-4 15,-2 9-20-15,0-4-12 16,2-5-3-16,-8-4-1 16,2-8 0-16,-4-6-61 15,5-16-186-15,4-19-225 16</inkml:trace>
  <inkml:trace contextRef="#ctx0" brushRef="#br1" timeOffset="-103329.99">18736 8782 1032 0,'0'0'1'0,"83"-6"-1"0,-16 6 9 0,17 6-9 0,4-1-180 15</inkml:trace>
  <inkml:trace contextRef="#ctx0" brushRef="#br1" timeOffset="-95998.19">25494 12922 227 0,'149'163'1'16,"-16"-15"-2"-16,-12-11-19 16,-23-7-39-16</inkml:trace>
  <inkml:trace contextRef="#ctx0" brushRef="#br1" timeOffset="-95568.68">25547 14877 266 0,'0'0'0'0,"0"0"-57"0</inkml:trace>
  <inkml:trace contextRef="#ctx0" brushRef="#br1" timeOffset="-95089.22">24144 15684 20 0,'0'0'82'15,"0"0"-55"-15,0 0-2 0,0 0 9 16,0 0-13-1,-36 87-10-15,33-70-5 16,-2 1 0-16,0-1-6 16,0-3 0-16,1 1 0 0,-1 0 0 15,2-5-1 1,-2 2 0-16,-2-2 1 0,1 1 0 16,-4-3 0-16,-4 3-2 15,-1-3 2-15,-2-2-17 16,-2-1 0-16,3-4-28 15,-2-1-98-15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14:36.31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774 2423 423 0,'0'0'722'0,"0"0"-704"0,0 0 9 0,0 0 116 0,0 0-98 16,0 0-45-16,0 0-11 16,-9 0-29-16,9 0-149 0,3 0-83 15,3 0-307 1</inkml:trace>
  <inkml:trace contextRef="#ctx0" brushRef="#br0" timeOffset="4357.95">1662 2217 923 0,'0'0'59'0,"0"0"-58"0,0 0-1 0,0 0 3 0,0 0-3 0,0 0-83 0,28-23-150 0</inkml:trace>
  <inkml:trace contextRef="#ctx0" brushRef="#br0" timeOffset="5299.12">2593 1961 566 0,'0'0'106'0,"0"0"-93"0,0 0 107 0,0 0-54 0,0 0-33 0,0 0 8 0,0-34-8 0,0 27 19 16,0-1 4-16,-5-1-11 16,-10 1-6-16,-10 1 3 15,-11 6 12-15,-10 1-15 16,-8 2-13 0,-5 22-2-16,-10 9-3 15,2 13 4-15,-4 14-2 0,3 7 0 16,11 8 1-16,8 4-8 15,13-4-10-15,17-4 1 16,19-7-7-16,3-6 0 16,35-7 0-16,18-8-4 15,20-8 3 1,13-13 0-16,11-7-1 0,0-12-3 16,3-3-39-16,-12-9-58 15,-12-13-71-15,-8-9-90 16,-16-4-139-16</inkml:trace>
  <inkml:trace contextRef="#ctx0" brushRef="#br0" timeOffset="5904.96">3267 2135 1017 0,'0'0'77'0,"0"0"-76"0,0 0 212 16,0 0-125-16,0 0-59 16,0 0-29-1,-3-22-8-15,55 22 8 0,17-2 1 16,9-2-1 0,-1-1-1-16,-1 2 0 0,-9 2 0 15,-4-2-16-15,-18 3-33 16,-17-1-63-16,-17-2-67 15,-11 0 23-15,-8-3 91 16,-17 0-32-16,-2 0 54 16,3 0 44-16,0 4 11 15,8 0 53-15,4 2 32 16,4 0-16-16,1 3-28 16,4 16-4-16,3 15 37 15,0 7 35-15,0 11-39 0,0 9-7 16,0 7-14-1,0 2-12-15,0 4-17 16,0-2-22 0,0-7-4-16,0-7-5 0,0-6 0 15,-3-11 0-15,-5-10-4 16,1-11 1-16,-1-6-9 16,1-9-30-16,-2-3-14 0,-7-2 1 15,-7 0 2 1,-5 0 16-16,-7-6 20 0,-3 2 8 15,2 1 9-15,9 3 3 16,9 0 5-16,5 0 29 16,13 0 18-16,0 0-16 0,19 7-7 15,23-1 47-15,18-6-30 16,14 0-28-16,20 0-18 16,18 0-3-16,15 0-1 15,10-2-14-15,5 1-230 16,-17-6-304-16</inkml:trace>
  <inkml:trace contextRef="#ctx0" brushRef="#br0" timeOffset="6361.42">5044 2371 426 0,'0'0'765'0,"0"0"-762"0,0 0 43 0,0 0 63 0,0 0-65 0,0 0-3 0,128-8-4 0,-56 2-23 15,5 2-14-15,-5 2 0 16,-2-1-6-16,-3 3-19 16,-14 0-126-16,-9 0-63 15,-14 0-93-15,-21-9-283 16</inkml:trace>
  <inkml:trace contextRef="#ctx0" brushRef="#br0" timeOffset="6571.87">5596 2221 652 0,'0'0'115'0,"0"0"-30"0,0 0 114 16,0 0-88 0,0 0-83-16,0 0-21 0,-10 32 65 15,23 1 16-15,-1 4-34 16,-3 0-11-16,-9 3-23 16,0 1-13-16,-6-3-6 15,-21-1-1-15,-12-2-23 16,-6-4-238-16,-5-9-319 15</inkml:trace>
  <inkml:trace contextRef="#ctx0" brushRef="#br0" timeOffset="11750.1">6762 2271 836 0,'0'0'50'0,"0"0"-42"0,0 0 28 0,0 0 15 0,0 0-50 0,0 0-1 0,0 0 10 0,3 29 11 0,2-19-8 0,4-1 10 15,-3-2 1-15,4-1 9 16,1-3-2-16,1-1 12 15,9-2 8-15,4 0-1 16,2-5-23-16,1-6-14 16,0-2-6-16,-5-4-5 15,-2-4 1-15,-9-3 3 16,-2-3 5-16,-7 0-5 16,-3 6 0-16,0 2 9 15,-3 8 16-15,-15 1 8 0,-5 8-5 16,-6 2-19-1,-2 9-9-15,-5 16-5 0,5 10 2 16,1 9-1-16,12 5 5 16,6 2-3-16,11 1 4 15,1-5-7 1,17-3-1-16,16-8 0 16,9-6 0-16,9-10 2 15,5-2-1-15,5-15-1 0,4-3-1 16,0-11 1-16,-2-15 0 15,-5-8 1-15,-1-5-1 16,-12-11 0-16,-8-2 1 16,-7-2 1-16,-8 5-1 15,-7 11 2-15,-9 7 0 16,-6 11-2-16,0 3 2 16,0 8-1-16,0 4 1 15,-2 4-2-15,-6 1 0 16,-3 0-1-16,-4 6-1 15,-1 9-2-15,2 6 2 16,6 5 0-16,3 1-1 16,5 2 0-16,0 4 0 0,18-1 0 15,7 3 1-15,9 1 1 16,4-4-1-16,1-1 0 16,-2-4 1-16,-7-5-1 15,-5-1-1-15,-10-9-4 16,-9-4 0-16,-6-2 3 15,0-6 3-15,-19 0 2 16,-16 0 6-16,-7 0-7 0,-4-11 5 16,3-1 3-16,0 2-2 15,12 2 4 1,8 6-4-16,5 2-5 0,9 0-2 16,3 2-6-16,6 12 1 15,0-1 0-15,11 1 1 16,14-1 1-16,15-9 1 15,9-1-3-15,8-3-32 16,7-12-68-16,0-13-8 16,-4-13-24-16,-9-11 2 15,-11-10 31-15,-7-15 64 0,-10-11 40 16,-6-10 8-16,-6-1 14 16,-8 5 34-16,-3 19 25 15,0 23 44-15,0 20-18 16,0 20 0-16,-3 7-6 15,-2 2-61-15,-4 28-39 16,0 16 2-16,1 18-3 16,8 4 8-16,0 4-4 15,10-2 9-15,8-5-11 16,7-4 2-16,2-9-3 16,0-10-1-16,1-6 0 15,0-14 0-15,1-8 0 0,-5-12-5 16,7 0-3-16,-2-14-27 15,-4-14-8-15,-3-3-20 16,-8 1 47-16,-8 3 16 16,-4 5 1-16,-2 8 9 15,0 7 6-15,0 6 48 16,0 1-22-16,0 1-42 16,0 16-6-16,0 7 6 15,3 1 0-15,8-2 0 16,7-2 0-16,3-2 0 15,6-5 0-15,7-8 0 16,11-2 1-16,4-4-1 16,8-6 2-1,-4-12-2-15,-3-11 0 16,-9-1 0-16,-9 1 2 16,-13 2 0-16,-9 12 6 0,-5 4 3 15,-5 7 41-15,0 2 26 0,3 2-49 16,-3 0-29-16,0 10-1 15,0 12 0-15,0 5 1 16,-8 0-1-16,5-3 2 16,0-2-1-16,-1-5 0 15,4-5-1 1,0-8 0-16,0-2 0 0,0-2 1 16,0 0 2-16,18-14 3 0,6-10-3 15,4-3-2 1,0 0-2-16,-1 3 2 0,-4 2-2 15,-4 11 2-15,-7 7 0 16,3 4 0-16,-6 0-6 16,6 15 1-16,-5 9 1 15,-1-2 2-15,-4-1 1 16,2-1 1-16,-1-5 1 16,-3-2-1-16,-3-6 3 15,3-4-3-15,-3-2 1 16,0-1-1-16,3 0 2 15,2 0 9-15,6-11-1 16,3-11-7-16,10-3-2 16,-3 0-1-1,6 1 0-15,-5 3-2 0,0 4 1 16,-5 5 1-16,-4 6 2 16,-4 6-2-16,-3 0-3 0,-1 0-5 15,3 15 3-15,-3 5 3 16,1 2 4-16,5 1-5 15,-3-1 3-15,3-3 0 16,-2-1 0 0,3-5 1-16,0-4-1 15,4-7 7-15,7-2-7 16,11 0 7-16,15 0-6 0,5-8-1 16,-2-3 0-16,-6-3-1 15,-7 2 0-15,-11-6 1 16,-7 1 0-16,-9-2 0 15,-7 1 1-15,-5 2 0 16,0-3 0-16,-6 5-1 0,-9 3 0 16,-9 7 1-16,-3 4-2 15,0 0 1-15,-1 16 0 16,1 8-2-16,7 4 1 16,6 1-2-16,8 0-1 15,6-4 2-15,0-2 1 16,7-6-2-16,11-9 1 15,6-2-3-15,4-6 5 16,5-1-3-16,3-18-4 16,3-2 3-16,-2-4 4 15,-1 3-1-15,-6 3 2 16,-5 6-1-16,-12 3 0 16,-7 8 1-16,-4 2 1 15,-2 0-2-15,0 12-14 0,0 10 14 16,0 3 0-16,0 3 1 15,0-3-1-15,0-2 1 16,10-8 0-16,5-1 0 16,2-9 3-16,2-5-1 15,12 0 2-15,4-22-4 16,1-7 1-16,-2-11-2 16,0-7-2-16,-7-13-1 15,-3-15-11-15,-3-12-38 16,-5-3 17-16,-3 6 12 0,-8 22 3 15,-5 24 18-15,0 23 2 16,0 15 7-16,-2 6-3 16,-12 31-3-16,2 17 1 15,-3 11 7-15,12 3-2 16,3-2 5-16,0-4-1 16,0-5-5-16,9-10-6 15,3-3 1-15,5-10-2 16,3-12-2-16,1-9 3 15,6-11 3-15,1-2-1 16,3-19-2-16,1-14-4 16,-4-8-18-16,0-4-1 15,-8 0 9-15,-7 11 8 0,-7 11 5 16,-6 13 1 0,0 10 6-16,0 0 16 0,-16 20-21 15,2 9 8-15,0 6 12 16,8 1-4-16,6-3-3 15,0-2-10-15,1-7-1 16,12-7-2-16,1-5-1 16,4-9 0-16,-2-3-16 15,2 0-113-15,-1-21-115 16,-10-10-162 0</inkml:trace>
  <inkml:trace contextRef="#ctx0" brushRef="#br0" timeOffset="11897.1">10149 2023 11 0,'0'0'1122'0,"0"0"-1120"0,0 0 233 0,0 0-100 0,0 0-111 0,0 0-24 0,51-53-12 0,1 52-95 0,-10-4-141 0,-12-5-150 0</inkml:trace>
  <inkml:trace contextRef="#ctx0" brushRef="#br0" timeOffset="12115.66">7920 2023 1039 0,'-86'0'0'16,"38"0"16"-16,32-2 51 15,17 0 22-15,42-1-89 16,21 0-1-16,21-3 0 16,9-3-130-16,0-7-175 15</inkml:trace>
  <inkml:trace contextRef="#ctx0" brushRef="#br0" timeOffset="12236.69">8797 1858 1398 0,'0'0'0'16,"0"0"-9"-16,0 0-3 15,0 0-31-15,0 0-287 16</inkml:trace>
  <inkml:trace contextRef="#ctx0" brushRef="#br0" timeOffset="12844.41">11171 1991 768 0,'0'0'104'0,"0"0"-47"0,0 0 157 0,0 0-84 0,0 0-98 0,0 0-28 0,-3 75 59 0,-4-10 39 0,4 9-53 0,0 3-7 16,3-2 8-16,0 3-27 0,0-5-15 15,0-12-6-15,3-6-4 16,7-8-3-16,-1-15-2 15,-4-12-44-15,-2-10-113 16,-3-10-23-16,0-7-35 16,-8-24-35-16,-19-10-279 15</inkml:trace>
  <inkml:trace contextRef="#ctx0" brushRef="#br0" timeOffset="13512.19">10939 2469 535 0,'0'0'144'0,"0"0"-38"15,0 0 12-15,0 0-18 16,0 0-43-16,0 0-23 15,-54-43-19-15,94 30 6 16,17-6-1-16,11-8-1 16,9-3 12-16,8-7-11 15,-2-1-14-15,-2-3-4 16,-11-6-4-16,-16-4-1 16,-16 2-9-16,-18 8-11 15,-16 10 11-15,-4 11 12 16,0 12 4-16,-16 8 36 15,-5 0-21-15,0 28-7 16,-3 14-10-16,3 10 8 16,2 8 19-16,11 5-3 15,4 2 3-15,4-2-12 0,0-4-14 16,1-6 2-16,10-8-4 16,8-12 0-16,-4-9-1 15,-3-11-2-15,3-8 2 16,0-7 0-16,7-7 1 15,1-24-1-15,2-9 0 16,2-8-1-16,-3-1-5 16,-5 5 2-16,-4 12 3 15,-4 11 1-15,-4 13 2 16,-7 8 4-16,0 0-6 16,0 19-1-16,1 12 1 15,5 6 25-15,5-2-10 16,10-3 7-16,7-3-5 15,11-5-10-15,6-5 2 0,8-9-1 16,1-8-4-16,4-2-4 16,-3-11 2-16,-10-14-2 15,-7-11-2-15,-10-11 1 16,-10-3-4-16,-11 3 5 16,-7 12 3-16,0 12 2 15,-7 14 6-15,-14 9 36 16,-1 9-19-16,-3 21-16 15,6 5 8-15,7 7 4 16,12-3-9-16,8-5-5 16,32-1-5-16,20-6-5 15,29-9 0-15,23-5-13 16,13-3-74-16,13-3-48 0,-1 1-256 16,0-8-505-1</inkml:trace>
  <inkml:trace contextRef="#ctx0" brushRef="#br0" timeOffset="14395.68">13364 2277 899 0,'0'0'63'0,"0"0"-14"0,0 0 228 0,0 0-144 0,0 0-88 0,0 0-37 0,-34 129 72 0,34-50-2 0,0 13-16 0,5 8-23 0,10 8-10 16,-1 3-22-16,0-9-1 16,-4-12-6-16,-2-19-1 15,-5-16 0-15,0-17 0 16,0-17-17-16,0-15-112 16,0-6-98-16,2-27 49 15,0-23-61-15,-4-20 9 16,-1-16 130-16,0-16 101 15,-7-19 4-15,-12 5 93 16,-2 1 22-16,0 19 28 16,2 27-3-16,6 15-22 0,8 18-20 15,5 9 1 1,8 13-66-16,25 12-26 16,14 2-11-16,12 8-2 0,10 23 2 15,2 9-1-15,-6 6 1 16,-16 1 1-16,-13-3 2 15,-21-5-3-15,-15-3 3 16,-5-8-2-16,-25-3 6 16,-12-8 1-16,-5-1 1 15,0-6-7-15,9-6-2 16,11-1-2-16,14-3-39 16,8 0-102-16,5-17-57 0,17-14-117 15,16-7-240-15</inkml:trace>
  <inkml:trace contextRef="#ctx0" brushRef="#br0" timeOffset="14732.44">14061 2333 1127 0,'0'0'97'0,"0"0"-84"0,0 0 147 0,0 0-93 0,0 0-35 0,-82 67 6 0,66-38-13 0,7 3-9 0,9-1-14 0,0-3 5 0,12-3-5 0,22-6 0 0,8-4-1 0,8-11-1 0,0-4 0 0,-6-2-5 0,-8-25-15 16,-15-8-5-16,-9-8 12 0,-12 2 11 16,-6 6 0-16,-22 6 2 15,-14 11 1 1,-6 7 0-16,-5 11-1 0,2 0 0 15,12 18 0 1,9 12 0-16,15 6-4 0,15 1 0 16,2 6-4-16,29-4-29 15,14-5-142-15,4-9-34 16,1-12-111-16</inkml:trace>
  <inkml:trace contextRef="#ctx0" brushRef="#br0" timeOffset="15204.26">14438 2360 986 0,'0'0'99'16,"0"0"102"-16,0 0 29 16,0 0-117-16,0 0-86 15,0 0-27-15,-11 81 56 16,11 4-15-16,0 16-12 16,0 11-3-16,0 3-13 15,0-3-6-15,0-12-5 16,0-14-2-16,10-15 0 15,-1-23 0-15,0-18-6 16,-2-24-35-16,-2-6-50 16,-2-34 55-16,-2-25-5 15,-1-27 23-15,0-25 13 0,-3-29 5 16,-10-17 1-16,1-2 1 16,4 17-2-16,7 30 3 15,1 32 7-15,1 30 16 16,18 21 9-16,7 13-13 15,7 16-20-15,10 6-2 16,4 22 0-16,2 8-4 16,-1 7 3-16,-4 6 1 15,-8 2 0-15,-12 0 0 16,-16-6-2-16,-8-7 0 16,-13-9 2-16,-25-9 0 15,-2-2 3-15,-5-6-2 16,2-3 2-1,10-5-3-15,10 2-3 16,13-4-100-16,10-2-131 16,1 0-28-16,23-10-170 0</inkml:trace>
  <inkml:trace contextRef="#ctx0" brushRef="#br0" timeOffset="16720.91">15237 2235 698 0,'0'0'500'0,"0"0"-496"0,0 0 210 0,0 0-101 0,0 0-84 16,0 0-5-16,59 53 4 0,-57-9-5 0,-2 4-5 0,0-2-8 0,-10-6-6 0,-2-7-3 16,1-11 3-16,2-9-4 0,5-5-1 0,4-8 0 0,0 0 1 0,0-16 18 0,6-14-14 0,13-15-2 0,6-10-3 15,7 4 1-15,-1 2 0 0,-3 10-1 0,-5 9 1 16,-8 14 2-16,-8 9-1 16,-4 7-1-16,-1 1 0 15,-2 25-14-15,0 10 14 16,0 7-1-16,0-1 1 15,0-4 1-15,-2-4 2 16,2-6-1-16,-1-9-2 16,1-5 4-16,0-10-3 0,0-4 3 15,0 0 4-15,14-3 4 16,12-17 18-16,7-5-23 16,7-10-4-16,5-8 0 15,4-3 1-15,2 2-4 16,-11 6 1-16,-9 10-1 15,-11 12-2-15,-13 9 2 16,-5 7 0-16,-2 0 0 16,0 24-14-16,0 13 11 15,-3 8 3-15,-3 2 4 0,6-5-4 16,0-1 0-16,3-8 0 16,15-4 2-16,9-9 0 15,5-8 0-15,13-7-1 16,8-5-1-16,8 0 1 15,4-17-2-15,-4-9 0 16,-5-6-3-16,-9-10-3 16,-9-3-11-16,-13 5 0 15,-13 6 2-15,-12 9 12 16,0 9 2-16,-27 6-8 16,-7 9 0-16,-8 1 7 15,-2 11 3-15,6 14 0 16,8 4 1-16,10 8 4 0,9 0-3 15,11-1 2 1,0-1-1-16,19-7 0 16,15-3-2-16,10-9 1 15,9-6-2-15,13-4 1 0,10-6-1 16,3 0 1-16,5-3-1 16,-5-18-2-16,-5-10-2 15,-8-11-43-15,-11-1 31 16,-14-1-12-1,-19 8 27-15,-15 7 1 16,-7 9 0-16,-9 5 0 16,-19 8 2-16,-9 7-1 0,-6 0 3 15,-1 16 6-15,4 13-4 16,5 4-4-16,7 5 4 0,7-1-3 16,9-4 0-16,7-3 0 15,5-5-1-15,0-7 0 16,19-6 0-16,5-6 0 15,7-6-2-15,3 0 0 16,7-8-3-16,5-11 1 16,-1-7-2-16,2-4 3 15,-6 1 1-15,-11 5 3 16,-8 5-3-16,-15 10 0 0,-4 6 6 16,-3 3 4-1,-10 3-10-15,-15 18 0 0,-7 4 0 16,5 4 3-16,5-3 2 15,9-4 2-15,5-3 0 16,6-7 0-16,2-2 0 16,0-5-3-16,11-3 6 15,14-2-2-15,10 0 2 16,5-11-7-16,8-7 0 16,-2-6 0-16,0-4-3 15,-1-4 0-15,-2-1 1 16,-2 2-3-16,-9 10 2 15,-6 7 0-15,-13 7 0 16,-7 3 0-16,-6 4-5 16,0 14-6-16,-6 13 11 15,-7 6 3-15,-3-1 4 16,2 1-3-16,2-7 3 16,6-8-1-16,3-5-3 0,3-6-1 15,0-4 1-15,0-3 2 16,0 0 3-16,19 0 3 15,8-12 4-15,14-7-15 16,2-4 0-16,8-6 0 16,2-4 0-16,5 1 0 15,-5 7 0-15,-12 9 0 16,-18 5 0-16,-11 9 1 16,-12 2-1-16,0 0-4 0,4 16 0 15,-1 6 4 1,3 0 4-16,-3 2-1 0,4-6-2 15,0-1-1-15,-1-7-1 16,1 2-1-16,3-5-72 16,7-2-169-16,7-5-187 15</inkml:trace>
  <inkml:trace contextRef="#ctx0" brushRef="#br0" timeOffset="16974.99">18370 2451 628 0,'0'0'0'0</inkml:trace>
  <inkml:trace contextRef="#ctx0" brushRef="#br0" timeOffset="27085.88">1583 4722 648 0,'0'0'90'15,"0"0"-60"-15,0 0 90 16,0 0 43-16,0 0-54 15,0 0-50-15,0-34-33 0,5 66-20 16,0 19-2 0,1 18 74-16,0 8-18 0,-3 9 33 15,-3 2-16-15,0 5-17 16,0 4-23-16,0-6-19 16,0-10-6-16,0-16-11 15,0-6-1-15,0-14 0 16,3-10 0-16,4-14-7 15,1-8-29-15,2-13-162 16,1 0-21-16,4-27 23 0,-8-14-102 16,-5-10-161-1</inkml:trace>
  <inkml:trace contextRef="#ctx0" brushRef="#br0" timeOffset="27437.35">1636 5341 548 0,'0'0'172'0,"0"0"-91"0,0 0 85 0,0 0-59 15,0 0-73-15,0 0-25 0,11-35-4 0,21 33 0 16,9-5 3-16,5-1-8 16,5-5 3-16,1-7-3 15,-4 0 0-15,-5-6-1 16,-10-8 0-16,-12-7-7 16,-3-5 2-16,-12 2 6 15,-5 2 3-15,-1 9 0 16,0 11 17-16,0 10 56 0,0 10 17 15,0 2-28-15,0 19-50 16,-3 14-15-16,0 17 23 16,2 11 49-16,-1 6-15 15,2 10 1-15,0-2-27 16,0-5-16-16,0-3-14 16,11-13-1-16,3-8 0 15,0-11-1-15,10-12-4 16,-2-11-13-16,6-12-115 15,8-3-68-15,5-22-23 16,2-15-144-16</inkml:trace>
  <inkml:trace contextRef="#ctx0" brushRef="#br0" timeOffset="27876.94">2394 5266 910 0,'0'0'138'0,"0"0"-134"16,0 0 123-16,-52 103-58 15,52-69-40-15,0 1-13 16,0-1-10-16,15-6-5 16,3-6-1-16,1-10 0 15,9-5 1-15,1-7-1 16,2 0 0-16,3-17 0 16,4-7 0-16,-1-7 0 15,-4-6-3-15,-8-3 3 16,-4-1 1-16,-9 6 1 15,-7 11 7-15,-4 12 11 0,-1 8 89 16,0 4-2-16,0 5-48 16,0 25-54-16,-9 22 13 15,-3 20 53-15,-3 16-36 16,0 18-1-16,-4 18-10 16,-5 14-9-16,-1 9-8 15,7 3-2-15,0-12-2 16,6-16 1-16,3-16-3 15,-1-18 0-15,1-20-1 16,1-18 0-16,5-18 0 16,-4-15-1-16,7-17-9 15,0-6-81-15,21-30-138 0,4-20-108 16,6-23-217 0</inkml:trace>
  <inkml:trace contextRef="#ctx0" brushRef="#br0" timeOffset="28347.59">2930 5484 1240 0,'0'0'29'0,"0"0"-11"0,0 77 43 0,0-4 54 0,-3 8-61 0,0 8-12 0,-2 2-18 0,1-2 1 0,-8-7-13 16,3-13-8-16,1-15-4 15,1-19 1-15,4-12-4 16,0-11 3-16,3-12 0 0,0-6 0 16,0-27-12-16,10-22-36 15,1-21 15-15,1-17 10 16,-2-15 8-16,-1-10 2 16,-3 2 13-16,6 10 0 15,2 19 4-15,2 28 0 16,-1 17 9-16,3 17 6 15,1 11 7-15,7 6-15 16,5 8-9-16,5 0 1 16,0 19-1-16,-5 14 0 15,-10 5 0-15,-15 6-1 0,-6 1-1 16,-11-3 2-16,-25 1 2 16,-11-7 2-16,-6-7 8 15,3-5-3-15,5-5-1 16,8-6-4-16,12-4-4 15,8-6-2-15,11-3 0 16,6 0-9-16,0-10-102 16,21-11-166-16,16-10-122 15</inkml:trace>
  <inkml:trace contextRef="#ctx0" brushRef="#br0" timeOffset="28721.64">3449 5407 1362 0,'0'0'5'0,"0"0"58"0,0 0 43 0,0 0-82 0,-82 96-7 0,79-55-2 0,3-1-11 0,0-5-2 0,19-7-2 0,5-5-1 15,4-11-1-15,5-9 1 16,0-3 1-16,3-6-1 15,-2-19-2-15,-7-3 2 16,-9-9-4-16,-11-5 5 16,-7-3 4-16,-1 4 0 15,-21 9 0-15,-7 12 3 0,-8 11 0 16,1 9 0 0,-4 3 1-16,4 22-4 0,6 8-3 15,12 6-1 1,8 1-1-16,10-7-3 0,0-2-6 15,24-4-26 1,9-11-92-16,4-10-40 16,9-6-19-16,-1-14-21 15,1-18-12-15,4-10-125 0</inkml:trace>
  <inkml:trace contextRef="#ctx0" brushRef="#br0" timeOffset="28951.39">3774 5375 200 0,'33'-94'350'0,"-7"-17"-200"15,-9-13-17-15,-6-2-66 16,-4 19-11-16,-7 30 103 15,0 37-13-15,0 26 7 16,0 14-45-16,0 32-83 0,-4 35-17 16,1 25 73-16,3 16-27 15,0 2-28-15,0-3-9 16,0-2-6 0,0-11-11-16,0-9 0 15,3-16-1-15,-3-17-5 0,0-16-48 16,0-16-125-1,0-19-68-15,0-2-127 0</inkml:trace>
  <inkml:trace contextRef="#ctx0" brushRef="#br0" timeOffset="29968.07">3804 5294 1093 0,'0'0'177'0,"0"0"-154"0,0 0 214 15,0 0-140-15,0 0-52 16,0 0-34-1,64-40-11-15,-10 28-2 16,1-5-4-16,-7-1-9 16,-8-11-59-16,-7-4 6 15,-6-13 13-15,-12-8 12 16,-5-9 23-16,-7-2 1 0,-3 12 17 16,0 17 2-1,0 21 17-15,-6 15 54 0,-7 15-27 16,-4 35-29-1,-5 20 6-15,6 11 32 16,8 5-4-16,7-6-23 16,1 3-2-16,0-8-9 15,0-11-15 1,13-8 3-16,5-12-2 0,3-13 0 16,1-15 1-16,2-13 1 0,3-3-3 15,6-19 5-15,13-13-1 16,-3-11-4-16,0-5-2 0,-8-1-2 15,-10 4 1-15,-10 11 0 16,-3 15 2-16,-8 13 1 16,-4 6 0-16,0 19-1 15,0 16 1-15,-7 6 0 0,4 3 5 16,3-4 0-16,0-3-2 16,18-7 4-1,13 0-7-15,13-11 3 16,9-7 1-16,7-7-3 15,0-5 1-15,-4-12-3 0,-2-15 1 16,-9-11-8-16,-12-8-12 16,-8-8 9-16,-13-5 2 15,-6 7 7-15,-6 7 2 16,0 17 0-16,0 10 2 16,-9 14 3-16,-10 4-2 0,-1 16-3 15,-1 14 4 1,6 9-1-16,5 6 1 15,10-1-3-15,0-2 0 16,10-6 1-16,10-4-1 16,11-6-1-16,9-6 0 15,4-9 1-15,3-6 0 0,0-5-1 16,2-2 0-16,-3-15-4 16,-3-5-3-16,-10-6-9 15,0-9 3-15,-13-2-12 16,-1-8 17-16,-9-4 2 15,-5 3 4-15,-5 9 2 16,0 7 0-16,0 15 0 16,0 6 2-16,-3 7-2 15,-5 4 0-15,-1 0 0 16,3 0-1-16,-4 7-1 16,4 7 0-16,0 2 2 15,6 1 0-15,0 3 0 16,0 0 0-16,6 2-1 15,9 0 1-15,0 3 0 16,1-2 0-16,2 1 2 16,1-1-2-16,-5 0 0 15,-1-4-3-15,-4-2 3 0,-6-1-1 16,-3-4 1-16,-1-1 0 16,-17 0 5-16,-3-4-5 15,-1 2 4-15,1-3-2 16,9-1-2-16,6-4-1 15,3 0-1-15,3 3-11 0,0-4-154 16,15 0-164 0,12-10-235-16</inkml:trace>
  <inkml:trace contextRef="#ctx0" brushRef="#br0" timeOffset="30348.87">5718 5217 1277 0,'0'0'42'0,"0"0"-39"0,0 0 138 0,0 0-84 0,0 0-19 15,-76 106-18-15,81-64-12 0,14-4-6 16,11-6-2 0,3-6 0-16,-2-6 2 0,5-12-1 15,-2-8-1-15,-4 0 0 16,3-13-4-16,-2-10-10 15,5-8 5-15,-5-7 4 16,-4-1 5-16,3-3 0 16,-3-1 0-16,-5 12 2 15,-1 9 4-15,-12 10-1 16,0 12 19-16,-3 0 11 16,6 22-35-16,0 13 7 15,4 13 9-15,1 3-9 16,-1 1-4-16,4 1 4 15,-4-2-2-15,-7-10-4 16,-6-10-2-16,-3-8-2 0,-9-14-69 16,-16-9-112-16,-5-2-115 15,-5-29-329-15</inkml:trace>
  <inkml:trace contextRef="#ctx0" brushRef="#br0" timeOffset="30501.47">5614 4779 1376 0,'0'0'56'16,"0"0"-51"-16,0 0 93 15,0 0-98-15,0 0-7 16,0 0-62-16,-15 38-306 16</inkml:trace>
  <inkml:trace contextRef="#ctx0" brushRef="#br0" timeOffset="30971.25">7342 4716 877 0,'0'0'50'16,"0"0"-8"-16,0 0 122 15,0 0-97-15,0 0-26 16,0 0 0-16,77 6 80 0,-4-5-27 16,18-1-51-16,6 0-7 15,1-6-33-15,-8 0-3 16,-15-2-20-16,-20-3-170 15,-31 1-185-15,-24-6-322 16</inkml:trace>
  <inkml:trace contextRef="#ctx0" brushRef="#br0" timeOffset="31138.88">7728 4617 927 0,'0'0'44'0,"0"0"12"15,-18 115 119-15,18-45-61 16,16 12-1-16,8 2 0 15,3 5-41-15,-1-1-31 16,-1-2-21-16,-3-4-13 16,-5-9-7-16,-1-8-1 15,-4-14 0-15,1-12-5 0,-1-13-79 16,8-14-149-16,5-9-111 16,5-3-357-1</inkml:trace>
  <inkml:trace contextRef="#ctx0" brushRef="#br0" timeOffset="31842.31">8167 5290 1248 0,'0'0'49'0,"0"0"-44"16,0 0 132-16,0 0-125 16,0 0-12-16,89-20 0 15,-38 10 0-15,-14-5-12 16,-9-5-49-1,-11-10 41-15,-7-5 7 0,-10-6 12 16,0 1 1-16,0 11 3 16,-6 9 2-16,-6 9 4 15,-6 9 6-15,-7 2-3 16,-5 15 10-16,-1 17 10 16,4 13 9-16,11 7-5 15,10 7 2-15,6-1 3 16,6-5-5-16,21-4-20 15,7-7-12-15,10-11-4 16,3-11 4-16,-1-7-4 16,2-13 1-16,4 0 0 0,0-15 4 15,-4-15-2 1,1-4-2-16,-7-8-1 0,-9-10-1 16,-5-7 0-16,-10-5-3 15,-12 3 1-15,-1 10 3 16,-5 12 1-16,0 15 2 15,-5 8 3-15,-4 10-2 16,-6 6-2-16,-6 0-1 16,6 12-1-1,-4 12-1-15,7 6 1 16,6 2 0 0,6 2-3-16,0 1 3 0,21-1-2 15,6 0 2-15,13-2 0 16,5 0 0-16,4-3-1 15,-1 1-1-15,-5-6 2 16,-13-7 0-16,-14-2 0 16,-11-8-1-1,-5-3 1-15,-17-2 4 16,-19-2 8-16,-10 0-1 16,-6 0 18-16,10 0-1 15,5 0-19-15,13 0-8 0,6 0-1 16,11 0 0-16,7 0-10 15,0-9-73-15,7-10-92 0,19-12-152 16,5-14-62 0,2-15-262-16</inkml:trace>
  <inkml:trace contextRef="#ctx0" brushRef="#br0" timeOffset="32644.55">9133 4564 1089 0,'0'0'35'0,"0"0"43"0,0 0 187 16,0 0-166-16,0 0-57 0,0 0-38 0,-7 15-4 0,7 57 41 0,0 9-4 15,7 5-12-15,11 0-12 0,6-6-4 0,1-7-9 0,8-11 0 0,0-7 3 0,4-12-2 16,5-15-1-16,1-13 1 47,1-9-1-47,-3-6 0 0,-3-6-12 15,-7-18-9-15,-4-7 11 0,-11-6 10 0,-1 3 0 0,-10 4 2 16,-4 10 1-16,-1 9 3 0,0 8 10 0,0 3 1 16,0 3-14-16,0 18-3 15,-4 8 0-15,-4 5 1 0,8-3-1 16,0-4-1-16,6-6-1 15,6-5 2-15,3-8 0 0,6-4 0 16,4-4 0-16,13 0 0 16,5-13 4-16,5-4-4 15,-2-6 0-15,-6 2 0 16,-5 4 1-16,-12 4 2 0,-5 6-2 16,-10 6-1-16,-1 1-2 15,2 1-1-15,4 14 2 16,7 7 1-16,8 3 2 15,11 1 0-15,9-1 5 16,7-2 0-16,9-5-4 16,-3-5 0-16,-1-6 1 15,-8-7-3-15,-7 0 0 0,-8-6 0 16,-11-15 3-16,-4-13-4 16,-7-9 0-16,-5-6-1 15,-10-2-2-15,0 10 2 16,0 11-3-16,-17 10 3 15,1 13 0-15,-9 7 0 16,1 7-2 0,-2 20-1-16,2 12 2 0,6 11 2 15,6 12-2-15,12 9 5 16,0 9-1-16,3 6 4 16,13 5-5-16,-2 2 8 15,5 4-4-15,-4-2 1 16,-2-1-1-16,-4-7 4 15,-7-9-6-15,-2-12-2 16,0-5 1-16,-9-11-2 16,-12-12 0-16,-3-15 0 15,-1-12-1-15,-5-8-8 0,-6-3-70 16,-6-24-69 0,-4-17-112-16,-8-18-103 15,-7-19-376-15</inkml:trace>
  <inkml:trace contextRef="#ctx0" brushRef="#br0" timeOffset="32844.31">8891 4911 870 0,'0'0'337'0,"0"0"-337"0,0 0 0 0,0 0 114 0,11-80-114 0,53 71-8 16,8 3-11-16,7 0-104 15,0-2-105-15,-6-5-79 16</inkml:trace>
  <inkml:trace contextRef="#ctx0" brushRef="#br0" timeOffset="32993.68">9691 4649 1191 0,'0'0'49'0,"0"0"-48"0,0 0 209 16,0 0-139-1,0 0-52-15,0 0-19 16,-18-14-5-16,18 14-18 16,6 16-76-16,-1 5-147 0,2-5-231 15</inkml:trace>
  <inkml:trace contextRef="#ctx0" brushRef="#br0" timeOffset="33764.31">3110 6684 510 0,'0'0'383'0,"0"0"-383"0,0 0 0 0,0 0 37 0,0 0 60 0,0 0-56 0,-67-45-20 0,67 45 15 16,0 0 31-16,0 0 0 0,0 0-24 15,12 0-13-15,27 8 43 16,26-8 5-16,29 0-22 16,36-12-32-16,45-26-2 0,44-12 5 15,50-8 0-15,48-7-16 16,37 2-2-16,37 4-5 15,31 5-4-15,17 8 6 16,19 5-6-16,16 11 0 16,5 9 5-16,-6 7-3 15,-13 10-2-15,-41 1 0 16,-46 3-7-16,-58 0 7 16,-65 0-4-16,-62 0-4 15,-58-10 8-15,-49-6 4 16,-31 0-1-16,-24-3 10 15,-11 4 31-15,-8 0 10 0,-4 3-25 16,-3 7-12 0,0 4-9-16,0 1-5 0,0 0-3 15,0 0-4-15,-6 1-38 16,0 14-84-16,6 0-137 16,0-4-135-16,20-2-463 15</inkml:trace>
  <inkml:trace contextRef="#ctx0" brushRef="#br0" timeOffset="34564.98">11666 4788 314 0,'0'0'1067'0,"0"0"-1064"0,0 0-3 16,0 0 35-16,0 0-35 0,0 0-1 0,-19-9-39 0,34 27-68 0,0 2-151 0,-6 1-207 15</inkml:trace>
  <inkml:trace contextRef="#ctx0" brushRef="#br0" timeOffset="34726.56">11632 5217 1141 0,'0'0'35'0,"0"0"-13"16,0 0 149-16,0 0-107 15,0 0-64-15,0 0-7 16,-4 14 0-16,10-7-97 16,-2-3-159-16,-4-1-285 15</inkml:trace>
  <inkml:trace contextRef="#ctx0" brushRef="#br0" timeOffset="35777.61">11859 5091 257 0,'0'0'531'0,"0"0"-489"0,0 0 65 0,0 0 52 0,0 0-80 0,0 0-30 0,-24-2-2 0,24 2 2 15,0 0 0-15,12 0-22 16,25 0-7-16,21 0-6 16,16 0-14-16,14 0-12 15,13-4-142-15,8-5-194 16</inkml:trace>
  <inkml:trace contextRef="#ctx0" brushRef="#br0" timeOffset="43912.88">13803 4079 130 0,'0'0'15'0,"0"0"-15"0,0 0 0 0</inkml:trace>
  <inkml:trace contextRef="#ctx0" brushRef="#br0" timeOffset="47145.89">14548 4592 788 0,'0'0'10'0,"0"0"115"0,0 0 35 15,0 0-15-15,0 0-57 16,0 0-27-16,0 0-13 16,0-13-2-1,0 18-23-15,0 17-15 0,0 20-1 16,-3 23 41 0,1 14-4-16,2 11-16 0,0 1-17 15,0-5-7-15,0-10-3 16,8-7-2-16,-1-13 1 15,-3-7-3-15,1-16 2 0,-2-12-6 16,-2-9-21 0,2-11-116-16,-1-1 20 0,1-20 43 15,0-19-26 1,0-14-96-16,-2-13 45 16,1-7 9-16,-2 0-169 0</inkml:trace>
  <inkml:trace contextRef="#ctx0" brushRef="#br0" timeOffset="47550.78">14476 4642 752 0,'0'0'22'0,"0"0"165"0,0 0-41 0,0 0-63 0,0 0 26 0,0 0-41 0,-15-32-26 0,34 24-22 16,16-2-20-16,15-3 2 0,18 0-1 0,10 0 4 0,3 3-4 15,-2 3-1-15,-13 7-6 16,-14 0-20-16,-16 3-219 15,-18 7-152-15</inkml:trace>
  <inkml:trace contextRef="#ctx0" brushRef="#br0" timeOffset="47755.43">14734 4939 862 0,'0'0'3'16,"0"0"-2"-16,0 0 38 15,0 0-25-15,0 0-3 16,0 0 13-16,54 29-3 16,-18-29-13-16,1 0-4 15,0 0-4-15,0 5-44 16,-2 4-165-16,-7-2-311 16</inkml:trace>
  <inkml:trace contextRef="#ctx0" brushRef="#br0" timeOffset="48184.42">15243 5023 552 0,'0'0'4'16,"0"0"-4"-16,0 0 14 0,0 0 9 0,0 0 33 0,0 0 64 15,70-30 62-15,-70 30-7 16,0 0-36-16,-8 0-65 15,-8 0 17-15,-8 0-72 16,-1 12-1-16,-2 8 6 16,5 3 0-16,6 2-13 15,10 1-9-15,6 3-2 16,0-1 0-16,14-4-1 0,13-3 0 16,6-5-1-16,3-4 2 15,4-9 2-15,1-3-1 16,3 0-1-16,-4-11 0 15,-3-9 2 1,-10-7-2-16,-10-4 6 0,-11-3-2 16,-6 1 4-16,-9 5 1 15,-17 10-4-15,-9 10-5 16,-6 8-5-16,-2 0-8 16,6 13-7-16,7 6-14 15,9 6-75-15,11 1-63 16,10-2 45-16,0-2-60 15,10-7-31-15,11-8-91 16</inkml:trace>
  <inkml:trace contextRef="#ctx0" brushRef="#br0" timeOffset="48553.95">15633 4978 1022 0,'0'0'38'0,"0"0"183"0,0 0-103 0,0 0-81 0,0 0-18 0,113-49 0 0,-77 59 3 16,3 10-1-16,-4 5 8 15,-4 2-4-15,-1 4-12 16,-10 3-7-16,-6-4-4 16,-8-1-1-16,-6-5 1 0,0-5-2 15,0-7-1-15,-6-2 1 16,0-6 3-16,5-4 0 15,-6 0 7-15,2-20 4 16,-1-11-14-16,3-8-1 16,3-5-8-16,0 2-2 15,11 6-13-15,5 10-6 16,-3 8-28-16,2 9-58 16,2 6-8-16,1 3-56 15,-2 3-13-15,0 12-36 16,1 4-268-16</inkml:trace>
  <inkml:trace contextRef="#ctx0" brushRef="#br0" timeOffset="50454.1">16230 5026 872 0,'0'0'64'16,"0"0"118"-16,0 0-17 15,0 0-53-15,0 0-37 16,0 0-31-16,23-42-15 15,-17 42-17-15,1 14-2 16,2 5 33-16,1 6-22 16,-3-1-10-16,-3 4-6 15,1-3 0-15,-4-1-3 16,1-8-2-16,-1-8-1 0,2-5 1 16,0-3-3-16,1 0 3 15,11-11 3 1,9-17-2-16,3-9 0 15,7-5 0-15,-4-1-1 16,-6 11 2-16,-6 3-2 0,-6 15 0 16,-6 3 1-16,-5 8 3 15,-1 3-4-15,0 0 0 16,0 12-13-16,3 10 6 16,0 5 6-16,0 1 1 15,2-2 0-15,1-8 0 16,-2 2-1-16,1-9 1 15,2-4 0-15,-1-3 0 16,6-4-5-16,5 0 5 16,5-3 2-16,3-13-2 15,2-7 0-15,-4-4-5 0,0-7-4 16,0 6 4-16,-10 3 3 16,-3 10 2-16,-7 11 4 15,-3 4-3-15,0 0-1 16,0 8-13-16,0 12-11 15,-1 5 24-15,-2 0 1 16,3-1-1-16,0-4 1 16,0-5-1-16,1-2 0 15,10-5-4-15,1-2 3 16,4-5-5-16,5-1 4 16,2 0 2-16,4-7-7 15,-2-7 5-15,-1-4 1 16,-5-3-7-16,1-1 0 15,-8 0 5-15,-2 5 2 16,-4 6-1-16,-6 2 1 0,0 9 1 16,0 0 0-16,0 0-1 15,0 0-8-15,0 0-6 16,0 9-1-16,0 5 14 16,0 3 2-16,0-3 0 15,0-3 0-15,6 0 0 16,0-3-1-16,3-4 1 15,0-2-3-15,4-2 3 0,4 0-2 16,3-2 0 0,0-10 2-16,1-5-1 15,-6 3 1-15,0 1 0 16,-5 1 0-16,-5 5 2 16,-2 1 3-16,-3 3 0 0,0 3 0 15,0 0-4-15,0 0-1 16,0 0-11-16,0 15-3 15,4-2 14-15,3-1 0 16,1-1 0-16,3-1 1 16,3-2-1-16,1-5 0 15,6-1 4-15,4-2-3 16,2 0-1-16,0-13 1 16,6-7 1-16,1-5 0 0,2-11-2 15,3-8-1 1,-2-12-1-16,-3-13 0 0,-8-5-5 15,-5-9-13 1,-7 2 10-16,-9 11 4 0,-5 10 2 16,0 20 4-16,0 17 0 15,-13 16 4-15,-4 7-4 16,-4 21-17-16,-2 23 17 16,4 12 1-1,11 6-1-15,8 4 2 0,0 3 7 16,18 1-3-16,7-6-3 15,8-9-1-15,4-10 0 16,5-8-2-16,4-13 4 0,1-10-4 16,0-8 2-1,1-6 3-15,4-6-5 16,-3-13 7-16,-4-7-7 16,-6-10 2-16,-15-3-2 15,-8-1-2-15,-14-1-6 0,-2 10 8 16,0 7 5-16,-10 12-5 15,-10 12 0-15,-4 0-7 16,-3 12 1-16,3 12 2 16,6 1 2-16,6 1-3 0,5-4 0 15,2-4 4 1,5-3-6-16,0-9 3 0,0 0-3 16,15-4-2-16,0-2-1 15,9 0 3-15,0-1 0 16,-1-8-5-16,-6 0 10 15,2 2 1-15,-9 3 0 16,-3 1 0-16,-2 3 1 16,-1 0 0-16,2 4-1 15,1 11 1-15,6 3 0 16,-2-1 0-16,1-1 1 16,4-5 0-16,3 0 0 15,6-5-1-15,5-4 1 16,-3-2 2-16,5 0 0 15,-5-19-1-15,1-4-2 16,-3-10 2-16,-3-11-1 0,0-12 7 16,-3-7-6-16,0-4 1 15,-3 0-3-15,-3 0 3 16,-6 8-1-16,-6 11 0 16,-1 16 5-16,0 16 3 15,0 14 13-15,-9 2-8 16,-10 27-14-16,-1 17-1 15,-2 7 3-15,7 8 5 16,3 1-4-16,9-1 1 16,3 3-1-1,0-8-2-15,1-6-2 0,13-16 0 16,2-7-3-16,3-15 2 16,1-7 1-16,4-3 4 0,4-10-1 15,2-15-1-15,1-6-2 16,-4-12-3-16,-6 1-6 15,-4 0-9-15,-8 5-6 16,-8 12 19-16,-1 13 4 16,0 12 1-16,-13 2-11 15,-7 26-5-15,2 10 16 16,7 8 7-16,11-2-1 16,0-1-2-16,19-8-4 15,6-10 1-15,5-6-1 16,0-10 0-16,1-5-1 0,-1-4-25 15,-2-3-101 1,-7-13-87-16,-7-9-108 0</inkml:trace>
  <inkml:trace contextRef="#ctx0" brushRef="#br0" timeOffset="50621.49">18283 4549 179 0,'0'0'798'0,"0"0"-765"0,0 0 183 0,0 0-94 0,0 0-28 0,0 0-74 0,15-34-20 0,53 25-15 0,7-7-82 0,-3 2-156 0,12-11-116 0</inkml:trace>
  <inkml:trace contextRef="#ctx0" brushRef="#br0" timeOffset="50852.8">19720 4018 935 0,'0'0'132'0,"0"0"-125"16,-40 75 35-16,25-1 122 16,3 25 4-16,6 26-21 15,-2 35-35-15,-3 24-77 16,-11 20-11-16,-13 9-11 15,-11-6-7-15,-11-5-5 16,0-18-2-16,8-28-12 16,10-29-126-16,15-33-118 0,9-32-75 15,9-32-384-15</inkml:trace>
  <inkml:trace contextRef="#ctx0" brushRef="#br0" timeOffset="52201.09">20694 4453 490 0,'0'0'53'0,"0"0"93"0,0 0-35 0,0 0-3 0,0 0-4 0,0 0-20 0,-27-21 1 0,23 21-18 16,-5 0-5-16,-10 2-14 16,-11 12-34-16,-11 12 1 0,-5 10 29 15,3 8-6-15,4 9-16 16,5 7-1-1,13 2-7-15,9-2-11 0,12-7 0 16,0-6-1-16,27-12-4 16,19-5 7-16,9-13-5 15,12-10 0-15,7-7-1 16,-3-5-9-16,-4-20-26 16,-16-4-15-16,-12-9 25 15,-12-7 23-15,-9 4 3 16,-12 5 2-1,-6 12 5-15,0 12 6 16,0 12 43-16,-2 0-43 0,-16 18-13 16,-6 14-7-16,-3 8 7 15,11-3 0-15,10-3-2 0,6-4 1 16,0-2-1 0,21-6-2-16,9-7 4 15,10-6 1-15,8-9 0 0,4 0 0 16,-1-11-1-16,-4-13 0 15,-8-9 0-15,-12-9-1 16,-9-8-1-16,-8 1 2 16,-10 2 0-16,0 13 6 15,-14 11-2-15,-12 9-3 16,-5 14-1-16,-8 6-1 16,-3 23-2-16,2 7-1 0,9 3 3 15,8 0-4-15,8-1 2 16,15-4-3-16,0-6 0 15,5-4-18-15,23-10-43 16,10-3-26-16,11-10-4 16,7-1-31-16,6-7-22 15,-3-12-7-15,-1-6-52 16,-10-6 54-16,-3 1 109 16,-14-1 46-16,-13 9 218 15,-6 5-24-15,-9 6 12 16,-3 9-25-16,0 2-54 15,0 0-72-15,0 2-45 16,-12 19-8-16,-3 2 4 16,-1 7 5-16,2-4-1 0,1 4-9 15,4-7 3-15,2-1-4 16,5-10 0-16,2-3 0 16,0-6-1-16,0-3-4 15,14 0 5-15,17-13 4 16,9-16-1-16,5-2-3 15,1-7-6-15,-4 1 2 16,-8 8 0-16,-8 7 4 16,-10 8 1-16,-9 9 9 15,-7 5 24-15,0 3-21 16,0 19-12-16,0 7 4 16,0 9 16-16,0 0-7 15,3-5-14-15,0-2 0 0,7-5-1 16,-4-8-1-16,5-5-11 15,0-3-107-15,7-10-95 16,1 0-75-16,3-6-486 16</inkml:trace>
  <inkml:trace contextRef="#ctx0" brushRef="#br0" timeOffset="53500.65">21913 4761 326 0,'0'0'704'0,"0"0"-702"0,0 0 156 0,0 0-116 0,0 0-32 0,0 0-10 0,81-61 2 0,-56 63 3 15,-4 16 8 1,-3 6 6-16,-2 7 14 16,-7 1-7-16,-4 5-15 0,-5-3-7 15,0 1-3-15,-8-6 1 16,-4-4-2-16,-6-8 0 15,1-6 0-15,0-3 0 16,-1-6-1-16,6-2 0 16,2 0 1-16,3-6-5 15,1-11 3-15,2-5 1 16,4 4-3-16,0-1-5 16,0 9 6-16,0 3 2 0,0 5-3 15,0 2 2 1,4 0-2-16,2 0-10 0,5 2 14 15,7 5-3-15,5 0 2 16,0-4 1-16,6-3-7 16,-1 0-94-16,2 0-54 15,0-12 6-15,-3-7-5 16,0-9 38-16,-2-8 43 16,-3-13 73-16,0-13 55 15,0-10 34-15,-3-7-5 16,0-1-15-16,-4 3-25 15,-4 13-25-15,-2 12-2 16,-6 22 30-16,-3 13 27 16,0 10 9-16,0 7-10 0,0 1-73 15,0 27-7-15,-5 15 7 16,-5 14 9-16,7 7 9 16,-2 4-5-16,5 2 19 15,0 2-26-15,0-4-6 16,11-9 3-16,8-15-2 15,0-12-1-15,1-16-5 16,-1-10 4-16,2-6-12 16,5-4-10-16,2-19-9 0,-1-14-17 15,-2-5 25 1,-4-9 11-16,-3 2 13 0,-6 6 0 16,-8 11 3-16,-1 16 2 15,-3 9 4-15,0 4 24 16,0 3-18-16,-3 6-15 15,-7 12-9-15,0 5 8 16,6 2-2-16,4 0 0 16,0-3 2-16,0-1 1 15,13-4-4-15,3-2-1 16,0 0-3-16,2-3 3 16,-2-6-11-16,-2 1 15 15,-6 0 1-15,3 2 0 16,-3 1 0-16,-1 3 0 15,1 2 4-15,4-1 0 0,0-3-4 16,1-1 1 0,5-4 2-16,1 0-3 0,1-6 0 15,4 0-1 1,-2-6-12-16,3-8-30 0,-4-8-11 16,0-7 22-16,-5-8 9 15,0-6 23-15,-6-4 0 16,-1 1 9-16,-5 13 3 15,-4 11 34-15,0 12 22 16,0 6 19-16,0 4-38 16,0 4-49-16,-9 18-1 15,-2 12 1-15,3 5 7 16,8 4-3-16,0-4-1 16,0-3-2-16,0-7-1 0,11-7 0 15,2-8-1-15,5-5 0 16,3-5-6-16,5-4-21 15,4 0-14-15,3-15 17 16,-3-8-60-16,-3-5 48 16,-6-8 26-16,-2-4 9 15,-4 0 2-15,-6 5 1 16,-6 11 12-16,-3 12 22 16,0 6 16-16,0 6-11 15,0 0-5-15,0 0-35 16,-3 20 0-1,-9 5 0-15,3 6 4 0,3 0 2 16,6-2-3-16,0-2-3 16,0-4-2-16,11-7-2 15,2-3 0-15,4-6-63 16,2-3-82-16,3-4-66 0,-4 0-227 16</inkml:trace>
  <inkml:trace contextRef="#ctx0" brushRef="#br0" timeOffset="53972.53">23638 4531 830 0,'0'0'41'0,"0"0"34"0,0 0 12 0,0 0-33 0,-90 73 19 0,72-30-32 0,6 0-9 16,11-1-6-16,1-7-9 15,0-5-6-15,0-5-9 16,12-11 0-16,7 0 3 16,4-9-5-16,5-5 0 15,2 0-1-15,1-7-51 16,1-15-2-16,-2-7-8 16,-4-15 9-16,0-11 43 15,-6-14 10-15,3-9 2 16,-2-10 0-16,-2-7 11 15,-4 0 0-15,3 1 20 16,-4 19-12-16,-8 25 22 16,2 24-11-16,-8 15 48 0,0 11-15 15,0 4-65-15,-8 26-6 16,-3 17 6-16,0 16 16 16,7 8 4-16,4 6 17 15,0-4-2-15,1-3-18 16,8-5-16-16,1-6-1 15,1-3-2-15,-2-9 0 16,5-9-32-16,-2-13-161 16,-5-14-122-16,-1-11-119 15</inkml:trace>
  <inkml:trace contextRef="#ctx0" brushRef="#br0" timeOffset="54125.59">23938 4417 335 0,'0'0'501'15,"0"0"-484"-15,0 0 133 16,21-75-59-16,1 64-79 16,8 1-12-16,0 0-3 15,-5 4 2-15,-2-1-9 16,-6 4-89-16,-8-3-48 16,-9-1-205-16</inkml:trace>
  <inkml:trace contextRef="#ctx0" brushRef="#br0" timeOffset="54327.48">22301 4379 1159 0,'0'0'3'0,"0"0"17"0,0 0 52 16,0 0-57-16,152 0-15 15,-49-5-17-15,6-6-135 16,0-10-214-16</inkml:trace>
  <inkml:trace contextRef="#ctx0" brushRef="#br0" timeOffset="54875.49">25374 4173 962 0,'0'0'95'0,"0"0"-76"0,0 0 223 15,0 0-92-15,0 0-121 0,0 0-26 0,-61 69 35 0,52-8 9 0,1 3-28 0,8-2-8 16,0-1-6-16,0-4-5 0,0-8 0 16,-2-9-3-16,1-3-9 15,-2-10-109-15,3-10-91 16,0-8-59-16,0-9-125 16</inkml:trace>
  <inkml:trace contextRef="#ctx0" brushRef="#br0" timeOffset="55202.18">25236 4642 961 0,'0'0'37'0,"0"0"99"0,0 0 13 16,0 0-130-1,88-53-18-15,-36 40-1 0,2-3 0 16,-8-1 0-16,-3-5 0 16,-9-9-8-16,-7-5-9 15,-7-7 8-15,-7-4 3 16,-4 0 6-16,-7 9 3 15,-2 12 3-15,0 13 13 16,0 7 50-16,0 6 25 16,-8 8-76-16,-8 23-16 0,-1 9 20 15,3 10 0 1,3 4 0-16,6-3-13 16,5 1 7-16,0-3-15 15,0-8 0-15,0-3-1 0,11-8-2 16,8-6-14-16,2-10-108 15,8-8-46-15,2-6-65 16,6-9-66-16,-3-18-200 16</inkml:trace>
  <inkml:trace contextRef="#ctx0" brushRef="#br0" timeOffset="55576.9">25842 4504 780 0,'0'0'152'0,"0"0"-96"15,0 0 146-15,0 0-154 16,0 0-47-16,0 0 8 15,-35 66 0-15,31-34-4 16,4 0-4-16,0-5 0 16,0 4-1-16,15-9-5 0,7-8 4 15,6-10-7-15,4-4-48 16,1 0-3-16,-2-23 23 16,-1-10 4-1,-4-4 23-15,-2 0 9 0,-9 7 15 16,-3 11 39-1,-7 5 41-15,-4 9-2 0,-1 5 7 16,0 0-41-16,-6 26-44 16,-13 21 31-16,-6 22 43 15,-1 20-39-15,-5 10-23 16,-5 14-15-16,-6 2-1 16,-5-6-7-16,-3-1-3 0,1-17-1 15,7-12-3 1,11-14-3-16,12-20-19 0,11-15-49 15,8-19-46-15,12-11-82 16,24-11-87-16,8-26-264 16</inkml:trace>
  <inkml:trace contextRef="#ctx0" brushRef="#br0" timeOffset="56044.68">26331 4554 1265 0,'0'0'66'0,"0"0"-62"0,0 0 183 0,0 0-165 0,-38 85-13 0,19-13 1 0,1 6 0 15,0-4-8-15,5-5 0 16,-3-12 0-16,3-6-2 16,2-12-1-16,5-12-2 15,1-12 3-15,5-7-11 16,0-8-70-16,0 0-35 15,2-18 27-15,10-19 5 16,1-14-30-16,-1-12 65 16,0-15 32-16,1-9 17 15,5-2 5-15,0 5 26 16,3 15 7-16,-3 17 25 16,1 14-7-16,1 14 12 0,-2 8-39 15,2 12-12-15,3 4-5 16,-1 0-12-16,2 4 1 15,0 12-1-15,-9 4 0 16,-5 3 5-16,-8 1-4 16,-2-1 3-16,-12 2 0 15,-11-1 5-15,-8-6 1 16,1 2 1-16,5-7-11 16,4 0 3-16,9-4-3 15,6-1-33-15,6-6-134 16,0 2-55-16,11-4-83 15,11 0-208-15</inkml:trace>
  <inkml:trace contextRef="#ctx0" brushRef="#br0" timeOffset="56436.46">26668 4468 42 0,'0'0'1064'0,"0"0"-1039"0,0 0 120 0,0 0-74 0,0 0-66 0,0 0 7 0,-33 61 13 15,20-31 11-15,7-3-13 16,6 1-8-16,0-6-9 16,3-1-3-16,15-6-2 15,2-7 1-15,6-6 2 16,2-2-4-16,2 0-8 16,-1-17-23-16,-4-6-5 15,-7-5 7-15,-8-4 17 0,-7-1 8 16,-3 1 4-16,-6 5 3 15,-16 5-2-15,-6 11 2 16,-4 6 7-16,1 5 3 16,4 5-5-16,4 12-8 15,7 3-3-15,6 3 0 16,10-1-3-16,0-2 2 16,9 0-76-16,11-7-75 15,3-3-35-15,1-8-53 16,3-2-238-16</inkml:trace>
  <inkml:trace contextRef="#ctx0" brushRef="#br0" timeOffset="57639.99">27043 4216 557 0,'26'-95'110'16,"-3"9"-2"-16,-10 17 49 0,-8 24-36 16,-5 24 11-16,0 21-34 15,-11 6-83-15,-11 29-12 16,-8 20 17-16,2 12 43 15,7 4-3 1,7 2-21-16,8-2-23 0,5-7-3 16,1-5-10-16,1-12-3 15,19-7 0 1,5-11-1-16,9-11-2 16,5-14 1-16,2-4-6 15,-1-10-37-15,1-19-26 0,-2-11 13 0,-4-11 18 16,-2-10 15-1,-5-11 18-15,-6-6 7 0,-5 1 3 16,-3 9-1-16,-7 13 1 16,-4 20 11-1,-3 17 7-15,0 15 33 0,0 3-36 16,-13 23-18 0,-9 18 0-16,0 12 2 0,5 2 4 15,4 1-3-15,10-5-2 16,3-4 0-16,0-6 5 15,0-8-6-15,9-9 0 16,3-8 0-16,0-12 0 16,6-4 6-16,4 0 1 0,5-10-2 15,0-12-3-15,1-4-2 16,-2-4 0-16,-4 3 0 16,-9 6 1-16,-1 7 0 15,-7 7 0-15,-5 4 9 16,0 3 5-16,0 0-2 15,0 6-13-15,0 12-3 16,-5 3 3-16,1 1 2 16,4-2-1-16,0-1-1 15,0-5 0-15,3-1 0 16,10-4 0-16,8-4-3 16,3-4-1-16,3-1-2 0,7 0-31 15,-1-15-4-15,3-5-8 16,-4-6 1-16,-5-5 17 15,0-5 30-15,-13-3 1 16,-4 5 3-16,-7 5-1 16,-3 9 11-16,0 10 20 15,-1 8 4-15,-11 2-21 16,-6 4-15-16,-5 17-1 16,3 8 13-16,-1 3-3 15,10 4 0-15,7 1-9 16,4-3 0-16,0-3 0 0,10-1 0 15,13-8 0 1,9-3-1-16,10-7 1 16,4-8-1-16,-1-4-3 15,0 0-23-15,-5-14-14 16,-4-10 23-16,-2-5 14 0,-5-6 3 16,-5-2 3-16,-7-1-2 15,-5 5 6-15,-4 5-2 16,-7 9 10-16,-1 6 7 15,0 6 9-15,0 3-20 16,0 3-2-16,0 1-9 16,0 0-6-16,0 0-3 15,0 0 4-15,0 0 0 16,0 0-2-16,0 0 7 0,0 0 0 16,0 0 0-16,0 0 0 15,2 0 1-15,1 0-1 16,3 0 1-16,3 0 2 15,3 7 0-15,2 5-1 16,3 1 0-16,1 5 0 16,1 1 5-16,-2 5-1 15,0-2-2-15,-1 4 5 16,-10-5-5-16,1 1-3 16,-7-5 0-16,0-2 1 15,0-2 3-15,-9-4 5 16,-5 1-3-16,3-5-1 15,0 0-1-15,2 0-5 16,5-4 1-16,1 1-1 16,3-2-3-16,0 0 2 0,0 0-7 15,0 2-12-15,0-2-16 16,9 0-44-16,1 0-53 16,2 2-109-16,-1-2-169 15</inkml:trace>
  <inkml:trace contextRef="#ctx0" brushRef="#br0" timeOffset="58329.06">26922 4092 881 0,'0'0'13'0,"80"-13"-7"0,-23 13 52 0,8 0-58 0,7 0-11 0,2 0-161 0,-3 0-561 16</inkml:trace>
  <inkml:trace contextRef="#ctx0" brushRef="#br0" timeOffset="60042.8">28618 4124 746 0,'0'0'85'0,"0"0"-68"0,0 0 137 0,0 0-83 0,0 0-66 0,0 0-4 16,-6 30 3-16,3 2 20 15,3 5 14-15,0-3-18 16,0-3-7-16,6-4-7 15,7-6 0-15,4-3-5 16,2-6 4-16,2-7 0 16,3-5-5-16,1 0 5 0,2-10-5 15,1-15 4 1,-1 0 0-16,-4-7-3 0,-1-1 1 16,-4 4 1-16,-4 5-1 15,-8 8-2-15,1 6 4 16,-7 6 5-16,0 4 9 15,0 0-13-15,0 0-5 16,0 7-7-16,0 11 7 16,-4 5 3-16,4 2 5 15,0 2 2-15,0 1 0 0,0-3 4 16,7-2-10-16,-3-5-4 16,-2-5 1-16,-2-5-1 15,0-4-3-15,-6-2-49 16,-15-2-165-16,6-5-328 15</inkml:trace>
  <inkml:trace contextRef="#ctx0" brushRef="#br0" timeOffset="60188.71">28675 3921 1067 0,'0'0'88'0,"0"0"-84"16,0 0 51-16,0 0-55 15,0 0-22-15,0 0-445 16</inkml:trace>
  <inkml:trace contextRef="#ctx0" brushRef="#br0" timeOffset="61567.87">15635 6159 904 0,'0'0'22'0,"0"0"136"0,0 0 36 0,0 0-156 0,0 0-37 0,-82 75 0 0,42-7 41 0,1 3-18 16,9 3 24-16,11 0-32 16,6-4-1-16,11-7-6 15,2-12-8-15,15-13 0 16,14-14 0-16,15-11 2 16,11-13 5-16,11-2 2 15,8-26 0-15,-4-9-9 0,-7-13 1 16,-16-4-2-16,-16-11 1 15,-16-6 6-15,-15-3-6 16,0 3 1-16,-23 12 0 16,-8 18 1-16,-10 20 2 15,-9 20 2-15,-10 6-3 16,-5 32-1-16,2 18-3 16,9 9-1-16,18 3 1 15,18-3 1-15,14-2-1 16,4-7-2-16,25-9-1 15,17-12 2-15,15-12 1 16,11-16 0-16,9-6-2 16,1-6-6-16,-1-19-11 15,-6-8-3-15,-8-9 9 0,-12-3 8 16,-14-1 5-16,-13 2 6 16,-11 9-2-16,-8 14 7 15,-5 11-2-15,0 10 30 16,0 6-39-1,-18 24-2-15,-3 7 2 0,-6 10 17 16,3 1-16-16,5-4 4 16,7-5 3-16,3-6-6 15,3-11-2 1,6-10 2-16,0-8-2 16,0-4 0-16,6 0 4 15,18-10 5-15,10-11 6 0,9-10-12 16,-1-4-2-16,0-3 2 15,-6 1-2-15,-7 7 1 16,-6 10-2-16,-10 10 1 16,-8 7-1-16,-2 3 0 15,-3 8-9-15,1 16 9 16,1 7 0-16,-1 6 11 16,1-4-11-16,0 1 6 0,-1-4 0 15,3-5-6-15,1-7 0 16,1-5-1-16,3-5-66 15,7-6-201-15,4-2-188 16</inkml:trace>
  <inkml:trace contextRef="#ctx0" brushRef="#br0" timeOffset="62189.99">17102 6578 1282 0,'0'0'36'16,"0"0"-23"-16,0 0 9 0,-21 83 76 0,9-13-7 15,3 10-19-15,1 13-42 0,4 6 6 0,-2 5-16 0,-1 0-11 0,-4-7-8 16,-4-6 0-16,3-16-2 15,2-18 1-15,3-23-15 0,7-14-73 0,0-20-33 0,0-6-20 0,17-31-10 0,7-19-129 0,4-17 91 0,-3-16-39 0,4-20-115 0</inkml:trace>
  <inkml:trace contextRef="#ctx0" brushRef="#br0" timeOffset="62380">17155 6717 478 0,'0'-94'188'0,"0"24"-44"0,5 22 100 16,1 18-83-16,4 14-73 16,5 9-4-1,12 7-61-15,11 7-23 0,17 20 1 16,3 15 2-16,-8 2-1 16,-14 1-2-16,-19-2 0 15,-17-6-4-15,-11-6 4 16,-31-6 8-16,-16-8 8 15,-8-3-4 1,-3-6 2-16,3-3 1 0,12-4-11 16,15-1-3-16,17 0-1 15,16 0-21-15,6-6-127 16,18-12-151-16,22-7-217 16</inkml:trace>
  <inkml:trace contextRef="#ctx0" brushRef="#br0" timeOffset="62537.75">17651 6493 861 0,'0'0'2'0,"0"0"-4"16,0 0 1-16,0 0-8 16,0 0-218-16</inkml:trace>
  <inkml:trace contextRef="#ctx0" brushRef="#br0" timeOffset="63778.78">17788 6535 664 0,'0'0'423'0,"0"0"-412"0,0 0 203 0,0 0-110 0,0 0-71 0,0 0-17 0,-81 22 11 0,50 9-5 0,6 2-1 15,10 2-6-15,6-5-7 16,8 1-6-16,1-6-2 16,3-6 0-16,17-1-2 15,12-7 2-15,10-9 1 16,10-2-1 31,3 0-11-47,1-13-36 0,-9-12-5 0,-7-4 17 15,-14-8 25-15,-12-4 10 0,-11-5 6 0,-3 1 19 0,-12 8 9 16,-13 9-14-16,-8 12 25 0,0 13-32 16,-5 3-7-1,3 5-2-15,6 21-3 16,6 5 0-16,7 2-2 0,14 3-1 16,2 2-2-16,12-6-2 15,15-2-3-15,13-8-63 16,9-4-2-16,19-5 44 15,8-6-66-15,3-7-85 16,-3 0-43-16,-17-10 13 16,-11-20 27-16,-18-9 184 15,-14-7 77-15,-8-3 128 16,-7 7-45-16,-1 14 18 16,0 10-52-16,0 10 4 0,0 8-8 15,-13 8-88-15,-2 27-29 16,-2 18 0-16,-3 18 25 15,6 12-5-15,2 12 10 16,0 8 6-16,1 3 0 16,3-3-35-16,2-6-4 0,5-12 1 15,1-13 1 1,0-13-3-16,7-18-1 0,5-17 0 16,-2-16-4-16,1-8-7 15,5-11-40-15,-1-23-27 16,3-18 18-16,-6-15 25 15,0-17 18-15,-5-19 9 16,4-15 2 0,1-8 2-16,0-2-5 0,3 19 8 15,4 20 1-15,2 27 1 16,-4 24-1-16,-1 18 5 16,2 11 12-16,3 9-15 15,7 0-2-15,2 20 0 16,-2 8 3-16,-7 2-3 15,-12 0-3-15,-9-2 3 16,0-3 0-16,-25-2 2 16,-11-5 2-16,-7-3 3 15,-1-5-3 1,7-4-4-16,7-2-1 0,15-2-18 16,11-2-115-16,4 0-72 0,6-3-21 15,24-14-314-15</inkml:trace>
  <inkml:trace contextRef="#ctx0" brushRef="#br0" timeOffset="65538.07">18785 6535 1085 0,'0'0'63'0,"0"0"76"0,0 0-48 0,0 0-82 0,0 0-7 0,0 0 5 0,-26 90 29 0,20-59-26 0,5-3-2 0,1-7-8 15,0-4 1-15,1-7-2 16,14-4-2-16,6-6-5 16,7 0 6-16,4-10-20 15,2-9-42-15,-3-12 9 16,-2-3 10 0,-7-1 11-16,-7 0 22 0,-5 8 9 15,-7 12 3-15,-1 8 13 16,-2 7 25-16,0 3-20 15,-9 21-13-15,-4 8 4 0,2 1 16 16,6 6-6-16,5-7-17 16,0-7 5-16,0-4-1 15,7-8-5-15,5-7 4 16,10-6-3-16,6 0 5 16,8-4-5-16,1-17-2 15,1-6-2-15,-3-11 2 16,-3-8-15-16,-8-7-18 15,-2-8 22-15,-6-8-8 16,-8 2 0-16,-4 11 6 16,-4 20 9-16,0 16 4 0,0 18 6 15,-4 2-3 1,-15 22 1-16,-5 17-4 0,3 13 15 16,3 6 11-16,12 4-21 15,4-4 12-15,2-5 2 16,0-3-5-16,17-11-8 15,4-8-5-15,12-7 2 16,8-11-1-16,10-7 3 16,10-6 0-16,7 0-4 15,-9-6-1-15,-7-14-1 16,-13-9-5-16,-12-6-6 16,-14-1-9-16,-8 5 19 15,-5 6 2-15,0 10 2 16,-18 9 8-16,-4 6-1 15,-4 0 1-15,-2 11 3 16,1 9 0-16,6 3 12 16,6 0-7-16,5-3-15 0,7-2-3 15,3-6 1-15,0-4-1 16,0-3-4-16,7-2 1 16,10-3 3-16,8 0 4 15,3 0-4-15,0-6-12 16,1-4 1-16,-8 4 0 15,-6 1 6-15,-9 4-4 16,-2 1 6-16,1 0 2 16,-1 16-6-16,10 6 7 15,-4 2 1-15,3-2-1 0,-1-5 0 16,1-4 0-16,3-5 0 16,0-4-3-16,5-4-55 15,0 0-37 1,0-6-21-16,3-14-2 0,-3-5 44 15,-2-9 20 1,-7-7-6-16,3-10 45 0,-5-9 10 16,1-6 1-16,-4-5 4 15,-2 3-1-15,-3 6 1 16,0 19 15-16,-2 16 52 16,0 17 47-16,0 10 23 15,-2 8-133-15,-12 23 1 16,-3 13 60-16,2 10 13 15,6 1-59-15,9 2 9 0,0-7-15 16,0-2-4-16,12-4-9 16,3-7 2-16,6-9-2 15,0-10 1-15,3-8-1 16,0-8 0-16,8-2 0 16,1-5-14-16,0-14-13 15,-5-9-27-15,-5-3 23 16,-5-5 21-16,-7 2 2 15,-4 9 6-15,-6 9 2 16,-1 8 17-16,0 5 41 16,0 3-22-16,-4 3-36 15,-8 15 0-15,-3 7 24 0,3 1 8 16,8 1-19-16,4-4-8 16,0 2 3-16,1-7-4 15,14-5-4-15,0-5 2 16,10-3-2-16,4-5 3 15,2 0 2-15,3-10-1 16,-1-12-3-16,-2-7-1 16,-1-4-8-16,-6 0-2 15,-7 5 9-15,-9 8 1 16,-2 12 4-16,-6 4 0 16,0 4-2-16,0 0-2 0,0 20-14 15,0 7 14 1,0 5 3-16,0-1 3 15,0-4-3-15,0-4-1 16,9-6 1-16,6-7-3 0,-1-4 3 16,5-6 6-16,4 0-2 15,7-4-1-15,4-14-2 16,-3-5 0-16,6-2-4 16,-7-3 0-16,-7 1 0 15,-7 7 0-15,-10 7 1 16,-5 5 8-16,-1 5-5 15,0 3 6-15,0 0-10 16,0 0-4-16,-6 5-7 16,-3 3 11-16,4 3 0 15,3-4-4-15,2 0 4 16,0-2-3-16,0-2-1 16,7 2 4-16,7 0 2 0,2 1-2 15,-1-2 0-15,3 1 0 16,0-2-1-16,6 3 0 15,1 0 1 1,1 0-1-16,0 0 1 0,2-2 0 16,0 0-1-16,-1-2 1 15,-2-2-11-15,-4 0-48 16,-8 0-41-16,-5-4-72 16,-8-14-101-16,-8-5-325 15</inkml:trace>
  <inkml:trace contextRef="#ctx0" brushRef="#br0" timeOffset="65677.67">19636 6331 862 0,'0'0'6'0,"0"0"30"0,0 0 8 0,0 0-35 0,0 0-9 0,0 0-20 0,60-17-68 0,1 9-148 0</inkml:trace>
  <inkml:trace contextRef="#ctx0" brushRef="#br0" timeOffset="65828.03">20432 6267 875 0,'0'0'51'15,"0"0"97"-15,0 0-9 16,0 0-94-16,0 0-32 15,0 0-13-15,86-32-21 16,-76 25-248-16</inkml:trace>
  <inkml:trace contextRef="#ctx0" brushRef="#br0" timeOffset="68286.53">21831 6498 885 0,'0'0'55'0,"0"0"-27"0,37-92 152 0,-26 83-99 0,-1 5-35 0,-2 4-32 0,-1 0-8 15,5 11 3-15,-4 15 15 16,1 5 5-16,-8 5-4 16,-1-1-10-16,0-4-5 15,0-5-6-15,0-6-1 16,0-7-3-16,0-6 0 15,0-4 0-15,0-3-1 16,0 0 1-16,0 0 5 0,19-11-3 16,8-13 0-1,9-9 0-15,3-5-2 0,-3-4 0 32,-2-3-1-32,-1 3 2 0,-8 8-1 15,-5 11 0-15,-8 11 0 0,-8 8 6 16,-4 4-6-16,0 10-11 15,0 16 1-15,0 9 10 16,0 0 2-16,0-1-1 16,-3-3 0-16,2-5 0 15,1-6 0-15,0-8-1 16,0-5 0-16,7-6 0 16,8-1 0-16,10 0 2 15,10-7-1-15,1-12 3 16,2-7-3-16,2-6-1 0,-2-1 0 15,-1-7-3-15,-4 5-1 16,-5 4 3-16,-10 9 0 16,-7 10 0-16,-8 8 0 15,-3 4-2-15,0 4-6 16,0 20-6-16,-3 4 15 16,-2 2 0-16,4 0 0 15,1 0 2-15,0-4 0 16,7-3-1-16,14-3 0 15,6-4 3-15,9-5 4 16,6-6-7-16,7-2 0 16,6-3 2-16,-3 0-3 0,-1-9 0 15,-5-10 1-15,-6-6 0 16,-5-8-1-16,-13-3 2 16,-9-3-2-16,-11 4-3 15,-2 9-3-15,-12 5 4 16,-13 11-3-16,-8 6 0 15,-3 4 3-15,-4 4-3 16,7 16 5-16,5 3 0 16,13 6 1-16,10 2 2 15,5 1 2-15,14-1 6 16,17-5-8-16,9-4-1 0,14-2 0 16,4-9 0-1,9-1 0-15,8-5-2 0,6-5 0 16,-3 0 0-16,0-1-1 15,-6-19 1-15,-5-5-1 16,-15-9 1-16,-10-9 2 16,-15-3 2-16,-17 0 6 15,-5 7-4-15,-5 8 2 16,-6 12-1-16,-18 8-6 16,-10 11 2-16,-11 0-3 15,-1 19-3-15,5 9 3 16,7 0 0-16,8 3 0 15,6-1-1-15,8-5-1 16,4-4 2-16,8-3-4 16,0-4 2-16,3-4-6 15,15-4 0-15,6-6 8 16,9 0 0-16,0 0-1 16,7-5-1-16,-4-12-3 15,1-4-1-15,-4-5-2 0,-6 2 2 16,-9 4-1-1,-8 3 7-15,-9 11 0 0,-1 4 7 16,0 2-7-16,0 0-3 16,-1 14-11-16,-9 9 14 15,-1-1 1-15,10 1 5 16,1-5 1-16,0-4-7 16,0-2 1-16,7-3 2 0,12-1-1 15,7-6 1 1,4-2 0-16,1 0-3 15,8-2 0-15,-2-11 2 0,1-5 0 16,-3-6-2-16,-2-1 5 16,-6-3-2-1,-8 3 0-15,-5 9 0 0,-10 6 4 16,-4 8-1-16,0 2 6 16,0 0-12-16,0 8-13 15,-13 8 13-15,1 5 0 16,1-3 2-16,4-4-2 15,4-3 0-15,2-1 1 16,1-4-1-16,0-4 0 16,0-2 0-16,0 0-2 0,0 0 2 15,17 0 2 1,13-6 5-16,4-6-3 16,1-4-1-16,-4-3-1 15,-4 1 1-15,-5 3 0 16,-8 5-1-16,-7 6-1 15,-5 4 3-15,-2 0 1 0,0 1-5 16,0 14 0-16,3 7 10 16,3-3 11-16,0-1-11 15,0-11-7-15,1 2-2 16,2-3-1-16,1-5 4 16,4 1-4-16,5-2 0 15,2 0-41-15,2 0-104 0,8 0-62 16,6-9-157-16</inkml:trace>
  <inkml:trace contextRef="#ctx0" brushRef="#br0" timeOffset="70888.7">12342 9141 1279 0,'0'0'86'0,"0"0"-72"0,0 0 18 15,0 0 55-15,0 0-67 0,0 0-18 0,0 0-2 0,0 0-6 0,0-37-7 0,0 47-75 16,-7 13-68-16,-8 8-112 16,-6 0-156-16</inkml:trace>
  <inkml:trace contextRef="#ctx0" brushRef="#br0" timeOffset="71084.48">12256 9499 938 0,'0'0'174'0,"0"0"-100"16,0 0 121-16,0 0-96 16,0 0-64-1,0 0-22-15,40-17-11 0,-37 17-2 16,-3 0-7-16,0 0-45 15,0 0-179-15,0 0-115 16,0-3-320-16</inkml:trace>
  <inkml:trace contextRef="#ctx0" brushRef="#br0" timeOffset="71500.85">12587 9225 582 0,'0'0'224'0,"0"0"-43"0,0 0 6 0,95-18-108 0,-45 8-22 0,5 1-29 0,-1 4-4 0,-5 0-19 0,-6 1-5 16,-1 1-23-16,1-3-269 0,2 0-495 0</inkml:trace>
  <inkml:trace contextRef="#ctx0" brushRef="#br0" timeOffset="72768.95">14636 9216 704 0,'0'0'71'0,"0"0"-36"0,0 0 60 0,0 0-39 0,0 0-26 0,0 0-13 0,-3-54 11 15,3 41 4-15,0 2 20 16,0-1 3-16,-11 4-19 15,-10 0 4-15,-6 8 5 16,-10 0-38-16,-5 8 12 16,-7 23 7-16,3 8-22 15,6 7 6-15,10 2-5 16,18-4-5-16,12-5-2 16,4-1-1-16,29-9 3 15,16-7 5-15,11-9-3 0,13-9-2 16,10-4 0-16,7-8-1 15,1-15-3-15,-4-8-5 16,-13-10 1-16,-13-13-18 16,-14-5-3-16,-14-11 24 15,-11-5 5-15,-7-2 0 16,-12 1 1-16,-3 7 0 16,0 18 9-16,-9 18-1 15,1 17 9-15,2 16 22 16,0 5-37-16,-5 26-3 15,-1 13-2-15,-2 9 1 16,1 5 2-16,7 0-2 16,3-3 2-16,3-3-1 0,0-3 0 15,7 2-1-15,14-6-2 16,6-10 3-16,-1-9 1 16,7-13-1-16,0-11-1 15,2-2-1-15,1-8 2 16,-1-17-2-16,-3-4 1 15,-5-3 1-15,-7 4 1 16,-9 6-1-16,-5 9 2 16,-5 9 1-16,-1 4 9 15,0 0-5-15,0 8-7 16,-3 15-12-16,-6 11 11 16,6 3 1-1,3-5 1-15,0-2-1 0,20-8 1 16,13-3 0-16,11-8 6 15,8-9-4-15,6-2 3 0,0-3-3 16,-6-15-3 0,-12-2 0-16,-10-10 0 0,-9-7 0 15,-9-6 0-15,-5 2 0 16,-7 4 2-16,0 9 0 16,-9 12-1-1,-7 10 0-15,-7 6-1 0,-2 2-1 16,-3 22-4-16,1 7 2 15,9 4 3-15,6 4 0 16,12-3-1-16,0 0 1 16,12-8-3-16,15-6 3 15,2-6-6-15,6-4 2 16,5-8-63-16,5-4-44 0,4 0-41 16,6-16-27-16,0-11-73 15,1-2-48-15</inkml:trace>
  <inkml:trace contextRef="#ctx0" brushRef="#br0" timeOffset="73482.92">16201 9188 328 0,'0'0'190'0,"0"0"-16"0,0 0 2 0,0 0-78 0,0 0-52 0,0 0-9 0,-85 0 12 16,63 28-14-16,8 5-7 16,9-1-13-16,5-4-6 0,0-3-4 15,19-5-4-15,10-6 4 16,4-6-4-16,5-8 5 15,4 0-4-15,1-4-2 16,-2-17-4-16,-2-9-31 16,-3-9-1-16,-3-12 18 15,-4-9 2-15,-5-8 14 16,-2-10 2-16,-3-6 0 16,-3-3-1-16,-4 7 1 15,-4 17 1-15,-6 20 4 16,-2 24 14-16,0 16 64 15,-2 6-58-15,-15 30-23 0,-2 17-2 16,2 13 10 0,8 5-6-16,6 0 6 0,3-2-4 15,0-1 4 1,0-5-9-16,0-4-1 16,0-8 0-16,0-11 0 0,0-13 0 15,0-14-1-15,1-8 2 16,1-2 5-16,1-5 8 15,3-18 6-15,0-5-20 16,2-7 0-16,3-4 0 16,1-1 0-16,4 3 0 15,4 4 0-15,-2 11 0 16,-1 9 0-16,-1 5-4 16,-7 5 1-16,-2 3 2 15,0 0-5-15,0 0-3 0,-1 4 8 16,0 7-1-16,-2 4 0 15,-4-1 2-15,0 4-2 16,-1 0 2-16,-16 1 0 16,-4 1 3-16,-4-1 2 15,1 1-5-15,0-3 7 16,3-1 8-16,9 1 1 16,6-1-2-16,6 2-3 15,0 3-4-15,11 6 13 16,14 4 8-16,9 4 13 15,1 5-17-15,-1 2-21 16,-1 6-1-16,1 6-3 0,4-2 1 16,2 2-12-16,-1-6-122 15,-4-10-123-15,-2-14-305 16</inkml:trace>
  <inkml:trace contextRef="#ctx0" brushRef="#br0" timeOffset="74343.02">17688 9019 936 0,'0'0'31'0,"0"0"-26"0,0 0 67 16,-92 85 19-16,77-40-40 0,5 5 0 0,10 0-17 0,0-2-10 15,11-5-12-15,14-9 0 16,8-12-8-16,9-6-1 16,12-13 5-16,2-3-5 15,1-6-2-15,-9-18 1 16,-8-4-1-1,-8-8-1-15,-10-4 0 0,-10-1 0 0,-11 8 1 16,-1 9 8-16,0 12-3 16,-5 9 7-1,-12 3 24-15,-4 17-36 0,0 14 1 16,3 8-2-16,12 2 4 16,6-3-3-16,6-3 0 15,23-4 0-15,9-7 1 16,11-10-1-16,7-5 0 15,2-9-1-15,-6 0 0 16,-3-15-3-16,-11-16-1 16,-8-7-21-16,-10-15 14 15,-8-8 9-15,-7-7 1 0,-5 8-1 16,0 7 3-16,-14 18-1 16,-5 14 1-16,-6 10 3 15,-3 11-4-15,-4 5-2 16,-1 18-10-16,8 7 6 15,13 4-12-15,12-1-22 16,0 2-36-16,24-3-72 16,9 0 3-1,7-6-44-15,3-8-235 0</inkml:trace>
  <inkml:trace contextRef="#ctx0" brushRef="#br0" timeOffset="75132.42">18689 8738 906 0,'0'0'34'0,"0"0"-14"15,0-75 215-15,0 75-142 0,0 26-85 0,-1 20-6 0,-10 16 37 0,5 9-4 0,0 4-19 0,0-1-5 0,6-1 9 0,0-4-13 16,0-4-7-16,0-15-1 15,3-14 0-15,6-16-3 0,3-12 1 16,5-8 1 0,6-8 2-16,7-21 0 15,5-7-2-15,-4-5-2 16,2 2 3-16,-6 5 0 0,-7 12 1 16,-9 11 0-1,-5 7 0-15,-6 4 1 0,3 4-1 16,2 19 0-16,2 7 2 15,2 6 27-15,8 1-22 16,2-3-2-16,6-6 9 16,0-5-13-16,3-11 0 15,-1-6-1-15,-2-6 2 16,0 0 0-16,-6-17 1 16,-2-10-1-16,-4-11-1 15,-4-7 0-15,-6-1-1 0,-3 4-1 16,0 11 1-1,0 12 2-15,-8 11-2 16,-8 8 0-16,-5 4-3 16,-4 19 2-16,1 13 1 15,6 5 2-15,9 5 1 16,8-2 3-16,1-2-6 0,6-6-1 16,10-8-3-16,8-9 1 15,-3-12-4-15,4-6-52 16,3-1-42-16,4-6 25 15,5-20-40-15,2-9 22 16,1-12-16-16,-1-10 38 16,1-8-2-16,2-6 36 15,-6-6 36-15,-6-3 2 16,-8 3 21-16,-10 16 40 0,-6 18 16 16,-3 19 51-16,-3 21 35 15,0 6-83-15,-11 31-72 16,-6 17 10-16,0 12 34 15,5 6-38-15,5 0 4 16,2 1-13-16,1-1-3 16,-1-2-2-16,4-8-6 15,1-12-99-15,0-14-97 16,0-20-119-16</inkml:trace>
  <inkml:trace contextRef="#ctx0" brushRef="#br0" timeOffset="75937.7">19610 9043 978 0,'0'0'51'0,"0"0"-47"0,0 0 110 0,76-77-114 0,-37 65-1 0,1 2 0 16,-6-1-1-16,-6-3-1 0,-11-2-6 0,-5-7 2 0,-11 0 6 0,-1 7 1 0,0 3 1 0,-11 11 10 0,-12 2 33 0,-4 18-27 0,-4 18-12 16,1 9 21-16,9 6 3 15,9-1 5-15,7 2-7 0,5-4-4 16,0-3-12-16,0-6-8 16,0-9-3-16,8-10-1 15,-2-9 1-15,8-11 2 16,2 0 0-16,6-8 0 15,6-18 0-15,-2-7-2 16,4 3-4-16,-5-1-7 16,-8 6 2-16,-7 13 9 15,-5 5 1-15,-5 7 8 16,0 1-8-16,0 25 4 16,-6 13 4-16,0 4 50 15,3 4-22-15,3-8-18 0,0-1-5 16,4-5-9-1,14-10-3-15,-2-8-1 0,10-9 2 16,2-6-1 0,5 0 3-16,3-14-1 0,-2-12-3 15,-3-7-1-15,-7-10-5 16,-2-6-8-16,-8 2-13 16,-5 9 2-16,-6 13 17 15,-3 12 7-15,0 10 9 16,-3 3-9-16,-16 16-9 15,-4 15 9-15,1 8 1 16,7 6 2-16,10-4 0 0,5-5-2 16,0-2 2-16,0-13-3 15,9-3-3-15,12-8 1 16,-1-7 2-16,10-3 2 16,0 0 1-16,7-17-2 15,0-6-1-15,0-8-5 16,-1-7-19-16,-8-2-18 15,-5 1 15-15,-10 8 14 16,-7 12 13-16,-4 8 4 16,-2 10 12-16,0 1 4 15,0 12-19-15,-5 14 0 16,-2 9 16-16,2 1-9 16,4-1 2-16,1-7-6 15,0-2 0-15,3-10-4 16,4-2 0-16,8-5-9 0,8-1-121 15,15 3-229-15,10-5-45 16</inkml:trace>
  <inkml:trace contextRef="#ctx0" brushRef="#br0" timeOffset="76199.7">21015 9112 1289 0,'0'0'1'15,"0"0"8"-15,0 0 17 0,-16 73-10 0,14-11 67 0,-3 1-49 0,2-1-31 0,-7-6 0 0,0-6-3 16,-3-7 2-16,2-8-2 0,2-10-65 0,1-9-145 0,4-12-129 0</inkml:trace>
  <inkml:trace contextRef="#ctx0" brushRef="#br0" timeOffset="76818.7">20870 9383 542 0,'0'0'697'0,"0"0"-697"15,0 0 116-15,0 0-93 0,0 0-23 16,130-57-4-1,-73 52-1-15,1-2-4 0,-3-10-14 16,-6-9-22-16,-5-8-20 16,-10 0 43-16,-13 2 15 15,-8 6 7 1,-7 10 3-16,-6 8 5 0,0 5 53 16,0 3-23-16,-13 16-38 15,-8 18 5-15,-4 11 33 16,2 5-11-16,7 1 10 15,4 0-1-15,4-4-25 16,5-5-5-16,3-7-6 16,0-6 0-16,0-9 1 15,13-7-1-15,7-8 1 16,9-5 0-16,5-2-1 16,3-19-2-16,9-1-7 0,2-8 1 15,-2-4-9-15,-4 2 7 16,-9 6 8-1,-11 6 4-15,-12 11-2 16,-6 7 11-16,-4 2-1 0,0 11-5 16,-1 16-5-16,-6 6 43 15,6 1-25-15,1-2 7 16,0-1-13-16,11-6-6 16,5-6-4-16,6-7-1 0,-1-7 2 15,6-5 2 1,6 0-2-16,-2-16 3 0,2-8-6 15,-6-5 0-15,-5-8-2 16,-3-1-2-16,-10 2 1 16,-7 10 1-16,-2 8 2 15,0 11 0-15,-11 7 1 16,-8 0 0-16,4 9 7 16,0 15 6-16,9 3-7 15,6 3 21-15,0-5-11 16,12-2-9-16,17-8-7 15,14-6-1-15,19-5-24 16,19-4-166-16,26 0-264 16</inkml:trace>
  <inkml:trace contextRef="#ctx0" brushRef="#br0" timeOffset="77098.77">23617 9726 496 0,'0'0'0'0</inkml:trace>
  <inkml:trace contextRef="#ctx0" brushRef="#br0" timeOffset="78334.2">22819 9358 492 0,'0'0'88'0,"0"0"24"16,103-65 50-16,-69 40-80 16,-4 1-15-16,-6 1-5 0,-11 1-2 15,-5-3 12 1,-8 5 12-16,0 0-17 15,-8 7-32-15,-13 6 20 16,-7 7-26-16,-6 0-26 16,-9 15 0-16,-2 17-3 15,-3 7 0-15,5 12 3 16,7 1-1-16,6-1-2 16,18-5 0-16,9-6 0 15,3-8 0-15,19-5-1 0,17-8-1 16,18-9 2-16,3-7 3 15,7-3 1-15,-5-6-3 16,-5-14 2-16,-9-7-1 16,-8-8 1-16,-10-7 0 0,-12-2 2 15,-12 1 0 1,-3 10-2-16,0 12 1 0,-7 10 2 16,-8 11 0-16,-5 11-6 15,-4 22-17-15,0 11 15 16,5 4-3-16,9-1 3 15,10-3 1-15,0-2 1 16,12-4-3-16,19-7 2 16,15-6 0-16,11-6 0 15,8-13 2-15,3-6 0 16,0-5 0-16,-2-22 0 16,-3-4 1-16,-5-11-1 15,-6-6 3-15,-16-7-3 0,-6 0 2 16,-11 2 3-16,-13 11-2 15,-6 7 1-15,0 15 0 16,-3 8-2-16,-10 7 3 16,-5 5-6-16,-6 3-5 15,-3 17-1-15,6 5 1 16,5 5 2-16,4 3-3 16,4 0 5-16,8 1 1 15,0 0-3-15,0-2 3 16,0-1-2-16,0-4 0 15,0-3 2-15,0-3 0 16,0-5 0-16,0-6 0 16,0-6 0-16,0-3 0 0,0-1 0 15,5 0-1-15,20 0 2 16,10-5 1-16,11-10-2 16,0-4 0-16,6-6-5 15,-3-8 2-15,1-8 0 16,-4-3-5-16,-6-5 8 15,-12 1 0-15,-11 5 1 16,-11 8 7-16,-6 7-3 16,0 9 2-16,-2 6 3 15,-9 8 15-15,-3 5-11 16,-2 0-14-16,-1 15-5 16,4 7-1-16,2 8 3 15,8 0-3-15,3 4 3 16,0 4 0-16,8-2 2 0,11 1 0 15,4-4 1-15,1 1 0 16,-1-1-1-16,0-1 1 16,-5-1 0-16,-5-9-1 15,-7-5 1-15,-6-5 0 16,0-3-1-16,0-5 1 16,-12 1 7-16,-7-5 1 15,-4 0-4-15,1 0-4 16,7 0-4-16,6 0-17 15,2 0-62-15,5-2-62 16,2-12-76-16,0-6-16 16,12-3-78-16</inkml:trace>
  <inkml:trace contextRef="#ctx0" brushRef="#br0" timeOffset="79527.52">24241 9310 806 0,'0'0'55'0,"0"0"140"0,0 0-44 0,0 0-135 0,0 0-13 0,0 0 5 0,0 0 22 0,6 83-11 0,-5-57 9 15,8 1-10-15,1-4-13 16,8-3-1-16,-1-3-4 16,5-5-3-16,2-4 3 15,0-8 0-15,9 0 2 16,1-11-2-16,-4-15-4 47,-5-3-6-47,-5-6 9 0,-7 3 0 15,-4 4 2-15,-3 10 2 0,-5 8 11 0,-1 5 3 0,0 5 12 0,0 0-17 16,0 12-12-16,0 12-6 16,0 4 6-16,0 2 5 15,0-5-5-15,0-1-1 16,8-4 1-16,7-4 0 15,3-6 1-15,9-3 0 16,6-6-1-16,1-1 2 16,2-3 0-16,-1-14-2 15,-2-5 3-15,-6-3-3 0,-6-1 3 16,-6 6 0-16,-8 4 3 16,-4 9 9-16,-3 3 15 15,0 3 20-15,0 1-50 16,0 0-3-16,0 17-9 15,-3 3 12-15,3 1 2 16,0-2-1-16,0-3-1 16,0-3 0-16,5-6 1 15,5-2 1-15,5-5 1 16,10 0-3-16,5 0 8 16,6-15-8-16,0-5 4 0,4-5-4 15,0-2 1 1,-5 1 4-16,-8 2-4 0,-11 11 1 15,-10 4 1-15,-3 6 0 16,-3 3 0-16,0 0-3 16,0 3-16-1,0 13 0-15,0 2 16 0,0 1 1 16,4-1-1 0,4-4 0-16,3 1 0 15,5-4-1-15,9-4 1 16,6 0 0-16,8-4-5 15,3-2-19-15,3-1-132 16,-5 0 4-16,-1-13-37 0,-5-10 25 16,-2-7-14-16,-5-8 95 15,-8-4 83 1,-6-1 84-16,-2 7 88 16,-7 13-16-16,-2 8 39 15,-2 10-42-15,0 5-41 0,0 10-87 16,0 26-23-16,-14 13 12 0,4 17 24 15,-2 8 2-15,0 8-15 16,1 5-1-16,-1 9-11 16,5 0-2-16,3-1-10 15,1-5 1-15,1-12-2 16,-2-15-7-16,1-15 5 0,3-19-15 16,-2-15-80-1,1-14-47-15,1-12 58 16,0-25 56-16,0-16 10 0,0-12 20 15,15-14 3-15,5-13-3 16,7-11 3 0,3-6 2-16,4 3 6 0,-2 8-5 15,-2 19 12-15,-5 20 13 16,-5 17 32-16,-3 15-22 16,-6 14-14-16,-2 6-14 15,-3 7-13-15,-2 9-7 16,-2 17-5-16,-2 12 12 15,0 5 2-15,-12-3 0 16,-12 0-1-16,-8-9 6 0,-5-4 0 16,2-10-4-1,-1-2 0-15,6-8-3 16,8 0 0-16,10-5-1 16,8-2-6-16,4 0-114 0,5-9-62 15,19-13-181-15,12-8-287 16</inkml:trace>
  <inkml:trace contextRef="#ctx0" brushRef="#br0" timeOffset="80378.97">26052 8837 896 0,'0'0'51'0,"0"0"98"0,0 0 27 0,0 0-153 0,0 0-13 0,0 0-2 0,-28 102 28 0,14-37-21 0,4 3 4 0,4-1-9 0,6 1 1 16,0-7-6-16,0-10-5 16,6-13-2-16,8-12 1 15,3-13-4-15,5-10 3 16,7-3-19-16,3-18-38 16,1-14 8-1,-3-14 16-15,-3-10 29 16,-3-3 5-16,-3 0 1 0,-3 12 1 15,-8 14 5 1,-5 12 14-16,-4 12 27 0,-1 9 21 16,0 0-66-16,0 24-2 15,-4 11 0 1,-4 5 0-16,4 7 0 16,2-5 1-1,2-2-1-15,0-6 0 0,0-9 0 16,6-10-3-16,5-6-1 0,8-5 3 15,6-4 1-15,7-4 0 16,4-20-1-16,-4-6-30 16,-2-6 10-16,-3 0-1 0,-8 3 21 15,-7 7 1-15,-4 9 1 16,-5 10 2-16,-3 7 20 16,0 0-23-16,0 16-9 15,-11 12 2-15,4 7 6 16,0 5 0-16,5-6 1 15,2-2 1-15,0-4-1 0,7-8 0 16,10-5 0 0,5-8 0-16,5-7 1 15,4 0 0-15,1-11 3 16,-3-13-2-16,-3-11-2 0,-5-6-2 16,-5 0 2-16,-5 2 2 15,-7 8 4-15,-4 11-2 16,0 11 6-16,0 5 11 15,0 4 0-15,0 0-21 16,-10 16-11-16,-1 4 10 16,2 4-1-16,6-2-3 0,3-1 5 15,0-5 0 1,0-5-6-16,0-2 3 0,7-6 3 16,7-3 2-16,3 0 6 15,7-14-1-15,4-5-5 16,3-4 0-16,4 1-1 15,-1 2 1-15,4 4-1 16,-3 6-1-16,-1 5 0 16,-4 3-2-16,-8 2-1 15,-10 0 1-15,-3 0-2 16,-9 0-9-16,0 0-85 16,-9 0-170-16,-22 0-174 15</inkml:trace>
  <inkml:trace contextRef="#ctx0" brushRef="#br0" timeOffset="80581.87">25765 9038 753 0,'0'0'5'0,"0"0"6"0,0 0 3 0,0 0-14 0,115-25-215 0</inkml:trace>
  <inkml:trace contextRef="#ctx0" brushRef="#br0" timeOffset="80711.12">26319 8860 1060 0,'0'0'29'16,"0"0"157"-16,0 0-97 15,0 0-80-15,0 0-9 16,0 0-14-16,81-53-111 15,-70 41-248-15</inkml:trace>
  <inkml:trace contextRef="#ctx0" brushRef="#br0" timeOffset="81839.73">27874 8992 978 0,'0'0'93'0,"0"0"-87"0,0 0 194 16,0 0-156-16,0 0-33 0,0 0-6 0,50-61-5 0,-41 55 1 0,-7 0 2 0,-2 0 13 0,0 0-7 0,0-1 12 0,-12 4 18 0,-15 3-28 0,-12 0-11 15,-7 16-1 1,-2 14 0-16,5 3-3 16,7 9-3-16,8-1 3 15,8 0-2-15,11-3-1 0,9-5 5 16,0-8-2-16,27-8-2 16,8-10-1-16,7-7-2 15,4-10-2-15,-3-19-5 16,-2-3 13-16,-9-7 3 15,-5-3 3-15,-9 0 2 16,-8 6 2-16,-4 8-1 16,-5 13 5-16,-1 11 17 0,0 4 9 15,-1 13-37 1,-15 15-11-16,1 9 9 0,3-1 1 16,9 0-1-16,3-7-6 15,3 3 6-15,19-8 1 16,10-5 0-16,11-8 1 15,12-7 2-15,9-4 3 16,6-8-5-16,-7-13 1 16,-9-7-1-16,-11-6-1 15,-15-5 1-15,-5-8 4 16,-10-2 0-16,-7 2 2 0,-4 9-5 16,-2 13 6-1,0 15 2-15,0 10-4 16,-6 0-5-16,-8 22-18 15,-2 9 15-15,0 9 2 0,5 0 1 16,6-2-1 0,5-1 1-16,0-5-1 0,8-4 0 15,13 0 1-15,4-5 0 16,8-4 0-16,4-5 1 16,5-8 2-16,-2-6-1 15,-3 0-2-15,-5-8 2 16,-5-12 1-16,-3-7 2 15,0-5 4-15,-1-8-9 16,-2-1 5-16,-1-5-3 0,-4-4 0 16,-5 8 2-16,-5 5-1 15,-5 16 2-15,-1 10 1 16,0 11 24-16,0 5-19 16,-9 23-4-16,-2 11-7 15,4 6 7-15,7 1-2 16,0-7-4-16,9 3 0 15,15-6-1-15,6-3-3 16,2-7-27-16,6-14-182 16,-1-9-163-16,2-3-428 15</inkml:trace>
  <inkml:trace contextRef="#ctx0" brushRef="#br0" timeOffset="82214.48">29388 8579 264 0,'0'0'815'0,"0"0"-809"0,0 0 179 0,0 0-72 0,0 0-96 0,0 0-17 0,0 0-11 0,-14-26 11 16,47 34 4-16,8-2 0 15,5-6-2-15,0 0-1 16,-7 0-1-16,-8-4-28 15,-7-8-47-15,-8-3-17 16,-8 1-39-16,-8-2 23 16,0 7 21-16,-18 3 50 0,-6 6 28 15,-6 0 9-15,0 21 7 16,2 14 16-16,4 11 40 16,5 11 17-16,7 4-1 15,6 2-16-15,4 1-8 16,2-3-25-16,0-6-12 15,0-3-14-15,2-9-4 16,-1-13 0-16,1-2-2 16,1-13-140-16,3-9-310 15</inkml:trace>
  <inkml:trace contextRef="#ctx0" brushRef="#br0" timeOffset="82592.33">29649 8805 1147 0,'0'0'20'0,"0"0"113"16,0 0-66-16,0 0-55 15,84-34-2-15,-49 45-1 16,-2 8 13-16,-5 6 9 16,-10 6-13-16,-6 3 14 15,-9 3-10-15,-3-1-16 16,0-3-4-16,-12-6 1 15,-4-8-3-15,-2-6 0 16,3-6 2-16,2-4 0 16,7-3 1-16,4 0 5 15,2-20 5-15,0-8-13 16,15-6-2-16,9-6 2 0,4-1 0 16,1-2 0-1,4 4 0-15,-4 5-1 16,-3 10-11-16,-10 11-66 0,-1 12-61 15,-4 1-43-15,-1 7-50 16,0 9-24-16,-1 1-388 16</inkml:trace>
  <inkml:trace contextRef="#ctx0" brushRef="#br0" timeOffset="83117.42">30159 8795 775 0,'0'0'65'0,"0"0"126"16,0 0-6-16,0 0-84 0,0 0 3 15,0 0-33-15,32-55-50 16,-32 57-21-16,0 18-10 16,0 5 10-16,0 6 22 15,0 0-12-15,4 0-5 16,9-4-4-16,1-3 1 16,2-4-2-16,1-7-3 15,2-8 2-15,8-5-19 16,3-7-25-16,3-18-7 15,-1-9 18-15,-2-6 19 16,-3 2 11-16,-7 6 3 16,-7 7 2-16,-6 10 7 0,-4 6 5 15,-3 8 37-15,0 1-9 16,0 0-41-16,0 17-14 16,0 5 14-16,0 3 4 15,0 0 0-15,5-3-3 16,8-2 0-1,4-1 1-15,10-7-1 0,4-2 0 16,6-7 2-16,2-3 1 16,-5-3-3-16,-2-13 0 15,-7-9 1-15,-9-5-2 16,-4 5 2-16,-9 5 1 16,-3 6 0-16,0 8 9 15,-8 6 15-15,-12 0-24 0,-5 20 1 16,-1 6-4-16,10 3 0 15,5 1-1-15,11-1 1 16,0 1-1-16,2-4-3 16,19-3 3-16,7-9-48 15,14-4-119-15,12-4-65 16,4-6 5-16,4 0-368 16</inkml:trace>
  <inkml:trace contextRef="#ctx0" brushRef="#br0" timeOffset="83503.92">31423 8718 876 0,'0'0'74'0,"0"0"120"0,0 0-34 0,0 0-89 0,0 0-62 0,0 0 3 0,-92 14 30 16,63 14-9-16,6-1 3 15,3 3-15-15,4-4-9 16,5 2-12-16,11 0 0 15,0-3 2-15,5-2-2 16,17-6 0-16,5-5-1 16,5-9-2-16,4-3-26 15,2-7-21-15,2-15 4 16,-4-7 20-16,-5-8 11 16,-11-4 13-16,-4-3 2 15,-13 2 2-15,-3 9 6 0,-11 5-4 16,-16 13 13-16,-7 10-7 15,-6 5-8-15,1 11-2 16,3 14-1-16,5 6-1 16,10 1-3-16,9 2-5 15,7-1 0-15,5-4-58 16,0-3-176-16,14-8-98 16</inkml:trace>
  <inkml:trace contextRef="#ctx0" brushRef="#br0" timeOffset="83814.22">31669 8735 483 0,'0'0'385'0,"52"-78"-355"0,-25 51 186 0,-3 9-123 16,-6 9-29-16,-3 6-20 16,-6 3-1-16,-3 3-29 15,0 20-13-15,-1 8 5 16,-3 5 12-16,-2 0-10 15,0 3-1-15,-2-8-4 16,-6-2-3-16,0-8 2 16,2-7-2-16,3-6 0 15,3-5 2-15,0-3 0 16,0 0 13-16,6-10 17 16,15-11-25-16,9-7-7 15,7-3 0-15,8-4-3 16,3-2 2-1,-3 3-2-15,-5 6-30 0,-16 8-89 16,-9 9-118-16,-15 11-129 0</inkml:trace>
  <inkml:trace contextRef="#ctx0" brushRef="#br0" timeOffset="84922.87">30337 9774 927 0,'0'0'43'0,"0"0"174"0,0 0 0 0,0 0-117 0,0 0-69 0,0 0-13 0,-49 44 42 0,24-6-23 0,5 5-8 16,5-5-10-16,3-4-15 15,6-8 2-15,4-3-4 16,2-9-1-16,0-8-1 15,2-6 1-15,19 0 4 16,10-9-1-16,8-13-4 16,4-9-1-1,2-9 0-15,1-4 0 0,-3-1 1 0,-5 8 3 16,-8 7-2 0,-11 13 1-16,-6 5 2 0,-8 10-1 15,-4 2-2-15,-1 6-1 16,0 17-13-16,0 9 13 15,0 1 5-15,0 0-3 16,0-5-1-16,0-2 0 16,0-3-1-16,11-7 0 15,8-6-1-15,8-4-3 16,6-6-9-16,3 0-95 16,7-13 5-16,-3-14-17 15,4-6 38-15,-3-2 26 0,-5-3 34 16,-6 7 12-16,-9 3 10 15,-6 11 3-15,-8 5 26 16,-5 8 64-16,-2 4 28 16,0 0-62-16,-5 4-37 15,-10 19-9-15,-3 5 16 16,5 6 1-16,3 0-16 16,10 4-5-16,0-4 7 15,3-4-8-15,14-7-6 0,7-4 0 16,7-9 2-16,2-2-2 15,5-8-2 1,-2-3-2-16,-2-16-2 0,-1-9-9 16,-5-5 5-16,-7-6 0 15,-12-2 5-15,-9 2 2 16,0 3 0-16,-12 2 0 16,-10 3 0-16,-2 7 0 15,1 3 0-15,4 3 0 16,3 4-4-16,5 6-32 15,5 1-28-15,5 5-37 16,1-3-15-16,0-3 1 0,16-6-78 16,9-2 19-1,8-4-18-15,3-10-27 16,4-8 143-16,2-3 77 16,0 0 87-16,1 2 96 0,-4 12-20 15,-5 6 10-15,-5 5-27 16,-7 9 0-16,-5 7-31 15,-4 5-43-15,-3 27-30 16,-2 13 0-16,-4 10 23 16,-4 9-24-16,0-1-7 15,-6 1 16-15,-3-2-27 16,3-6-19-16,2-8 2 16,4-7-6-16,0-11 0 15,0-8-1-15,6-9-9 16,7-7-105-16,5-6-126 0,1 0-105 15,1-16-377-15</inkml:trace>
  <inkml:trace contextRef="#ctx0" brushRef="#br0" timeOffset="85095.25">31665 9646 884 0,'0'0'103'0,"0"0"-2"0,100-76 48 0,-48 59-120 0,12 4-29 0,5 2 0 15,4 0-26-15,1 6-276 0,5 3-623 0</inkml:trace>
  <inkml:trace contextRef="#ctx0" brushRef="#br0" timeOffset="85233.9">32758 9671 1146 0,'0'0'378'15,"0"0"-218"-15,0 0 21 16,0 0-137-16,0 0-38 15,96-67-6-15,-86 60-6 16,-2-6-67-16,-8-6-212 16,-12-4-430-16</inkml:trace>
  <inkml:trace contextRef="#ctx0" brushRef="#br0" timeOffset="89235.45">7619 3111 285 0,'0'0'9'0,"0"0"-3"0,0 0 6 0,0 0 4 0,0 0 11 0,0 0 1 0,0 0 18 0,33-57-17 0,-29 51-3 0,-4-1-20 15,3 5 7-15,-1 0-5 16,-2 0 0-16,0 2-6 15,3 0-2-15,-2 0 0 16,10 0-2-16,8 0 2 16,11 0 0-16,6-3 0 15,-2 0 0-15,5 1 0 16,-2 0 0-16,-1 0 0 16,4 0 0-16,4 0 0 0,8-2 0 15,1 2 0-15,10 0-1 16,1 2 1-16,8 0 1 15,7 0-1-15,9-3-1 16,9 3 1-16,4-1 0 16,2 1-1-16,3 0 1 15,-7 0-1-15,-1 1 1 16,2 8 0-16,0 1 1 16,2 4-1-16,3 2-1 15,0 3 1-15,1-1 0 16,7-1 0-16,0 1 0 15,7-1 0-15,-1-3-1 16,11-5 1-16,4-9-1 0,8 0 2 16,3 0 0-1,3-6-1-15,-2-6 0 16,-5-2 0-16,-3 0 0 16,-8 2 0-16,-8 1-1 15,0-1 1-15,1-3-1 0,-3 4 1 16,7-3 0-1,0-2 1-15,0-1-1 0,1 0 0 16,-3-1 0 0,-4 4 0-16,-4 0-4 0,1-2 4 0,-4 3 0 15,3-1 1 1,2 0-1-16,5 1 0 16,4-3-1-16,2 2 0 0,1-2 1 15,-1 3-1-15,-2 0 0 16,-4-1 0-16,-6 0-2 15,-4 5 3-15,-4-2-14 16,-6 1 8-16,10 4 4 16,-2-4-3-16,4 6-1 15,-3-2 3-15,-5 0-6 16,-4 6-8-16,-5 0 12 16,-2 0-2-16,1 0-6 15,-1 0-20-15,8 3 15 16,-5 7 4-16,-3 3 6 15,-3-3-5-15,-6 3-14 16,-7-5 8-16,0-3-23 0,-8-2 32 16,-7-3 7-16,-6 0 0 15,-10 0 2 1,-9 0-6-16,-9 0-4 0,-9-4 8 16,-10-1-4-16,-5-2 2 15,-5 0-1-15,1 1 5 16,-4 0 1-1,3 2 0-15,-3 0 0 0,1 1 1 16,-1 0-1-16,2 1 3 16,-2 1-1-16,0 0-2 15,1-2 0-15,-1 3 0 16,2-3 2-16,-2 0-2 16,2 3 0-16,-2-3 0 0,1 3 1 15,-1-1 0-15,2 1 1 16,-2-2-2-16,0 1 3 15,1-1 0-15,1 1-2 16,-1-3-1-16,1 2 0 16,-1-2 0-16,1 2 1 15,-2 2 0-15,1 0-1 16,1-3 0-16,-1 0 0 16,-1 3-1-16,3 0 1 15,-3 0 0-15,1-3 0 16,-1 2 1-16,0 1-1 15,0-3 0-15,0 3 0 16,0-1 0-16,0-1-3 0,-8-1 1 16,-4 3 1-16,-3 0-6 15,-2 0-14-15,-4 0-96 16</inkml:trace>
  <inkml:trace contextRef="#ctx0" brushRef="#br0" timeOffset="94388.82">1210 2020 511 0,'0'0'178'0,"0"0"-178"0,0 0-21 0,0 0 21 0,0 0 36 0,0 0-27 0,0 0-9 0,7 9 0 0,-7 0 6 16,4 2 3-16,7 0-1 15,-2 0-3-15,9 0 1 16,-3-5 8-16,7 1-1 16,2-6-4-16,1-1 6 15,2 0 3-15,7-11 8 16,-2-5-12-16,2-9 9 16,-4-6-5-16,10-2-1 15,2-9-8-15,9-4-5 16,4-5-3-16,0 1 0 15,3-2-1-15,1 8 0 16,-4 6 0-16,-6 8 0 0,-16 16 0 16,-18 9-2-16,-8 5-1 15,-7 11-22-15,-22 22 17 16,-27 15 8-16,-20 15-14 16,-19 8-141-16,-12-2-176 15</inkml:trace>
  <inkml:trace contextRef="#ctx0" brushRef="#br0" timeOffset="94854.12">965 2030 566 0,'0'0'3'0,"0"0"4"16,0 0 17-16,0 0 46 15,0 0-25-15,0 0-30 16,9-41-12-16,-6 41-2 16,1 2 2-16,1 14 25 15,-1 6-12-15,1 3 12 16,2 3-2-16,-1 3 0 0,5 1 3 16,1-4-7-1,1-3-9-15,2-4 1 16,3-5-8-16,1-5 15 15,-2-5-4-15,2-5 6 0,6-1 9 16,8-7 0-16,12-20 18 16,12-10-18-16,5-9-9 15,4-8-3-15,11-7-4 16,7-9-8-16,9-10-7 16,11-8 1-16,5-6-2 15,22-5 0-15,14-3-6 16,7 1 1-16,-3 8-12 0,-28 22-9 15,-36 22-8-15,-31 21-5 16,-33 18-63-16,-21 7 38 16,0 3-96-16,-24 0-79 15,-12 8-291-15</inkml:trace>
  <inkml:trace contextRef="#ctx0" brushRef="#br0" timeOffset="126637.08">4341 12391 624 0,'0'0'4'0,"0"0"89"0,0 0-12 0,0 0-8 0,0 0-2 0,0 0 2 15,0 0-5-15,15-2-9 0,-12 2-11 0,0-4-8 16,3-2-13-16,9-4 13 16,1-5 17-16,1-2-35 0,-4-4-11 15,-7 2-3 1,-3 0 8-16,-3 2-9 15,0 3 2-15,0 8 57 16,-9 4-19-16,-10 2 2 0,-8 1-10 16,-7 25-39-1,-7 16 0-15,-1 15 2 0,4 15 4 16,5 6 0-16,3 7 2 16,9 1-2-16,8-1-1 15,11-7-5-15,2-9-2 16,24-14 2-16,21-14-9 15,13-14 9-15,11-16-3 16,7-11-1-16,0-13 4 16,0-20-5-16,-9-14-17 0,-13-8-7 15,-12-8-10 1,-17-3 16-16,-16 7 20 0,-9 12 3 16,0 15 4-16,-3 17 5 15,-8 12 2-15,-3 3 60 16,3 20-66-16,-5 15-5 15,4 13 0-15,6 2 0 16,6 0 1-16,0-1 1 16,10-10-4-16,19-9-1 15,2-11 0-15,8-7 3 16,1-12-2-16,0 0 4 16,1-20 3-16,-8-13-5 15,-8-8 2-15,-12-14 1 0,-10-5 0 16,-3-6 1-16,-18 3 0 15,-13 13-3-15,-2 13 5 16,-1 19-3-16,-2 18 6 16,3 4 20-1,0 30-29-15,6 9 0 0,7 12 1 16,14-1-1-16,6 3 0 16,1-7-2-16,23-7-1 15,7-8 2-15,5-14-4 16,11-8 2-16,0-13 3 15,5 0 1-15,-2-19-1 16,2-12-12-16,-10-9-16 0,-8-4 0 16,-7-3 11-1,-9 3 15-15,-11 10 2 0,-2 14 7 16,-4 8-4-16,-1 9 7 16,0 3 5-16,0 10-15 15,0 15 0-15,0 9 2 16,0 6 11-16,2-2-3 15,2-1-8-15,-1-6 4 16,3-6-6-16,3-8 1 16,0-6-4-16,7-8 4 15,5-3-1-15,5-16 8 16,11-17 0-16,-3-14-2 16,5-2-6-16,-8 1 5 15,-5 9-3-15,-13 15 2 16,-7 11 5-16,-3 8 25 0,-3 5-5 15,0 3-22-15,0 20-7 16,0 8 0-16,1 8 1 16,2-3 0-16,2 0-1 15,4-3 0-15,3-8-3 16,1-4-15-16,1-8-115 16,8-5-140-16,2-8-54 15,-2 0-328-15</inkml:trace>
  <inkml:trace contextRef="#ctx0" brushRef="#br0" timeOffset="127838.78">5754 12621 1264 0,'0'0'30'0,"0"0"34"15,0 0 67-15,0 0-101 0,111-24-11 0,-68 30-8 0,-6 13 0 0,-9 8 0 0,-10 2-4 0,-1 5-1 16,-13 0 0-16,-4 1-1 16,0-5 0-16,-7-2-2 15,-11-8 5-15,0-6-7 16,-3-9 3-16,0-5 1 16,-3 0-2-16,2-9-1 15,-5-15-1-15,8-7 2 16,2 0 3-16,1 0-5 15,10 8 3-15,3 9-4 16,3 7 2-16,0 7-2 0,0 0-6 16,13 0-9-16,13 14 14 15,2 5-1-15,5 4 0 16,-2-3 1-16,-1-2 1 16,-5-9-1-16,2-9-7 15,0 0-31-15,1-21-47 16,-1-18 8-16,1-15 9 15,-3-12 23-15,-5-18 20 16,-2-15 11-16,2-15-2 0,-4-4 17 16,-1 12 2-1,1 24 0-15,-8 34 30 0,-7 26 39 16,-1 22 55-16,0 12-93 16,0 36-33-16,0 17 0 15,0 16 31-15,0-1 4 16,8-2-2-16,10-1-9 15,2-5-17-15,2-7-5 16,-2-11-1-16,1-13 1 16,-3-14-2-16,0-15-2 15,2-12 2-15,2-6 3 16,3-25 2-16,-1-11-5 16,-6-10-5-16,-5-6-2 15,-5-1 2-15,-7 10-5 16,-1 13 10-16,0 14 1 0,0 10 4 15,0 6 3 1,0 6 0-16,0 0-8 0,-1 19-10 16,-4 11 2-16,1 7 8 15,2 2 2-15,2-1 0 16,0-3-2-16,2-2 0 16,5-5 0-16,2-3 0 15,3-6-3-15,2-8 1 16,2-7 3-16,-1-4-1 15,6 0 1-15,0-12-1 16,7-7-6-16,4-7-21 16,-4-1 8-16,-3-7-43 0,-7 3 10 15,-6 4 21 1,-6 6 29-16,-3 6 2 0,-3 8 1 16,0 4 12-16,0 3 44 15,0 0-36-15,0 13-20 16,-9 12 0-1,6 2 3-15,0 2-3 0,3-2 1 16,0-4-1-16,0-4 2 16,0-1-3-16,9-6 0 15,6-7 1-15,3-3 1 16,4-2 1-16,5-3-3 16,7-13-1-16,1-4 1 15,1-3 0-15,-7-7-12 16,-6-3-35-16,-10-1 22 15,-6 6 4-15,-4 7 21 16,-3 9 4-16,0 7 27 16,0 5 18-16,0 0-37 15,-3 19-11-15,-7 8 3 16,4 3 1-16,3-2-2 0,3 1 0 16,0-3-2-16,0-6-1 15,19-1 0-15,7-2 1 16,8-9 0-16,8-6-2 15,0-2-22-15,1-6-105 16,-4-15-83-16,-6-4-58 16,-8-11-300-16</inkml:trace>
  <inkml:trace contextRef="#ctx0" brushRef="#br0" timeOffset="128278.39">7385 12277 683 0,'0'0'178'0,"0"0"-85"0,0 0 137 0,0 0-159 0,0 0-36 0,0 0 47 0,-8 101 20 0,8-63-61 0,0-6-13 0,0-3-13 16,0-6-3-16,11-8-7 15,2-2-5-15,5-9 1 16,7-4 1-16,2 0 1 16,6-16-3-16,1-6-3 15,2-11-30-15,-3-6 3 16,0-8-49-16,-9-9 2 0,-9-7 26 15,-5-10-6-15,-9-6 42 16,-1-9 14-16,0-3 1 16,0 5 0-16,0 9 1 15,0 12 7-15,0 18 3 16,0 16 27-16,0 17 6 16,0 14 14-16,0 13-44 15,0 34-11-15,0 21 25 16,8 17 70-16,1 4-22 15,3 0-15-15,-2-3-15 16,-2-9-33 0,-2-6-8-16,-2-10-5 15,-4-5 3-15,0-12-3 0,0-13-6 0,-4-12-63 16,1-12-150-16,-2-7-94 16,-2-11-107-16</inkml:trace>
  <inkml:trace contextRef="#ctx0" brushRef="#br0" timeOffset="128424.42">7814 12031 1238 0,'0'0'3'15,"102"-31"119"-15,-44 17-33 0,-1 3-53 0,1-2-35 0,-7 2-1 0,-11 3-1 0,-9-2-169 16,-25-2-200-16</inkml:trace>
  <inkml:trace contextRef="#ctx0" brushRef="#br0" timeOffset="128621.48">6409 12199 629 0,'0'0'651'0,"0"0"-647"16,0 0 46-16,0 0-20 16,82-22-30-16,6-3-3 15,21-5-8-15,18-8-261 0,11-13-806 16</inkml:trace>
  <inkml:trace contextRef="#ctx0" brushRef="#br0" timeOffset="129352.52">10437 12415 1006 0,'0'0'5'0,"0"0"113"0,0 0 10 0,0 0-78 0,0 0-17 0,0 0-21 0,3-4-6 0,36 4 36 16,16-3 51-16,14-4-47 15,10-5-27-15,7 0-8 16,4-3-11-16,1-1 0 16,-3-3-7-16,-12 1-59 15,-21-1-118-15,-25 1-71 0,-24-1-12 16,-6-1-51-1,-22 1-34-15,-13-5 352 0,1 5 220 16,1-1-9-16,5 4-52 16,7 6 1-16,12 5 8 15,6 3-40-15,3 2-59 16,0 0-63-16,11 22-5 16,15 6 32-16,7 6 60 15,5 4-34-15,0 0-20 16,-5 0-23-16,-2-2-10 15,-11-7-1-15,-7-4-5 16,-11-5-1-16,-2 0-3 16,0-8-61-16,-2-5-88 0,-5-7-100 15,7 0-188-15</inkml:trace>
  <inkml:trace contextRef="#ctx0" brushRef="#br0" timeOffset="130152.04">12566 12029 862 0,'0'0'19'0,"0"0"-16"0,0 0 103 0,0 0-93 0,0 0-13 0,69-79 9 0,-57 64 18 0,-6 1 29 15,-6 2 15-15,0 4 41 16,0 0-13-16,-21 2-2 16,-12 5-44-16,-9 1-28 15,-5 0 23-15,-1 14-4 16,2 7-13-16,8 4-10 15,7 5-9-15,9 8-5 16,11 0-4-16,9 0-3 16,2 0-2-16,14 0 1 0,17-2 0 15,4-2-2-15,6-5 0 16,-2-5-1-16,-3-1-8 16,-3-7-5-16,-3-1 7 15,-8-4 4-15,-3-3 3 16,-11 1 3-16,-7-5 0 15,-1 2 0-15,-13 2 10 16,-24-2 2-16,-13 4-6 16,-9 1 0-1,-3-5-6 1,1 6 1-16,6-3-1 16,9-4 0-16,18 0-5 0,14-5-34 0,14-3-84 15,9-25-104-15,27-15-131 0,7-20-299 16</inkml:trace>
  <inkml:trace contextRef="#ctx0" brushRef="#br0" timeOffset="130338.69">12860 11676 1192 0,'0'0'27'0,"0"0"22"0,0 0 3 0,20 107 92 0,-10-36-40 0,-4 10-43 16,-2 0-22-16,-2 0-24 0,-2-6-13 15,0-4-2 1,-3-9-4-16,-9-11-43 0,0-16-196 16,1-10-158-16,0-20-347 15</inkml:trace>
  <inkml:trace contextRef="#ctx0" brushRef="#br0" timeOffset="130503.25">12891 12022 876 0,'0'0'387'16,"0"0"-386"-16,0 0 125 16,0 0-107-16,0 0-19 15,87 9-4-15,-62 18-12 16,-4 5-113-16,-7-2-160 0,-1-3-140 16</inkml:trace>
  <inkml:trace contextRef="#ctx0" brushRef="#br0" timeOffset="131963.57">13441 12246 1064 0,'0'0'24'16,"0"0"31"-16,0-87 70 16,0 63-111-16,-3 7 3 15,-14 9 52-15,-13 8 11 0,-7 0-53 16,-6 21-16-1,-1 6 16-15,10 2 0 0,7 2-9 16,11 1-12 0,11-5-5-16,5-7-2 0,0-1-2 15,14-10-2-15,8-9 1 16,7 0 1-16,3-5-2 16,3-13-5-16,2-7-8 15,-6-5 1-15,0-3 5 16,-6-3 8-16,-6-1 4 15,-10 8 3-15,-2 4-3 16,-5 10 14-16,-2 9 18 0,0 5 35 16,0 1-45-1,-3 16-22-15,-12 13-12 0,1 11 12 16,1 1 1-16,10-1-1 16,3-3-1-16,0-5-2 15,8-7 3-15,11-9-4 16,8-10 4-16,2-6 1 15,10-8-1-15,0-22-6 16,1-7-41-16,-4-8 6 16,-6-7 8-16,-3-8-7 15,-8-3 17-15,-2 1 7 16,-8 9 13-16,-2 13 3 16,-5 14 3-16,-1 15-2 15,-1 9 6-15,0 2-3 16,0 6-4-16,-1 13-7 15,-8 5 7-15,1 0 0 0,2-4 0 16,1-2 2-16,5-4 3 16,-2-6 0-16,2-3 5 15,0-4-3-15,0-1 6 16,0 0 19-16,0 0 22 16,0 0 16-16,0 0-13 15,0-10-7-15,0-8-28 16,0-8-21-16,2-5-1 15,2-5-1-15,-1 0 0 16,0-1 1-16,-2 2 0 16,1-1 1-16,-1 0-1 15,1 7-1-15,-1 8 1 0,-1 9 1 16,0 8-1-16,0 4 0 16,0 0-1-16,0 20-8 15,-1 15-3-15,-8 13 10 16,0 8 2-16,4-2 3 15,5 3-1-15,0-1 2 16,0 0-4-16,5-6 1 16,10 0-1-16,0-9 0 15,6-7-1-15,1-7 1 16,-1-11 0-16,3-9 0 16,1-7-1-16,2 0-1 15,4-21-4-15,-1-8-14 16,-2-8-20-1,-4-9 10-15,-7-3 11 16,-3 1 14-16,-6 7 5 16,-5 15 0-16,-1 11 1 0,-2 11 7 15,0 4 13-15,0 10-21 0,-5 17 1 16,-7 8-1 0,5 5 4-16,4-5 0 0,3-5 0 15,0-3-4-15,1-5 3 16,8-5-3-16,3-9 0 15,2-2 0-15,5-6 1 16,2 0 7-16,1-17-3 16,4-9-5-16,-3-6 0 15,1-6-4-15,-6-5 2 16,-3 3 1-16,-3 5 1 16,-6 13 0-16,-3 11 0 0,-3 6 7 15,0 5 1-15,0 7-8 16,-1 22-7-16,-8 6 7 15,-2 4 1-15,6 0 0 16,1-6 0-16,4-3 0 16,0-7-1-16,7-5 1 15,10-5 0-15,10-6 0 16,10-6 4-16,8-1-1 16,0-4 1-16,-2-17-4 15,-7-7-1-15,-7-9-13 16,-5-7-1-16,-7-5 14 0,-2-1 1 15,-8 6 1-15,-2 7-1 16,-5 14 6-16,0 10 0 16,0 9 18-16,0 4-3 15,0 0-22-15,0 18-13 16,0 11 9-16,0 9 4 16,1-1 1-16,8 1 3 15,3-6-4-15,0-2 0 16,3-5 3-16,-3-5-3 15,-5-4 0-15,-7-4-2 16,0-3-9-16,-31-5-97 16,-18-2-140-16,-20-2-191 0</inkml:trace>
  <inkml:trace contextRef="#ctx0" brushRef="#br0" timeOffset="132136.68">13427 11866 1153 0,'0'0'21'0,"0"0"40"0,122-51-26 0,-32 36-35 16,11 4-3-16,5 2-5 0,-4 0-81 0,-7 0-307 0</inkml:trace>
  <inkml:trace contextRef="#ctx0" brushRef="#br0" timeOffset="132872.51">15614 11998 1012 0,'0'0'156'0,"0"0"-148"16,103 0 117-16,-63-4-41 15,-4-8-58-15,-8-5-5 16,-8-9 17-16,-8-7-10 16,-11-9 3-16,-1-3-12 15,-13 2-7-15,-15 10-6 0,-7 11 4 16,-3 13-10 0,-9 9-1-16,-3 11 0 0,-1 22 1 15,6 11 1-15,17 9 2 16,10 1-1-16,12-1-2 15,6-6-2-15,1-8 1 16,19-9 1-16,5-12-1 16,6-9 2-16,5-9 8 15,5 0-5-15,3-9 8 16,-2-9-7-16,-3-2 2 16,-8-1-5-16,-8 7 31 15,-13 5 40-15,-5 4 0 16,-5 5-11-16,0 0-42 0,0 12-13 15,-2 25-4-15,-10 21 15 16,-9 21 54-16,-4 17-45 16,-4 18-6-16,-5 24 1 15,6 11-22-15,-1 8 0 16,12-10 0-16,12-19 0 16,5-22 0-16,9-26 0 15,18-26 0-15,0-22 0 16,3-23 0-16,2-9 0 15,6-14 0-15,2-22 0 16,6-10 0-16,1-14 0 16,3-13-8-16,-4-11-12 15,-10-3-3-15,-19 0 14 16,-17 8 9-16,-14 4 2 16,-30 6-1-16,-10 9 2 15,-6 13-3-15,6 11 6 0,17 14-3 16,13 9-3-16,17 9 0 15,7 2 0-15,0 1-5 16,0-4-51 0,12-4-39-16,10-8-42 15,8-10-67-15,4-11-51 16,4-10-72-16,5-16-85 0</inkml:trace>
  <inkml:trace contextRef="#ctx0" brushRef="#br0" timeOffset="133528.53">16149 11997 246 0,'0'0'747'0,"0"0"-640"0,0 0 100 0,0 0-26 0,0 0-131 0,0 0-32 0,20-38-11 0,-20 61-5 0,3 7 41 15,3-1-3-15,4 6-24 16,3-7-10-16,0-1-2 16,6-5-4-16,1-3 0 15,2-8 0-15,-1-7-1 16,1-4-9-16,1 0-15 15,-1-15-1-15,4-10-15 16,-4-7 14-16,-4 1 17 16,-5 0 10-1,-4 7 1-15,-6 7 1 16,-1 8 12 0,-2 3 24-16,0 5 13 0,0 1-27 15,0 0-21-15,0 0-3 0,1 4-9 16,1 14-6-16,-1 5 15 0,6 2 1 15,3-2-1-15,2-4 1 16,4-5 0-16,-2-3-1 16,2-7 1-16,0-4 0 15,7 0 3-15,2-2-1 16,2-15-3-16,1-5 0 16,-1-5 0-16,-4-1-18 15,-4 2 18-15,-9 9 0 16,-1 8 1-16,-8 4 2 0,-1 5 0 15,0 0-3 1,0 0-2-16,0 16-16 0,0 12 11 16,-7 6 7-16,6 1 3 15,1 1-3-15,0-1 1 16,19-4 0-16,6-2 1 16,7-10 1-16,2-8 0 15,2-10 1-15,0-1 4 16,-2-8-2-16,-5-17-2 15,-7-10 0-15,-8-9 6 16,-11-3-7-16,-3-4 1 16,-7 6-2-16,-18 10-2 15,-9 12 0-15,-7 12 0 0,-4 11-4 16,-1 0-1-16,6 24-7 16,5 8-15-16,13 2-204 15,13-3-148-15,9-6-375 16</inkml:trace>
  <inkml:trace contextRef="#ctx0" brushRef="#br0" timeOffset="133716.65">17370 12127 1366 0,'0'0'132'16,"0"0"-46"-16,0 0 15 0,0 0-89 0,0 0-12 0,0 0-160 0,2 8-483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18:08.35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5362 2032 835 0,'0'0'0'0</inkml:trace>
  <inkml:trace contextRef="#ctx0" brushRef="#br0" timeOffset="7707.6">4589 2354 187 0,'0'0'0'16,"0"0"-24"-16,0 0 24 0,-82-2 33 0,70 2-29 0,-3-1-3 0,6 1 2 0,-3-3-6 0,4 3-2 15,-5 0 5-15,6 0 0 16,-4 0-1-16,1 0 1 16,1 0-1-16,0 0 0 15,0 0 1-15,3 0-3 16,0 3 2-16,3-2 0 15,1 0-1-15,1 0-20 16,-1-1-12-16,2 0-30 16,0 0 30-16</inkml:trace>
  <inkml:trace contextRef="#ctx0" brushRef="#br0" timeOffset="10194.48">4625 1545 482 0,'0'0'98'0,"0"0"-56"0,0 0 72 0,0 0-42 0,0 0-27 0,0 0-19 0,-2-20 14 0,2 20-3 15,0 0-3-15,0 0-1 16,0 0 0-16,0 0 11 16,0 0-11-16,0 0-8 15,0 0-10-15,0 0-6 16,0 0-8-16,0 2-2 15,0 13 4-15,3 7-3 16,3 8 5-16,1 3-1 16,-2 7 0-16,1 6 9 15,-6 0-5-15,3 3 0 0,-3 3-5 16,0-5 1 0,0 0 2-16,0-6-6 0,0-11 1 15,0-9 0-15,0-7-1 16,0-4 0-16,0-4 0 15,0-4-1-15,3 2-2 16,-3-4 3-16,0 0-11 16,3 0-114-16,0 0-59 15,0 0-21-15,1 0-92 16</inkml:trace>
  <inkml:trace contextRef="#ctx0" brushRef="#br0" timeOffset="11038.64">4664 2101 342 0,'0'0'35'0,"0"0"11"16,0 0 74-16,0 0-60 0,0 0-46 15,0 0 14-15,0 0-4 16,0 0-9-16,0 0 0 15,0 0 4-15,0 0 12 16,0 0 8-16,0 0-2 16,0 0-4-16,0 0-6 15,0 0-2-15,0 0-1 16,0 0 1-16,0 0-6 16,0 0-6-16,0 0 3 0,0 0 3 15,0 0 0-15,0 0 2 16,0 0-1-16,0 0-6 15,0 0 2-15,0 0-7 16,0 0-4-16,0-2 2 16,0 2-1-16,0 0 3 15,0 0 4-15,0 0 2 16,0-1-1-16,0 1-5 16,0 0-3-16,0 0-1 15,0 0-2-15,0 0 4 16,0 0 2-16,0-2-5 15,0 2 1-15,0-1 6 16,0 1-8 0,0 0 6-16,0 0-6 0,0 0 2 15,0 0-3-15,0 0 4 16,0 0-5-16,0 0 2 16,0 0-1-16,0 0 0 0,0 0-1 15,0 0 0-15,0 0 1 16,0 0 1-16,0 0-1 15,0 0 0-15,0 0-1 16,0 0 0-16,0 0 1 16,0 0-2-16,-3 0-2 15,-8 14 1-15,-1 9-2 0,-12 11 3 16,-1 11-1 0,-5 6 3-16,-6 10-4 0,-3 5 3 15,-4 3-2-15,3 1 0 16,-2 9 1-16,0-4 0 15,5-5 1-15,4-7 0 16,6-12-1-16,2-8 0 16,1-4 1-16,3-4-1 15,-3-1-1-15,2-5 0 16,7-6 1-16,0-4-2 16,6-9 0-16,3-1-14 15,0-5-74-15,-1 2-32 16,7-4-13-16,-3-1-28 15,0-1-128-15</inkml:trace>
  <inkml:trace contextRef="#ctx0" brushRef="#br0" timeOffset="11560.74">4070 3120 611 0,'0'0'10'0,"0"0"-10"0,0 0 46 15,0 0-36-15,0 0 20 0,0 0 23 0,17 43-11 0,-9-22 5 0,-2 2-5 0,6 11-13 0,0 6 1 16,3 9 1-16,1 8-2 16,5 4-16-16,-6 6-3 15,4 0 2-15,-4 3-3 16,-3 5-7-16,0 5 1 15,-3 3-3-15,-2-2 4 16,-1 1-3-16,-1-7 0 16,-2-2-1-16,0-3 2 0,0-7-1 15,2-3 3 1,-2-2-4-16,4-4 1 0,-3-1-1 16,2-2 0-16,0-4-1 15,-1-2 1-15,2-3-1 16,-4 2 1-16,0-1-1 15,-3 4 1-15,3-3-12 16,-3 0-23-16,0-7-38 16,0-4-14-16,0-5-56 15,-9-1-131-15</inkml:trace>
  <inkml:trace contextRef="#ctx0" brushRef="#br0" timeOffset="12084.48">4295 5188 845 0,'0'0'101'0,"0"0"-101"0,0 0 59 0,0 0-42 0,0 0-16 0,0 0 1 0,57-20 35 0,-38 9-20 0,9-3 10 15,4-4 8-15,5-2-13 0,12-3-12 0,4 1-3 0,8 4-3 16,0 5-4-16,-3 4 1 15,-6 4-1 1,-5-1 0-16,-6 6 0 0,-2 0 2 16,7 0-2-16,11 0 1 15,11 4 69-15,4-2-66 16,3 2-3-16,8 0 0 0,2-1 0 16,3 0 0-1,-10 0-1-15,-14-1-6 0,-18-2-4 16,-13 0-2-16,-11 0 2 15,-11 0 5-15,-2 0 5 16,-6 0-1-16,-3 0 1 16,0 0-2-16,0 0-23 15,0 0-62-15,0 0-39 16,0 0-12-16,0 0-101 16</inkml:trace>
  <inkml:trace contextRef="#ctx0" brushRef="#br0" timeOffset="13007.33">5909 3071 586 0,'0'0'35'0,"0"0"-32"0,0 0 65 0,0 0 30 16,0 0-54-16,0 0-21 0,-6-30 9 0,6 30 18 0,0 0-9 0,0 0 3 0,-3 0 8 16,3 3 2-16,0 20-25 15,-4 11-24-15,4 13 4 16,-3 3 4-16,3 9-7 16,0 3 0-16,0 8 2 0,0 5-4 15,10 7 1-15,-4 7-4 16,3-1 2-16,-3 3-2 15,4-3 2-15,-2-5 0 16,-2-1-3-16,0-5 0 16,0-1 0-16,0-3 0 15,-3-6 0-15,1-6 0 16,1-4 1-16,-1-4-1 16,1 0-1-16,-1-5-2 15,2-1 3-15,-1-4 0 16,-2-6 0-16,1-1 0 15,-1-3 0-15,3 0 0 16,3 1 0-16,-3-5-1 16,0 4-1-16,2-2-1 0,-1-2-3 15,-4 0-14-15,3-2-19 16,0-3 14-16,-3-5-2 16,0-1-4-16,-3-6-6 15,0-4-35-15,3-6 3 16,0-2 23-16,-3-5-625 15</inkml:trace>
  <inkml:trace contextRef="#ctx0" brushRef="#br0" timeOffset="13870.81">5254 2237 345 0,'0'0'224'0,"0"0"-195"0,0 0 42 0,0 0 19 0,0 0-69 0,0 0-2 0,0 0 34 15,-18-10-14-15,18 10 8 16,0 0-6-16,0 0-5 15,0 0 2-15,0 0-11 0,0 0-13 16,0 0-11 0,0 0-3-16,0 0-2 0,0 0-2 15,0 2-5-15,0 14 7 16,11 3 2-16,8 11 2 16,0 0 1-16,3 3 0 15,4 6-2-15,3 0 1 16,2 2-2-16,3 4 5 15,5 1-1-15,6 7-4 16,-5 0 1-16,0 0-1 16,-7-1-2-16,-5-4 1 15,-5 0 1-15,-7-3 0 0,1-7-1 16,-2-1 0 0,-6-8-57-16,1-8-89 0,-1-12-46 15,-6-9-230 1</inkml:trace>
  <inkml:trace contextRef="#ctx0" brushRef="#br0" timeOffset="14494.66">5108 1688 459 0,'0'0'107'0,"0"0"-96"0,0 0 25 0,0 0-22 15,0 0-8-15,0 0 33 0,3 75 16 0,0-36-14 0,0 7 5 16,2 13-18-16,-5 11-18 0,0 9-8 16,0 10 0-16,0 8-4 15,0 6-119-15</inkml:trace>
  <inkml:trace contextRef="#ctx0" brushRef="#br0" timeOffset="15507.34">4402 3841 677 0,'0'0'21'0,"0"0"25"0,0 0 91 0,0 0-67 0,0 0-32 0,0 0 30 16,8-9-21-16,16-3-14 15,13-5 3-15,14-4 5 16,16-2-1-16,16 1 3 16,20 2-4-16,9 8-8 0,10 3-16 15,-6 8-8 1,-5 1-1-16,-2 0-2 0,0 9-3 15,-10 4 0 1,-10-3-1-16,-16 1-4 0,-19-6 2 16,-14 0 2-16,-19-5-1 15,-6 0 1-15,-9 0-1 16,-3 0 1-16,-3 0 4 16,3 0-4-16,0 0 0 15,-3 0-29-15,0 0-133 16,0 0-140-16,0-2-211 15</inkml:trace>
  <inkml:trace contextRef="#ctx0" brushRef="#br0" timeOffset="16399.47">5924 3764 821 0,'0'0'7'0,"0"0"41"16,0 0 81-16,43 99-46 15,-28-62-5-15,5 4-18 16,-4 3-19-16,2 1 7 0,1 2-11 16,-5-4-7-1,-2-3-11-15,-2-7-5 0,-4-5-8 16,-3-5 2-16,-1-7-7 15,1-6-1-15,-2-7 0 16,1 0 0-16,-2-3 0 16,0 0 1-16,0 0 3 15,0 0 7-15,0 0-1 16,-3 0-5-16,-21 0-5 16,-7 0-1-16,-10 0 1 15,-14 3 0-15,-9 4 0 16,-17 2 2-16,-20 5 2 15,-11-2-2-15,-11 1 7 16,-5-2-4-16,12 0 24 16,4-3 1-16,12-2 8 0,12 0-1 15,3-4-20 1,-6 2-4-16,-6-2-7 0,-3 0-6 16,3 1 2-16,6-1 3 15,18-2-3-15,6 0-2 16,19 0 4-16,15 0 3 15,18 0 7-15,12 0 10 16,3 0-16-16,0 0-8 16,0 0-3-16,0 0 1 15,0 0 0-15,0 0 4 16,5 0 0-16,1 0-1 16,-2 0 1-16,-4 0-4 15,0 0 1-15,0 0 1 0,0 0 0 16,0 0 0-16,0 0 0 15,0 0 0 1,0 0 5-16,0 0-4 0,0 0 1 16,0-3 1-16,0-3 1 15,0-5 0-15,0-3-4 16,0-7 0-16,0-4 5 16,0-4-5-16,0-13-2 15,0-9 1-15,6-10 1 16,9-4 0-16,0 3-1 15,-3 12-1-15,1 16 1 16,-7 13 1-16,-3 14 0 0,-1 4 0 16,-2 2-1-1,0 1-1-15,3-1-5 0,4 1-30 16,8-2-23-16,10-2 21 16,3-3-3-16,3-1-4 15,4 0-1-15,-3-2-4 16,-4 3-4-16,-1 1-50 15,-6 2-99-15,1-4-200 16</inkml:trace>
  <inkml:trace contextRef="#ctx0" brushRef="#br0" timeOffset="17165.56">4575 4140 28 0,'0'0'753'0,"0"0"-721"0,0 0 92 0,0 0 16 0,0 0-101 0,0 0-33 0,0 14 2 16,0 8 31-16,0 0-18 0,0 0-2 15,0 0-5-15,0-1-9 16,0-2-4 0,0-3-1-16,0-3-3 0,0-3-8 15,0-3-85-15,0-3-69 16,6-2-64-16,5-2-174 15</inkml:trace>
  <inkml:trace contextRef="#ctx0" brushRef="#br0" timeOffset="17863.75">4774 4217 525 0,'0'0'300'0,"0"0"-289"0,0 0 136 16,0 0-72-16,0 0-75 15,0 0 5 1,-14 22-2-16,9-8 7 0,3-1 5 16,2-1 0-16,0-1-9 15,0-2-6-15,0-2 2 16,6-3-1-16,6-2-1 16,3-2 0-16,6 0 4 15,4 0-1-15,-3-2-3 16,-2-6 0-16,-7-2 3 15,-1-3-3-15,-7 1 0 16,-5 0-5-16,0 0 9 16,-3 4-4-16,-14-5 9 0,-1 5-7 15,-2 0 8 1,3 2 0-16,5 0-3 0,2 1-1 16,4 1-2-16,1 1-1 15,5-1-2-15,0 0-1 16,0-2-1-16,5 0-6 15,10-2-12-15,4 1 11 16,2 2-7-16,-3 1-2 16,3 1 15-16,-6 3-4 15,1 0 4-15,-2 0-3 16,-4 0 4-16,0 8-7 16,-4 4 3-16,-1 1 2 0,2 1 2 15,-7 1-2-15,0 0 3 16,8 3 1-16,-4-5-1 15,4 2 0-15,2-6 0 16,-1 1 0-16,5-7 0 16,3 0 5-16,0-3 1 15,7 0-2-15,-2 0-1 16,-1-11-3-16,-5 0 3 16,-1 1-1-16,-6-4 1 15,-4 4 3-15,-5-3-1 16,0 1 0-16,0 0-3 15,-2 1 9-15,-10 0 6 16,-3 4 1-16,0-2-3 0,-1 2-10 16,2 0-2-16,0 4 0 15,0 1-3-15,1-2 1 16,1 4-1-16,4-2-2 16,2 2-7-16,4 0-53 15,0 0-82-15,2 0-117 16</inkml:trace>
  <inkml:trace contextRef="#ctx0" brushRef="#br0" timeOffset="19200.89">5280 4137 313 0,'0'0'77'0,"0"0"-54"0,0 0 107 0,0 0-84 0,0 0-33 15,0 0 1-15,1-3 24 0,-1 15 35 0,0-1-2 0,0 2-29 0,0 1-14 0,0 0-11 16,0-2-8-16,6-1-4 15,0-2 1-15,3-3-1 16,6-2 0-16,0-2-1 16,4-2 3-16,1 0-1 15,-1-3 0-15,0-10-5 16,-4-2 0-16,-7 0 7 16,-1-3 3-16,-7 0 10 0,0-1 45 15,-7 2-24-15,-7 3-13 16,-5 5 6-16,1 0-22 15,-1 6-5-15,2 3-5 16,1 0-1-16,1 0-4 16,0 9-10-16,3 10-40 15,2 1-69-15,5 7-13 16,2 0-126-16</inkml:trace>
  <inkml:trace contextRef="#ctx0" brushRef="#br0" timeOffset="19620.97">5772 4118 538 0,'0'0'16'0,"0"0"100"0,0 0-35 0,0 0-27 0,0 0-11 0,0 0 21 0,-20-17-15 0,9 17 19 0,-3 0-12 0,-5 0-7 15,2 8-9-15,3 4-8 0,0 4-19 0,3 0-2 0,3-2-7 16,3 0 0-16,5-2-4 16,0-2-6-16,0-2 3 15,18-2 2-15,5-3 1 16,5-3 0-16,12 0-16 16,-3 0-97-16,-2-5-46 15,-4-7-62-15,-3 0-319 16</inkml:trace>
  <inkml:trace contextRef="#ctx0" brushRef="#br0" timeOffset="19853.8">5973 4077 325 0,'0'0'317'0,"0"0"-265"0,0 0 120 16,0 0-115-16,0 0-23 15,0 0 45-15,-59 11-15 16,45-1 1-16,4 2-20 15,2-1-4-15,2 2-12 16,6-1 0-16,0-1-17 16,0-1-1-16,8 1-1 15,17-4 10-15,8-3-12 16,9-4 0-16,7 0-8 16,3-7-51-16,2-11-133 15,-6-4-136-15</inkml:trace>
  <inkml:trace contextRef="#ctx0" brushRef="#br0" timeOffset="21200.97">5666 4146 639 0,'0'0'23'0,"0"0"95"0,0 0-57 15,0 0-59-15,0 0-1 0,0 0 0 0,6 13 22 16,3 1 39-16,-3 5-23 15,-2 2 0-15,-2 0 10 0,2-2-20 16,-4-1-3-16,0-5-15 16,3-4-5-1,-3-1-5-15,0-6 1 16,2-2-1-16,-1 0-1 16,-1 0 4-16,2 0 17 15,1-12 12-15,4-9-23 16,2-7-6-16,-3 1-3 15,0 1 0-15,3 4 2 0,-5 9 0 16,-1 5 3-16,-3 4 1 16,0 4 7-16,0 0-10 15,2 0-4-15,4 6-12 16,2 7 12-16,0-1 1 16,4 0 2-16,-1-4-2 15,-1 2 0-15,2-6 1 16,2-1 0-16,-1-3 2 0,4 0-4 15,2 0 6-15,0-7-5 16,1-5 2-16,-1-6-2 16,-1 2 0-16,-6 1 0 15,-5 3-1-15,-2 6 0 16,-5 3 0-16,0 3 0 16,0 0 0-16,0 0 0 15,0 0-11-15,0 2 4 16,0 5 7-16,3 0 0 15,1-2 0-15,-1-1-1 16,3-2 0-16,-1 0 1 16,1-2 6-16,1 0-5 0,8 0 3 15,-1 0 1-15,-3-6-4 16,4-4-1-16,0-1 5 16,-3-2-4-16,-1 1-1 15,-3 5 0-15,-3 3-1 16,-2 4 2-1,-3 0-3-15,0 0 0 16,3 0-11 0,3 9 11-16,0 2 2 15,7-1 0-15,-4-3 2 0,3-1 1 16,3-2-3 0,1-4 4-16,6 0 4 0,0-6-6 15,3-12 2-15,0-3 2 0,-8-4-2 16,4-5-3-16,-12-3 2 15,-8-7-2-15,-1-3 5 16,0-4-6-16,-13 2 1 16,-5 3 1-16,4 15-2 0,0 9 2 15,5 11 46-15,-2 7 7 16,7 7-20-16,-7 21-35 16,5 11 0-16,6 3 2 15,0-1-1-15,0-2 4 16,17 2 5-16,4 2-8 15,1-2 0-15,5-1-4 16,1 1 2-16,-4-8-15 16,-3-2-129-16,3-10-87 15,-2-8-131-15</inkml:trace>
  <inkml:trace contextRef="#ctx0" brushRef="#br0" timeOffset="21310.48">6682 4213 808 0,'0'0'32'0,"0"0"66"0,0 0-19 0,0 0-79 0,0 0-2 0,0 0-161 0</inkml:trace>
  <inkml:trace contextRef="#ctx0" brushRef="#br0" timeOffset="24567.3">3582 3479 616 0,'0'0'0'0,"0"0"-6"0,0 0 6 0,0 0 17 0,0 0-5 0,0 0-12 16,0 0-1-16,-15 51 1 15,15-5 17-15,0 19 5 16,0 21 15-16,0 26-10 16,0 22-8-16,3 17-1 15,4 4-10-15,1 4 4 16,5-11-9-16,-4-5-2 16,-1-5-1-16,-1-10 0 15,-4-9 0-15,-3-26 0 16,0-28 0-16,0-21 0 15,0-22 1-15,-5-18-1 16,0-4 5-16,-1-25-5 16,0-23-87-16,-2-20-144 15,-2-14-42-15</inkml:trace>
  <inkml:trace contextRef="#ctx0" brushRef="#br0" timeOffset="24995.42">3498 3389 543 0,'0'0'0'0,"0"0"0"0,0 0 0 16,0 0 9-16,0 0 10 15,-88 107 0-15,66-61-3 16,-2 1-11-16,-6-1-2 16,-1-4 0-16,6-2 7 15,-1-5-1-15,10-13-7 16,5-8 0-16,11-12-1 16,0-2 3-16,0-24 7 15,23-15-10-15,2-11-1 16,8-2-1-16,1 1 1 0,-1 7 0 15,-11 10 0-15,-7 15 1 16,-4 13 1-16,-2 6-2 16,2 2 0-16,0 16 1 15,8 4 1-15,-5 0-2 16,2 0 0 0,-2 6 0-16,0 0-51 15,-6-2-214 1</inkml:trace>
  <inkml:trace contextRef="#ctx0" brushRef="#br0" timeOffset="25435.87">1386 4649 733 0,'0'0'2'0,"0"0"-2"0,0 0 0 0,0 0 0 0,0 0 0 0,-41 110 6 0,41-59-4 0,0 3-2 0,0 4 0 0,0-7 1 15,0-5-1-15,0-8 0 16,6-10 0-16,8-9-44 16,2-17-131-16,6-2-72 15</inkml:trace>
  <inkml:trace contextRef="#ctx0" brushRef="#br0" timeOffset="26458.7">1572 4747 642 0,'0'0'0'0,"0"0"-4"15,-12 97 4-15,12-64 4 16,0-6-4-16,12-3 0 16,-1-8-1-16,2-7-1 15,-1-9 1-15,9 0-1 16,-3-14 2-16,7-11 0 15,-1-5 2-15,-6 3-2 16,-6-2-3-16,-6 3 3 0,-6 6 0 16,0 2 1-16,-12 5-1 15,-15 6 7-15,-6 5 9 16,-3 2 13-16,2 0-4 16,1 5-4-16,11 7-5 15,4-6-2-15,9 1-11 16,6-2-2-16,0-3-1 15,3 0 0-15,0-2 0 16,6 0 0-16,13 0 1 16,4-10-1-16,4-8 0 0,7 0 0 15,2 3 0 1,1 2 0-16,-6 4 0 16,-4 6 3-16,-6 0-3 0,-3 3-3 15,-6 0 3-15,4 0 0 16,-10 0 3-16,-1 0-3 15,-2 6 0-15,0 3 1 16,4 1 0-16,-1 2-1 16,3 3 0-16,0-2-1 15,0-1 1-15,3 0 0 16,2-5 1-16,0-3-1 16,3-4 0-16,1 0 0 15,1 0 0-15,-1-4 0 0,0-7-5 16,-8-5 4-1,-2 6 1-15,-4-3 0 0,-4 3 0 16,-9-1 0-16,-12 4 0 16,-6 0 0-16,-4 2 1 15,1 2-1-15,-1 0 0 16,4 3 3-16,3 0-3 16,11 0-3-16,1-2 3 15,9-2 0-15,3 0 0 16,0-3 0-16,3-7 0 15,16 4-1-15,-2-5 1 16,7 5 0-16,-2-2 0 16,0 2-1-16,-2 4 1 15,-1 4-1-15,-4 2 1 0,0 0 0 16,-3 0 0-16,-2 0 0 16,-1 2 0-1,0 2 0-15,-1 4 0 0,5-2-1 16,-4 0 1-16,0-1 0 15,3 0 0-15,-3-1 0 16,3-1 0-16,3-3-1 16,-3 0 1-16,7 0 0 15,-1-5 0-15,-3-7 0 16,0-4 0-16,-5-4 0 16,-4 0-2-16,-6 3 2 15,0-1 3-15,-4 4-3 16,-17 6 0-16,-6 2 1 15,-4 6 0-15,1 0-1 16,2 4 0-16,2 12 0 16,4 9-6-16,4 1-91 15,6 0-64-15,6-6-184 0</inkml:trace>
  <inkml:trace contextRef="#ctx0" brushRef="#br0" timeOffset="27265.51">2422 4414 777 0,'0'0'0'0,"0"0"-9"0,0 0 9 0,0 0 0 0,0 0 0 0,0 0 1 16,0 45-2-16,11-30 2 0,-5-3-1 15,2-4 0-15,-3-4 0 16,-3-1-1-16,-1-3-2 16,1 0-18-16,1-4-30 15,3-9 14-15,0-7-37 16,-3-1 35-16,4-1 3 16,-4 2-7-16,-3-2-10 15,0 7 26-15,0 3 23 16,0 6 4-16,0 6 39 15,-10 0 11-15,10 0-38 0,-3 13-4 16,1 1 2-16,2-2 3 16,0 1-2-16,0-2-4 15,0-5 1-15,5-2-2 16,5-4-5-16,2 0 2 16,-1 0 4-16,5-10-6 15,-1-7 1-15,0-1-1 16,-6-2-1-16,4-2 0 15,-5-3-1-15,-4 0 1 16,2 4 0-16,-6 8 1 16,0 7 3-16,0 4 1 15,0 2 39-15,0 0-28 0,0 8-16 16,3 7 5 0,0-1-2-16,3-2-1 0,3-3 3 15,0 0-2-15,4-5 0 16,-1 1 3-16,2-4-4 15,7-1 1-15,-2 0-2 16,2 0 6-16,3-4 2 16,3-11-5-16,-2-4 3 15,6-1-3-15,-4-5-3 16,-6 1 2-16,0-2-3 16,-13-5 3-16,-7-4-3 15,-1-1 2-15,-6-5 3 16,-14-2 1-16,-5 4-6 15,-2 3 0-15,-1 11 4 0,3 15 17 16,5 10 6-16,4 0-3 16,4 25-5-1,5 15-18-15,7 8 4 0,0 4 1 16,11-1-4-16,16 1 2 16,9-5 3-16,9-4-6 15,4 0-1-15,-1-6 0 16,-2 1-2-16,-13-3-1 15,-11 2-100-15,-19-1-176 16</inkml:trace>
  <inkml:trace contextRef="#ctx0" brushRef="#br0" timeOffset="27525.78">1864 5523 752 0,'0'0'0'0,"-102"77"0"0,75-55 2 0,16-10 5 0,11-12-4 0,0 0-3 0,14-4-2 0,23-28 2 0,9-16 10 16,14-16-1-16,17-11 2 15,9-7-3-15,8 4-8 0,-2 8 2 16,-7 18-4-1,-12 14-1-15,-9 15-84 0,-20 14-187 16,-22 9-100-16</inkml:trace>
  <inkml:trace contextRef="#ctx0" brushRef="#br0" timeOffset="27716.49">2115 5513 579 0,'0'0'1'0,"0"0"-1"15,-97 71 10-15,97-71 25 16,14 0-33-16,32-30-1 16,22-22 5-16,20-23-6 15,17-20 2-15,16-9-2 16,22-5-5-16,15-1-191 16</inkml:trace>
  <inkml:trace contextRef="#ctx0" brushRef="#br0" timeOffset="30865.01">9217 1644 894 0,'0'0'63'0,"0"0"-62"0,0 0 105 16,0 0-55-16,0 0-49 0,0 0 7 0,10 75 92 0,-4-31-39 0,-1 7 4 0,-2 9 14 0,0 10-5 0,-2 3-14 16,-1 6-21-16,0 2-6 0,0-6-12 15,2-10-9 1,-1-11 0-16,1-12-6 0,5-11 6 15,-6-4-1-15,2-10-6 16,-1-9-4 0,1-2 2-16,-3-6-4 15,0 0-1-15,0 0-1 16,0 0-16-16,0-8-98 0,0-13-99 16,0 0-32-16,0-3-75 15,-8-2-294-15</inkml:trace>
  <inkml:trace contextRef="#ctx0" brushRef="#br0" timeOffset="31113.29">9230 2167 859 0,'0'0'90'15,"0"0"-72"-15,0 0 100 16,0 0-52-16,0 0-25 15,88-9 13-15,-49 8 2 16,-3 0 5-16,-5 1-32 16,-1 0-17-16,-3 0-9 15,-5 0-3-15,-1 0 0 16,-5 0-1-16,-2 0-14 16,-6 0-119-16,0 0-104 15,-6 0-71-15</inkml:trace>
  <inkml:trace contextRef="#ctx0" brushRef="#br0" timeOffset="31954.07">9661 1782 682 0,'0'0'59'0,"0"0"97"0,0 0-8 0,0 0-64 0,0 0-42 0,0 0 2 0,-8-7 6 15,8 7-13-15,0 0-10 16,0 4-7 0,0 18-5-16,0 9 67 0,0 6-16 15,4 6-8-15,-1 6-6 16,-2 3-6-16,1 5-19 15,1 2-8-15,-3 0 4 0,4 1-9 16,-1-8 2 0,0-7-8-16,0-7 4 15,-1-9-2-15,1-12 3 0,4-2 4 16,-4-7-7-16,-3-5-2 16,0-3-4-16,0 0 0 15,0 0 0-15,3 0 0 16,-1 0 0-16,-1 0-3 15,-1 0-1-15,2-2-50 16,-2-3-74-16,1-2-77 16,-1 1-51-16,3 0-73 15,-3 3-140-15</inkml:trace>
  <inkml:trace contextRef="#ctx0" brushRef="#br0" timeOffset="33090.64">10100 2296 218 0,'0'0'503'0,"0"0"-491"0,0 0 107 0,0 0 11 0,0 0-70 0,0 0-20 0,0-14 23 0,0 14 7 0,0 0-19 16,0 0 0-1,0 0 12-15,0 0-1 16,0 0-13-16,-5 0-25 0,-2 0-8 16,-6 6-8-16,-2 6 5 15,1 4 10-15,4-1-3 16,1 2-7-16,0 2 0 16,8 0-4-16,1-3-3 15,0 5 0-15,0-3-4 16,4-2 1-16,14-2-3 15,3 0 3-15,4-3 1 16,5-5-3-16,0-2 3 16,10-3-2-16,-7-1 0 15,-2 0 0-15,-4-5-1 16,-4-5 1-16,-6-3-1 16,-6-3 6-16,1 4-1 0,-5-7 2 15,-2 3 1 1,-5-4 3-16,0 4 4 15,0-1-2-15,0 5-1 16,-12-2-5-16,-2 3 2 0,-2 1-3 16,-2 2-7-16,-6 2 0 15,5 4-5-15,-2 2 0 16,2 0-22-16,5 0-89 16,0 2-136-16,4 6-177 0</inkml:trace>
  <inkml:trace contextRef="#ctx0" brushRef="#br0" timeOffset="34165.49">10967 2121 734 0,'0'0'118'0,"0"0"-80"0,0 0 126 0,0 0-59 0,0 0-69 0,0 0-14 15,0 0 17-15,-3 0-9 0,3 0-3 0,4 0-1 0,17 0 14 0,9 0 41 0,4-2-46 16,7-4-11-16,2 2-2 16,2 0-5-16,-2 0-6 15,5 1-7-15,-9 0-1 0,-10 2-2 16,-8-1-1 0,-10 1 0-16,-7 1 0 0,-4 0 0 15,0 0 0-15,0 0-2 16,0 0-44-16,0 0-115 15,0 0-41-15,0 0-104 16,4 0-320-16</inkml:trace>
  <inkml:trace contextRef="#ctx0" brushRef="#br0" timeOffset="34455.85">11829 1940 1036 0,'0'0'41'0,"0"0"96"0,0 0-7 16,0 0-100-16,0 0-30 16,0 0-11-16,0 30 11 15,0 2 14-15,0 4 9 16,-4 4-1-16,-1 1-5 15,4-3-14-15,1-3-3 16,0-3 0-16,0-7-15 16,1-7-56-16,5-3-116 0,-1-9-60 15,4-6-165-15</inkml:trace>
  <inkml:trace contextRef="#ctx0" brushRef="#br0" timeOffset="34748.96">11877 1936 718 0,'0'0'205'0,"0"0"-188"16,0 0 189-16,0 0-163 16,0 0-43-16,0 0 0 15,48 16 26-15,-18 9 0 0,-1 5 27 16,1 1 3-1,2 2-15-15,-1 1 3 16,3-3-8-16,-2-3-17 0,-4-3-11 16,-3-5-8-16,-7-4-1 15,-9-6 1-15,0-4-1 16,-6-5 0-16,0-1-18 16,3 0-112-16,-6-7 6 15,3-15-72-15,-3-9-57 16,0-6-39-16</inkml:trace>
  <inkml:trace contextRef="#ctx0" brushRef="#br0" timeOffset="35016.06">12186 1848 642 0,'0'0'85'0,"0"0"85"0,0 0-43 16,0 0-33-16,0 0-27 15,0 0-52-15,-12-25-14 16,12 37 1-1,0 11 15-15,12 8 35 16,-2 4 3-16,-1 4 17 16,4 3-6-16,-2 2-32 0,0-1-7 15,-4 0-10-15,2-5-15 16,-5-3-1 0,2-5 0-16,2-6-1 0,-2-2-7 0,1-10-26 15,2 0-173-15,9-7-52 16,-1-5-84-1</inkml:trace>
  <inkml:trace contextRef="#ctx0" brushRef="#br0" timeOffset="35926.06">12472 2073 688 0,'0'0'281'0,"0"0"-269"16,0 0 126-16,0 0-105 15,0 0-30-15,0 0 18 0,-6 71 18 16,6-44 6 0,0 1-7-16,0 0-15 0,3-3-4 15,6-3-6 1,3-5-7-16,-3-1 0 0,8-4-5 16,-1-7 0-16,-1-3 3 15,7-2-3-15,-1 0-1 16,-3-16 0-16,1-8 0 15,-5-2-3-15,-2-3 0 16,-5 2 3-16,-2 3 1 16,-2 7 0-16,-3 9 3 15,0 5 1-15,0 3 14 16,0 0-19-16,0 10-1 16,-2 10 1-16,-2 5 9 15,1 3 3-15,3-1 6 0,0-1-1 16,0 2-7-1,3-6-4-15,7-3-5 0,7 0 0 16,-4-6-1-16,11-6 0 16,0-7 0-16,4 0 5 15,2 0-3-15,-2-7-2 16,2-13 1-16,-2-7-2 16,-2-8-4-16,-2-10-4 15,-2-6-10-15,-1-8 15 16,-5 1-10-16,-1-1 11 15,-7 5 1-15,-5 11-1 16,-3 12 3-16,0 12 1 16,0 12 7-16,-2 7-2 0,-7 0-3 15,-7 17-3-15,-2 15-5 16,-3 14 5-16,6 3 3 16,9 3 15-16,2 2-2 15,4-3 1-15,0 0-7 16,0-4-6-16,9-6-3 15,7-5 1-15,6-5-2 16,7-7 2-16,2-8-4 16,6-9 4-16,7-4-1 15,2-3 0-15,-1-6-1 16,-1-13 0-16,-5-12-3 16,-4-9-7-16,-7-8-26 15,-6-11-2-15,-4-5 20 16,-10 0 5-16,-4 1 13 15,-4 8 1-15,0 12 4 16,-12 14 1-16,2 14 0 16,-5 12 13-16,3 3-8 15,-4 15-11-15,-4 17 0 16,4 9 8-16,10 4 10 0,6 3-2 16,0 1 1-16,6 2 4 15,15-4 7-15,1 0-14 16,-1-2-5-16,3-7-5 15,1-6-4-15,-3-4 0 16,-2-7-3-16,1-6-6 16,-4-5-202-16,3-10-255 0</inkml:trace>
  <inkml:trace contextRef="#ctx0" brushRef="#br0" timeOffset="36915.44">14307 1854 883 0,'0'0'53'0,"0"0"75"0,0 0 112 0,0 0-109 16,0 0-68-16,0 0-49 0,-18 1-14 0,18 51 34 0,0 7 24 0,0 0-19 0,6-1 7 16,9 5-20-16,0-5-13 0,1-5-12 0,1-8 2 0,-2-5-2 0,-2-12-1 15,-3-8-2-15,-2-10-7 16,-3-4-124-16,-2-6-75 0,-2 0-33 0,-1-12 27 0,0-19-28 0,-3-3-66 0,-13-1 144 0,1-1 164 0,-1 11 179 0,4 6 62 0,4 10-71 15,3 2 0-15,1 4-20 0,4 2-34 0,0-2-63 0,0 1-30 16,23-3-10-16,11-2 0 16,9 0 0-16,2-1-10 15,-2-2-3-15,-3-3 0 0,-4-3-1 16,-6-4 2-16,-8-1-1 16,-7-7 0-1,-7-5 1-15,-5 0 2 0,-3 3-2 16,0 6 6-16,0 9 9 15,-6 8 30-15,3 2 16 16,0 5-3 0,-2 9-56-16,-2 16 2 0,2 10-3 15,1 2 17-15,4 2 2 16,0 0-4-16,6-1 5 16,7-1-13-16,5-4-8 15,0-1 0-15,3-6-2 16,0-6 1-16,-2-3-4 15,4-9-21-15,-1 0-133 0,2-8-25 16,1 0-90-16,1-8-113 16</inkml:trace>
  <inkml:trace contextRef="#ctx0" brushRef="#br0" timeOffset="37382.91">14958 2145 766 0,'0'0'122'0,"0"0"-38"0,0 0 130 0,0 0-115 0,0 0-44 0,0 0-35 0,0-26-13 0,0 45-6 16,0 5 33-1,7 3 47-15,1 3-35 16,3-1-1-16,2-1-18 16,2-2-12-16,4-2-9 0,-1-8-4 15,-2-4-2-15,3-6 0 16,-3-3 0-16,-2-3-1 15,0 0-7-15,-1-15-15 32,-1-7-17-32,-1-8 19 0,-3-4 13 0,-2 4 4 15,-4 5 3-15,0 6 1 16,-2 8 5-16,0 7 1 16,0 4 15-16,0 0 9 15,0 9-26-15,-5 22-2 16,-3 16 27-16,1 10 11 0,1 12 6 15,5 8-17-15,-2 12-10 16,1 3-11-16,1-7 0 16,1-1-5-16,0-6-2 15,0-7-1-15,-2-13 0 16,-2-21-1-16,-3-18 1 16,2-9-14-16,5-10-63 15,-2 0-40-15,2-23 3 16,0-15-75-16,0-17-75 15,7-13-16-15</inkml:trace>
  <inkml:trace contextRef="#ctx0" brushRef="#br0" timeOffset="37854.75">15454 2119 1086 0,'0'0'9'16,"0"0"77"-16,0 0-24 0,0 0-13 0,26 123 31 0,-20-69-44 0,-5 3 2 0,-1-4 9 0,0 0-21 15,0-5-10-15,0-7-2 16,0-10-4-16,0-9-8 16,-1-10 0-16,-1-5-2 15,2-6-2-15,0-1-2 16,0 0-4-16,0-17-51 0,0-16-6 15,0-10 28-15,0-9 20 16,0-5 15 0,0-5 2-16,0 5 0 0,3 8 2 15,6 7 1-15,6 11 6 16,0 9 1-16,3 7 8 16,0 5-6-16,3 8-10 15,-2 2 9-15,2 0-7 16,0 12 3-16,-3 9-4 15,-6 2 6-15,-6 3-3 16,-6 4-2-16,0-7 0 16,-21 3-3-16,-3-6 4 15,-4-4-3-15,2-1-2 0,6-4-3 16,6-6-6-16,8-2-98 16,6-3-85-16,0 0-70 15,3 0-198-15</inkml:trace>
  <inkml:trace contextRef="#ctx0" brushRef="#br0" timeOffset="38257.39">15841 2142 899 0,'0'0'113'0,"0"0"-58"16,0 0 143-16,0 0-143 0,0 0-55 0,0 0 2 0,-6 49 9 0,3-23 20 0,3-1-6 0,0-3-3 0,0-3-1 0,8-6-7 0,6 1-4 0,6-8-2 15,2-5-2-15,4-1-1 16,-3 0-3-16,-3-15-2 16,-1-5 2-16,-8-5-1 15,-6-5 1-15,-5-2 1 16,0 3-1-16,-8 2-1 15,-10 7 1-15,-5 9-1 16,-2 6-1-16,-3 5-1 16,-4 2 0-16,4 16 1 0,5 5-1 15,4 4 1 1,10 1-3-16,5 0-3 0,4 0 4 16,6-8-16-16,13-1-96 15,10-8-27-15,0-8-71 16,3-3-67-16,2 0-322 15</inkml:trace>
  <inkml:trace contextRef="#ctx0" brushRef="#br0" timeOffset="39522.78">16172 1880 681 0,'0'0'107'16,"5"-103"-33"-16,-5 83 146 15,0 11-60-15,0 9-70 0,0 0-53 16,0 17-35-1,-8 16-1-15,1 10 44 16,2 5 13-16,4 7-26 16,1-3 14-16,0 4-11 0,1 1-11 15,10-4-15 1,4-4 0-16,1-8-9 16,2-10 0-16,0-12 1 0,-2-5-1 15,-1-10-1-15,3-4-4 16,0-3-15-16,3-20-23 15,1-11 12-15,-4-7 13 16,0-12 8-16,-3 0-3 0,0-3 4 16,-5 9 7-1,-2 11 2-15,-2 13 1 0,-3 12 5 16,-3 9 6 0,0 2 10-16,0 8-22 0,0 20 0 15,-6 8 7-15,0 6 15 16,1-3-7-16,4-1-3 15,1-1 5 1,0-5-7-16,0-3-8 16,0-8 0-1,8-7-2-15,0-6 3 16,4-5-2-16,3-3 4 0,5 0 1 16,2-16-3-16,2-6-3 15,-2-5 0-15,1-4 1 0,-6-1-1 16,-3 6 0-16,-2 5 0 0,-8 6 1 15,-2 14-1-15,-2-1 3 16,0 2-3-16,0 0 0 16,0 3-7-16,0 16-2 15,0 2 8-15,-3 4 1 16,0-3 0-16,3 0 3 16,0-3-3-16,0-3 0 15,0-4-2-15,1-2 2 16,8-6-1-16,6 0 1 15,8-4-1-15,0 0 1 16,6 0-4-16,-4-19-47 0,-7-6 34 16,0-6-16-16,-8-3 1 15,-3 1 6-15,-4 3 23 16,-3 14 3-16,0 5 1 16,0 7 5-16,0 4 16 15,0 0-5-15,0 3-17 16,-3 16-2-16,-5 6 2 15,0 3 7-15,5 1-5 16,3 1 1-16,0 1-1 16,0-6 0-16,14-2 0 15,7-4-1-15,4-9-1 16,3 1 0-16,4-8 0 16,-3-3 0-16,3 0-7 15,-8-14-34-15,-3-12 14 0,-7-6 19 16,-1-8 2-1,-4-2 6-15,-2-1 0 0,0 6 2 16,-2 5-1-16,-1 3 2 16,-1 8 1-16,-1 4-3 15,-2 9 6-15,0 3 6 16,0 2 5-16,0 3-5 16,0 0 0-16,0 0-11 15,0 0-2-15,0 0-1 16,0 0-1-16,0 0 1 15,0 0 1-15,0 0 0 16,0 0 0-16,1 0 0 16,4 3 2-16,1 7 1 0,0-1 3 15,1 2 2 1,1 0 2-16,3-1-2 16,-1 4 5-16,-3 1-7 15,4 4 3-15,-4 0-1 0,-3 2 4 16,-2 2-3-16,-2-1 1 15,0-4-4-15,0 1 1 16,0-5-5-16,-2-2 3 16,-5-2-3-16,-3 0-2 15,2-4 4-15,0-2-3 16,1-1-1-16,0-2-1 16,1 0-2-16,3-1-3 15,1 0-47-15,1 0-24 16,1 2-50-16,0-2-64 0,0 0-108 15,0 0-304-15</inkml:trace>
  <inkml:trace contextRef="#ctx0" brushRef="#br0" timeOffset="40123.74">17327 2071 739 0,'0'0'155'0,"0"0"-131"0,0 0 184 0,0 0-99 0,0 0-73 0,0 0-30 0,0-9-5 0,-3 21 7 0,-1 5 3 0,1 3 12 15,0 1 4-15,3 3-11 16,0 0-1-16,0-3-9 16,10-5 1-16,3-1 3 15,3-5-8-15,4-6 2 0,4-1 0 16,4-3-3-1,2-1 2-15,-2-15-6 0,-1-5 3 16,-4-5-2 0,-2-3-7-16,-4-6 5 15,-4 2 1-15,0 1 3 16,0 5 0-16,-5 5 2 16,1 9-1-16,-6 7 1 0,3 3 3 15,-5 3 0-15,1 0-5 16,1 13-4-16,4 9 4 15,1 7 10-15,-4 0 1 16,0 2 15 0,-4-2 13-16,0-3-22 15,0-2-5-15,0-7-4 0,-7-1-5 0,0-6 0 16,-5-3-3-16,-3-3-3 16,0-4-96-1,-3 0-84-15,3-4-118 16,-1-13-269-16</inkml:trace>
  <inkml:trace contextRef="#ctx0" brushRef="#br0" timeOffset="40301.39">17542 1930 188 0,'0'0'895'0,"0"0"-893"0,0 0 141 0,0 0-61 0,0 0-65 0,0 0-17 0,0-23-19 0,0 29-43 0,-17 5-135 0,-14-2-200 0</inkml:trace>
  <inkml:trace contextRef="#ctx0" brushRef="#br0" timeOffset="40500.6">15932 1988 807 0,'0'0'94'16,"0"0"-87"-16,0 0 75 0,0 0 39 15,0 0-96 1,0 0-25-16,60-19-1 0,-7 14-14 16,7-3-118-1,6 2-142-15</inkml:trace>
  <inkml:trace contextRef="#ctx0" brushRef="#br0" timeOffset="42957.27">18373 1994 704 0,'0'0'11'0,"0"0"35"0,0 0 77 0,0 0-90 0,0 0-15 0,0 0 12 0,-17 0 19 0,17 0 4 0,0 0-1 0,0 0-1 0,0 0-13 0,0 0-14 0,0 0-15 15,20 0 7 1,9 0 31-16,12-5-5 0,4-1-22 15,5 4-7 1,6-2-1-16,-1 3-4 0,0-1-6 16,2 1 1-16,-2 1-3 15,-1 0 0-15,-11 0 3 16,-7 0-3-16,-14 0 0 16,-10-2 0-16,-3 2 0 15,-6 0 0-15,-3-1 4 16,0 1 4-16,0-1 2 15,0-1-3-15,0 1-7 16,0 1 0-16,0-2-2 16,0 2-2-16,0-1-32 15,0 1-39-15,0-2-50 16,0 1-81-16,0-3-162 0</inkml:trace>
  <inkml:trace contextRef="#ctx0" brushRef="#br0" timeOffset="43789.57">20115 1648 251 0,'0'0'6'0,"0"0"45"0,0 0 26 0,0 0-18 0,0 0 15 0,0 0 29 16,0-17-14-16,0 13-42 0,0 4 24 15,0-3 1-15,0 2-29 16,0-2 7-16,0-3-16 15,0 2 4-15,0 0 3 16,0-2-9-16,0 2 17 16,0-1 1-16,0 2-9 15,-1-1-1-15,-10 3-17 16,-8 0-12-16,-6 1-7 16,-5 0 0-16,-3 1 3 15,-3 10-2-15,2 3 0 16,1 2 0-16,3 1-2 15,13 0-1-15,4 0 1 16,9-3-3-16,4 2 0 16,0 0 2-16,17 1 0 15,8 2 0-15,6-3-2 16,7 3 6-16,5 1-4 16,5 2-2-16,5 4 1 0,2 2-1 15,-3 4 0-15,-2 0 0 16,-7-1 0-16,-13-1-1 15,-12-7 0-15,-14-3 1 16,-4-5-1-16,-15-3 1 0,-21 4 7 16,-14-4 1-1,-10-2 0-15,0-4-2 0,1-2 5 16,5 0 5-16,3-4-4 16,2 0 2-16,4 0-10 15,5-4-2-15,11-6-4 16,12 2 1-16,11-9-6 15,6-5-91-15,4-6-42 16,23-1-82-16,10 0-39 16,4 4-166-16</inkml:trace>
  <inkml:trace contextRef="#ctx0" brushRef="#br0" timeOffset="44067.28">20436 1673 676 0,'0'0'89'0,"0"0"-26"0,0 0 120 0,0 0-52 0,0 0-113 0,0 0-16 15,36 12 76-15,-24 22 2 16,-1 2-17-16,2 5 8 16,-4 1-25-16,-2-6-22 15,4-3-18-15,-8 0-1 16,3-7-4-16,-3-4-2 15,-2-3 0-15,2-6-3 16,-1-1-49-16,1-6-99 16,-3-4-58-16,0-2-51 15,0 0-27-15</inkml:trace>
  <inkml:trace contextRef="#ctx0" brushRef="#br0" timeOffset="44207.39">20447 1899 488 0,'0'0'77'15,"0"0"46"-15,0 0-56 16,0 0-39-16,0 0-14 16,81-51-9-16,-46 49-4 15,-1 2-1-15,-1 0-4 16,4 0-101-16,-1 5-347 16</inkml:trace>
  <inkml:trace contextRef="#ctx0" brushRef="#br0" timeOffset="45619.28">21155 1954 780 0,'0'0'21'16,"0"0"-7"-16,0 0 94 15,24-74-57-15,-24 49-21 16,-19 2-6-16,-14-1 15 15,-3 7 14-15,-7 5-4 16,-2 9-2-16,5 3-12 16,5 1-5-16,4 17-8 15,7 4-5-15,7 2-14 16,7 4 2-16,10-3-3 16,0-2-2-16,0-2-1 15,14-3-1-15,7-4-2 16,4-8 4-16,3-5 0 15,1-1-20-15,4 0-17 0,-2-14 2 16,-1-5 14-16,0-6 12 16,-4 0 4-16,-6 0 4 15,-4 1 1-15,-7 7 2 16,-6 6-1-16,-1 6 11 16,-2 5 21-16,0 0-14 15,0 9-18-15,0 12-1 0,0 7 9 16,0-2-2-16,9-2-5 15,7 0 6-15,-1-7-8 16,8-1 1-16,0-4 0 16,4-3-1-16,3-6 1 15,1-3 2-15,-1 0-2 16,-3-6-1-16,-4-12-3 16,-1-7-10-16,-6-8-14 15,-2-9 0-15,-5-11 9 16,-8-2-6-16,-1-9-5 15,0 0 17-15,0 3 6 16,0 11 5-16,-9 14 1 16,0 13 6-16,1 19 38 0,-2 4 12 15,-2 28-47-15,2 16-8 16,-2 11 15-16,10-1 2 16,2 0 3-16,10 3-8 15,13-3-6-15,7-3-3 16,5-8-2-16,0-6-2 15,2-8 0-15,-7-13 0 16,0-7 0-16,-9-8 0 16,-2-1-1-16,-2-5-3 15,-1-13-3-15,-4-8-1 16,3-5 3-16,-4-5 0 16,-7-2 3-16,3 3 2 15,-5 2 0-15,-2 14 1 16,0 7 1-16,0 7 4 15,0 5 3-15,0 7-9 0,0 16-11 16,-9 12 11-16,5 1 4 16,2-1-1-16,2 0 2 15,0-3-5-15,0-7 5 16,0-6-4-16,6-5-1 16,6-6 0-16,2-5 0 15,2-3 1-15,3 0 1 16,2-12-1-16,3-9 1 15,1-9 0-15,-4-4 0 16,3-5-1-16,-6 4-1 0,-6 5 1 16,-6 9-1-16,-3 7 2 15,-3 10 4 1,0 4-2-16,0 0 2 0,0 4-6 16,-3 18 0-16,-6 5 0 15,0-1 3-15,2 2 0 16,7-3-1-16,0-3 1 15,0-3-1-15,0-1-2 16,13-5 1-16,-1-5-1 16,4-2 0-16,2-5 0 15,5-1 0-15,0 0 0 16,1-9 0-16,-3-5 0 16,0-7 1-16,-2-1-1 15,-2-3-2-15,-1-5 2 0,-5-1-3 16,4-1-2-16,-3 0 3 15,-2 2 0-15,5 4 2 16,-3 2 0-16,-1 3 0 16,0 5 0-16,-3 3 0 15,-2 6 1-15,-3 5-1 16,-2 2 1-16,2 0-1 16,6 8-4-16,3 14 4 15,3 7 0-15,0 2 2 16,1 3-2-16,-2 0 1 15,0-5 0-15,-4-2-1 16,-6-4 0-16,-4-6 1 0,0-3-1 16,-6-3 0-16,-16-4 1 15,-10-2 0 1,-5-1-1-16,1-4-1 0,-2 0-41 16,-1 0-42-1,-2-13-54-15,-2-4-40 0,-5-3-49 16,-8-2-259-16</inkml:trace>
  <inkml:trace contextRef="#ctx0" brushRef="#br0" timeOffset="45797.17">21348 1695 733 0,'0'0'78'0,"0"0"-67"0,0 0 34 0,0 0-33 0,122-12-12 0,-67 12 0 0,3 0-2 0,4-4-77 0,0-6-235 16</inkml:trace>
  <inkml:trace contextRef="#ctx0" brushRef="#br0" timeOffset="46435.54">23244 1484 612 0,'0'0'33'16,"0"0"52"-16,-30-77 64 15,20 61-79-15,-4 9 7 0,4 1-6 16,-6 6-26-16,-5 6-21 15,-3 23-2-15,-6 16 20 16,-2 12 0 0,7 11 7-16,0 4-7 0,4 3-8 15,12 3-7 1,6-6-14 0,3-8-2-16,12-7-5 0,16-14-3 0,7-10-2 15,5-14 0-15,5-12-1 16,7-7 8-16,4-8-4 15,-3-20-4-15,-3-10 1 16,-8-9 1-16,-6-9 0 16,-12-10 1-16,-6-8-3 15,-12-4 0-15,-6 3 5 0,-5 9-5 16,-18 10 1-16,-7 16-1 16,-6 18 0-16,-5 18-2 15,-2 4 0-15,-2 28-5 16,-2 16 1-16,5 6-1 15,3 7-15-15,12 2-73 16,5 4-46-16,7 3-59 16,5-4-56-16,8-6-71 15</inkml:trace>
  <inkml:trace contextRef="#ctx0" brushRef="#br0" timeOffset="46729.62">23359 2060 761 0,'0'0'47'0,"0"0"96"0,-9-93 22 0,4 67-84 0,-1 8 7 0,6 7-26 0,0 6 6 0,0 1-17 16,0 4-9-16,0 0-35 15,0 0-7-15,11 9-11 16,8 13 8-16,5 8 3 15,-3 7 4-15,1-2-1 16,1 3-2-16,2-1 3 16,1-4-4-16,-1-6-1 15,-3-6 1-15,-8-4 0 0,-2-7 0 16,-2-2-6-16,-2-4-101 16,2-4-64-16,0 0-41 15,3 0-100-15</inkml:trace>
  <inkml:trace contextRef="#ctx0" brushRef="#br0" timeOffset="47478.75">23775 1877 699 0,'0'0'45'0,"0"0"86"16,0 0 48-16,0 0-96 15,0 0-34-15,0 0-49 16,0-20 0-16,0 46 0 15,0 5 34-15,0 1-13 16,8-2-3-16,-2-4 1 16,4-1-16-16,-1-3-1 0,0-5-2 15,1-6 0-15,-2-5-2 16,4-1-18-16,1-5-78 16,2 0 1-16,4-8-44 15,2-12-43-15,-1-8-28 16,-1-5 37-16,-4-5 95 15,1 0 80-15,-3 3 85 16,-3 7 64-16,-4 8 2 16,-5 6-45-16,2 8 38 15,-3 2-59-15,0 4 9 16,0 0-81-16,0 7-11 16,0 12-2-16,0 8 28 0,0-1 8 15,0 2-17-15,0-3 1 16,3-2-13-16,6-3-4 15,2-4 0-15,-1-4-2 16,4-4 2-16,2-3-3 16,5-5-3-16,-2 0-1 15,5-2-24-15,-2-12-23 16,1-7-1-16,1-4 13 16,-3-5 13-16,-5-3 18 0,-3 6 4 15,-6 5 4-15,-6 6 7 16,-1 8 33-1,0 6 16-15,0 2 2 0,0 0-40 16,-6 9-15-16,-3 11 0 16,0 4 9-16,6-2 8 15,3 4 1-15,0-5 0 16,0 2-6-16,10-5-10 16,6-3 5-16,3-4-3 15,3-3 2-15,4-4-3 16,7-4-2-16,2 0 3 15,2-7-2-15,1-9 7 16,-7-5-1-16,-9-2 10 16,-9-5 3-16,-9-2 19 15,-4 4-26-15,-12 1-14 0,-24 3-3 16,-13 7-12-16,-8 9-18 16,-7 6-135-16,-2 0-222 15</inkml:trace>
  <inkml:trace contextRef="#ctx0" brushRef="#br0" timeOffset="50871.09">9394 3731 712 0,'0'0'30'0,"0"0"-27"0,0 0 167 0,0 0-80 0,0 0-44 0,0 0-1 0,0 0 7 15,0 0-6-15,-10-2-10 16,10 35-17-16,-2 12 58 15,2 11-6-15,-3 4-22 16,3 6 1-16,-4 2-30 16,-2-2-11-16,0-4-8 15,0-11 0-15,3-10 0 0,-2-15-2 16,5-12 0 0,0-8-19-16,0-6-115 15,0 0-25-15,0-20-25 0,5-10-94 16,-2-9-129-16</inkml:trace>
  <inkml:trace contextRef="#ctx0" brushRef="#br0" timeOffset="51248.52">9379 4046 556 0,'0'0'166'16,"0"0"-165"-16,0 0 33 16,0 0 59-16,0 0-29 15,87-5-16-15,-57-2 2 16,7-3-7-16,-4-1-22 15,-5-1-19-15,5-3-1 16,-7-2 0-16,2-4-1 16,-6-3-1-16,-4-8 1 0,-6-5-3 15,-3-1 0-15,-3 1 2 16,-5 9 1 0,-1 10 1-16,0 7 0 0,0 9 24 15,0 2 51-15,0 13-47 16,0 15-26-16,-7 11 29 15,-2 6 15-15,0 4 4 16,-3 1 10-16,3 9-23 16,0 2-12-16,-1 2-16 15,7-6-2-15,-5-6-8 16,4-11-3-16,1-13 3 0,1-9 0 16,2-10-60-1,0-6-74-15,0-2-51 0,8-6-57 16,4-16-269-16</inkml:trace>
  <inkml:trace contextRef="#ctx0" brushRef="#br0" timeOffset="51884.4">10173 4203 692 0,'0'0'43'0,"0"0"-43"16,0 0 132-16,0 0-56 0,0 0-54 0,0 0 9 0,24-11 16 0,-18 1-2 0,-1-2 13 0,-3 1-14 15,1-6-15-15,-3 1-4 16,0 2 19-16,-3 0-18 16,-7 8 7-16,-2 3 25 15,-9 3-17-15,-1 0-32 0,-4 4-2 16,-4 12 8-16,1 5 2 16,0 5-3-1,4 2 1-15,6-1-6 16,4 2-4-16,7-6-4 0,4-1 0 15,4-9-2-15,0 0 0 16,0-8-2-16,13-4 3 16,5-1-2-16,6 0 4 15,3-4-1-15,6-11-1 16,0-4-6-16,-2 3-6 16,-3 1 3-1,-9 7-3-15,-8 4 10 16,-8 4 1-1,2 0-4-15,0 8 1 0,3 9 4 16,-1 0 0-16,1 0 1 0,5-1 0 16,-1-2-1-16,6-3-1 15,2 1 1-15,0-6-2 16,3-1 2-16,2-3-1 16,4 0-94-16,-1-2-39 15,3 0-68-15,2 0-88 0,3-9-275 16</inkml:trace>
  <inkml:trace contextRef="#ctx0" brushRef="#br0" timeOffset="52163.94">11077 3978 1226 0,'0'0'22'0,"0"0"-16"0,0 0 97 0,0 0-103 16,0 0-6-16,0 0 6 0,88-12 0 0,-46 12-3 0,6-5-6 0,-2-1-47 0,-4-1-68 0,2-2-122 0,-2-1-156 0</inkml:trace>
  <inkml:trace contextRef="#ctx0" brushRef="#br0" timeOffset="52622.67">12357 3634 1292 0,'0'0'0'0,"0"0"1"0,0 0-1 0,0 0 70 16,-65 104 7-16,44-54-30 15,-3 4-27-15,0-1-8 16,-3-6-8-16,5-1 0 16,4-11-4-16,6-12 0 0,6-8 2 15,3-9-2-15,3-3 0 16,0-3-3-16,12-9 2 15,15-20 2-15,22-14 0 16,2-11-1-16,1-11 0 16,-3-9-4-16,-1-9-2 15,-3-5 5-15,-5 9 1 16,-6 18 4-16,-7 20-1 16,-9 21-1-16,-9 12-2 15,-4 8 12-15,-2 16-12 16,1 25 0-16,5 20 56 15,-6 14-13-15,-3 8-8 16,0 5 4-16,0-3-20 0,-2-8-9 16,-4-7-9-1,-2-11-1-15,2-12 1 0,-2-11-2 16,2-12-4-16,4-13-6 16,0-7-68-16,-1-4-87 15,0 0-36-15,-3-20-83 16,-8-7-211-16</inkml:trace>
  <inkml:trace contextRef="#ctx0" brushRef="#br0" timeOffset="53572.58">12189 3992 843 0,'0'0'56'0,"0"0"-18"0,0 0 167 0,0 0-134 0,0 0-61 16,0 0-7-16,48-29-6 0,11 17 3 0,7-4 0 0,2-2-1 0,-1-3-9 0,2-6-27 16,1-4-34-16,0-7-38 0,-6-5-30 15,-5-9 2-15,-13-1-80 16,-9 0 32-16,-10 4 148 16,-6 4 37-16,-4 4 156 15,-7 9-12-15,-4 4-5 16,-5 9-51-16,1 7 39 15,-2 6-35-15,0 4 29 16,0 2-35-16,0 0-53 16,0 20-15-16,0 11 15 0,-5 10 56 15,-2 9-7 1,-2 7-30-16,0 8 9 16,0 6-18-16,-3-1-22 15,3-6-9-15,5-8-9 0,2-9 0 16,2-13-2-16,0-4-2 15,5-11 0-15,12-11 1 16,9-8 0-16,10 0 0 16,7-18-3-16,8-11-59 15,0-10-24-15,-1-5-16 16,-5-11-4-16,-2-8 31 16,-5-8 41-16,-6-9 23 0,-3 3-9 15,-7 7 15-15,-7 14 5 16,-6 18 0-16,-3 14 2 15,-6 12 9-15,0 11 30 16,0 1 25-16,-15 19-55 16,-3 14-1-16,-3 10 25 15,0 9 9-15,5 7-16 16,0 3 22-16,2 1-14 16,1-3-11-16,5-8-10 15,4-8-2-15,4-7-9 16,0-10-3-16,0-8-1 15,12-8 0-15,9-6 0 16,5-5 1-16,6-2-1 0,5-16 0 16,2-7-12-16,4-2-33 15,-3-7-13-15,-2-6 1 16,-5-2 13-16,-10 2 14 16,-6-1 1-16,-11 8 8 15,-6 7 21-15,0 9 0 16,0 10 5-16,-6 7 1 15,-6 0 8-15,-2 20-4 16,0 13 15-16,3 3 15 16,5 3-13-16,4-3-3 15,2 3 18-15,0-4-13 16,0-1-13-16,5-5-5 16,7-5-6-16,1-2-4 0,1-9 3 15,4-5-1-15,1-6 1 16,7-2 1-16,2-2-5 15,2-12 0-15,-2-4-14 16,-4-5-47-16,0-2-57 16,-6-5-3-16,-5-3-26 15,-6 0-30-15,-5 2-56 16,-2 5-142-16</inkml:trace>
  <inkml:trace contextRef="#ctx0" brushRef="#br0" timeOffset="53825.65">13424 3488 1143 0,'0'0'18'0,"0"0"-6"0,0 0 44 0,0 0-56 16,85-15-1-16,-34 15-3 0,-2 0-151 0,-9-3-187 0</inkml:trace>
  <inkml:trace contextRef="#ctx0" brushRef="#br0" timeOffset="55137.2">13991 3782 518 0,'0'0'228'0,"0"0"-223"15,0 0 132 1,0 0-14-16,0 0-23 0,0 0-16 15,64-67-21-15,-64 67-19 16,0 6 0-16,0 18-12 0,-7 8 52 16,-7 4-26-16,-2 0-27 15,1-1-12-15,2-3-8 16,5-6-6-16,5-5-3 16,3-9 0-16,0-3-2 15,0-8-3-15,12-1 3 16,12-3 6-16,9-20-5 15,6-7-1-15,1-4 0 16,-3-6 0-16,0-1-2 16,-4 4-1-16,-3 5 2 15,-5 7 2-15,-8 10-1 16,-10 8 0-16,-5 7-1 0,-2 0-2 16,0 23-5-16,0 10 8 15,0 5 12-15,0 2-5 16,0-2 2-16,7-4 0 15,5-1-2-15,8-7-6 16,3-7-1-16,9-6 0 16,5-6 1-16,5-7-1 15,4 0-7-15,-3-7-20 16,0-13-18-16,-1-7 7 16,-1-4-4-16,-4-8 2 15,-4-1 19-15,-7 0 7 16,-9 4 4-16,-9 8 7 15,-8 7 3-15,0 8 2 0,-17 5-1 16,-13 8 0 0,-4 0 14-16,-5 10 8 15,5 15 9-15,4 2-6 16,2 3-1-16,7 3-9 0,1-2-6 16,14-4-2-1,3-6-6-15,3-4-2 0,0-6 0 16,9-6-2-16,15-2-1 15,1-3-3-15,5-4-10 16,0-14-13-16,1-4-12 16,-1-3 5-16,0 3 20 15,-7 4 6-15,-5 4 7 16,-8 5 3-16,-5 5 0 16,-4 4 3-16,-1 0-3 0,0 7 7 15,0 10 19-15,0 6 19 16,0 3-27-16,-1-3-7 15,1-2-5-15,0-2-3 16,0-6-2-16,5-1 3 16,9-6-3-16,7-6 2 15,5 0-2-15,4-10-1 16,5-11-1-16,-1-9 0 16,0-9-8-16,2-10-8 15,-3-6 9-15,-2-16 6 16,-4-6-9-16,-6-5-13 15,-7 9 6-15,-8 13 9 16,-6 27 7-16,0 15 2 0,0 17 5 16,-3 2 30-16,-16 29-31 15,-4 16 26-15,0 15 9 16,7 9-15-16,9 3 2 16,4-4 1-16,3-9-15 15,0-11-5-15,4-13-3 16,11-8-3-16,2-10-1 15,8-8 1-15,8-9-1 16,7-1 2-16,5-7-2 16,-1-13-2-16,0-8-17 15,-10-6-40-15,-6-9 20 16,-7-4-8-16,-9 0 21 16,-9 6 15-16,-3 13 9 15,0 11 1-15,-11 15 1 0,-8 2 2 16,0 17 21-16,-4 15 15 15,10 4-6-15,4 2-10 16,9-5 5-16,0-7-3 16,0-2-14-1,13-8-9-15,5-6 2 0,5-1 0 16,2-6-1-16,-1-3-2 16,0 0-11-16,-2-3-96 15,-4-7-83-15,-4-9-146 16,-7-1-533-16</inkml:trace>
  <inkml:trace contextRef="#ctx0" brushRef="#br0" timeOffset="55290.44">15247 3484 1123 0,'0'0'38'0,"0"0"-31"0,0 0 56 0,0 0-35 0,112-30-28 0,-59 28-3 0,-1 0-164 0,-3-8-378 16</inkml:trace>
  <inkml:trace contextRef="#ctx0" brushRef="#br0" timeOffset="56260.4">16366 3659 961 0,'0'0'59'0,"0"0"-47"0,0 0 144 0,0 0-86 0,0 0-42 0,0 0 1 0,0 0 25 0,-12 0-6 0,12 0-13 0,0 0-8 0,11 0-9 0,16 0 10 15,13 0 16-15,15 0-18 16,9-7-15-16,14 1-6 16,7-1-1-16,4 2-2 15,4-2 0-15,-13 3-2 0,-8-3-3 16,-24 4-1-16,-18-3 3 15,-14 3 1-15,-10 1 0 16,-5-1 2 0,1 2 9-1,-1-2 2-15,-1 3-5 0,0 0-3 16,0 0-5-16,0 0 0 0,0 0-27 16,0 0-61-16,0 0-82 15,5 0-28-15,6-3-136 16,6-2-336-1</inkml:trace>
  <inkml:trace contextRef="#ctx0" brushRef="#br0" timeOffset="56823.38">18132 3241 684 0,'0'0'30'0,"0"0"6"0,0 0 148 0,0 0-88 0,0 0-28 0,0 0-28 0,2-24-19 0,-5 48-21 15,-7 10 26-15,-4 11 57 16,1 6-19-16,-4 4-2 16,4 6-2-16,-2 2-34 15,1 2-18-15,3-4-6 16,3-10-2-1,4-9 0-15,-1-15 1 0,5-6-1 16,0-10-6-16,0-2-40 16,2-8-141-16,13-1-20 15,3-6-69-15,-3-16-305 16</inkml:trace>
  <inkml:trace contextRef="#ctx0" brushRef="#br0" timeOffset="57275.36">18134 3304 699 0,'0'0'108'0,"-13"-90"-102"0,13 53 171 16,21 5-78-16,16 6-60 15,17 3-18 1,4 6 4-16,6 8-13 16,-6 8 6-16,-4 1 6 0,-11 7-4 15,-12 17-10-15,-5 3 5 16,-20 4 0-16,-6 1-1 15,-19 2 17-15,-22 1-2 16,-12 0-2-16,-7-3-9 16,3-4 0-1,0-3-7-15,5-3-9 0,3-6 4 16,16-4-5 0,10-7 0-16,9-1-1 0,14-4-2 15,0 0 2-15,0 0 5 0,0 0-2 16,0 0-3-16,13 0-5 15,2 1 5-15,6 16-7 16,0 12 7-16,-2 15 10 16,2 15 11-16,-6 10 1 15,0 3-3-15,0-1-3 16,-2-8-10-16,2-10-4 16,1-10-2-16,0-13 0 0,0-7-1 15,4-12-2 1,2-8-35-16,8-3-148 15,5-10-78-15,3-15-226 16</inkml:trace>
  <inkml:trace contextRef="#ctx0" brushRef="#br0" timeOffset="59032.53">18653 3564 981 0,'0'0'18'0,"0"0"-11"0,0 0 65 0,0 0-63 0,0 0-9 0,0 0 11 16,111-12-6-16,-70 2-5 0,-6-2 3 15,-10-3-1 1,-4-1 1-16,-12-2 2 0,-5 1 1 16,-4-1 2-16,-4 8 2 15,-18 0 40-15,-10 10-34 16,-4 0-5-16,-1 6 15 15,2 14-8-15,2 12-4 16,9 4 7-16,7 7 4 16,7 1-2-16,10-3-4 15,0-4-10-15,10-1-7 16,14-8 1-16,10-6-1 16,2-5-1-16,8-9 2 15,2-6 1-15,3-2-4 0,2 0 2 16,-2-14-1-16,-6-3 0 15,-4-5 0-15,-4-6 0 16,-7-4 0-16,-3-2 1 16,-1-4 0-16,-3-4-2 15,-6 6 0-15,1 4 1 16,-7 6-1-16,-4 5 0 16,-2 5 0-16,-3 5 0 15,0 5 3-15,0 0-2 16,-11 5 1-1,-7 1-2-15,0 0-2 16,-1 0 2-16,4 0 1 0,3 0 2 16,5 4-2-16,4 0 1 0,-2 1-2 15,5 2-2-15,0 3 2 16,0 3 1-16,0 1-1 16,5 4 0-16,5 4 1 15,0 1-1-15,1 1 0 16,1 4 0-16,3 3 0 15,-3-2 0-15,4 5 0 16,-2-5 0-16,0-2 0 16,-2-2 0-16,-2-4 0 15,-2-2-1-15,-5-8 1 16,-1-2 0-16,-2-6 0 16,0-2 1-16,0-1-1 0,0 0 5 15,-2 0 5 1,-13-4 0-16,-1-8-9 0,-2-7 2 15,4-2-2-15,3-2 4 16,3-2-3-16,5 9-1 16,3 3-1-16,0 4 0 15,0 9 0-15,0 0 0 16,0 0-9-16,0 3-6 16,0 11 15-16,0 5 12 15,11-1-1-15,2 0 6 16,1-2 2-16,6-1-13 15,9-7-2-15,4-3-2 0,4-5 1 16,0 0 0 0,5-10 0-16,-2-11-3 15,-5-8 2-15,-4-10-1 0,-6-11 0 16,-8 0 3-16,-4-6-3 16,-5 8 0-16,-8 9 0 15,0 12 1-15,0 11 0 16,-6 9 2-16,-9 5-4 15,-2 2-1-15,-4 7-5 16,3 11 6-16,1 9-1 16,7 2 3-16,6 4-1 15,4 6 0-15,0 0 4 16,9 0-5-16,11-6 2 16,8-6-1-16,9-5-1 15,8-8 1-15,12-6 2 16,10-5 0-16,6-3-2 15,7 0 0-15,-6-8 0 16,-12-8-1-16,-16-7 0 16,-10-7-3-16,-16-6-5 15,-14-4-1-15,-6 4 7 16,-6 3 1-16,-17 11 1 16,-10 6 0-16,-1 10 3 0,-6 6-1 15,1 0 1-15,3 12 4 16,3 10 7-16,10 3 0 15,8 4-3-15,3-1-7 16,10-2-4-16,2 1 2 16,0-9-5-16,7-4 5 0,12-6-2 15,3-2 0-15,6-6-2 16,4 0 1-16,0-2 2 16,3-14-2-16,-1-8-1 15,-4-5-3-15,-5 1 1 16,-6 3 3-16,-6 7 0 15,-9 8 1-15,-4 8 6 16,0 2 1-16,0 0-7 16,0 12-5-16,0 7 5 15,0 8 2-15,0-2 2 16,0 0-2-16,9-5-1 16,12-3 0-16,-2-1 2 15,4-8-2-15,1-6 1 16,1-2-2-16,3 0 0 15,2-15 1-15,-3-5 1 16,-6-10-2-16,3-7-1 0,-9-2-3 16,-8-1-1-16,-1 6 5 15,-6 11-2-15,0 4 2 16,0 8 3-16,-6 7-1 16,-5 4-2-16,-5 0 0 15,3 5-3-15,0 12 1 16,5 9 0-16,5 0 2 15,3 3 0-15,0 2-2 16,6 3 2-16,10-2 0 16,4-1 2-16,1-3-1 15,-2-5-1 1,-1-2-5-16,-2-3 5 16,-4-4 3-16,3-4-3 15,-6-4-1-15,0-4-1 0,2-2 2 16,2 0-16-16,1 0-113 0,3-2-66 15,7-15-93 1,4-4-278-16</inkml:trace>
  <inkml:trace contextRef="#ctx0" brushRef="#br0" timeOffset="59653.93">20788 3536 638 0,'0'0'428'0,"0"0"-421"0,0 0 168 0,0 0-87 0,0 0-53 0,0 0-9 0,-50 77 40 16,50-42-35-16,3 2-24 16,10-2-2-16,-2-9-5 15,3-3 0-15,1-8 1 16,2-1-1-16,-2-6 1 16,4-5-1-16,-2-3 0 15,5 0-2-15,0-17-11 16,5-11-20-16,1-9-13 15,0-8 11-15,-3-12-7 16,-2-8 4-16,-3-2 19 0,-7-2 15 16,-1 5 1-1,-6 5 3-15,-1 9 0 0,-5 16 5 16,0 15 3-16,0 15 34 16,0 4 27-16,0 16-60 15,-6 22-8-15,-5 15 61 16,7 9-5-16,4-2-11 15,0 1 8-15,6 1-14 16,7-3-10-16,-1-7-7 16,0-8-11-16,3-11-4 15,-4-10 1-15,0-10-9 16,-3-6 5-16,-2-4-5 16,5-3 7-16,5 0-4 15,6-16 8-15,2-7-9 16,0-5 2-16,-2-3-1 0,-3 5-2 15,-3 6-1-15,-6 10 1 16,-9 7 2-16,2 3-2 16,-1 0-1-16,1 19-2 15,6 7 2-15,2 6 24 16,2-5-15-16,6-2-4 16,-1-4 5-16,7-4-3 15,2-6-5-15,1-2-2 16,-1-5 0-16,-1 2-6 15,-2-3-82-15,4-3-192 16,-4 0-153-16</inkml:trace>
  <inkml:trace contextRef="#ctx0" brushRef="#br0" timeOffset="60834.32">22494 3538 572 0,'0'0'64'0,"0"0"-44"0,0 0 135 0,0 0-57 0,0 0-30 16,0 0 23-16,-26-3 2 0,26 3 29 15,0-1-11-15,0-1 0 16,0 2-50-16,0-2-20 15,0 2-18-15,18-1-9 0,15-3-12 16,22-1 21 0,15 1 5-16,11 1-17 15,-6 3-8-15,-6 0-2 16,-8 0-1-16,-14 0 1 16,-11 0-1-16,-15 0 0 15,-9 0 1-15,-9 0 0 16,-3 0 4-16,0 0-1 15,0 0 6-15,0 0-2 0,0 0-8 16,0 0-2-16,0 0-16 16,0 0-34-1,0 0-66-15,0 0-55 0,0-4-48 0,0 2-48 16,0-6-276-16</inkml:trace>
  <inkml:trace contextRef="#ctx0" brushRef="#br0" timeOffset="61140.45">23053 3396 309 0,'0'0'407'16,"0"0"-401"-16,0 0 190 16,0 0-81-16,0 0-32 15,0 0-38-15,-3-8-8 16,3 8 4-16,0 0-12 15,0 0-10-15,0 0-8 16,0 4-7-16,6 11 3 16,11 7 22-16,3 0 6 15,2 5-7-15,-2 0-12 16,-7 2-8-16,-8 0-4 16,-5 0-1-16,-15 0-1 0,-15-2 9 15,-7-4-11-15,0 0-19 16,4-8-145-16,6-7-261 15</inkml:trace>
  <inkml:trace contextRef="#ctx0" brushRef="#br0" timeOffset="64831.52">24056 3351 638 0,'0'0'53'0,"0"0"-10"0,0 0 55 0,0 0-61 0,0 0-9 0,0 0 34 0,6 0 3 0,1-6-19 16,-1-4 11-16,0-2-6 0,2-2-13 0,-2-1-13 0,-1-3-1 0,-2 5 7 0,-3-2-9 0,0 5 8 0,0 4 21 16,-13 2-2-16,-7 4-18 0,-6 1-5 0,-7 21-22 0,-4 12 1 0,2 8 10 0,9 6 10 15,4 3-6-15,8 2-5 0,6-2-7 0,8-3 0 0,3-1-3 0,22-6-4 0,10-3 2 16,12-7-2-16,6-9 1 15,11-12-1-15,10-10 5 16,4 0-4-16,1-24-1 16,-1-10-1-16,-11-12-21 15,-15-8-27-15,-17-7 14 16,-10-9 17-16,-13-12 17 16,-12-5 0-16,0-8 2 15,0 4 1-15,-9 12-1 16,-2 25 3-16,1 24-1 0,7 21 13 15,-3 9 7 1,3 29-23-16,0 22-3 0,3 16 3 16,0 6 6-16,2 2 1 15,14-1 1-15,3-2 1 16,4-7-7-16,5-6 2 16,-3-8-4-16,1-9 0 15,-7-15 0-15,-3-11 0 16,-3-11 0-16,0-5 1 15,3-9 5-15,7-18 5 16,2-12-7-16,0-8-1 16,-4-4-1-16,0 3-2 15,-6 8 4-15,-2 11-4 16,-5 10 0-16,-5 11 2 16,-1 8-2-16,2 0-2 15,2 17-17 1,3 13 15-16,1 3 4 0,7 1 3 15,5-3-3-15,7-3 1 0,8-2 1 16,4-5 0 0,10-8 1-16,0-8-2 0,-2-5 2 15,-4 0-1-15,-9-8-2 16,-6-12 3-16,-5-7 1 16,-9-8-1-16,-7-7 4 15,-9-1-4-15,0 3-3 16,-4 5 2-16,-17 13 1 0,0 11-1 15,-6 7-2 1,-3 4 3-16,0 5 1 16,1 15 0-16,3 8-1 0,7 3-3 15,9 1 0-15,5-1 0 16,5-2 0-16,0-1-2 16,15-4 0-16,7-5 2 15,7-5 1-15,2-6 0 16,-1-8 1-16,3 0-2 15,-7-3 0-15,1-16-2 16,-4-6 2-16,-7-6-5 16,-4-1 1-16,0 5 4 15,-9 5 2-15,0 9 0 16,-3 9 1-16,0 1 1 16,0 3-4-16,0 7-7 0,0 17-7 15,0 10 14 1,0 2 1-16,0 2 1 15,0-1-1 1,6-3 1-16,12 0-2 16,-2-7 1-16,7-6-1 0,2-9 0 0,0-9 1 15,5-3 2-15,6-10 0 16,-3-16 1-16,-2-10-4 16,-1-7-2-16,-5-9 0 0,-4-8-4 15,-3-12 1 1,-4-7-7-16,-1-10-8 0,-5 1-12 15,-5 14 20-15,-3 17 8 16,0 25 4-16,0 16 3 16,0 15-3-16,-5 2 0 15,-6 28-19-15,0 19 14 16,0 12 5-16,5 7 0 16,6 3 3-16,0 3 5 15,11-3 0-15,8-1-5 16,8-8-2-16,6-8-1 15,2-6 0-15,4-14 0 0,2-15 0 16,-1-18 0 0,0 0 2-16,2-25-2 0,-2-11 0 15,-4-10-12-15,-8-10-36 16,-8-7-9-16,-5-11 19 16,-6-7-3-16,-6-5 9 15,-3-5 5-15,0 5 20 16,0 22 6-16,-11 18 1 15,5 24 1-15,-2 19 6 16,-5 4 7-16,-2 33-10 16,-2 16-4-16,-1 15 21 15,10 3-8-15,7 1 3 16,1 0 6-16,0 0 3 16,14-6-9-16,6-5-4 15,4-7-7-15,1-8-3 0,2-10-2 16,3-11 1-16,0-8 6 15,5-14-4-15,7 0 1 16,9-12-2-16,-1-12-2 16,-6-7-5-16,-11-8-26 15,-9-11-53-15,-11-1 43 16,-10 3 16-16,-3 9 19 16,0 10 6-16,-10 11 0 15,-7 11 8-15,1 7 12 16,-8 0-17-1,-1 15-1-15,4 12 2 0,1 4 12 16,11 6-2-16,8-4-6 16,1 2 2-16,0-4-6 15,15-3 4-15,9-3-5 0,5-5-2 16,12-2 1 0,8-6 1-1,5-6-3-15,4-4 1 16,-3-2-1-16,-4-8-64 0,-9-13-4 0,-6-8-1 15,-7-6 7-15,-9 0 43 16,-8 1 19-16,-9 6 1 16,-3 8 30-16,0 6 72 15,0 8-26-15,0 6-8 16,0 0-35-16,-3 3-34 16,-6 14 0-16,-2 3 1 15,7 0 11-15,-1-2-5 16,5-1 1-16,0-4-4 0,0-2-2 15,0-4-1-15,9-3 2 16,5-4 0-16,5 0 7 16,5 0-8-16,5-15 2 15,0-7-3-15,1-3 1 16,0 0-1-16,-6 2 0 16,-7 6-1-16,-7 7 0 15,-7 7 3-15,-3 3-2 16,0 0-2-16,4 13-12 15,2 6 13-15,4 4 13 0,2-4-7 16,3-4 0 0,6-1-4-16,5-5 0 0,2-6 3 15,6-3-1-15,4 0-2 16,2 0 0-16,0-10 2 16,-1-6-2-16,-8-2-2 15,-1-3 0-15,-12-5-4 16,-9 1 4-16,-9 4-30 15,0 4 14-15,-8 7 14 16,-12 6-3-16,-9 4-7 16,3 0 9-16,0 3 2 15,0 10-1-15,7 4 1 16,7 1 1 0,6 0-2-16,6 0 1 0,0-1-5 15,2-1 6-15,17 2 0 0,11 4 0 16,3 7 0-1,-2 6 0-15,2 5-2 16,-8 6 2-16,1 4 0 16,-4 5-1-16,-4 3 0 0,-6 0 0 15,-12 3-1-15,0-4-3 16,-24 0-9 0,-13-6-17-16,-8-8 20 15,-4-11 10-15,-2-9 1 0,4-11 0 16,3-6 2-16,5-6 3 15,6 0 7-15,5-6 1 16,6-15 4 0,10-5-6-1,5-9-5-15,7-5-3 0,2-7-1 0,22-6-2 0,12-2 2 16,9-2-4-16,5 1 1 16,3 0-1-16,3-1 2 15,3 3-4-15,2 3 0 16,1 4 3-16,0 0-1 15,-7 2 1-15,-12-1 0 16,-12 6-3-16,-13 4-6 16,-10 5 6-16,-8 10 4 15,0 10-2-15,-23 9 1 16,-11 2 1-16,-5 8 2 16,0 19 9-16,11 7 20 15,12 1-7-15,11 2 4 16,5 1-12-16,6-1-2 0,18-6 1 15,6-2-6-15,0-7-4 16,3-7-3-16,-1-6-2 16,3-5 0-16,1-4-35 15,4 0-138-15,8-13-41 16,5-12-111-16,5-7-247 16</inkml:trace>
  <inkml:trace contextRef="#ctx0" brushRef="#br0" timeOffset="65092.38">28661 2948 903 0,'0'0'47'0,"0"0"104"0,0 0 52 0,0 0-151 0,0 0-45 0,0 0 10 0,-31 73 90 0,24-24-50 0,7 2-12 0,0-1-8 16,0 2-18-16,7-4-11 15,3-3-8-15,-2-9-2 16,-2-6 2-16,-6-9-3 16,0-7-77-16,0-7-181 15,0-7-93-15,-5 0-286 16</inkml:trace>
  <inkml:trace contextRef="#ctx0" brushRef="#br0" timeOffset="65756.39">28537 3321 725 0,'0'0'182'0,"0"0"-171"16,0 0 111-16,0 0-83 16,0 0-32-16,108-72-7 15,-68 61 0-15,2-6-1 16,-5-4 1-16,-2-8 0 16,-6-5-7-16,-6-3-4 15,-7-1-26-15,-6 3 18 16,-5 8 16-16,-5 10 3 15,0 8 0-15,0 8 23 16,0 1-2-16,-8 10-18 16,-8 15 18-16,3 8 16 15,1 8-6-15,4 0 30 0,4-1-14 16,4-1-3-16,0-4-26 16,0-3-2-16,0-9-5 15,3-5-4-15,6-5-5 16,3-6-2-16,1-7 3 15,9 0 4-15,4 0-1 16,1-11-3-16,7-7-2 16,-3-4-1-16,-1 2 0 15,-3 3-2-15,-7 4 1 16,-3 7 0-16,-9 3 1 16,-4 3 1-16,-1 0-1 15,5 8-9-15,2 10 9 16,2 5 6-16,4-1 2 15,1-1 0-15,4-3 4 16,3-3-3-16,4-3-1 16,-2-5-4-16,2-4 4 0,0-3-7 15,-2 0 2-15,-4-7 1 16,-2-13-2-16,-3-7-2 16,-3-7-1-16,-6 0-4 15,-5 6-1-15,-3 5 2 16,0 9 4-16,0 5 0 15,-11 9-2-15,-6 0-3 0,-5 4 2 16,1 15-1 0,5 3 4-16,6 3 0 0,9 3 0 15,1-2-1 1,0-2 1-16,15-3 0 0,6-4-2 16,0-4-35-16,4-6-122 15,11 1-55-15,10-5-77 16,5-3-237-16</inkml:trace>
  <inkml:trace contextRef="#ctx0" brushRef="#br0" timeOffset="66353.23">29916 3076 891 0,'0'0'87'0,"0"0"-87"0,0 0 82 0,0 0-8 0,0 0-32 0,-82 77-6 0,73-45-20 16,5-1-11-16,-2-5 1 0,3 1-5 15,-4-7-1-15,6-5 0 16,-2-3 0-16,3-7-2 16,-2-3 1-16,2-2-9 15,0 0-19-15,0-10-38 16,0-14 7-16,0-8 9 15,3-8 41-15,4-6 5 16,-3 1 4-16,2 1 1 16,0 8 1-16,1 13 7 15,-4 8 31-15,2 8 38 0,-4 6-1 16,1 1-37-16,4 2-39 16,4 19-4-16,4 10 4 15,6 5 5-15,2 2 10 16,3 3 3-16,2-3 4 15,0 0 0-15,2-2-10 16,0-5-5-16,0-8-1 16,-2-6-3-16,-2-8-2 15,-5-6 2-15,-1-3 1 16,-2 0 4-16,1-10 1 16,-5-10-1-16,1-10 1 15,-7-5-4-15,-1-6 5 16,-3-7-5-16,0-5 1 0,-1-1 3 15,-2 0-9-15,0 6 2 16,0 12-1-16,0 12 0 16,0 11-2-16,0 10 1 15,-2 3-10-15,-8 12-16 16,-4 14-1-16,-4 8-59 16,8 4-89-16,4 1-66 15,6-4-139-15</inkml:trace>
  <inkml:trace contextRef="#ctx0" brushRef="#br0" timeOffset="67289.3">30522 3110 769 0,'0'0'33'0,"0"0"142"0,0 0 21 0,0 0-62 0,0 0-100 0,0 0-34 0,22-19-15 0,-22 42 15 0,0 4 11 0,0-2-2 0,3-1-5 0,5-2 6 0,1-2-8 16,4-7-2-16,-1-1 2 16,6-5 0-16,4-5 0 15,-1-2-1-15,6 0-1 0,1-7-4 16,2-13-43-1,0-3 11-15,-2-5 6 0,-3-1 12 16,-3 3 1 0,-8 7 16-16,-6 6 0 0,-7 8 1 15,-1 3 15-15,0 2-7 16,0 0-8-16,0 12-7 16,-6 10 7-16,-1 3 6 15,5 2-1-15,2 3 10 16,0-2-4-16,5 0 0 15,10-2-6-15,6-4-1 16,2-2-2-16,-1-9-1 16,5-4 1-16,-1-5 3 15,3-2-5-15,0 0 2 0,4-16-1 16,-1-8-1 0,-1-6-2-16,-3-12-9 15,-2-6 3-15,-3-9 4 16,-1-1-4-16,-3-6 4 0,-4 2-2 15,-2 7 6-15,-5 11 4 16,-4 19-2-16,-4 12-1 16,0 13 2-16,-3 0-3 15,-19 10-10-15,-5 18 10 0,-2 9 1 16,9 7-1 0,7 4 1-16,9 1 3 15,4-2-1-15,0 2 2 16,20-2 3-16,5-2-3 0,8-2-5 15,6-5 2-15,5-5 0 16,3-7-1-16,3-11-1 16,0-6-1-1,-1-9 0-15,-2 0-28 0,-3-13 7 16,-8-13 10-16,-3-10-24 16,-8-12 1-16,-3-11 16 15,-5-11 1-15,0-9 17 16,-1-4 1-16,-5 1 0 15,-8 15 2-15,-3 20 8 16,0 22 30-16,-9 18-2 16,-12 7-11-16,-7 20-24 0,-5 17 10 15,5 12 31-15,7 4-2 16,12 4-6-16,9 2-9 16,0 0 18-16,11-2-26 15,11 0-6-15,0-5-5 16,3 0-6-16,-3-6-2 15,-8-9-1-15,0-2-25 16,-8-7-252-16,-2-7-130 16</inkml:trace>
  <inkml:trace contextRef="#ctx0" brushRef="#br0" timeOffset="136352.26">11692 5854 854 0,'0'0'264'0,"0"0"-263"0,0 0 8 0,0 0 78 0,0 0-60 0,0 0 31 0,0 0 38 0,19 103-19 0,-10-66-35 0,-1 5 18 0,1 2-5 0,-3-2-18 0,4-3-17 0,-4-3 3 0,3-3-5 0,-4-2-15 15,3-7 2-15,-2-2 1 16,-3-3-6-16,0-5 2 16,-3 0-1-16,0-4 1 0,0-3-2 15,0-1-2-15,2-4-30 16,-2-2-100-16,0 0-60 16,0-4-31-16,0-15-185 15</inkml:trace>
  <inkml:trace contextRef="#ctx0" brushRef="#br0" timeOffset="137162.99">11668 5660 215 0,'0'0'676'0,"0"0"-671"0,0 0 22 0,-86-10 80 0,65 31-61 0,0 6-4 0,-6 11-8 0,0 8 24 16,-1 11-3-16,-2 13 2 16,2 7-1-16,2 6-5 15,4 1 2-15,4 4-28 16,10-6-4-16,8-6 2 15,0-3-10-15,17-11-3 16,14-8-5-16,12-7-2 16,10-10-2-16,8-11 0 15,15-9 3-15,13-11-2 16,13-6 5-16,10-8 0 16,3-19-7-16,-5-6 0 15,-10-9 7-15,-15-3-5 0,-21-10 6 16,-15-8 4-1,-16-10 23-15,-16-10-15 0,-17-7-2 16,-5-6 9-16,-35 4-13 16,-18 6-1-16,-20 10-1 15,-7 18 4-15,-5 12-3 16,1 13-9-16,-2 15 2 16,9 10-5-16,7 8-1 15,11 2-2-15,17 16-6 16,15 9-24-16,14 7-59 15,8 5-91-15,10 2-80 16,0 0-93-16,15-4-320 16</inkml:trace>
  <inkml:trace contextRef="#ctx0" brushRef="#br0" timeOffset="137628.6">12894 6010 913 0,'0'0'31'0,"0"0"3"0,0 0 137 0,0 0-135 0,0 0-25 0,0 0 25 0,-25 0-6 16,25 1 0-16,17 1 23 15,9-2 31-15,10 0-11 16,16-2-38-16,10-9-8 16,8-3 6-16,4 0-25 15,1-1-5-15,-6 5-3 0,-10 4-2 16,-11 0 0-16,-17 2 0 16,-12 1-8-16,-13 0-41 15,-1 1-82-15,-3 2-8 16,-2 0-77-16,0-2-152 15</inkml:trace>
  <inkml:trace contextRef="#ctx0" brushRef="#br0" timeOffset="137910.68">13467 5772 862 0,'0'0'166'0,"0"0"-163"16,0 0 128-16,0 0-70 16,0 0-51-16,0 0 27 15,42-4 45-15,-19 18 20 16,-1 2-40-16,-1 7 3 16,-6 4-26-16,-4 6-4 15,-6 6-5-15,-5 1-19 16,0 3-6-16,-5 1-3 15,-15-5-2-15,-7-2-3 16,-4-4-151-16,-7-8-278 16</inkml:trace>
  <inkml:trace contextRef="#ctx0" brushRef="#br0" timeOffset="139183.04">14633 5630 315 0,'0'0'525'0,"0"0"-523"0,0 0 97 0,0 0 39 0,0 0-84 0,0 0-36 0,-45-35-6 15,45 40-9-15,1 21-3 16,11 11 67-16,1 7 31 16,1 9-47-16,-3 6 13 0,-1 4-21 15,-3 2-16-15,-1-8-11 16,2-4-9 0,1-8-7-16,-2-11 1 15,-1-4-1-15,-1-8 0 16,-2-10-5-16,-3-5 2 0,4-7-42 15,-1 0-97 1,-2-19 28 0,1-22-153-16,-2-17-49 15</inkml:trace>
  <inkml:trace contextRef="#ctx0" brushRef="#br0" timeOffset="139639.07">14598 5586 802 0,'0'0'57'0,"0"0"-36"0,0 0 85 16,0 0-106-16,0 0 4 0,0 0-3 16,57 71 33-16,-27-42 5 15,1 0 26-15,5-4-29 16,-2-6 1-16,1-3 10 16,-1-2-31-16,-4-4-4 15,-2-4-6-15,-4-5 2 16,-3-1-7-1,-2 0 4-15,-3-1-3 0,-2-15-1 16,1-5 4 15,-2-11-5-31,-1-6 0 0,-3-6-1 0,-3 0-1 0,0 4 1 16,-1 8 1-16,0 10 0 16,0 8 0-16,-4 8 0 0,1 5 0 15,3 1 0-15,4 0-8 16,5 14 1-16,1 11 7 15,0 8 3-15,-4 9 6 16,-5 3 24-16,0 8-6 16,-1 0-6-16,0 3-5 15,0-5-7-15,1-4-5 16,0-8-3-16,2-8-1 16,1-6 0-16,0-9 0 0,5-6-7 15,-1-7 0 1,5-3-53-16,3 0-90 0,0-16-105 15,0-3-198 1</inkml:trace>
  <inkml:trace contextRef="#ctx0" brushRef="#br0" timeOffset="140275.74">15574 5789 900 0,'0'0'90'16,"0"0"-24"-16,0 0 121 0,0 0-147 0,0 0-39 0,0 0 4 0,-2 46 54 0,1-15-30 0,-1-3 7 0,2 3 16 0,0-3-33 15,0-3-13 1,0-2 7-16,8-7-12 0,-1-1 1 16,4-6-4-16,2-5 1 15,-1-4 0-15,7 0-2 16,4-10 2-16,1-14 0 15,4-9 0-15,-4-4-2 16,-5-3-4-16,-5 6-7 16,-8 9 4-16,-5 12 10 15,-1 9 1-15,0 2 11 16,0 2-10-16,0 6-2 16,0 17-7-16,0 7 7 15,0 8 0-15,0-5 2 16,0-2-1-16,5-1 0 0,10-9-1 15,4-3-1-15,2-8 1 16,7-6 0-16,8-4 2 16,7 0 5-16,4-11-5 15,-3-10 0-15,-3-10-2 16,-10-13 0-16,-7-11 0 16,-9-14 0-16,-10-7-1 15,-5-2-14-15,-2 6 14 16,-13 15 1-16,-1 17 0 15,5 22 5-15,5 12 4 16,3 6 9-16,0 9-18 16,-4 25-3-16,1 12 3 15,3 7 0-15,3 4 0 16,0 1 0-16,0 2 1 16,13 2 2-16,2-1-2 15,6-6-1-15,-1-8-1 0,2-9-3 16,0-10 0-16,-5-7-78 15,-1-11-82-15,-4-10-101 16,-3 0-179-16</inkml:trace>
  <inkml:trace contextRef="#ctx0" brushRef="#br0" timeOffset="140469.93">16198 5811 943 0,'0'0'28'15,"0"0"20"-15,0 0 49 0,0 0-96 0,0 0-1 0,0 0-1 0,71-17-3 0,-56 17 3 0,-3 4-3 0,1 3-8 0,1-1 2 0,7 4-13 16,5-2-4-16,6-1-190 16,2-4-260-16</inkml:trace>
  <inkml:trace contextRef="#ctx0" brushRef="#br0" timeOffset="142266.91">16594 5825 1388 0,'0'0'15'0,"0"0"-10"0,0 0 148 16,0 0-143-16,0 0-8 16,-44 84 13-16,52-51-5 15,5-2-6-15,-1-3-4 16,2-4 0-16,-2-2 1 15,5-6 1-15,-2-4-2 16,6-5 0-16,5-5-1 16,4-2 0-16,9 0-63 15,2-11-75-15,-2-7-1 16,3-6 31-16,-9-3 45 16,-9 3 61-16,-12 4 3 15,-5 5 0-15,-7 4 13 16,0 2 32-16,0 5 32 0,0 0 18 15,0 4-40-15,0 0-27 16,0 0-24-16,0 0-4 16,0 8-4-16,0 12 4 15,2 5 19-15,4-1 23 16,0-1-12-16,12-1-15 16,1-2-2-16,11-1-4 15,8-5 3-15,8-4-4 16,10-8-7-16,4-2 0 15,1 0 3-15,-8-12-4 16,-9-7-1-16,-14-7 1 16,-12-7 1-1,-8-3 0-15,-10 0 2 16,0 4-3-16,0 8 5 0,-11 8-3 16,-2 5 2-16,-3 6 3 0,-2 5 0 15,-4 0-7-15,0 5 0 16,-1 10 0-1,7 2-1-15,2 7 0 16,2-1-3-16,6-4 4 0,5 2-2 16,1-7 0-16,0 1-1 15,1-6 3-15,14-4-3 16,2-5-2-16,6 0 2 16,4-4-9-16,0-13-30 15,-4-5-13-15,-4-3 26 16,-7 6 11-16,-6 8 18 0,-3 5 1 15,-3 6 5 1,0 0 3-16,0 6-3 0,0 16-5 16,3 3 13-16,6 3 14 15,7-1-16-15,5-2-1 16,6 0 0-16,6-8-1 16,3-5-3-16,5-6 0 15,4-6 2-15,1 0-5 16,-4-12-4-16,-5-10 1 15,-7-19 6-15,-6-18-5 16,-12-17-1-16,-10-13-2 16,-2-13-9-16,-17-3-10 15,-13 14 4-15,0 19 10 16,4 23 6-16,8 32 4 16,9 14 7-16,-2 7-11 15,-2 34-11-15,2 19 8 0,5 14 2 16,6 4 2-16,5 0 0 15,20-1 14-15,8 1-8 16,4-5 1-16,5-8-8 16,7-8 2-16,2-11 0 15,-1-15-1-15,3-7 0 16,-2-13 5-16,-3-8-3 16,-4-10-3-16,-9-23-3 0,-6-16-29 15,-13-22-13 1,-13-13-6-16,-3-14-1 15,0-6 19-15,-19-1 16 16,-3 13 17-16,3 14 3 0,1 26-2 16,6 22 15-16,6 20 28 15,4 10-5-15,-1 2-39 16,-3 27-7-16,-3 21 2 16,-1 11 5-16,6 4 10 15,4 5 6-15,0-1 24 16,17 2-8-16,6-2-21 15,5-3-1-15,2-6-3 16,2-9-4-16,7-8-2 16,-3-13-1-16,3-10 0 15,-3-9 1-15,0-10 0 0,-1-1 2 16,-2-16-3-16,-4-15-9 16,-7-11-26-16,-4-14-7 15,-10-8-7 1,-7 0 0-16,-1 10-11 0,0 12 47 15,-4 21 12-15,2 11 1 16,-1 8 8-16,3 2 3 16,-5 0-11-16,-1 7 1 15,-4 16-1-15,4 9 7 16,3 1 7-16,3 4 1 16,0 0 12-16,0-2-8 15,0-1-9-15,9-2-1 16,9-6-1-16,6-3 1 0,6-3 11 15,4-8-12-15,-3-5-5 16,-4-4-3-16,-4-3 0 16,1 0 0-16,-7-21-18 15,-6 0 11-15,-8-8-3 16,-3 9 8-16,0 1 2 16,0 11 7-16,0 3 17 15,0 4 29-15,0 1-30 16,-5 0-14-16,-5 11-9 15,-5 14 4-15,3 11 10 16,-1 6 12-16,7 16-3 16,1 15 12-16,5 9 6 15,3 11-9-15,15 1-20 16,2 0 4-16,2-5-3 0,-4-6-12 16,-6-7-1-16,-9-10 1 15,-3-10-1-15,-3-13 0 16,-20-11 0-16,-8-14 4 15,-3-9-4-15,-5-9 2 16,-4-9 2-16,-4-27-4 16,3-13 5-16,7-16-5 15,11-17 0-15,20-17-2 16,6-8 1-16,25 6-1 16,19 18-2-16,9 18-3 15,9 18-6-15,6 10-9 0,2 9-21 16,-3 1-63-1,-7 4-110-15,-17 0-148 0</inkml:trace>
  <inkml:trace contextRef="#ctx0" brushRef="#br0" timeOffset="142543.04">19680 5492 227 0,'0'0'0'0</inkml:trace>
  <inkml:trace contextRef="#ctx0" brushRef="#br0" timeOffset="143384.19">20097 5378 926 0,'0'0'66'0,"0"0"30"16,0 0 100-16,0 0-143 15,0 0-10-15,0 0-13 16,3-47-9-16,2 36-13 16,-1 0-1-16,-4 2-1 15,0 3 16-15,0 1 15 16,-9 2 16-16,-17 3-42 16,-13 0-9-16,-12 21 2 15,-6 10-2-15,7 7 2 16,5 3 2-16,15 1 7 15,12-3-9-15,15-3 0 16,3 0-4-16,35-4-1 16,15-5 0-1,11-8 1-15,10-3 1 0,0-9 0 0,-5-5-1 16,-11-2-2 0,-18 0-10-16,-16-13-18 15,-13-3 21-15,-8 1 7 0,-8-1 2 16,-20 6 0-16,-18 7 15 15,-9 3-10-15,-8 3 17 16,0 20 0-16,10 5-4 16,6 7 1-16,17 2-9 15,13 1-8-15,17 3-2 16,1 0-1-16,34-3 1 16,17-5-1-16,16-9 0 15,5-11 1-15,6-7-6 16,2-6-68-16,1 0-18 15,-3-15-60-15,0-13-53 16,-10-9-47-16,-13-8-19 16,-8-5 69-16,-18 0 202 15,-9 4 210-15,-15 7-33 0,-6 15 24 16,0 9-35-16,0 11 40 16,-8 4-44-16,-15 13-135 15,-12 17-26-15,-4 12 10 16,3 8 21-16,5 2-17 15,9 1-6-15,0 1-2 16,6-6-5-16,3-11-1 16,6-10-1-16,2-12-2 15,5-9 1-15,0-6-13 0,0-3-43 16,0-24 16-16,14-16-40 16,5-13 19-16,-3-7 27 15,-5 5 30-15,2 9 5 16,-4 14 1-16,-3 19 4 15,-4 10 25-15,-2 6 36 16,6 10-61-16,3 17 1 16,5 11 19-16,5 4 0 15,3 2-13-15,5-2 7 16,2-2-13-16,0-5-6 16,1-7-3-16,1-6 3 15,3-11-7-15,7-6-134 16,6-5-58-16,1 0-11 0,0-18-275 15</inkml:trace>
  <inkml:trace contextRef="#ctx0" brushRef="#br0" timeOffset="145449.07">21125 5759 332 0,'0'0'591'0,"0"0"-566"0,0 0 177 0,-3-75-71 0,0 68-47 0,-1 3-5 16,-5 4-30-16,-7 0-30 0,-8 13-16 15,-5 10 5-15,3 4 16 16,7 3 2-16,8 7-10 16,6-4 2-16,5 5-4 0,0-1-12 15,16-5-2-15,13-3 2 16,5-9-2-16,8-5-1 16,4-8 1-16,4-7-6 15,-1 0-71-15,-4-10-5 16,-1-16 1-16,-3-10-1 15,-1-16 26-15,-4-16 50 16,-8-15-40-16,-6-16-11 16,-9-9 44-16,-8-6 13 15,-5 6 1-15,0 23 9 0,-7 28 39 16,-2 30 86 0,4 17-63-16,-1 10-17 15,-8 20-48-15,-3 20-3 16,-2 20 1-16,5 10 7 0,13 5 18 15,1 1 4-15,1 0-3 16,17 0-6-16,5-3-7 16,6-11-10-16,1-4-7 15,2-8 0-15,-1-14 2 16,2-12-3-16,-6-12 1 16,-1-12 1-16,-6-1 0 15,-2-27 0-15,-1-16-2 16,-4-11-14-16,-9-4-5 15,-4 6 9-15,0 17 8 16,0 12 2-16,-1 15 7 16,-2 7 3-16,1 2-7 15,-4 2-3-15,-6 18 0 0,5 7 5 16,-1 1 18 0,5 2-9-16,3-6-4 15,0 3-2-15,0-4-8 16,8-6 3-16,2-7-2 0,5-4 1 15,3-6 3-15,5 0-2 16,2-20-1-16,0-11-2 16,3-10-20-16,-5-2-3 15,-5 6-2-15,-8 9 10 16,-4 15 11-16,-6 7 4 16,0 6 2-16,0 0-2 15,0 0-1-15,0 11-6 16,0 12 7-16,-9 5 1 15,8 4 4-15,1 4 2 0,0 0 1 16,0-2-4-16,13-3-1 16,8-5-2-16,3-9-1 15,7-3 0-15,2-8 6 16,0-6-5-16,-3 0-1 16,-5-17-3-16,-3-15-4 15,-3-7-3-15,-3-9 1 16,-3-4 6-16,1 1 3 15,-1 7 0-15,2 8 1 16,-5 10-1-16,3 8 0 16,-2 6 2-16,0 6-2 15,-1 6-3-15,7 0-3 16,3 9-6-16,3 13 5 16,4 10 4-16,1 3 3 15,-4 4 1-15,-2-3 0 16,-10 2-1-16,-7-6-2 0,-5-5 1 15,0-4 1-15,-20-7 2 16,-7-8 7-16,-5-5-4 16,2-3-2-16,-2 0 1 15,3-11-4-15,3-8 2 16,9 2-2-16,4 2 0 16,7 5-1-16,5 5 1 15,1 4-3-15,0 1-2 16,0 0-8-16,0 4-7 0,10 15 14 15,11 5 5-15,3-2 1 16,6-3 2-16,4-5-2 16,-1-8 0-16,1-2-1 15,1-4 1-15,-2-4-5 16,-4-15-12-16,4-9-16 16,-3-10-17-16,-3-7 25 15,0-8-1-15,-6-2-2 16,-2 2 14-16,-4 5 12 15,-5 10 2-15,-5 17 0 16,-5 11 13-16,0 8 29 0,0 2-21 16,0 3-21-1,-3 20 3-15,-5 6-1 16,0 1 5-16,6 4 5 0,2-3-2 16,0-3-2-16,5 0-3 15,9-7-4-15,-1 1-1 16,9-11 0-1,-3 0 1-15,4-6-1 0,5-5-8 16,-1 0-52-16,0-4 25 16,-1-10-82-16,-2-10 14 15,-6-4-30-15,-1-10 24 16,-4-3 79-16,-1-3 25 16,-6 1 5-16,-2 6 28 15,-2 11 58-15,-2 11 32 16,0 6-16-16,0 5 18 15,0 4-31-15,0 0-38 0,0 0-50 16,0 9-1 0,0 18-9-16,0 14 9 0,8 7 28 15,6 1-5 1,0-1 26-16,4-3-20 16,0-2-21-16,-1-6-7 15,-1-4 3-15,1-12-3 0,-5-5 3 16,-3-10-4-16,-6-6 0 15,5 0 8-15,-1-6 6 0,5-15-2 16,0-12-11 0,-3-5 1-16,-4-7 3 0,2 0-5 15,-1-2 0 1,-2 4 0-16,-1 4 3 0,2 6-3 16,-1 8 1-16,-1 8-1 15,2 6 2-15,-5 4 0 16,3 7 25-16,-2 0-3 15,-1 0-20-15,0 0-4 16,0 0-6-16,9 3-4 16,3 12 7-16,6 5 3 15,4-3 3-15,2-3-2 16,2 2-2-16,4-8 2 16,-1-1-2-16,3-4 2 15,-2-3 2-15,-2 0-1 16,-1-7-2-16,-2-10-1 15,-3-2-2-15,-7-6 1 16,-7 6-3-16,-3 3 5 16,-5 7 3-16,0 4 0 15,0 3-3-15,0 2 0 0,-14 0-2 16,-7 13-6-16,1 13 5 16,0 8 2-16,11 2 1 15,6 0 0-15,3 1 3 16,0-2 2-16,12-4-2 15,16-3 0-15,8-3-1 16,4-6-1-16,5-5 0 16,-8-7-1-16,-1-6 0 15,-9-1-84-15,-9 0-113 0,-14-11-93 16,-4-13-214-16</inkml:trace>
  <inkml:trace contextRef="#ctx0" brushRef="#br0" timeOffset="145774.29">22529 5050 757 0,'0'0'17'0,"0"0"-15"0,0 0 73 0,0 0-36 0,-41 79 8 16,41-51 0-16,17-4-6 0,7 0 14 0,0-8-11 0,9-6-4 15,-1-9-3-15,-4-1 2 16,2-1 31-16,-7-16-5 16,-2-6-4-16,-9-1 4 15,-9-2-21-15,-3-1-18 16,-10 1-26-16,-28 4-15 15,-20 9-22 1,-15 6-171-16,-6 3-128 0</inkml:trace>
  <inkml:trace contextRef="#ctx0" brushRef="#br0" timeOffset="147547.01">12126 8101 314 0,'0'0'615'0,"0"0"-615"0,0 0 1 0,0 0 113 0,0 0-43 0,0 0-28 0,0 0-13 0,-96 65 4 0,76-61-6 16,2-4 4-16,4 0 6 16,4 0-1-16,1-17-6 15,9-3-12-15,0-6-14 16,2 0 1-16,21 1-3 15,3 1-3-15,2 10 1 16,6 5-1-16,-2 9 0 16,-4 0 2-16,2 20-1 15,-8 12 3-15,-10 12 0 16,-7 11-2-16,-5 7 0 16,-27 6 7-16,-9-3-4 15,-9-8 1-15,-2-7-5 16,3-8 3-16,1-6 2 15,7-8-2-15,8-9-1 16,7-10-2-16,6-9 1 16,3 0 6-16,3-27-5 15,3-12-3-15,6-6-4 0,0-2 3 16,18 9-3-16,-3 13 3 16,1 11 0-16,4 14-4 15,2 0-3-15,2 14 2 16,3 12 6-16,-6 4 4 15,-3 2-2-15,-4-2 0 0,2-1-4 16,-3-5 3 0,-1-7-2-16,3-6 1 0,0-10-2 15,4-1-10-15,7-12-42 16,5-19-58-16,0-10 16 16,1-13 10-16,-6-12-47 15,-5-19 22-15,-6-10-26 16,-9-3-10-16,-6 0 48 15,0 10 99-15,-13 17 29 16,-13 14 98-16,-3 18 8 16,-7 13-49-16,-6 12 7 15,-4 8-67-15,-11 6 7 16,-1 6 38-16,-9 22-32 16,-3 11-2-16,-1 14-18 15,4 13 12-15,4 12 4 16,4 14 7-16,4 9 14 15,7 10-16-15,12 2-3 16,20-3-11-16,10-8 5 16,6-8-21-16,35-12-5 15,12-13 2-15,14-13-6 0,24-13 5 16,20-16-1-16,18-12 0 16,17-15-4-16,5 0-2 15,-9-28 2-15,-15-10 4 16,-21-9-3-16,-26-8 0 15,-20-10 8-15,-21-18 0 16,-14-8 11-16,-19-20 9 16,-3-19-8-16,-33-2-17 15,-19-1 0-15,-15 17-2 0,-9 29 0 16,-6 26 3-16,0 26 2 16,-2 22-8-16,12 13 0 15,9 3-1-15,14 29-8 16,19 11 4-16,16 11-10 15,17 9-22-15,9 1-62 16,34 7-83-16,28 2-80 16,20-4-191-16</inkml:trace>
  <inkml:trace contextRef="#ctx0" brushRef="#br0" timeOffset="147872.9">13575 8432 101 0,'0'0'887'0,"-94"-10"-884"0,59 10 117 0,10 0 9 15,12 0-53-15,10 0 13 0,3 0-50 0,11 0-32 0,28 0-7 0,19 0 20 0,20 0 8 0,13 0-14 0,6 0 21 0,0 0-5 0,-10 0-27 0,-14 2-3 16,-22 2-1-16,-23-1-19 16,-13-2-134-16,-15-1-78 15,-5 0 37 1,-25 0-232-16</inkml:trace>
  <inkml:trace contextRef="#ctx0" brushRef="#br0" timeOffset="148068.04">13948 8280 489 0,'0'0'716'0,"0"0"-713"16,0 0 115-16,0 0-55 15,0 0-39-15,0 0 101 0,37 91-58 16,-21-50-23-1,-5 4-12-15,-8 1-28 0,-3 0-4 16,-8-2 0-16,-18-3 0 16,-15-3-4-16,-8-4-105 15,-8-8-193-15,-2-14-294 16</inkml:trace>
  <inkml:trace contextRef="#ctx0" brushRef="#br0" timeOffset="149131.31">15337 7967 679 0,'0'0'114'16,"0"0"-73"-16,0 0 102 0,0 0-42 0,0 0 1 0,0 0-14 0,-16-49-26 0,-4 49-32 15,-12 20-30-15,-5 14 0 0,-3 7 11 0,4 14 16 0,6 3-10 0,4 6 10 0,7-3-11 0,6-4-1 16,13-10-14-16,0-9-2 16,21-7 3-16,15-10-2 15,11-9 0-15,8-10 0 16,7-2-4-16,8-8-23 15,2-13-59-15,-2-8-4 0,-6-1-52 16,-13-8 17-16,-20 5-4 16,-16 2 65-16,-15 9 64 15,0 7 32-15,-3 7 75 16,-6 5 13-16,-3 3 15 16,-4 3-78-16,-2 16-55 15,-3 12 12-15,3-1 29 16,11 1-17-16,7 0-2 15,0-3-13-15,19-4 0 16,12-4-3-16,8-7-4 16,9-7 1-16,1-6-2 0,2 0-2 15,-3-3-1-15,-5-13-2 16,-10-4 1-16,-11-10 0 16,-12-3-3-16,-10-5-17 15,-4-3 10-15,-23 8 4 16,-7 6 3-16,-4 8 3 15,-2 12-3-15,0 7 4 16,-2 0-2-16,4 13 1 16,5 6 1-16,6 2-1 15,9 1 1-15,6-2-2 16,11-4 0-16,1-1-10 16,7-6-23-16,18-5-97 15,9-4-9-15,5 0 11 16,3-4-103-16</inkml:trace>
  <inkml:trace contextRef="#ctx0" brushRef="#br0" timeOffset="149802.01">16163 7809 282 0,'0'0'601'0,"0"0"-575"0,0 0 178 0,0 0-130 0,0 0-73 0,0 0 7 15,-22 104 20-15,22-50 6 16,0 5 21-16,0 9-6 16,13 6-29-16,4 3-11 0,6-9-9 15,3-9 1-15,2-17-2 16,2-12-2-16,3-15 3 16,0-11 1-1,4-4 1-15,2-14-2 0,1-17 0 16,-1-11-40-16,-9-12-17 15,-5-13 22-15,-7-14-7 16,-5-9 19-16,-5-5-15 16,-8 3 18-16,0 17 14 15,0 24 6-15,-8 24 25 16,-3 21 43-16,-5 6-10 16,-4 33-58-16,-1 12 0 15,1 11 10 1,9 7 2-16,8 1-2 0,3 5 10 15,0 6 0-15,4-2-10 16,14-3-4-16,7-9-5 16,5-9 0-16,9-13 4 0,6-10-3 15,5-9 0-15,9-15 5 16,5-5-5-16,1-9 0 16,-2-17-2-16,-6-9-2 15,-14-12-2-15,-16-12-7 16,-14-12-35-16,-13 0 40 15,-3 8 6-15,-18 20 0 16,-1 16 10-16,2 15 30 16,-2 12 27-16,-5 13-47 0,2 17-18 15,5 15 31 1,4 4-8-16,13 1-6 0,3-1-3 16,3-2-11-16,18-6 5 15,6-2-6-15,3-7-4 16,7-7-1-16,-1-7 0 15,9-6-13-15,10-8-91 16,11-4 16-16,11 0-98 16,-2-12-149-16,-5-10-291 15</inkml:trace>
  <inkml:trace contextRef="#ctx0" brushRef="#br0" timeOffset="151929.18">17634 8131 1025 0,'0'0'88'0,"0"0"-82"0,-82 2 116 0,52 29-56 0,4 9 14 0,5 5-30 0,7-2-19 0,8-2-8 0,6 0-11 15,0-5 3-15,5-2-2 0,15-6-2 0,5-1-8 0,13-8 1 0,6-6-2 16,8-8 2-16,0-5-4 15,-1-6-6-15,-2-18-5 16,-7-10-40-16,-9-12-15 16,-5-15 23-16,-6-18 29 0,-7-16-1 15,-3-12 0-15,-6-3 10 16,-4 3 2-16,-2 14 3 16,0 21 0-16,0 25 3 15,-5 24-2-15,-1 16 31 16,0 7-3-16,-4 28-29 15,-4 21 0-15,1 16 4 16,4 6 12-16,9 4 13 16,0 3-12-16,0 1 21 15,12-5-28-15,4 1-5 16,2-9-2-16,2-13-2 16,3-9-1-16,4-12 4 15,0-12-4-15,2-10 1 0,-1-10 0 16,2 0-1-16,4-22-6 15,-4-9-18-15,-3-13 1 16,-6-7-41-16,-6-10 42 16,-4 0 13-16,-2 0 5 15,1 16 2-15,-5 13 2 16,0 14 1-16,-4 11 3 16,-1 5 17-16,0 2-12 15,0 2-9-15,3 16-2 16,-1 10 2-16,4 8 9 15,0 2-1-15,5 5 31 16,6 2-4-16,2 1-23 16,7-8-8-16,0-6-2 15,3-5-1-15,-3-7 0 16,0-9 0-16,-2-5-1 16,1-6 3-16,-1 0 1 0,-3-13 0 15,5-10-3-15,-3-9-1 16,0-9-3-16,-2-10-1 15,-5-10-15-15,-8-6-23 16,-2-1 24 0,0 10 4-16,-6 19 10 15,0 18 4-15,0 11 6 16,0 6 19-16,0 4-1 0,0 2-24 16,0 20-15-16,4 11 15 15,0 10 10-15,5 4-1 16,4 2 2-16,3 2-5 15,0-3 5-15,2-7-7 16,1-8 0-16,-1-6-4 16,0-9 0-16,-3-8 0 15,-2-6 1-15,3-4 4 16,0 0-3-16,-1-11 2 0,1-9 2 16,-2-6-6-16,-3-9 0 15,-3-9-3-15,0-6 3 16,-5-2-7-16,0 7 2 15,-2 7 2-15,-1 11-2 16,0 8 5-16,0 5 0 16,0 9 0-1,0 4 3-15,0-1-3 16,0 2-1-16,0 0-8 16,3 0 1-16,6 8-6 0,3 6 14 0,4 2 4 15,2-3-4-15,5-3 1 16,0-3-1-1,2-3 1-15,1-4 0 16,0 0 3-16,2-1-2 16,-3-11-2-16,2-2 0 15,-6-2 0-15,-6 0-14 0,-9-3-2 16,-5 1 2-16,-1 2 9 16,0 3-1-16,-6 4 3 15,-10 7-3-15,4 2 4 16,-2 0 1-16,3 17-3 15,0 8 4-15,8 4 0 0,3 3 3 16,0 3-2-16,0-2 11 16,11 0-4-16,8-5-3 15,-2-7-2-15,3-6 1 16,3-6-4-16,-2-4 2 16,4-5 0-16,2 0-1 15,0-4-1-15,1-13 0 16,2-8-7-16,-3-7-10 15,-9-11 1-15,-3-7 9 16,-11-11-32-16,-4-9 30 0,0-10-3 16,0-4 3-1,-6 6 8-15,-10 13 1 16,5 19 1-16,-2 21 2 16,2 18 1-16,-1 7 2 15,-5 18-6-15,0 19 0 16,1 13 0-16,10 8 10 15,6 5 3-15,0 2 4 16,1-1 1-16,11-3 6 0,3-5-19 16,2-2-2-16,3-5 0 15,4-10-3-15,1-6 2 16,5-12-1-16,3-7 2 16,2-9-2-16,-1-5 0 15,-3-5-1-15,-1-17-22 16,-5-9-40-16,-5-9 22 15,-7-2-18-15,-8 2 24 0,-5 9 28 16,0 10 5 0,0 13 1-16,0 5 1 0,0 3 17 15,-5 0-13-15,-3 5-3 16,0 11 1-16,2 1 5 16,4 4-5-16,2-2 0 15,0 2 0-15,0-2-2 16,2-2 0-16,9-5-2 15,2-6 1-15,-1-6 0 0,9 0 0 16,-3 0-10 0,2-10-28-16,3-9 15 15,-5-4-25-15,3-4 23 0,-8 0 13 16,-6 2 9 0,-2 6 3-16,-2 7 8 0,-3 5 9 15,0 5 66-15,-3 2-38 16,-16 2-40-16,-8 18 1 15,-6 9 71-15,-1 14-27 16,-2 12 2-16,-2 15 7 16,7 11-42-16,6 19 24 15,10 13 68-15,4 5-103 16,-1 7-4-16,-2-3 2 16,-1-6-3-16,-3-11 2 0,-2-10-3 15,-8-13 1 1,-15-14 1-16,-14-13-2 15,-8-15 0-15,-3-17 0 0,1-13-2 16,4-10-1-16,1-11 0 16,1-21 0-16,2-15 3 15,7-11 0-15,12-5 1 16,12-8 0-16,11 2 0 16,11 0-1-16,6 5 0 15,23 10 1-15,14 6-1 16,8 6-1-16,4 6-2 15,5 2 0-15,-4 2-23 16,-8-3-68-16,-11 3-29 16,-17-4-64-16,-14-3-38 15,-7 1-238-15</inkml:trace>
  <inkml:trace contextRef="#ctx0" brushRef="#br0" timeOffset="152228.84">17512 7972 845 0,'0'0'0'0,"0"0"0"0,0 0 65 16,0 0-65-16,0 0-1 0,112-36-1 0,-61 28 0 0,-3-1-47 15,-2-3-162-15,-1-2-229 0</inkml:trace>
  <inkml:trace contextRef="#ctx0" brushRef="#br0" timeOffset="152312.22">18242 7802 894 0,'0'0'71'0,"0"0"-16"0,0 0 51 0,0 0-89 15,0 0-17-15,0 0-20 16,62-47-129-16,-41 39-317 16</inkml:trace>
  <inkml:trace contextRef="#ctx0" brushRef="#br0" timeOffset="157426.84">21193 7301 755 0,'0'0'37'0,"0"0"-37"0,0 0 73 0,0 0-22 0,0 0-32 0,86-44-9 0,-59 33 2 16,-2 0 15-1,-8 0 1-15,-6-2-2 0,-9 2 18 16,-2 2-1-16,-2 0 1 16,-20 4-11-16,-9 3-11 15,-12 2-17-15,-11 2-3 16,-3 18 15-16,1 3-2 16,5 7 6-16,9 2-5 15,12 7-11-15,8-2 5 16,14 0-5-16,8-1-5 15,0-6-3-15,27-5 1 16,14-4 2-16,9-6 0 0,11-6-2 16,4-5 4-16,-4-4-4 15,-6 0-4-15,-13 0-31 16,-12-3-19-16,-14-7 29 16,-16 1 23-16,0-4 4 15,-13 4 7-15,-20 4 6 16,-12 5-7-16,-12 0 34 15,-7 5-23-15,3 17 15 16,0 10-3-16,7 8-9 16,7 3-6-16,8 3-3 15,16 2-7-15,13-3-4 16,10-3 0-16,3-2 0 16,30-8-6-16,19-7 4 15,17-7-1-15,12-12 3 0,12-6-17 16,-1 0-49-16,-1-5-31 15,-3-17-15-15,-8-4-23 16,-6-8-73-16,-18-5-79 16,-15-2 139-16,-14 6 148 15,-15 9 186-15,-10 12 40 16,-2 8-49-16,0 6-18 16,0 0-48-16,-11 3-85 15,-11 16-17-15,-5 7 30 16,-3 4-10-16,5-1-4 15,-4 2-3-15,2-2-13 16,0-4-6-16,2-4-3 16,4-7 0-16,8-7 1 0,5-3 1 15,8-4-4-15,0 0-3 16,0-20-25-16,3-8-80 16,9-10 44-16,4-5 56 15,0 1 6-15,0 1-7 16,-4 12 11-16,-4 11 3 15,-2 10 24-15,-2 8 33 16,0 2-36-16,7 22-17 16,2 8 20-16,5 6 26 15,4-4-45-15,4 1-3 16,2-4-4-16,6-5 0 16,5-4-1-16,3-8 0 15,3-7 0-15,-5-7-6 0,1 0-54 16,-9-11-31-1,-5-11-17-15,-5-9-25 0,-8-12 11 16,-1-11 68-16,-7-10-51 16,-1-12 78-16,-4-3 27 15,1 2 5-15,-2 16 33 16,0 21 86-16,0 22 11 16,0 14 9-16,0 4-67 15,0 22-69-15,0 18-5 16,-2 13 28-16,2 4 17 15,0 3-23-15,0 2 44 16,0-1-26-16,0-1-26 0,0-6-8 16,2-7 6-1,5-10-12-15,1-12-3 0,-4-12-1 16,5-7 1-16,3-6 0 16,5 0 1-16,6-11 9 15,9-16-10-15,0-4 0 16,0-7-2-16,-2-1-9 15,-5 5-3-15,-7 9 9 16,-6 11 4-16,-3 6 0 16,-8 7 1-16,1 1 0 15,1 1-3-15,-3 19 0 16,4 3 3-16,4 3 5 16,1-1-5-16,4 1 1 15,8-1 3-15,9-4-2 16,4-4-1-16,7-5 0 0,8-8 1 15,4-4-2 1,5 0 2-16,-2 0-2 0,-7-14 0 16,-9-10-4-16,-10-9-2 15,-8-6-1-15,-11-3 7 16,-5 5 0-16,-6 4 2 16,0 9-1-16,-10 7 8 15,-9 8 24-15,-7 9-16 16,-9 0 4-16,-6 9-12 15,2 10-6-15,6 6-3 16,9 3 0-16,9-1-3 16,5-1 2-16,7-2-2 0,3-3 3 15,0-5-5 1,8-5 4-16,11-5-1 0,3-6-1 16,8 0-32-16,3 0-8 15,4-15-2-15,-1-7-19 16,-2-5-17-16,-7-2 18 15,-8-1 17-15,-4 6 39 16,-7 9 7-16,-8 8 6 16,0 5 41-16,0 2 2 15,0 3-35-15,0 14-12 16,0 11-2-16,0 2 6 16,0-2-4-16,0-3 10 15,12-2-9-15,2-6-3 16,0-7 2-16,5-4-2 15,4-3 0-15,4-3-8 0,6 0-5 16,2-3-66-16,4-11 22 16,0-9 9-16,-8-6-94 15,-3-8-21-15,-8-7 43 16,-10 2 101-16,-4 3 19 16,-6 17 62-16,0 9 123 15,0 12-40-15,0 1-51 16,-15 9-82-16,1 18 1 15,-3 4 34-15,5 5-13 16,6-4-14-16,5-1 3 0,1-2-5 16,0-3-8-1,4-6-6-15,8-4-1 0,3-9-2 16,4-4 7 0,2-3-4-16,6 0 2 0,0-10-6 15,-2-12-5-15,-1-6-6 16,-7-7-21-16,2-5 20 15,-7 0 2-15,-6 6 7 16,1 11 3-16,-7 7 5 16,0 11 14-16,0 5 9 15,0 0-28-15,0 16-10 16,-4 11 10-16,0 5 9 16,2 0-4-16,2-2-5 15,0-2 2-15,0-3 7 16,3-6-7-16,12-3-2 0,0-5 0 15,9-7 2-15,5-4 0 16,7 0 4 0,0-9-4-16,3-7-2 0,-3-5-4 15,-5-4-2-15,-1-4-4 16,-5-6-1-16,-2-1 10 16,-1 3 1-16,-6 3 5 15,-1 10-4-15,-4 7 0 16,-4 7 3-16,-4 4 5 15,-1 2-5-15,1 0-4 16,0 16-7-16,1 8 7 16,-1 7 5-16,0 1-5 15,-1-3-1-15,-2 1 0 16,0-3 1-16,0-5 0 0,0-2 0 16,0-5-3-16,-2-7 3 15,-7-2-2-15,-3-4 1 16,-1-2-8-16,-2 0 5 15,0-6-17-15,3-8-14 16,4-2 13-16,3 1 17 16,3 4-5-16,2 4 5 15,0 3 3-15,0 4 2 16,0 0-1-16,0 0 1 16,0 2-7-16,10 10 7 15,7 1 7-15,4 0-1 16,3-2-4-16,-3-7 6 15,9 0-7-15,-1-4 0 0,1 0 0 16,5 0 0 0,-4-16-1-16,0-9 0 0,-1-7-1 15,0-13 0-15,-5-9-6 16,-1-14 2-16,-9-10-63 16,-3-9 54-16,-2-1 4 15,-2 12 7-15,-2 22 3 16,-5 23 11-16,2 20 43 15,-3 11-3-15,0 14-51 16,0 27-5-16,-3 18 5 16,-4 9 8-16,2 6 2 15,4-5 6-15,1-5-1 16,0-3 0-16,0-9-6 16,10-5-7-16,4-10-1 0,5-9 1 15,2-6-2 1,9-13 0-16,0-6 0 15,4-3 0-15,6-5-5 0,-4-14-40 16,-5-6 3-16,1-7 4 16,-7-5-27-16,-4-5 45 15,-2 3 14-15,-5 3 3 16,-4 5 3-16,-4 13 4 16,-1 6 1-16,-5 9 50 15,0 3-4-15,0 0-31 16,0 6-20-16,0 16-2 15,0 7 2-15,0 8 17 0,0 4-8 16,3 2-1-16,4-1 15 16,5-1-3-16,0-5-12 15,4-7-6 1,2-5 3-16,3-10 1 16,1-7 3-16,0-6-6 0,3-1 4 15,-1-3-3-15,4-15-3 16,-3-9-1-16,1-8-3 15,-5-9 3-15,1-4-1 16,-1-2-1-16,-5 7 1 16,-5 8 1-16,-2 11 2 0,-6 11 3 15,-3 9 34-15,0 2 5 16,0 2-16-16,0 0-28 16,0 9-10-16,0 11 2 15,0 11 8-15,0 2 3 16,0 1-2-16,0 2 1 15,1-1 7-15,8-2-9 16,3-3 2-16,0-1-2 16,3-5 0-16,-2-5 0 15,-1-5 3-15,5-6-2 16,-10-4 3-16,-1-2-3 16,4-2 7-16,-1 0 7 15,7-9 12-15,0-7-26 0,-3-7 5 16,2-7-5-16,-4-7-1 15,0-4-1-15,2-4 1 16,-1 4 1-16,-2 2-1 16,-1 8 0-16,-3 6 0 15,-3 10 2-15,-2 8-1 16,-1 5 3-16,2 2 2 16,-2 0-1-16,4 0-5 15,-1 0-15-15,2 13 9 16,2 3 5-16,9 1 1 0,-2 0 0 15,8-2 2 1,5-2-2-16,3-5 3 0,3 1-2 16,1-6 0-1,2-3 3-15,-2 0-3 0,1-2 0 16,-2-11-1 0,-2-3 0-16,-7-6-1 0,-7-3-3 15,-8-1 2-15,-7 4-6 16,-2 5 7-16,0 5-6 15,-3 8 1-15,-18 4 3 16,-7 0-1-16,0 19 4 16,6 9 0-16,8 4 11 15,11 4 8-15,3 0 19 16,6-1-13-16,16-6 4 16,8-4-16-16,3-10 1 15,1-5 2-15,3-8-9 16,0-2-3-16,-1 0-4 0,-4 0 0 15,-6-12-34-15,-4-3-92 16,-11-5-22-16,-11-2-50 16,-1-3-128-16,-31 3-407 15</inkml:trace>
  <inkml:trace contextRef="#ctx0" brushRef="#br0" timeOffset="157655.9">23939 7313 815 0,'0'0'0'16,"0"0"20"-16,0 0 101 0,0 0-47 0,0 0-62 0,0 0-12 0,112-41-4 0,-60 32 3 0,-4-2-10 15,1 1-99-15,-2 0-68 0,0-2-200 16</inkml:trace>
  <inkml:trace contextRef="#ctx0" brushRef="#br0" timeOffset="157945.01">24681 7067 900 0,'0'0'38'0,"0"0"14"16,0 0 87-16,-85-12-96 16,73 22 2-16,4 7-22 0,8 4-12 15,0 2-2-15,14 0-4 16,14-4 1-16,9-1-1 16,4-4-5-16,2-3 3 15,-1-6-2-15,-11-5-1 16,-13 0 2-16,-8 0 7 15,-10-13 12-15,0-5 13 16,-24 0-34-16,-17 5-6 16,-16 6-4-16,-7 7-82 15,-6 0-127-15,3 21-335 0</inkml:trace>
  <inkml:trace contextRef="#ctx0" brushRef="#br1" timeOffset="-157345.6">3998 11144 295 0,'0'0'388'0,"0"0"-358"0,0 0 101 0,0 0-16 0,0 0-36 0,0 0-9 0,0 0 0 0,0-33-9 0,0 31-14 0,0 2-13 0,0-2-2 0,0 2-4 16,0 0-4-16,0 0-7 15,0 0-3-15,0 0-5 16,0 0 2-16,0 0 2 0,0-2-2 16,0 0-2-16,0 0 1 15,0-1-2-15,0 2-4 16,0 1 2-16,0 0 1 16,0 0-4-16,0 0 3 15,0 0 1-15,0 0-2 16,0 0-5-16,0 8-1 15,0 19-7-15,0 13 8 16,-6 16 10-16,-4 6-1 16,-1 9-6-16,-1 3 4 15,-1 3-4-15,-1-2-2 16,1-8-1-16,4-2 0 16,0-14 0-16,0-12 0 15,3-11 0-15,3-12-2 0,3-7-6 16,0-7-60-16,0-2-102 15,0 0 25-15,0-6-62 16,0-13-240-16</inkml:trace>
  <inkml:trace contextRef="#ctx0" brushRef="#br1" timeOffset="-156544.75">3952 11184 632 0,'0'0'64'0,"0"0"7"0,0 0 45 0,0 0-35 0,0 0-23 0,0 0-4 0,0-20 5 0,0 20-16 0,0 0-23 0,0 0-15 16,16 8 11-16,8 10 24 16,-1 3-8-16,5 8-1 0,0 1-3 15,-1-2-4 1,3 2-7-16,-3-5-16 0,-4-2 2 15,-6-6-2 1,-1-2-1-16,-7-3 0 0,-3-6-2 16,-1-1 0-16,2-5-12 15,2 0-127-15,2-1-18 16,0-21-53-16,3-8-269 16</inkml:trace>
  <inkml:trace contextRef="#ctx0" brushRef="#br1" timeOffset="-156123.96">4410 11134 888 0,'0'0'28'0,"0"0"-20"0,0 0 57 15,-27 73 30 1,7-34-35-16,-8 4-14 16,1-1 0-16,-4 0-32 15,1-3-5-15,5-8-3 0,6-6-5 16,8-12-1-16,11-10-2 15,0-3-8 1,19-13 9-16,14-19 1 16,9-11 0-16,1-8-13 47,-4-4-8-47,-3 0-14 0,-14 10 15 0,-7 12 19 0,-5 19 1 15,-7 8 12-15,-3 6 32 0,0 19-18 0,0 19-2 16,-5 14 61-16,-9 8-12 15,5 6 2-15,-1 5-39 16,4 4-5-16,1 0-24 16,4 1-7-16,1-3 1 0,0-15-2 15,4-14 0-15,11-14-7 16,0-13-47-16,6-11-95 16,0-6 8-16,6-17-71 15,6-17-3-15,1-12-241 16</inkml:trace>
  <inkml:trace contextRef="#ctx0" brushRef="#br1" timeOffset="-155554.95">4702 11484 648 0,'0'0'111'0,"0"0"-19"0,0 0 17 16,0 0-87 0,0 0 9-16,0 78 16 0,-7-39-4 15,1 2 4-15,3-5-17 16,0-5-21-16,3-8 7 15,0-9-12-15,0-6-4 16,6-6 1-16,12-2 0 16,5-8 5-16,6-15 2 15,-2-9-4-15,1-4-3 16,-7 4-1 0,-6 2 0-16,-8 10 0 0,-2 9 1 15,-5 4 4-15,0 7 2 16,0 0-6-1,0 15-1-15,0 9-1 0,0 8 1 16,0-2 1-16,0-3 3 0,0-3-4 16,0-5 1-16,4-3-1 15,4-4 0-15,8-4 0 16,-1-8 0-16,3 0 2 16,6-2 0-16,0-16 2 15,3-7-3-15,-2-5-1 16,8-9 3-16,-5-6-3 15,5-12 0-15,-2-10 1 16,-1-11-1-16,-9-4-1 16,-9 8 1-16,-2 16-2 15,-8 20 2-15,-2 21 4 16,0 16 10-16,0 2-2 0,0 29-12 16,0 17 0-16,-6 14 30 15,0 6 1 1,6 2-5-16,0 1 13 15,0 0-23-15,0 1-16 16,0-7-1-16,0-10 1 16,0-13-13-16,6-14-143 0,1-16-99 15,-2-11-208-15</inkml:trace>
  <inkml:trace contextRef="#ctx0" brushRef="#br1" timeOffset="-155377.15">5205 11512 1041 0,'0'0'4'16,"0"0"14"-16,0 0 4 0,0 0-22 0,0 0-5 0,0 0 5 0,91-9-58 0,-57 9-133 16,4 3-148-16</inkml:trace>
  <inkml:trace contextRef="#ctx0" brushRef="#br1" timeOffset="-154275.05">5647 11509 1088 0,'0'0'13'0,"0"0"92"16,0 0-28-16,-56 94-46 16,52-51 4-16,4 0-17 15,0-4-11-15,0-3 1 16,0-9 1-16,7-7-9 15,1-6 1-15,-2-8-1 16,6-6 0-16,7 0 0 16,8-17 1-16,4-13-2 15,2-10-1-15,-3-5-48 16,4-3 13-16,-8 3 7 16,-3 10 30-16,-9 12 5 0,-8 12-4 15,-4 11 7 1,-2 0 7-16,0 11 0 0,-2 20 0 15,-7 9 11 1,3-1 1-16,3-1-11 16,3-6-5-16,3-9-7 0,18-3-1 15,3-7-1-15,16-6 2 16,6-7 5-16,11 0 1 16,4-8-4-16,3-15-5 15,-4-4 0-15,-11-7 2 16,-7-7-1-16,-14 3-2 15,-11 1 2-15,-17 5 2 16,0 9-3-16,-17 13 5 16,-8 8-2-16,-3 2-4 15,-4 21 1-15,4 13 2 0,3 9 6 16,7-3-3 0,6 2-6-16,6-6 0 0,6-8-1 15,0-8-2-15,0-5 1 16,10-7-4-16,1-6 0 15,7-2-1-15,4-10 6 16,6-11-1-16,2-7-4 16,-3-7-22-16,0-2 3 15,-5 5 0-15,-4 4-1 16,-3 9 7-16,-9 11 16 16,-6 8 1-16,3 0 1 0,-3 22-12 15,3 12 13-15,0 6 4 16,2-2 6-1,3-3-8-15,0-7 4 0,7-4-6 16,4-9-1-16,5-9 1 16,6-6 1-16,7-15 9 15,10-23-4-15,11-10-2 16,3-15-2-16,-6-6-2 16,-10-8-2-16,-15-7 1 15,-17-5-6-15,-13-6-2 16,0 12-5-16,0 18 7 15,-5 30 7-15,-3 25 5 0,-1 17 17 16,-2 37-17-16,-2 23-3 16,2 16 28-16,8 4 1 15,3-2-20-15,0 3-1 16,11-8-1-16,7-5-9 16,5-10-1-16,3-17-2 15,1-14 1-15,1-18 0 16,-1-16-2-16,6-9-3 15,8-28-10-15,4-15-33 16,0-15 39-16,-8-12-4 16,-14-10-35-16,-13-3 24 15,-10 1 7-15,0 16 17 16,-13 21 2-16,2 22 3 16,2 21 9-16,2 11 37 0,-2 8-9 15,0 31-39 1,-3 16 15-16,3 15 17 0,6 5-4 15,3 1-11-15,0 0 19 16,0 2-28-16,0-9-4 16,5-10-5-16,14-12 0 15,6-8-1-15,2-13-2 16,9-8-11-16,1-13-135 16,5-5-137-16,7-9-265 15</inkml:trace>
  <inkml:trace contextRef="#ctx0" brushRef="#br1" timeOffset="-153690.6">7562 11647 525 0,'0'0'305'0,"0"0"-278"16,0 0 201-16,0 0-113 0,0 0-96 0,0 0 12 0,-52 89 23 0,47-41-3 0,4-3-24 0,1-4-4 15,0-5-2-15,3-7-14 16,11-9-1-16,5-10-1 16,6-10 1-16,6-3 0 15,5-22-4-15,3-9-2 16,-4-9 0-16,-7-1-8 15,-7 2-16-15,-9 8 17 16,-6 13 6-16,-5 11 1 16,-1 10 9-16,0 19 16 0,-18 27 0 15,-9 21 27-15,-4 21 16 16,3 9-2-16,1 8-38 16,2 3-16-16,0-4 0 15,5-3-9-15,2-11-3 16,4-17-1-16,8-22 1 15,2-27 0-15,4-20-21 16,1-8-99-16,25-39-118 16,15-25 7-16,4-20-118 15</inkml:trace>
  <inkml:trace contextRef="#ctx0" brushRef="#br1" timeOffset="-152913.31">8744 11107 964 0,'0'0'15'0,"0"0"4"15,36-73 66-15,-29 54-32 16,-4 5-14-16,-3 7-8 16,0 2 63-16,-12 5-16 15,-22 2-59-15,-14 19-3 16,-1 14 27-16,3 8-4 15,8 1-21-15,12 2-9 16,10 0-3-16,8-6-2 0,8-5-2 16,7-7-2-1,14-6-5-15,9-8 5 0,6-8 1 16,5-6-1-16,3 0-2 16,-4-6-11-16,-9-4-57 15,-10-2-13-15,-8 1 53 16,-11 3 30-16,-2 2 0 15,-12 6 12-15,-21 0 1 16,-12 14 1-16,-10 18 29 16,-1 7 28-16,9 9-43 15,7 4 8-15,9 2-12 16,16-2-12-16,10-4-12 0,5-9 1 16,17-10-1-1,17-10-3-15,14-12 0 16,8-7-6-16,16 0-51 15,12-19-50-15,14-7 94 0,2-6-109 16,-3-6-67-16,-12-8-31 16,-7 4-53-16,-24 10-16 15,-23 16 292-15,-21 15 119 16,-10 1 58-16,-24 22 122 16,-10 13-118-1,-9 4-48-15,-2 2-11 0,3-5-29 16,2-3-34-16,7-7-32 15,8-7-21-15,8-5-3 16,8-10-2-16,4-4-1 16,5 0 0-16,4-18-4 0,15-14-78 15,7-14 55 1,2-6 9-16,-3-4 17 16,2 4 1-16,-4 8 0 0,-4 17 1 15,-5 16 3-15,-3 11 1 16,-2 11-3-16,-1 21 18 15,7 14 55 1,-5 3-67-16,2-2-7 0,0-4 2 16,12-5-2-16,1-9-1 15,9-8-5-15,5-9-7 16,6-8-154-16,9-4-73 16,-2-4-141-16</inkml:trace>
  <inkml:trace contextRef="#ctx0" brushRef="#br1" timeOffset="-151833.22">9815 11400 1190 0,'0'0'43'0,"0"0"-41"0,0 0 85 0,-82-17 2 0,63 17-16 0,2 10-54 15,-1 15-10-15,3 10-1 16,2 8-2-16,1 2 8 15,6 3-11-15,4-7-1 0,2-9 0 16,0-1-2 0,14-12-1-16,13-8 1 0,10-8 2 15,9-3-2 1,9-5-6-16,4-19-27 0,-1-11-87 16,-1-9 0-16,-10-15 62 15,-9-13-31-15,-7-15 40 16,-1-9 30-16,-11-14 5 15,-1-6 11-15,-7 9 1 16,-9 25 2-16,-2 33 6 16,0 33 61-16,-4 24 65 15,-14 39-123-15,-4 32 19 16,0 21 48-16,8 6-21 16,14 2-4-16,0-4-32 0,5-8-12 15,11-11-5 1,2-17 2-16,3-19-4 0,4-22 0 15,0-14 2-15,1-13-1 16,11-19 2-16,-1-22-3 16,1-14-37-16,-4-16-20 15,-5-2 26-15,-7 4-19 16,-6 15 28-16,-7 23 20 16,-7 20 2-16,-1 11 2 15,-9 25 6-15,-13 16 15 16,2 11 25-16,3 2-19 0,4 0-16 15,9-5-1 1,1-6-10-16,3-9-1 16,0-11-1-16,12-9 0 0,9-8 0 15,10-6 0-15,11 0-5 16,3-18-5-16,1-12-51 16,-4-11-11-16,-9-11 4 15,-5-5 16-15,-4 11 30 16,-12 13 18-16,-5 17 4 15,-7 13 7-15,0 3 51 16,-16 19-32-16,-6 12 33 16,-3 6-1-16,8 3-15 15,6-3-26-15,4-5-7 16,7-3-1-16,0-9-9 16,0-3 0-16,18 0 1 15,10-4 0-15,11-1 4 16,4-8-3-16,-3-4-1 0,-4 0-2 15,-3-2-3 1,-3-15-8-16,-5-7-36 0,-4-5 25 16,-6-11 20-16,-3-4 3 15,-2-3 0-15,-2 3 1 16,-2 8-1-16,3 12 1 16,-5 12-1-16,-1 12 3 15,2 0-3-15,2 12-8 16,1 16 8-16,5 9 14 15,-1 7-6-15,0 1 0 16,-2 0 39-16,-2-6-31 0,-5-9-9 16,-3-5-3-16,0-11 2 15,0-3-2-15,-17-10 0 16,-8-1 11-16,-2 0-14 16,0-14 4-16,2-7-5 15,5 0-3-15,3-2-24 16,2 8-19-16,0 8-47 15,0 7-73 1,-6 1-161-16</inkml:trace>
  <inkml:trace contextRef="#ctx0" brushRef="#br1" timeOffset="-150354.36">11135 11309 922 0,'0'0'24'0,"0"0"79"15,0 0-16-15,0 0-76 0,0 0 2 0,9 83 39 0,-6-41-36 16,-3 5-6-16,5-6-9 16,1 4-1-16,1-11-1 15,1-7-1-15,2-11-86 16,-1-14-224-16,0-2-335 15</inkml:trace>
  <inkml:trace contextRef="#ctx0" brushRef="#br1" timeOffset="-150186.06">11086 11074 1144 0,'0'0'0'0,"0"0"0"16,0 0 86-16,0 0-86 15,0 0-6-15,0 0-7 16,-12 43 13-16,38-7-157 16,1 3-161-16</inkml:trace>
  <inkml:trace contextRef="#ctx0" brushRef="#br1" timeOffset="-149609.72">11404 11264 1054 0,'0'0'18'0,"0"0"158"0,0 0-82 0,0 0-94 16,0 0-2-16,0 0 2 16,27 102 32-16,-8-53-14 15,1 1-10 1,-4-1-7-16,3-7-1 15,-4-11 0-15,-4-12 3 16,2-9 0-16,-7-8-2 16,3-2 0-16,1-18 13 15,1-15-4-15,0-13-3 16,-3-2-5 0,0-3 0-16,-1 7 1 15,-1 7-4 1,-4 14 2-16,4 11 1 15,-6 7 1-15,0 5-2 0,0 0-1 0,1 11-21 16,4 9 18-16,2 5 3 0,5-1 0 16,9-2 3-16,6-5 0 15,7-2 3-15,14-7-3 16,9-8 3-16,4 0 3 16,6-9-9-16,-13-13 1 0,-8-3-1 15,-12-9 1-15,-10-4 0 16,-12 1 3-16,-3 5 4 15,-9 9-1-15,0 15-1 16,-4 8-1-16,-25 18 9 16,-5 21-10-16,-3 13-2 0,7 5 6 15,16-3 11 1,14 1-7-16,14-5-3 0,33-14-4 16,22-16-5-1,23-19 0-15,13-2-7 0,8-28-54 16,-8-12-129-16,-11-4-205 15</inkml:trace>
  <inkml:trace contextRef="#ctx0" brushRef="#br1" timeOffset="-147799.22">8532 5554 233 0,'0'0'3'0,"0"0"14"0,0 0 4 15,0 0 6-15,0 0 7 0,0 0 5 0,0 0-23 0,0-26-7 0,0 26-6 0,0 0 13 16,0 0-15-1,0 0-1-15,5 0 0 16,5 0-6-16,6 0 0 16,16 0 5-16,18 0-7 0,19 0-24 15,19 0-20 1,17-5-70-16</inkml:trace>
  <inkml:trace contextRef="#ctx0" brushRef="#br1" timeOffset="-147603.98">10178 5386 314 0,'0'0'7'0,"0"0"-1"0,0 0-5 16,0 0 6-1,0 0-7-15,0 0-1 0,-5-4 0 16,5 4-11-1,0 4-77-15</inkml:trace>
  <inkml:trace contextRef="#ctx0" brushRef="#br1" timeOffset="-146166.05">3959 13462 596 0,'0'0'186'0,"0"0"-154"0,0 0 116 0,11-75 17 0,-11 75-36 0,0 3-88 0,0 29-36 0,0 18 0 0,-8 19 46 15,-10 6-6-15,-1 9-12 16,1 2 0-16,-1 0-24 16,2-5-7-16,7-15-2 15,4-19-1-15,3-16 1 16,1-16-6-1,2-12-15-15,0-3-122 0,0-28 5 16,8-13-18-16,2-15-28 16,-1-11 0-1,-6-7-83-15,-3-6-8 16,0-3 275-16,0 5 88 0,2 9 76 16,2 13 63-16,4 14-58 15,2 15-46-15,5 6-33 0,7 8-21 16,2 7-20-16,9 6-4 15,3 0-22-15,-2 15-7 16,-1 7-6-16,-6 7 1 16,-11 7 3-16,-10 2-6 15,-6 6 3-15,-6 1-2 16,-18-4-2-16,-7-3 12 16,1-6 32-16,5-10-7 15,1-7-33-15,12-5-2 16,7-7-5-16,2-2-2 0,3-1-2 15,0 0 0 1,8 0-10-16,20 0-11 16,13 0 21-16,12 12 3 0,10 7-1 15,4 9-2-15,-1 9-3 16,-8 5 3-16,-6 1-3 16,-22-6 2-16,-15-2-4 15,-15-4 3-15,-15-3 2 16,-33-2 12-16,-20 4-5 15,-11-7 3-15,-1-5 0 16,12-6-5 0,11-7 1-16,21-5-6 15,14 0 2-15,14-13-2 16,8-6-37-16,20-7-166 16,23-4-119-16</inkml:trace>
  <inkml:trace contextRef="#ctx0" brushRef="#br1" timeOffset="-145779.62">4650 13805 1119 0,'0'0'15'0,"0"0"42"0,-91 92 102 0,76-46-117 0,3 2-13 0,9-2-10 0,3-6-9 0,5-6-10 0,20-9-2 0,11-9 1 15,8-12-1-15,6-4 2 0,-1-15 0 16,-1-14-10-16,-8-11-4 16,-16-5-8-16,-5-11 13 15,-17-3 9-15,-2-5 0 16,-25 6 2-16,-10 12 1 16,-8 16-2-16,0 20 2 15,-1 10-3-15,2 24-1 16,4 23 1-16,11 15-4 15,9 6 1-15,15-2-1 16,3-5-3-16,28-12 0 16,17-12-15-16,12-15-97 15,7-12-46-15,10-10 24 16,1-13-56-16,-3-22-125 16,-1-11 41-16</inkml:trace>
  <inkml:trace contextRef="#ctx0" brushRef="#br1" timeOffset="-145263.1">5227 13593 468 0,'-10'-79'156'0,"-10"15"-45"16,1 30 70-16,9 21-11 16,-5 13-3-16,1 36-126 15,1 21-38-15,1 16 27 16,9 9 15-16,3 6-13 16,0 0-9-16,3 1-10 15,9-8-10-15,7-14-3 16,-1-19-1-16,0-17-1 15,-2-18-5-15,-2-13 7 16,11-9 7-16,1-26 4 16,-1-13-4-1,2-13-7-15,-8-6 1 0,-4-3 2 0,-6 12-3 16,-4 14 4-16,-5 21 0 16,0 13-1-16,0 10 11 15,0 22-14-15,-5 16 6 16,-7 12-6-16,5 6 18 15,5-5-13-15,2-5 5 16,0-8-10-16,0-6 2 16,2-13-2-16,5-8-2 15,4-8 2-15,1-3 0 16,4-7 9-16,9-17-5 16,1-10 1-16,1-4-1 0,-2-1-4 15,-4 7 3-15,-6 11-2 16,-5 10-1-1,-7 11 0-15,0 5-3 16,6 22-3-16,0 10 6 0,9 0 14 16,0 0-10-16,0-7-4 15,-2-10-2-15,7-7 2 16,-7-7-1-16,2-6-5 16,-2-4-27-16,-1-17-103 15,0-5-110-15,-15-7-149 16</inkml:trace>
  <inkml:trace contextRef="#ctx0" brushRef="#br1" timeOffset="-145043.79">4880 13650 950 0,'0'0'24'0,"0"0"27"0,0 0 43 0,0 0-93 0,0 0 1 0,91 8-2 0,0-14-69 16,10-7-294-16</inkml:trace>
  <inkml:trace contextRef="#ctx0" brushRef="#br1" timeOffset="-143857.33">6743 13758 692 0,'0'0'66'0,"0"0"-7"15,0 0 81-15,0 0-56 16,0 0-26-16,-58-78 38 16,40 72-4-16,-1 6-60 15,-10 0-10-15,-5 15 46 16,-5 12-58-16,1 14 8 0,0 8 20 16,4 4-28-16,10 2-1 15,10-5-3-15,11-6-4 16,3-11-2-16,20-5-1 15,25-14-2-15,20-13 3 16,23-1 6-16,17-26 0 16,14-11-6-16,5-9 0 15,-2-6 0-15,-17-3-7 16,-17 1-46-16,-30 5 16 16,-24 12 36-16,-22 9 1 15,-12 12 8-15,-22 9 8 16,-19 7-2-16,-14 0 0 15,-6 23-5-15,0 8 3 16,9 11-3-16,10 5 5 0,12 4-9 16,9-1-3-16,14-6-2 15,7-8 0-15,7-8-8 16,26-11 2-16,15-11 6 16,10-6 1-16,9-8 0 15,-1-18-1-15,-5-9-10 16,-12-8-8-16,-10-6 6 15,-8-1 8-15,-11 2 4 16,-7 13 2-16,-8 13 3 16,-5 10 3-16,0 8 7 15,0 4 2-15,-6 11-15 0,-9 19-2 16,1 9-3 0,4 1 3-16,4-5 0 0,6-5-5 15,0-9 1-15,7-6-2 16,11-6 5-16,9-9-4 15,12 0 5-15,12-13 3 16,7-9-2-16,3-4 1 16,-6-4-2-16,-7 1-2 15,-15 5-4-15,-8 8-1 16,-14 9 4-16,-7 4 3 16,-4 3 5-16,0 13-5 15,-12 16-7-15,-1 10 7 16,-4 3 6-16,5-2-1 15,3-8-2-15,4-2-2 0,3-8-1 16,2-6 0-16,0-9 0 16,0-5-2-16,0-2 1 15,16-6 1-15,4-17 16 16,7-10-12 0,0-9 1-16,1-4-5 0,0-1 2 15,-4 6 0 1,-7 13-2-16,-6 13 5 15,-8 10-5-15,-3 5 2 0,0 7-2 16,0 17 0-16,0 12 1 16,0 3 11-16,0 1-4 15,0-5-7-15,0-4 0 16,5-6-2-16,-1-5-1 0,1-7 1 16,1-5 0-16,3-6-47 15,0-2-108-15,8-3-2 16,3-17-44-16,7-6-149 15</inkml:trace>
  <inkml:trace contextRef="#ctx0" brushRef="#br1" timeOffset="-143461.6">8365 13752 577 0,'0'0'138'0,"0"0"54"0,0 0-46 0,0 0-99 0,0 0-3 0,-43 80 12 0,29-40-20 0,1 3-18 15,4-5 5-15,0-4 0 16,0-6-7-16,5-7-11 0,1-8 4 16,1-6-8-16,2-5 0 15,0-2 3-15,0 0 4 16,2-17 8-16,12-8-8 16,6-13-6-16,8-6-1 15,2-6 0 1,3-2-1-16,-2 6 0 15,1 11 0-15,-9 15-1 0,-8 9 1 16,-4 11 0-16,-2 0-4 16,-3 8-8-16,4 17 12 15,-4 7 22-15,-3 2-2 16,-3 2 5-16,6-2-14 16,-3-2-6-16,0-7-5 0,4-7-2 15,-1-4-3 1,8-9-35-16,7-5-170 0,10 0 71 15,8 0-170 1</inkml:trace>
  <inkml:trace contextRef="#ctx0" brushRef="#br1" timeOffset="-143126.22">8936 13720 988 0,'0'0'39'0,"0"0"75"0,0 0-13 15,-92 42-34-15,68-2-7 0,6 4-20 16,5 1-9 0,7-3-5-16,6-9-20 0,0-8-6 15,4-4 0-15,14-10 0 16,6-5 6-16,4-6-4 16,8-5 3-16,3-16-2 15,0-8-3-15,-3-5-5 16,-8-7-10-16,-6-4 0 15,-13-1 10-15,-9 0 5 16,0 12 1-16,-10 10 5 16,-19 13 4-16,-11 9-10 15,-6 2-8-15,4 9 6 16,5 11-6-16,8 0-3 0,10-2-13 16,10-3-87-16,9-3-40 15,0-8-39-15,8-4-106 16,14-3-172-16</inkml:trace>
  <inkml:trace contextRef="#ctx0" brushRef="#br1" timeOffset="-142908.08">9214 13327 504 0,'0'0'519'0,"0"0"-484"15,0 0 74-15,0 0-64 16,1 112 146-16,-1-43-105 15,0-2-45-15,0-1-3 16,0 2-30-16,0-4-8 16,0-1 0-16,0-8-2 15,0-12-45-15,-1-15-179 0,-4-15-32 16,5-13-128-16</inkml:trace>
  <inkml:trace contextRef="#ctx0" brushRef="#br1" timeOffset="-142773.15">9308 13639 976 0,'0'0'18'16,"0"0"105"-16,0 0-67 15,94-90-54-15,-45 72-4 16,24-1-15-16,30 4-136 16,28 1 145-16,14-1-581 15</inkml:trace>
  <inkml:trace contextRef="#ctx0" brushRef="#br1" timeOffset="-141857.16">10980 13184 610 0,'0'0'62'0,"0"0"-22"0,0 0 81 15,0 0-57-15,0 0-22 16,0 0 81-16,-41 123-37 16,17-60-28-16,0 6-1 0,0 3-29 15,-3 0-4 1,0-3 3-16,2-7-18 0,5-7-4 16,4-12-4-16,13-14-1 15,0-13-2-15,3-14-4 16,3-2-2-1,19-22 8-15,8-15 8 0,6-12 0 16,0-3-8-16,6-4 1 16,1 0 1-16,0 8-1 15,3 11-1-15,-4 12-1 16,-6 17 0-16,-5 8-1 16,-2 15-7-16,-7 15 3 15,-4 7 5-15,-2 2-1 16,-8 1 2-16,-8 1 2 15,0-3 1-15,-11 0-1 16,-12-2 4-16,-9-3-2 0,-5-3 2 16,-4-7-6-1,0-8 5-15,2-8-3 0,9-7 1 16,3 0-2-16,11-19 5 16,6-7-5-16,7-6 0 15,3-2-1-15,4 6-3 16,20 7 1-16,4 12-3 15,5 7 2-15,4 2-7 16,6 0 8-16,2 10 1 16,4 0 1-16,1-2 1 15,8-4 4-15,2-4-4 16,5 0 5-16,-2-3-5 16,-3-10-1-16,-11-3 1 0,-15-2 2 15,-9-2-3 1,-12-4 6-16,-3-9 2 0,-7-5-5 15,-3 2-2-15,0 3 4 16,0 12-2-16,0 13 0 16,-3 8 31-16,-7 0-1 15,-4 19-33-15,-2 12 0 16,1 7-3-16,3-5 2 16,12 0-7-16,0-7-2 15,25-2 0-15,13-6-44 16,14-9-149-16,10-9-76 15,4 0-242-15</inkml:trace>
  <inkml:trace contextRef="#ctx0" brushRef="#br1" timeOffset="-141611.15">12395 13040 713 0,'0'0'226'15,"0"0"-226"-15,0 0 104 0,0 0 11 0,0 0-71 0,0 0-29 0,-20-38-15 0,75 29 3 0,8-1-3 0,-2 0 0 16,-3 1 0-16,-11 0 2 16,-10 5-2-16,-9 0-77 15,-7 1-110-15,-12 3-53 16,-9 0-143-16</inkml:trace>
  <inkml:trace contextRef="#ctx0" brushRef="#br1" timeOffset="-141439.53">12598 13008 585 0,'0'0'75'0,"0"0"4"16,-32 91 67-16,31-46-41 16,1 2 33-16,0 3-34 0,0-1-24 15,0-3-29 1,0 1-25-16,0-3-11 15,0-2-15-15,0-6 0 0,-3-2-6 16,0-11-60-16,3-8-220 16,0-9-338-16</inkml:trace>
  <inkml:trace contextRef="#ctx0" brushRef="#br1" timeOffset="-141096.98">12762 13343 420 0,'0'0'571'0,"0"0"-569"16,0 0 119-16,0 0-87 15,0 0-23-15,92-32 10 16,-60 55-5-16,-9 9-2 16,-8 4 0-16,-12 2 0 0,-3 0-4 15,0-2-5-15,-16-9-4 16,1-4 2-16,2-10-3 15,5-7 1-15,5-3-1 16,3-3 0-16,0-6 20 16,0-18-11-16,8-8-8 15,9-9-2-15,6-7 1 16,2-3-1-16,5-3-2 16,1 7 3-16,-1 8-8 15,-4 16-27-15,-7 9-38 16,-7 14-41-16,-6 0-31 0,3 21-38 15,-3 4-109 1</inkml:trace>
  <inkml:trace contextRef="#ctx0" brushRef="#br1" timeOffset="-140484.37">13397 13301 767 0,'0'0'150'0,"0"0"-101"15,0 0 139-15,0 0-93 16,0 0 10-16,0 0-70 16,-49-33-32-16,36 67-3 15,2 5 5-15,4-2-3 16,7-3-2-16,0-5-4 0,0-5 3 16,8-7-4-16,9-9 5 15,10-7 1-15,6-1 1 16,4-7-2-16,5-11-3 15,0-8-19-15,-5-5 5 16,3-6-15-16,-7-5 15 16,-6-1 13-16,-9 2 4 15,-9 9 3-15,-5 12 7 16,-4 9 20-16,0 7 36 16,0 4-4-16,-13 10-56 15,-4 16-6-15,-2 5 7 16,7 3 10-16,8-3-8 15,4-3-9-15,5-3 2 0,16-3-1 16,12-5 2-16,15-5-2 16,8-6 7-1,7-6-5-15,3 0-1 0,-8-12-1 16,-7-8 1-16,-5-7 0 16,-12-8 4-16,-8-2-2 15,-7-7-2-15,-12-3 6 16,-5 12-5-16,-2 8 2 15,0 12 16-15,-13 15 15 16,-11 0-31-16,-8 21-5 16,1 11-5-16,6 4-1 15,11 5 1-15,13-2-1 0,1-3 2 16,6-4 1 0,13-5-1-16,2-6 0 15,-1-3-31-15,-1 2-107 16,3 0-80-16,-2-1-190 0,-2 8-252 15</inkml:trace>
  <inkml:trace contextRef="#ctx0" brushRef="#br1" timeOffset="-139129.25">6033 15232 675 0,'0'0'3'0,"0"0"29"0,0 0 56 0,0 0-36 0,0 0 8 0,0 0 2 0,106-85-41 0,-82 46-1 15,-8 4-1-15,-10-1-10 0,-6 4 9 0,0 6 21 0,-16 3-18 16,-1 8 1-16,-5 12 8 16,-6 3 13-16,-1 16-43 15,-5 17-5-15,4 13 3 16,3 3 1 0,6 0-2-16,5-3 2 0,10-7 0 15,6-7 1-15,0-7-4 16,6-8 1-16,12-7 1 15,1-8 2-15,7-2-1 16,2-15 1-16,2-7 0 16,1-9 5-16,-4-1-5 15,0-2 0-15,-12 1 0 16,1 6 0-16,-11 5 2 0,-2 13 0 16,-3 4 2-1,0 5 11-15,0 7-5 0,-5 20-10 16,-4 14 0-16,-1 3-1 15,5 1 1-15,5-10-1 16,0-6 1-16,8-7-5 16,14-10 5-16,5-8 0 15,4-4 0-15,11-14 1 16,3-17 0-16,3-7 0 16,-2-5-1-16,-6-8 4 15,-7-6-4-15,-5-8 1 16,-10-6-1-16,-9 1 0 15,-9 8 9-15,0 13-5 0,0 20 3 16,0 14 14-16,-3 15 65 16,-3 0-22-16,3 31-64 15,-4 18-2-15,5 18 2 16,1 5 0-16,1 3 0 16,0-2-2-16,6-6-4 15,15-10-102-15,1-11-113 16,-5-10-135-16</inkml:trace>
  <inkml:trace contextRef="#ctx0" brushRef="#br1" timeOffset="-138964.45">6585 15141 317 0,'0'0'808'0,"0"0"-805"0,0 0 96 16,0 0-41-16,-22-73-58 0,61 64-4 0,20 4-4 0,17 0 3 0,8 5-102 0,11 0-186 0,-8 0-368 0</inkml:trace>
  <inkml:trace contextRef="#ctx0" brushRef="#br1" timeOffset="-138474.65">7770 15143 1133 0,'0'0'10'0,"0"0"41"0,19-82 54 16,-7 54-64-16,1 0 16 15,-4 10-30 1,-6 8 7-16,-3 5 20 16,0 5 9-16,-1 0-9 0,-23 7-26 15,-9 12-26-15,-7 4-2 16,2 5-1-16,7 0-1 15,6-1 2-15,7-4-2 16,9-3 1-16,9-1-6 16,0 1-2-16,25 2 2 31,8-3 3-31,6 2 2 0,4-3-1 0,-4-1-1 16,-2-1-10-16,-7-3-23 15,-8-5 9-15,-6-2 0 16,-10-3 11-16,-6-2 13 0,0 3 4 15,-20 5 6-15,-20 3 2 16,-8 4 2-16,-7 2 7 16,-3 0 23-16,0-2-15 15,8-1-6-15,10-3-13 16,16-4-3-16,12-6-3 16,12-2-1-16,0 0-15 15,24 0 1-15,18-6-3 16,10-12-63-16,8-3-110 0,-2-5-38 15,3-2-52 1,9-3-270-16</inkml:trace>
  <inkml:trace contextRef="#ctx0" brushRef="#br1" timeOffset="-137328.42">8581 15034 870 0,'0'0'154'16,"-104"-18"-135"-16,51 18 163 0,0 5-116 0,7 19-1 0,5 5-11 0,10 8-44 0,9 6-3 15,11-3-7-15,11-1 0 16,0-7-1-16,24-10-2 16,4-4-3-16,5-14-14 0,3-4-64 15,0-7 34-15,4-16-23 16,0-4-11-1,-2-2 23-15,-4-3 8 0,-1-1 30 16,-8-1 20-16,-10 7 3 16,-6 4 3-1,-9 12 10-15,0 6 85 0,0 5 28 16,-15 0-60-16,-3 19-39 16,-1 8 2-16,3 4 0 15,10 0-15-15,6-3-11 16,0-6 0-16,1-2-3 15,17-8 0 1,4-5-1-16,4-7 1 16,5 0 0-16,2-6-30 0,2-11-7 15,0-6-5-15,-4-2-17 16,0-1-15-16,1-5-7 0,-7 4-15 16,-4 4 9-1,-3 7 56-15,-9 7 31 16,-6 6 1-16,-3 3 26 15,0 0 51-15,0 19-18 0,-3 9 21 16,-3 3-37-16,0 1-13 16,1-4-14-16,1-3-4 15,4-4-1-15,0-7-9 16,0-7-1-16,0-4-2 0,0-3 0 16,0 0 3-16,4-3 6 15,10-15 0-15,7-6-5 16,-3-5-4-1,4 0 1-15,-1 2-1 16,-4 6 1-16,-1 6-2 0,-7 8 1 16,-5 6 0-16,1 1-2 15,-2 7-4-15,1 11 6 16,-2 4 16-16,-2-3 0 16,3 1 7-16,-3-2-12 15,0-1-8 1,0-5 3-16,0-4-2 15,0-3-2-15,0-2 0 16,0-2 0-16,1-1 0 16,1 0 3-16,-1 0 4 0,8-7-1 15,3-10-8-15,3-9-4 0,10-6-9 16,1-1-15-16,0 2-14 16,-3 7 29-16,-4 8 7 15,-5 8 6-15,-4 8 0 16,-2 0-2-16,1 0-3 15,-3 18 3-15,-1 4 2 16,-5 7 19-16,0 3-2 16,0-1-13-16,0-4 5 15,0-5-2-15,0-5-1 16,3-6-5-16,5-4 1 0,10-7 1 16,0 0-1-16,9 0 5 15,4-15-4-15,2-5-3 16,0-2 0-16,3-4 1 15,-7-3-1-15,1-4 0 16,-3-5-7-16,-6-1-3 16,-8 3-3-16,-4 10 8 15,-9 10 5-15,0 10 5 16,-9 6 32-16,-14 9-10 16,-3 16-10-16,1 7 24 15,8 2-1-15,10-1-24 16,7-4-8-16,4-5-8 0,16-2 0 15,3-8 0-15,5-8-4 16,15-4-120-16,13-2-61 16,10 0-75-16</inkml:trace>
  <inkml:trace contextRef="#ctx0" brushRef="#br1" timeOffset="-135837.36">10721 14758 289 0,'0'0'34'0,"0"0"-8"0,36-94 201 0,-28 57-119 0,-3 5-31 0,-4 10 22 0,1 10 8 0,-2 8 8 0,0 4-32 15,0 1-54 1,0 30-23-16,-8 9 4 0,-2 12 14 16,1 1-5-16,6-3-4 15,3-1 0-15,0-2-6 16,3-6-5 0,16-8-3-16,4-11-1 15,4-10 3-15,7-7-2 0,8-5 0 16,3-2 1-16,4-17-4 15,-4-4 2-15,-5-7-11 16,-5-1-5-16,-10 3 8 16,-11 7 0-16,-8 7 8 15,-6 8 0 1,0 6 7-16,0 0 4 16,-12 14 9-16,-5 16-20 0,-4 6 2 15,10 6-2-15,7-4 2 0,4-8-2 16,0 0-1-16,9-8 1 15,10-10 0-15,5-5 1 16,6-7 0-16,5 0 0 16,6-12 0-16,2-9-1 15,0-10-4-15,-1-8 2 16,-2-9-18-16,-11-5 7 16,-4-1 1-16,-15 6 4 15,-7 17 7-15,-3 10 1 16,0 15 2-16,-7 6 19 0,-11 11 2 15,-7 20-22-15,0 8 3 16,1 10 5 0,6 4 2-16,3 2-6 0,3-5-2 15,1-5 4-15,4-8-6 16,3-11 2-16,1-8-2 16,3-13-1-16,0 0 0 15,0-5 0-15,0-3 7 16,7-18 12-16,14-9-12 15,7-11-7-15,2-6 2 16,0-2-1-16,3-2-2 16,0 7 2-16,-1 8-2 15,-2 11 1-15,-6 12 0 16,-7 7-3-16,-3 6-2 0,-5 9-7 16,-4 13 11-16,5 7 1 15,-8 5 1-15,-2 5 1 16,0 0 2-1,0 1 0-15,0-5-2 0,0-1-1 16,-5-9 3-16,-2-8-3 16,5-6 0-16,2-8-1 15,0-3 1-15,0 0 6 16,0-13 5-16,9-11-12 16,3-9 1-16,9-11 0 15,-4-6-1-15,2-1 0 16,-1 7 0-16,3 10 0 15,-5 9 0-15,-4 13 1 0,-4 5-1 16,-5 7-4-16,2 0-5 16,3 19-3-16,1 9 12 15,3 5 1-15,-2 6 0 16,1 3 3-16,-2 0 6 16,2 0-6-16,5-6-1 15,-5-5 2-15,6-6-4 16,-1-9 0-1,2-6 0-15,9-10 0 16,3 0 0-16,9-6 0 0,2-11-1 16,-2-7 0-16,2-5-1 15,2-7-3-15,0-3-9 16,0-6-11-16,-4-3 15 16,-6-2-1-1,-5 3 3-15,-8 5 6 16,-10 9 1-16,-7 9 2 0,-3 8 5 0,-5 9 18 15,-18 7 9 1,-12 0-23-16,-5 17 2 0,1 13 6 16,5 3-10-1,10 6 1-15,11 1-1 0,7-1 1 16,6 2-6-16,0-5 0 16,15-8-2-16,7-7-2 15,3-7 0 1,5-8 0-16,1-6 0 15,-1 0-6-15,-1-13-98 16,-8-2-33-16,0-3-92 0,-9-7-161 16</inkml:trace>
  <inkml:trace contextRef="#ctx0" brushRef="#br1" timeOffset="-135592.41">10865 14666 1029 0,'0'0'47'0,"-88"9"-47"0,78-5 0 0,10-4 3 0,15 0-3 0,25-2-2 0,18-13-9 0,14-1-123 15,6-4-98-15,5-2-292 0</inkml:trace>
  <inkml:trace contextRef="#ctx0" brushRef="#br1" timeOffset="-135488.58">11594 14522 1123 0,'0'0'88'0,"0"0"-88"16,0 0 153-16,0 0-144 15,0 0-9-15,0 0-1 16,10-43-138-16,17 28-176 0</inkml:trace>
  <inkml:trace contextRef="#ctx0" brushRef="#br1" timeOffset="-133067.15">20129 10594 886 0,'0'0'41'0,"0"0"-40"0,0 0 174 0,0 0-140 0,0 0-13 0,0 0-18 0,-114 50 0 16,72-6 12-16,1 9 15 15,2 5-8-15,8 5-10 0,5-3-2 16,13-3-5-16,7-5-6 16,6-9 0-16,24-8-6 15,17-7 6-15,14-9 3 16,9-11-3 0,9-8 0-16,-2 0-36 0,4-2-10 15,-11-14-13-15,-12-2 14 16,-10-5 4-1,-18-1 2-15,-11 0 23 0,-11 1 16 16,-2 10 7 0,-5 4 30-16,-16 9 47 15,-1 0-27-15,-4 12-14 16,4 11-23-16,1 8-14 0,11 0-5 16,7-3-1-16,3 3-6 0,4-7 6 15,19-7 0-15,11-4 1 16,6-7 2-16,9-6-3 15,3 0-1-15,1-10-10 16,-5-7-12-16,-14-4 13 16,-10-2 9-16,-14-1 1 15,-10-2 1-15,-10 1 3 16,-16 7 8-16,-15 1 32 16,-5 9-38-16,-5 3-4 15,4 5 6-15,9 0-4 16,5 0 2-16,17 5-6 0,2-2-1 15,13-2 0 1,1-1-14-16,0 0-15 0,16-4-38 16,15-16 30-16,13-5-9 15,5-10-22-15,6-6 7 16,-4-13 31-16,3-9 20 16,-1-7 6-16,-6-10 5 15,-1 3 4-15,-10 2-2 16,-10 19 11-16,-9 20 39 15,-11 25 36-15,-6 11 24 16,0 37-88-16,-12 26-18 16,-10 22 11-16,-4 8 14 15,5-2-27-15,5 1 2 0,8-6-2 16,8-10-3-16,0-14-1 16,14-14-3-16,5-17 1 15,10-11 2-15,2-16-3 16,8-4 3-16,8-20 1 15,5-11 1-15,7-8 0 16,-8-8-2-16,-2-7 0 16,-7-11 0-1,-3-6 0-15,-8-10-1 0,-6 1 1 16,-7 3-1-16,-7 19 1 16,-8 18 1-1,-3 18-1-15,0 17 7 16,-2 10 7-16,-15 25-14 0,-6 19-2 15,-3 12 1-15,7 4 1 16,8-1-2-16,7-4 0 16,1-1 0-16,3-6 1 0,0-9 0 15,22-9 0-15,9-7 1 16,14-10 0-16,14-9 0 16,8-9 1-16,5 0-1 15,-3-10-1-15,-9-12-26 16,-13-8-26-16,-18-8 11 15,-8-10 3-15,-13-6 33 16,-8 2 6-16,0 8 1 16,-3 15 14-16,-8 14 88 0,-4 15-37 15,-1 4-42-15,-7 25-24 16,4 12-3 0,9 4 1-16,2-3-3 0,8 1 1 15,0-8 0-15,0-5 3 16,11-5 0-16,5-9 0 15,2-8-30-15,9-5-74 16,9-3-21-16,14 0-88 16,10-11-7-16,6-10-109 15</inkml:trace>
  <inkml:trace contextRef="#ctx0" brushRef="#br1" timeOffset="-132697.39">22213 10764 383 0,'0'0'612'15,"0"0"-608"-15,-82 19 124 0,55 14-76 0,3 7-30 0,14-1 11 0,4-2-26 0,6 0-2 0,0-7 2 0,13-8-3 16,8-6-2-16,2-7-1 16,10-9 9-16,8 0-10 15,6-14-20-15,3-15-4 16,4-6-16-16,-5-15-9 15,-3-11 7-15,-5-15 25 16,-5-12 6-16,-5-18 9 16,-4-5 2-16,-8 9 0 0,-5 18 4 15,-8 30 5-15,-6 27 83 16,0 19 28-16,-2 8-53 16,-13 31-64-16,-4 22-3 15,4 19 7-15,3 10-2 16,9 0-3-16,1 3-2 15,1-4-1-15,-1-3-2 16,-4-7 1-16,0-12-88 16,-4-10-147-16,1-21-104 15</inkml:trace>
  <inkml:trace contextRef="#ctx0" brushRef="#br1" timeOffset="-132427.25">22625 10624 907 0,'0'0'0'0,"0"0"2"16,0 0 46-16,91-42-46 15,-57 44-1-15,-3 20 0 16,-2 4 0-16,-11 9-1 16,-11 5 21-1,-7 3 16-15,0 0 52 0,0-8-36 16,-13-1-5-16,2-5-14 15,0-10-20-15,3-1-10 16,2-9-4-16,1-4-2 16,5-5-30-16,0 0-161 15,0-16 7-15,0-15-373 0</inkml:trace>
  <inkml:trace contextRef="#ctx0" brushRef="#br1" timeOffset="-132315.41">22822 10509 596 0,'0'0'0'0,"0"0"-6"16,-41 77 3-16,37-45-94 15</inkml:trace>
  <inkml:trace contextRef="#ctx0" brushRef="#br1" timeOffset="-131664.05">23068 10569 956 0,'0'0'8'0,"0"0"203"0,0 0-177 0,0 0-34 16,0 0 0-16,0 113 0 0,0-69 4 15,0-5 0-15,0-1-4 16,9-5 3-16,7-7 0 0,5-6 1 15,3-3-4 1,6-7 3-16,0-9 5 16,1-1-8-16,-5 0-2 15,-4-15-1-15,-9-8-22 0,1-7 4 16,-8-6 13-16,-6-2 5 16,0 0 0-16,0 4 1 15,0 5 4-15,-2 13-2 16,-1 4 3-16,2 12 10 0,1 0-6 15,-4 0-7-15,3 12-7 16,-3 8 2-16,4 2 1 16,0 1 3-16,7-3 0 15,10-6-1-15,3-7 2 16,7 1 2-16,6-8 0 16,4 0 1-16,7-1-2 15,2-13 0-15,-1-2-1 16,-8-5-1-16,-7-5-15 15,-15-4-6-15,-6-1 9 16,-9 2 13-16,0 6 1 16,0 5 2-16,-12 11 8 15,-6 7 36-15,-2 4-33 16,-2 21-14-16,3 7 2 0,8 5 1 16,7 0 0-16,4 0-1 15,0-5-2-15,0-4-3 16,3-6 1-16,7-6 2 15,7-7 2-15,1-5-2 16,4-4 4-16,5 0-4 16,0-10-27-16,1-11-30 15,-1-4-48-15,-1-8-12 0,-4-9-85 16,-2-8-198 0</inkml:trace>
  <inkml:trace contextRef="#ctx0" brushRef="#br1" timeOffset="-130828.65">23875 9943 565 0,'0'0'10'0,"0"0"107"0,0 0 10 16,0 0-60-16,0 0 13 0,0 0-7 0,0-40-21 0,0 40 3 0,0 0-23 0,0 0-21 0,0 11-10 16,0 20 1-16,-1 16 29 15,-8 14 9-15,1 8 2 16,-1 10 12 0,3 5-19-16,3-1-25 0,2 0-4 15,1-13-5-15,0-10-1 16,6-15 0-16,9-9 0 15,0-11 0-15,2-12 3 16,2-9 2-16,3-4 11 16,2-10-13-16,1-17-3 0,5-5-11 15,-6-4-18 1,0-4 8-16,-4-1-3 0,-4 10 1 16,-8 7 13-16,-5 12 10 15,-3 11 14-15,0 1-9 16,-14 18-5-16,-3 8 0 15,-2 9 0-15,7 1 2 16,7-4 2-16,5-3 4 16,0 0-3-16,0-6-5 15,6-5 2-15,9-7 0 16,6-6 12-16,3-5-8 16,4 0 1-16,0-11-7 15,4-8 2-15,-4-8-2 16,2-2-2-16,-4-3-8 15,-6 3 9-15,-9 5 1 0,-7 5 2 16,1 10 6 0,-5 5 9-16,0 2 28 0,0 2-45 15,-12 11-1 1,-6 20-4-16,-3 14 5 16,6 14 6-16,11 16 50 15,2 11-33-15,2 6-18 16,-1 7 3-16,-5 3-8 0,-2-3 0 15,-7-4 0-15,0-4 2 16,-7-14-2-16,3-12 0 16,-2-16 0-16,-2-20 0 15,4-15 1-15,4-14 4 0,-4-6 4 16,-2-27 0 0,1-17-5-16,7-15-2 0,7-11-1 15,6-5-1-15,9-5-3 16,16-3-3-16,14 3-17 15,7 6-41-15,11 1-75 16,10 8-8-16,8-3-110 16,8 5-261-16</inkml:trace>
  <inkml:trace contextRef="#ctx0" brushRef="#br1" timeOffset="-129923.18">25612 9868 816 0,'0'0'15'16,"0"0"-12"-16,0 0 13 0,0 0 6 0,0 0-5 0,0 0 2 0,38-62 34 0,-36 55 16 15,-2 2-14-15,0 3-2 16,0 0 47-16,-2 2-29 16,-14 0-36-16,-6 0-35 15,-7 10-2-15,-2 8 2 16,3 2 0-16,1 3 0 15,6 2 0-15,9-1 0 16,-1 1 0-16,8-5-6 0,5-1-5 16,0-6-6-1,6-4 17-15,17-1 2 0,8-5 2 16,5-3-4-16,10 0-5 16,0 0-33-16,3 0-13 15,-8-4 1-15,-5-3-16 16,-16 3 14-16,-9 4 14 15,-8-3 29-15,-3 3 9 16,-11 0 5-16,-15 0-3 16,-12 0 14-16,-5 0 20 15,0 4-7-15,1 12-13 16,4 1 22-16,4 8-19 16,6 3-4-16,4 3-7 15,6 1 0-15,11-2-8 16,7-3-1-16,0-1-7 0,22-8 8 15,14-5-2 1,11-7-4-16,15-6-49 0,8 0-14 16,8 0-49-16,7-11 33 15,4-8-84-15,-1 2-90 16,-7-10-48 0</inkml:trace>
  <inkml:trace contextRef="#ctx0" brushRef="#br1" timeOffset="-129578.7">26254 10090 333 0,'0'0'206'0,"0"0"-29"0,0 0-24 0,0 0 18 0,0 0-113 0,0 0 3 0,-72-40-42 0,33 69-10 0,0 2-2 0,0 3-5 15,8-6-2-15,4 1 1 16,6-6-2-16,8-11 1 0,7-4-2 16,4-5 1-16,2-3-6 15,0 0-4-15,5-18-8 16,11-5-22-16,-1-5 28 15,1-1 13-15,-2-5 1 16,-1 0 3 0,-2 4 3-16,-2 10 16 0,-4 9 11 15,-1 11-5-15,-3 6-29 16,1 25 8-16,2 11-4 16,4 5 20-16,4 3-15 0,9 1-3 15,7 1-6 1,9-7 0-16,8-8 0 0,3-11-9 15,2-11-111-15,2-15-83 16,-1 0-73-16</inkml:trace>
  <inkml:trace contextRef="#ctx0" brushRef="#br1" timeOffset="-128782.56">26811 9769 354 0,'0'0'239'0,"23"-83"-141"15,-20 71 71-15,-3 12 26 16,0 8-176-16,-5 23-12 0,-7 13 19 16,-3 7 2-1,3 2-5-15,2 4 9 16,1 1 7-16,2 0-24 16,2-3-11-16,2-7 1 0,3-10 1 15,0-10-6-15,0-12 0 16,1-7 2-16,6-9 0 15,0 0 8-15,8-3 17 16,6-17-25-16,1-7 3 16,4-7-4-16,0-7-1 15,0 7 0-15,-7 5 0 16,-4 9 1-16,-9 14 1 16,-3 6-4-16,-3 0 2 15,0 22-29-15,0 9 29 16,2 5 22-16,1-5-10 15,5 2-5-15,3-7 4 0,7-4-6 16,3-5 13-16,7-6 0 16,8-7-3-16,8-4 0 15,3 0-10-15,3-9-2 16,-5-5 1-16,-3-11-4 16,-6-3 2-16,-8-9-4 15,-10 0 2-15,-8 2-1 16,-10 4 1-16,0 12-2 15,-3 4 6-15,-17 11 0 16,-7 4-4-16,-4 0-1 16,-2 19-3-16,7 0 1 15,7 4-1-15,4-1 1 16,7-1-4-16,5-3 5 0,3-1 1 16,0-3-11-16,0-4 12 15,6-4 4-15,7-1 3 16,4-4-2-16,4-1 3 15,2 0-5-15,2 0-2 16,0-15-1-16,2-1 0 16,-3-6-4-16,-4 0-5 15,-4 1 5-15,-7 8 2 16,-6 8 2-16,-3 5-1 16,0 0-2-16,0 5-15 15,-5 18 10-15,-5 2 8 0,1 5 0 16,5-5-1-1,4-4-1-15,0-3-5 16,3-1 7-16,13-4 4 16,0-8-1-16,5-1 2 15,6-4-5-15,-3 0-67 16,3-2-68-16,-5-7-24 0,2-8-45 16,-2-6-260-16</inkml:trace>
  <inkml:trace contextRef="#ctx0" brushRef="#br1" timeOffset="-127043.05">27711 10014 573 0,'0'0'155'16,"0"0"-42"-16,0 0 26 0,0 0-95 0,0 0-43 0,0 0 1 0,-54 55 15 0,41-24-8 0,2-1 15 0,5 2-12 15,6-3 31 1,0-2-29-16,0-9-5 0,15-3 2 15,2-4 1-15,5-5-4 16,6-6-4-16,1 0-3 16,-4 0-1-1,-1-19-1 1,-2-4-11-16,-1-7-6 16,-1-7-6-16,1-4 2 0,1-2-5 15,-6 6-4-15,-2 8 18 16,-10 16 13-16,-4 9 3 0,0 4 4 15,0 12-7-15,-11 15 0 16,-2 10 17-16,4-2-4 16,5 2-9-16,4-5 9 15,0-3-6-15,0-2-6 0,10-8 2 16,4-6 1 0,1-5 0-16,1-8 4 0,5 0-1 15,3 0-1 1,3-19-2-16,1-1-2 15,3-6-1-15,2-2-1 0,6-1 1 16,3 1 0-16,-2 3 0 16,-7 8-1-16,-10 8 0 15,-7 4-1 1,-9 5 1-16,-2 0 0 16,-2 12-13-1,-1 9 12-15,-2 3 1 0,0 7 1 16,0-2 4-16,-2 3-3 15,-4-3 0-15,-3 2-2 0,-2-8 0 16,-1-4 3-16,-3-4-2 16,-1-10 5-16,2-4 0 0,-2-1 2 15,3 0-3-15,0-5 0 16,2-11-3-16,3 2 2 16,4-4-4-16,2 5 0 15,2 1-2-15,0 7 1 16,0 3 1-16,0 2-7 15,0 0-5-15,0 9-2 0,0 7 14 16,0 4 0-16,11-2-1 16,7-1-1-16,6-3 2 15,10-1 2-15,8-5 0 16,-2-2-2-16,1-2-1 16,-9-4-16-1,-5-6-58-15,-5-15 13 16,-4-14 22-16,-4-7 34 0,0-9 5 15,2-6 1-15,1-10 2 16,1-12-2-16,2-5 6 16,-4 3-6-16,-1 15 1 15,-9 24 19 1,-3 21 55-16,-3 21-12 16,0 4-61-16,-7 32-1 0,-8 16-1 0,1 12 1 15,5 2 0 1,5-1 8-16,4-5-5 0,0-3-1 15,6-7-2 1,10-5 3-16,8-8-2 0,1-5-2 16,2-10 3-1,1-10-1-15,1-12 0 0,1 0 3 16,-5-15-5-16,2-9-7 16,-5-7-11-16,-2-7-6 15,-4-3 12-15,2-4 2 16,-4 11-2-16,-3 6 9 15,-6 13 2-15,-4 9 2 16,-1 6-1-16,0 0 0 16,-1 20-6-1,-11 6 1-15,3 3 5 16,8 2 4-16,1-3-3 16,0-3 1-16,0-2 3 15,10-8-3-15,2-1 0 16,1-4 2-16,4-8 1 0,-1-2 5 0,7 0 0 15,-3-12-1-15,1-6-3 16,2-4 2-16,0-7-8 16,-3-3 2-1,-1 4-2-15,-8 5 2 0,1 7 9 16,-8 9-3-16,-2 6 14 0,-2 1-5 16,0 0-17-16,1 14-12 15,1 8 12-15,-2 9 4 16,1-1 2-16,2 3-5 15,2-5 8-15,2 2-5 16,2-9 3-16,-1-5 0 16,2-4-2-16,0-6-2 15,2-6 8-15,3 0 22 16,2 0-12-16,0-10-18 16,0-6 4-16,-2-5-3 15,2-6 2-15,-3-2-2 16,-2 0-4-1,-2 4 3-15,-5 7 0 0,-2 10 1 16,-3 3 2-16,0 5 3 16,0 0-8-16,0 0-1 15,1 0-1-15,-1 0-5 0,2 0-6 16,1 0 8-16,3 0 0 16,9 0 2-16,3 0 2 15,7 0 2-15,5-3 1 16,6-1 0-16,0-2-3 15,1-3 0-15,-6-6-1 16,-7-3 1 0,-4-3 0-16,-10 4 2 15,-7 4-1-15,-3 6 3 0,0 7-4 16,-15 0 0-16,-6 0-4 16,-1 12 1-16,2 9-9 0,10 5 6 15,10 1 3 1,0 0 3-16,10-5 1 15,13-3 1-15,1-4 0 0,4-5 0 16,4-2 5-16,2-4-5 16,6-4-2-16,-3 0-1 15,-4 0-3-15,-6 0-112 16,-17-12-124-16,-10-12-463 16</inkml:trace>
  <inkml:trace contextRef="#ctx0" brushRef="#br1" timeOffset="-126781.48">28406 9822 822 0,'0'0'8'16,"0"0"-6"-16,0 0-2 0,0 0 12 0,0 0-4 0,104-1-8 0,-38 2-6 0,3-1-49 0,0 0-168 16,2-5-215-16</inkml:trace>
  <inkml:trace contextRef="#ctx0" brushRef="#br1" timeOffset="-126614.02">29400 9753 809 0,'0'0'22'0,"0"0"16"0,0 0 42 16,0 0-75-16,0 0-5 15,0 0-18-15,0-24-189 16</inkml:trace>
  <inkml:trace contextRef="#ctx0" brushRef="#br1" timeOffset="-109781.92">19619 12475 575 0,'0'0'117'0,"0"0"-86"0,0 0 62 0,0 0-20 0,0 0-12 0,0 0 24 0,0 0-2 0,58-21-5 0,-38 13-24 0,-1-1-7 15,0-2-17-15,-2 0-9 16,-1-3-1-16,-3-2 3 16,1 0-7-16,-5 3-3 15,-6 1-4-15,0 5 0 16,-3 3 13-16,-3 3 14 16,-18 1-29-16,-15 0-6 15,-9 15-1-15,-7 10 3 16,-6 6 0-16,1 6 3 15,2 4 15-15,6 0-10 16,11-3-2-16,10 2-4 0,12-5-4 16,13-4-1-1,3-4-5-15,19-4-1 0,20-8 5 16,11-7 1-16,10-8-2 16,1 0 1-16,-3-8-4 15,-4-8-14-15,-12 3-35 16,-15-3 5-16,-12 4 30 15,-12 0 19-15,-3 0 0 16,0 1 2-16,-8 8 3 16,-14 3-2-16,-5 0 6 15,-6 23 2-15,-1 8-1 16,0 6 7-16,5 1-1 16,4 1-6-16,8-2 4 15,4-3 0-15,13-3-12 0,0-6 2 16,7-3-4-16,19-6-1 15,5-7 0-15,11-8 1 16,4-1 0-16,6-6 0 16,5-12-1-16,3-4-3 15,-4-3-34-15,-5-2-35 16,-6-1 18-16,-14 6 6 16,-11 5 37-16,-10 9 12 15,-5 5 0-15,-5 3 14 16,0 0 5-16,0 18-10 15,0 8 57-15,0 2 0 16,0 3-38-16,0-1-9 16,0-4-11-16,0-2-8 0,0-4 0 15,0-7 0-15,0-6-5 16,1-7-95-16,4 0-164 16,4-16-84-16</inkml:trace>
  <inkml:trace contextRef="#ctx0" brushRef="#br1" timeOffset="-109626.52">20144 12507 1080 0,'0'0'45'0,"0"0"-28"0,0 0 68 0,0 0-85 0,0 0-3 0,0 0-4 15,-17 76-40-15,29-58-207 16,-1-7-294-16</inkml:trace>
  <inkml:trace contextRef="#ctx0" brushRef="#br1" timeOffset="-108697.39">20473 12422 1124 0,'0'0'20'16,"0"0"-3"-16,-31 99 110 15,31-39-45-15,3 9-27 16,11 8-10-16,2 2-20 16,-2-7-13-16,2-13-12 15,-4-12-1-15,4-15 0 16,-1-15-3-16,12-17 3 16,6 0-10-16,7-29-62 0,5-11-29 15,-6-14-50-15,-8-9 28 16,-10-15 50-16,-11-9 26 15,-5-2 40-15,-5 5 8 16,0 21 18-16,0 22 15 16,0 21 88-16,0 20 45 15,0 20-132-15,0 25-33 16,0 19 9-16,0 9 27 16,0 4-6-16,0 0 4 15,0 0-17-15,7-12-1 16,1-11-12-16,1-12-4 15,4-12-1-15,-3-13 0 16,6-13 0-16,6-4 3 16,5-21 11-16,5-16-7 15,4-9-7-15,-4-5-4 0,-6-2 2 16,-6 12-3-16,-5 11 5 16,-8 12 0-16,-4 13 0 15,-3 5-3-15,0 13-9 16,0 12 6-16,0 7 6 15,0-1 3-15,0-5-2 0,0-3-1 16,0-4 0 0,9-2 0-16,3-9 1 15,7-3-1-15,10-5 3 16,2 0 0-16,0-13-2 16,-1-7 0-16,3-3-1 0,-6-4 0 15,-4-6 0-15,-10-2-10 16,-7 2 6-16,-5 8 2 15,-1 10 2 1,0 9 3-16,0 6-3 0,-10 9-2 16,-8 16-2-16,0 10 4 15,5 3 4-15,5-1 1 16,8-5-1-16,0-3-4 16,0-7 0-16,8-3 0 15,6-9-3-15,3-5 3 16,4-5 1-16,4 0 1 15,2-14-2-15,3-10-3 16,-2-5-10-16,1-4-13 0,-2-4 6 16,-7 0 9-1,-3 11 9-15,-8 9 2 16,-5 9 1-16,-4 8 3 0,0 3-4 16,0 19-6-16,0 6 6 15,0 0 3-15,2-3-3 16,4-6 0-16,1-5-1 15,3-5 1-15,1-7-5 16,-2-2-49-16,1 0-169 16,-8-15-101-16</inkml:trace>
  <inkml:trace contextRef="#ctx0" brushRef="#br1" timeOffset="-108529.49">20618 12646 1107 0,'0'0'0'0,"0"0"0"0,0 0 52 0,0 0-52 0,136-68-13 0,-63 54-201 0,-3-6-373 0</inkml:trace>
  <inkml:trace contextRef="#ctx0" brushRef="#br1" timeOffset="-107166.23">22452 12391 725 0,'0'0'64'0,"0"0"-61"0,0 0 56 15,-3-101 12-15,3 62-40 16,0-4 51-16,7 1-38 16,-4 10-11-1,3 10 37-15,-3 16 21 16,-3 6-9-16,0 6-50 16,0 27-32-16,0 16 4 0,0 14 52 15,0 5-37-15,-3 2-7 16,-6 6 2-16,-1 3 3 15,-2-2-10-15,5-11-3 16,4-10-1-16,3-16-3 16,0-18 3-16,3-11-3 15,13-11 0-15,12-1 3 0,8-24 8 16,4-15-5 0,2-8-6-16,-2-1 2 0,-4-2 0 15,-8 9-1 1,-5 12 2-16,-14 15-1 15,-3 10-4-15,-6 5 2 16,0 15-8-16,0 18 8 0,0 6 1 16,0 4-1-16,0-3 2 15,7-1-1-15,16-5 0 16,10-6 2-16,7-7 1 16,7-11 4-16,12-10-7 15,8 0 2-15,2-4 2 0,-2-16-4 16,-8-5 1-1,-17-9-1-15,-17-4 0 0,-11-5 1 16,-13 5-2-16,-1 9 1 16,-7 8 2-16,-20 9-3 15,-9 8 0 1,-5 4-1-16,-1 2-5 0,0 12 5 16,3 10-2-16,9 1 1 15,8 3 0-15,9-1-1 16,5 0 0-16,5-3 0 15,3-6-3-15,8-4 2 16,14-3 0 0,6-9 4-16,8-2 0 15,4 0-2 1,5-14-4-16,-5-5-26 0,1-3-11 16,-7-3-8-16,-7-1 12 0,-3 3 4 0,-10 11 27 15,-8 5 8-15,-6 7-1 16,0 0 0-1,0 7 0-15,0 13 1 16,-6 5 6-16,3-2-5 16,3 0 0-16,0-4-1 15,0-5-1-15,14-4-2 0,5-5 2 16,2-5 2-16,11 0 6 16,-1-3-6-1,9-13 0-15,-1-6 3 16,1-4-4-16,-2-5 0 0,0-4 1 15,-3 0-1-15,-4 3 1 16,-4 7-1-16,-5 9 1 0,-7 8 0 16,-4 7-1-16,5 1-1 15,4 1-1-15,0 17 2 16,4 7 1-16,-3 7 0 16,-8-1 7-16,-2 0-6 15,-9-5 2-15,-2-1 2 16,-2-5 3-16,-19-4 5 15,-7 0 27-15,-7-3-2 16,-2-3-25-16,3-4-11 16,4-1-3-1,12-3 0-15,6-2-2 16,6 0-55-16,6-2-132 16,9-18-168-16</inkml:trace>
  <inkml:trace contextRef="#ctx0" brushRef="#br1" timeOffset="-106932.84">24594 12153 876 0,'0'0'269'0,"0"0"-269"0,0 0 0 15,0 0 27-15,-13 120 54 0,5-65-42 0,1-2-17 0,-2-3-11 0,-1-3-11 0,-1-4 0 0,-1-6-2 16,2-5-21-16,-1-11-249 16,1-11-97-16</inkml:trace>
  <inkml:trace contextRef="#ctx0" brushRef="#br1" timeOffset="-106519.68">24478 12450 1005 0,'0'0'1'0,"0"0"67"0,0 0-38 16,122-39-20-1,-77 31 2-15,-2 0-1 16,-9 2 6-16,-5 2 0 16,-11 2-6-16,-5 2 3 15,-5 0 1-15,-7 13 10 0,-1 9-8 16,0 4 7-16,-1 4-10 15,-7 3 3 1,1-3-11-16,7-1 0 16,0-1-4 15,0-8-2-15,12-6 3-16,10-9-1 0,5-5 4 0,4 0-1 0,3-17-4 0,-1-6 0 0,-4-6 8 15,-5-7-1-15,-5-2-7 0,-4-6 9 16,-8 0 26-16,-7 4 17 15,0 3-45-15,-11 9 9 16,-12 16-13-16,-8 8-4 16,-6 4-2-16,-2 10-5 15,4 18-4-15,9 0-13 16,9 2-97-16,8-5-88 16,9-8-61-16,10-3-333 15</inkml:trace>
  <inkml:trace contextRef="#ctx0" brushRef="#br1" timeOffset="-105716.41">25695 11884 996 0,'0'0'0'0,"0"0"2"0,0 0 107 0,0 0-93 0,0 0-14 0,-71 140 19 0,59-56-6 16,3 2-4-16,3-3 13 16,1-7 0-16,1-8-13 15,4-8-10-15,-2-9-1 16,2-12 0-16,0-9-1 16,0-16 2-16,0-10-1 15,0-4 1-15,0-5 8 0,2-18 13 16,7-10-22-16,-2-4 2 15,2-6-2-15,5-1 0 16,-1 5-1 0,1 6 2-16,-1 8 2 0,0 10 0 15,2 9 5-15,3 6 0 16,4 0-8-16,0 21 0 16,0 4 2-16,-1 4 3 15,-5 2-1-15,-3 5-3 16,-2-3 0-16,-6 1 2 15,-5-3-2-15,0-1 1 16,0-8-2-16,-11-3 2 16,-10-9 2-16,-4-4-1 15,-2-3 7-15,3-3-7 0,0 0 1 16,8-7-3-16,5-9-1 16,8 1 0-16,3-2 0 15,0 2-4-15,14 5 0 16,7 2-3-16,1 4 2 15,2 4 3-15,3 0 2 16,0 0-1-16,6 0 1 16,4 0-2-16,-2 0 3 15,7-2-1-15,0-9 3 16,1-2-2-16,-5-6 1 16,-5-1 2-16,-7-8 2 15,-5-2-5-15,-6-2 6 0,-3-2 5 16,-9 6-8-16,-3 10 3 15,0 8 7-15,0 10 9 16,-18 0 1-16,-6 19-20 16,-2 12 0-16,4 5 1 15,11-3-3-15,6-1-2 16,5-5-2-16,0-3-2 16,16-7 2-16,11-4-1 15,11-6-28-15,10-5-47 16,21-2-69-16,14 0-63 15,18 0 137-15,10-4-288 16</inkml:trace>
  <inkml:trace contextRef="#ctx0" brushRef="#br1" timeOffset="-105251.75">27150 12021 688 0,'0'0'43'0,"0"0"112"0,0 0 28 0,0 0-83 0,0 0 6 0,0 0-47 0,-24-2-15 0,74 2-2 0,16 0-1 0,8 0-19 16,2-5-8-16,-2-3-1 0,-4-1 0 15,-7 2-11-15,-12 1-2 0,-17 4-2 16,-13 0-7-16,-12 2-26 16,-9 0-112-16,0 0-34 15,-8 0-3-15,-14 3 70 16,-2 0-3-16,2-3 44 16,7 0 60-16,4 0 13 15,1 1 31-15,4 5 37 16,-3 5 19-16,-3 9-4 15,-1 11 84-15,-3 10-61 16,2 8-17-16,5 8-23 16,0 2 16-16,8-1-35 15,-1-2-25-15,2-5-6 16,-1 1-12-16,-1-3-4 0,1-10 0 16,-1-2-2-16,2-12-6 15,0-10-118-15,0-9-127 16,5-6-140-16</inkml:trace>
  <inkml:trace contextRef="#ctx0" brushRef="#br1" timeOffset="-104831.77">27809 12309 1072 0,'0'0'14'0,"0"0"28"16,0 0 100-16,0 0-89 15,91-51-24-15,-53 51-3 16,-5 0 28-16,-2 0-15 16,-6 15-17-16,-4 9-8 15,-6 12-9-15,-7 4-1 16,-4 6-3-16,-4-4 0 16,0 0-1-16,0-8-2 15,-9-7 1-15,0-8 1 16,4-8-2-16,1-5 2 15,2-6 1-15,2 0 4 16,0-9 7-16,5-18 0 16,13-9-12-16,9-5-3 0,4 0 2 15,5-4 1-15,4-3 3 16,-1 0-3-16,-3 5-1 16,-8 14 1-16,-10 12-1 15,-10 11 0-15,-8 6-3 16,-2 17-42-16,-20 15-17 15,-7 9-55-15,3 0-73 16,4-5-92-16,11-7-333 16</inkml:trace>
  <inkml:trace contextRef="#ctx0" brushRef="#br1" timeOffset="-104177.53">28471 12312 10 0,'0'0'758'0,"0"0"-698"0,0 0 140 0,0 0-130 0,0 0-65 0,0 0 5 16,-13 71 37-16,6-36-16 16,2-7-11-16,4 1-2 15,1-3-7-15,0-8-9 16,0-4 0-16,4-4 0 15,10-5 2-15,5-3 4 16,8-2-4-16,4 0-4 16,5-11 0-16,2-6-1 0,-1-4 0 15,4-5-1-15,0-3 1 16,-5-1 1-16,-5 3 1 16,-9 2 0-16,-8 9 3 15,-5 8 8-15,-8 5 74 16,-1 3-8-16,0 0-57 15,0 0-21-15,0 15-15 16,0 5 15-16,0 4 5 16,0-1-3-16,5-3 3 15,7-1-3-15,5-5 3 16,5 1 2-16,4-5 4 16,7-2-4-16,4-4-1 0,4-4-2 15,5 0-2 1,5-1 5-16,-1-16-6 15,3-3-1-15,-7-11 2 0,-7-7 4 16,-8-5-4-16,-12 0 2 16,-13 10 2-16,-6 7 10 15,-3 9 14-15,-20 10-23 16,-9 7-7-16,-2 0-1 16,1 11 0-16,5 11 0 15,9 5 0-15,9 2 1 16,10 2 2-16,0-3 2 15,10-3 2-15,16-5 1 16,7 0-4-16,9-6-1 16,6-4-2-16,10-3 0 15,9-3-75-15,7 2-138 0,4-3-187 16</inkml:trace>
  <inkml:trace contextRef="#ctx0" brushRef="#br1" timeOffset="-103999.6">30138 12478 246 0,'0'0'895'0,"0"0"-856"0,0 0 130 0,0 0-41 0,0 0-90 0,0 0-28 0,-1-10-10 15,7 7-10-15,4-4-473 0</inkml:trace>
  <inkml:trace contextRef="#ctx0" brushRef="#br1" timeOffset="132936.62">9417 5074 344 0,'0'0'259'0,"0"0"-257"0,0 0 86 0,0 0-6 0,0 0-64 0,0 0-11 0,0 0-4 0,-38 0 5 0,38 0-6 0,0-1-2 16,0-4-19-16,0 1-15 15,0-1 0-15,0 3-8 16,0-2-8-16,0 4-13 16,0-1-19-16,0-1-104 15</inkml:trace>
  <inkml:trace contextRef="#ctx0" brushRef="#br1" timeOffset="134734.24">10258 2353 160 0,'0'0'39'16,"0"0"-7"-16,0 0-7 0,0 0 8 0,0 0-20 0,0 0-7 0,0 0 18 0,-3-5 24 0,3 2 3 0,0 0 10 15,0 2 11-15,0-1-16 0,0 1 14 16,-1 0-22-16,-1-3 7 16,2 3-20-16,-1 0 16 15,1-1 10-15,0 0-25 16,-2 1 6-16,-1-2 5 15,0-3-13-15,-4 2 10 16,4-2-8-16,-5-1 15 16,-4 3-8-16,-1 2-19 15,-2-1-1-15,-4 3 11 0,-2 0-8 16,3 0-12 0,0 0 10-16,-2 3 6 15,3 5-10-15,-1 3-3 16,3 3-4-16,4 4-6 0,1 4-6 15,1 3 6-15,3-1-5 16,4-2 3-16,2 3 5 16,0 2 0-16,0-1-3 15,8-3-2-15,4-1 3 16,3-1 2-16,0-2 3 16,6-7-7-16,1-1-1 15,2-5 5-15,-3-6-4 0,3 0 0 16,-1 0 0-1,1 0 4-15,-4-11-2 16,2-4-5-16,-7-1 5 0,0-3 1 16,-4 1 5-16,-1-1 1 15,-4 0 0-15,0 0-3 16,-3 1 3-16,-2 0-2 16,-1 1-2-16,0 2-4 15,0-3 6 1,0 4 3-16,-10 2 8 15,-3 0-13-15,-4 2 3 16,2 3-5-16,-1 2-2 16,-2 2-4-16,-2 0-2 0,1 3-1 15,1 0 0-15,2 0 1 16,-2 0-1-16,6 0 0 16,-3 9 2-16,3-3-2 15,0 6-5-15,0-1 4 16,2 3 0-16,-2 0 0 15,6 5 0-15,-3 0 0 16,6 1-1-16,3 3 0 0,0 0 1 16,0-3-2-16,0 0 3 15,3-3-2-15,9 1 2 16,1-4-7-16,2-5 7 16,3 0 3-16,0-4-2 15,4-2-1-15,4-3 0 16,-1 0 0-16,3-3 0 15,-5-8 0-15,2-7 7 0,-7 2-7 16,-1-4 3-16,-4 3 0 16,-6-1-3-1,-1-4 4-15,-6 2 0 16,0-4-4-16,0 1 7 0,0 1-2 16,-6 3 1-16,-7 2-5 15,-5 0 8-15,0 5-9 16,-1 1 3-16,-2 1 0 15,1 6-1-15,1 0-4 16,3 2 2-16,1 2 0 16,0 0 0-16,0 0-2 15,-1 10 0-15,-1 5 0 0,-1 3-2 16,6 4-8-16,-1 2-72 16,10 2-131-16,0 3-129 15,1-1-276-15</inkml:trace>
  <inkml:trace contextRef="#ctx0" brushRef="#br1" timeOffset="138972.37">9417 5039 562 0,'0'0'30'0,"0"0"-20"0,0 0 156 16,0 0-57-16,0 0-36 0,0 0 0 0,0 0-9 0,-15-57-16 0,15 73-32 0,0 20-13 0,0 12 85 0,0 11-25 0,0 4-13 0,0-1 0 15,0-2-21 1,0-10-25-16,0-6-2 16,0-11 1-16,0-7-2 0,0-7-1 15,0-10 0 1,0-3-1-16,0-3-12 16,0-3-42-16,0-14-34 15,0-15-31-15,0-8-1 16,0-2 64-16,0 3 18 0,0 11 19 15,0 9 20-15,0 6 3 0,0 7 30 16,0 3 35 0,-3 0-10-16,3 0-26 15,0 0-32-15,0 0 2 0,21-3-1 16,5-3 22-16,6-1 8 16,5-4-15-16,1-3-12 15,-1-1-2-15,0-4-2 16,-4-3 2-16,-9-7-1 15,-6 1 0 1,-9-6 1-16,-5 3 0 16,-4 6-1-16,0 10-1 15,0 6 5-15,0 6 9 0,0 3 5 16,0 0 1-16,0 17-20 16,0 15 0-16,-6 8 17 0,0 7 16 15,3 4 4-15,-3 4-8 16,6-1-5-1,0 0-16-15,0-5-4 16,0-5 0-16,0-7-3 16,0-8-1-16,0-7-1 15,0-11 1-15,6-5-4 16,3-6-30-16,4-5-109 16,6-15-39-16,1-15-49 0,1-1-284 15</inkml:trace>
  <inkml:trace contextRef="#ctx0" brushRef="#br1" timeOffset="139791.62">10017 5411 304 0,'0'0'547'0,"0"0"-544"0,0 0 161 0,0 0-52 0,0 0-47 0,0 0 13 0,0-35 15 0,0 35-3 16,0 0-37-16,0 6-37 0,0 15-14 0,-2 12 17 15,-4 4 30-15,-2 6-5 16,4-2-27-16,2-3-9 16,0-3-4-16,2-5-2 15,0-6-2-15,0-10 0 16,0-7 0-16,0-3 0 16,0-4 0-16,0 0 0 15,0 0 1-15,2-16-1 0,4-9-11 16,2-9-45-1,0-5 5-15,-4 1 6 16,3 3 10-16,-4 2 28 16,0 8 7-16,-3 9 0 0,0 9 3 15,0 4 5-15,0 3 11 16,0 0 1-16,0 0-10 16,0 0-10-16,0 15-9 15,0 8 9-15,-3 8 10 16,0 0-1-16,-1 3 5 15,1-2-9-15,3-2 2 16,0-4-2-16,0-8-4 16,0-4 0-16,0-8-1 15,0-4 0-15,0 1 2 16,0-3-1-16,9 0 1 0,-2-11 0 16,4-15 1-16,4-9 1 15,-3-7-4-15,1-3-4 16,-4-1-2-1,-1 9-1-15,-4 11 5 16,-1 15 2-16,-3 10 1 0,0 1 6 16,0 11-7-16,-12 16-9 15,1 12 9-15,-3 2 0 16,3-4 0-16,1-1 1 16,7-3-1-16,1-3 0 15,1-7 0-15,-1 0 0 16,1-6-2-16,1-5-9 15,0-8-140-15,0-4-109 16,0 0-70-16,0-14-429 0</inkml:trace>
  <inkml:trace contextRef="#ctx0" brushRef="#br1" timeOffset="140651.7">10279 5046 582 0,'0'0'75'0,"0"0"-68"0,0 0 172 0,0 0-96 0,0-75-33 0,-12 51 27 0,-1-7 2 0,-11-3-15 16,-1 0-1-16,-5 2-31 0,-6 5 30 16,-6 5-24-16,-6 6 4 15,-8 3-6-15,-10 3-15 16,-9 4-9-16,-13 6-3 16,-3 0-4-16,3 0 2 15,2 10-3-15,10 6 7 0,5 3-2 16,7 3 0-16,14 5 2 15,8 4-6 1,5 0-5-16,11 8-1 16,2 3 1-16,2 2-2 0,3 12 1 15,2 6-1-15,1 7 2 16,1 2 0-16,2 7 0 16,7-3 0-16,4 0-1 15,2-3 1-15,2 1-1 16,14-9 2-16,2-2-2 15,12-1-2-15,1-4 3 16,6 0 0-16,8-1-2 16,7-4 2-16,6-3 1 15,6-5-1-15,1-4 0 16,-1-9-1-16,0-4-4 16,2-7 5-16,1-7 0 15,-1-7 0-15,0-6 0 0,-3 0 0 16,-6-9 0-1,0-11 2-15,-5-4 0 0,1 0-2 16,-3-1 3-16,-4-1 0 16,-4 3-2-16,-6-2 1 15,-6 0 0-15,-2-2 5 16,-1-2 2-16,-2-9 5 16,3-9 3-16,2-6 10 15,0-16-4-15,-6-11 8 0,-3-10-16 16,-5-4 3-16,-10 2-1 15,-6 0-1 1,-1 7 1-16,-25 9 6 16,-5 5-15-16,-8 12-3 15,-5 8-2-15,-7 5-2 16,-9 5-1-16,-9 10-3 0,-4 8-1 16,-4 16-34-16,2 7-85 15,5 0-49-15,7 13-71 16,2 9-136-16</inkml:trace>
  <inkml:trace contextRef="#ctx0" brushRef="#br1" timeOffset="141099.49">8744 4173 698 0,'0'0'125'0,"0"0"-125"0,0 0 27 0,0 0 17 0,0 0-37 0,0 0-2 0,6 5 15 0,15-5 43 16,5 0 15-16,4 0-34 15,-4 0-27-15,4-1-10 16,-11 1-7-16,-1 0-5 16,-2 0-10-16,-4 0-146 15,-12 7-182-15</inkml:trace>
  <inkml:trace contextRef="#ctx0" brushRef="#br1" timeOffset="141385.51">8759 4309 811 0,'0'0'42'0,"0"0"-38"0,0 0 68 0,0 0-50 0,0 0-19 15,0 0 10-15,28 2-1 16,-7-2-1-16,0 0-10 16,-3 0-1-16,7-6-1 15,-1-6-17-15,0-4-241 0,-3-9-287 16</inkml:trace>
  <inkml:trace contextRef="#ctx0" brushRef="#br1" timeOffset="141632.63">8941 3948 917 0,'0'0'3'15,"0"0"20"-15,0 0 145 16,0 0-109-16,0 0-21 15,0 0-15-15,-42-10 13 16,42 10 8-16,0 0 26 16,0 0 11-16,0 0-27 15,0 0-21-15,0 0-14 0,18 7 3 16,1 3 7 0,8 1-9-16,3 5-12 0,4 0-2 15,2 4-3-15,3 3-3 16,1 1 1-16,-4-1-1 15,1 1 1-15,-11-2 0 16,-10 3 1-16,-12 2 1 16,-4 7 2-16,-31 9 35 15,-21 5 12-15,-17 9-35 16,-8 9-17-16,-1 3 0 0,2 0-2 16,11-3-11-1,11-2-134-15,4-7-214 0,1-10-536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24:19.58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1320 1424 196 0,'0'0'0'0,"0"0"-47"0,0 0 34 0,0 0 13 0</inkml:trace>
  <inkml:trace contextRef="#ctx0" brushRef="#br0" timeOffset="6109.77">1665 6204 4 0,'0'0'651'0,"0"0"-637"0,0 0-11 0,0 0 6 0,0 0 8 0,0 0-16 16,0-2 0-16,0 2-1 0,0 0-1 15,0 0 0-15,0 0 1 16,0 0 0-16,0 0-30 0,-5 0-285 16</inkml:trace>
  <inkml:trace contextRef="#ctx0" brushRef="#br0" timeOffset="7326.85">1547 2677 619 0,'0'0'38'16,"0"0"-28"-16,0-94 103 0,0 75-5 0,0 9-63 0,0 4-24 0,0 6 36 0,0 0-22 0,0 0-17 0,0 21-8 15,0 20-8-15,0 22 29 0,0 14 22 0,0 17-28 0,-3 10-2 0,0 15 19 0,0 12-19 0,0 9-1 16,1 4-17-16,2 3 8 16,0-2-13-16,6-10 2 0,15-9 1 15,12-15-3 1,3-21 0-16,6-15-1 0,7-18 1 16,3-16 0-16,5-16 1 15,6-12-1-15,-4-13-1 16,4-12 1-16,0-29 3 15,2-25 4 1,-1-22-5-16,0-20 4 16,-11-23 0-16,-9-17 10 15,-11-10-1-15,-11-8 12 16,-5-2-14-16,-14 2 1 16,-3 9-3-1,0 18 2-15,-15 28-3 0,0 32-6 16,3 25 2-16,0 29-3 0,5 15-5 15,5 10 2-15,2 7-17 0,0 31-111 16,5 23-20-16,16 14-66 16,1 2-302-1</inkml:trace>
  <inkml:trace contextRef="#ctx0" brushRef="#br0" timeOffset="8071.55">2985 3037 701 0,'0'0'87'0,"0"0"-74"16,0 0 131-16,0 0-59 0,0 0-16 0,0 0-20 0,-61-4-17 0,61 4-10 0,0 0-14 0,9 0-3 0,18 0 2 0,7 0 6 16,15 0 1-16,-4 0-5 0,4 0-7 0,-7 0-2 0,-2 0-2 0,-7 6-11 15,-6 1-149-15,0-4-76 0,-6-3-221 0</inkml:trace>
  <inkml:trace contextRef="#ctx0" brushRef="#br0" timeOffset="8330.44">3337 2936 208 0,'0'0'675'0,"0"0"-650"15,0 0 115-15,0 0 9 16,0 0-113 0,0 0-36-16,-31-32-8 15,34 43-5-15,15 9 13 16,2 3 0-16,-3 2 2 0,1 0 1 16,-9-2 4-16,-8-3-3 15,-1 2-1-15,-15 1 2 16,-19 7 0-16,-11-3-5 15,-5-1-56 32,3-7-241-47</inkml:trace>
  <inkml:trace contextRef="#ctx0" brushRef="#br0" timeOffset="8783.66">3880 2863 862 0,'0'0'64'0,"0"0"-56"0,0 0 114 0,0 0-22 0,0 0-87 0,0 0-10 0,-9 36 33 0,9 6 36 0,0 0-11 16,0 2-11-16,0 2-26 0,-3-2-15 0,-7-3-9 0,7-7-1 0,1-6-4 15,2-7-39-15,0-10-174 16,11-11-125-16</inkml:trace>
  <inkml:trace contextRef="#ctx0" brushRef="#br0" timeOffset="9780.73">4068 2951 957 0,'0'0'94'0,"0"0"-89"15,0 0 56-15,0 0 32 16,-34 90-60-16,34-58-17 15,0 2-2-15,0-6-8 16,3-4-4-16,9-6 0 16,3-6-2-16,8-5 5 15,4-5-4-15,6-2 2 16,6-3-2-16,0-13 0 16,-5-5 2-16,-7-5-2 15,-8-2 0-15,-14 0-1 16,-5 1 6-16,-12 3-1 15,-20 3 3-15,-3 2 0 16,-1 4 8-16,2 3 25 16,5 5 10-16,11 1-10 15,8 5-21-15,7-1-14 16,3-1-2-16,0-3-4 16,12-2-5-1,15-4-5-15,13 1 1 16,6 3 6-16,2 2-9 0,0 0-2 15,-2 2 11-15,-1 3-1 0,-4 1-2 16,-3 0 5-16,-8 0-1 16,-11 7 0-1,-7 8-2-15,-3 5 0 16,-9 0-3 0,0 7 7-16,0 2 3 0,0 1 0 15,-9-2-2-15,1-2 2 0,7-1-3 16,1-6 0-16,0-1 0 15,6-4-2-15,12-6 2 16,10-2 0-16,4-6 2 16,5 0-1-16,0-6-1 0,-4-8 0 15,-6-3 0-15,-9-4-4 16,-5-1 4-16,-5-3 0 16,-8-1 0-16,0 2 3 15,-8 0 3-15,-13 0-4 16,-1 3 3-16,-3 1-1 15,-5 3-1-15,9 4-1 16,0 2 0 0,7 1 0-16,6 3 0 0,5 4 0 15,3-1 0-15,0-4-2 16,14 2-10-16,15-1 2 16,2 0 1-16,8 4 5 0,0 3-3 15,-3 0 3-15,-2 0 0 16,3 0-1-1,-4 13 1-15,-3 2 0 16,-9 6-2-16,-3 3 0 16,-11 3 3-16,-5 1-3 0,-2 0 4 0,0-2 1 15,0-4 0 1,1-2 0-16,9-4-1 0,1-6 4 16,8 0-4-1,4-5 4-15,14-5 0 0,0 0 2 16,2-15-1-1,-3-5-5-15,-3-10 6 0,-6-3-3 16,-11-5 7 0,-10-1 5-16,-6-2-2 0,-6 5 11 15,-24 7-6-15,-6 7-12 16,-10 9-6-16,-3 12-1 16,3 1-7-1,2 6 3-15,6 19-35 0,11 2-145 16,15 1-103-16,4 0-288 15</inkml:trace>
  <inkml:trace contextRef="#ctx0" brushRef="#br0" timeOffset="10605.02">5450 2816 1031 0,'0'0'38'0,"0"0"-38"0,0 0 147 15,0 0-101-15,0 0-37 0,0 0 3 0,-39 99-2 0,39-63-5 0,0-4-2 0,0-4 5 0,0-6-7 0,0-6 0 0,0-8 0 16,0-3-1-1,0-5 2-15,3 0 5 16,10-11 3-16,8-13-5 0,1-9 1 16,0-3-6-16,-2 3 3 15,-2 2-1 1,-1 8 0-16,-7 9-2 0,-4 9 0 16,-5 5-2-16,2 0 2 15,-1 5-13-15,1 16 1 16,0 8 12-16,3 3-1 15,0 0 5-15,1-1-3 16,1-2-1-16,2-9 1 0,2-7-1 16,0-4 0-1,4-9 0-15,1 0 1 16,5 0 7-16,2-19-3 16,3-8 3-16,0-6-4 0,-2-3 1 15,-2 4 5-15,-7 5-6 16,-1 10 13-16,-9 8-2 15,-3 6 6-15,0 3 2 16,-3 0-23-16,0 18-5 16,0 9 5-16,0 6 6 15,0-1-2-15,0 1-2 16,13-5 7-16,4-3-7 16,8-5 0-16,5-6-2 15,12-6 5-15,1-6-4 16,5-2 3-16,4-6-1 15,-3-16 1-15,-1-9-2 0,-5-12 0 16,-7-5 2-16,-6-13 0 16,-9-9 2-16,-8-10-3 15,-8-6 2 1,-5 0-5-16,0 17 3 16,-18 19-1-1,1 21-1-15,0 24 6 16,-5 5-3-16,-9 31-4 0,6 21 2 15,-2 18 5-15,11 7 3 16,11 3-1-16,5-1 6 0,0-4-1 16,8-5-13-16,5-3 3 15,-2-6-4-15,-7-6-1 16,-4-6-6-16,-3-2-144 0,-24-11-164 16,-13-8-303-16</inkml:trace>
  <inkml:trace contextRef="#ctx0" brushRef="#br0" timeOffset="10868.89">4423 3539 1270 0,'-94'3'19'0,"31"1"25"16,25 2-21-16,30-2 117 0,11-4-128 0,48 0-9 0,31 0-3 0,36-10 11 0,34-4-11 0,24-3-3 16,20 0 0-16,3 0 0 31,-9 3 2-31,-24 4-31 16,-38 3-113-16,-46 1-132 0,-46 0-223 0</inkml:trace>
  <inkml:trace contextRef="#ctx0" brushRef="#br0" timeOffset="11050.13">4926 3709 652 0,'0'0'475'16,"0"0"-473"-16,0 0-2 16,0 0 57-16,158 12-34 15,-34-32-18-15,19-3-5 16,12-4-68-16,-1-7-349 15</inkml:trace>
  <inkml:trace contextRef="#ctx0" brushRef="#br0" timeOffset="13877.49">6075 2058 691 0,'0'0'0'0,"0"0"-346"15,0 0 324-15,0 0 21 0,91 55-5 0,-58-39-265 0</inkml:trace>
  <inkml:trace contextRef="#ctx0" brushRef="#br0" timeOffset="14981.09">6414 2257 443 0,'0'0'22'0,"0"0"4"16,0 0 99-16,0 0 23 0,0 0-45 16,0 0-6-1,1-3 11-15,-1-9-11 0,-6-9-70 16,-11-4 29 0,-11-5 0-16,-12-5-15 0,-18-4-8 15,-17-3-17-15,-19-1 4 16,-16 5 14-1,-12 3-10-15,-11 8-12 16,-2 2 2-16,-2 8-4 0,3 7-5 16,10 6 0-16,9 4 0 15,9 0 7-15,9 13-8 0,3 6-2 16,6 6-2-16,-3 11 0 16,0 0 2-16,-3 4-1 15,-3 6 0-15,2 3-1 16,1 0-2-1,7 4-2-15,4-3 1 16,1 4 2-16,4-2 1 0,5 4-1 16,6 4 1-1,1 5-1-15,5 5 0 16,3 7 1-16,4 3 1 16,6 3-1-16,5 4-2 0,9-1 2 15,10-3 0-15,3-5-1 0,10-7-1 16,4-6 4-1,4-7-2-15,3 1 0 0,0-3 0 16,12-3 2 0,6 2-2-16,9-2 0 15,4 2 0-15,5 4 0 16,10 0 0-16,-1-8 0 16,4-1-1-1,5-4 1-15,1-6-1 16,5-3 2-1,7-4 0-15,6-3 0 0,3-7 2 16,5-7 0-16,2-1 0 0,4-8-3 0,1-1 2 16,6-3 6-16,-3-2-8 15,0-1-3-15,1 0 2 16,-4 0-1-16,2 0 1 16,-4 0 1-16,1-6 0 15,-3-3 0-15,-1-2 1 0,0-1 3 16,-5-1-4-16,-2-1 0 15,-3 3 1-15,-4-5 0 16,1 1 1-16,-6-4-2 16,0 3 0-16,-7-6 0 15,-3-1 2-15,4-4-1 16,2-5 1-16,2-4 1 16,-2-3-2-16,6-2 2 15,-5-6-3-15,-1-2 2 16,-5-1 1-16,-3-3-1 0,-9-1 4 15,3-3-4 1,-5-3 2-16,-1-6-4 0,-4-7 7 16,5-6-6-1,-2-7 0-15,0-8 0 0,1-6 1 16,-7-5 1-16,-5-7-1 16,-14 6 0-16,-11-1 3 15,-3 3-5-15,-30 6 0 16,-15 5 1-16,-16 4-1 15,-22 8-1 1,-22 9-4-16,-32 14 3 16,-24 16-1-16,-39 17-2 15,-27 25-6-15,-25 8-40 0,-15 35-85 16,7 27-69-16,16 15-39 16,29 14-143-16</inkml:trace>
  <inkml:trace contextRef="#ctx0" brushRef="#br0" timeOffset="15793.38">3400 5264 6 0,'0'0'693'0,"0"0"-692"15,0 0 10-15,0 0 108 0,0 0-13 0,0 0-59 0,-14-35-32 0,50-10 2 0,6-10 21 16,3-8 7-16,-2-4-5 16,-3 2-17-16,-6 4-12 0,-8 16 8 15,-13 12-3 1,-10 11 1-16,-3 10 13 0,0 10 34 16,-13 2-32-16,-11 0-21 15,-7 2-10-15,-5 19-1 16,3 4-2-16,3 6 2 15,6 2-2-15,8-1 0 16,7 1-5-16,9 2 2 16,0-1 1-1,6 3 3-15,16 3-1 16,7 1 2-16,5 4-1 16,5-2-3-16,2 0 4 15,1-5-1-15,-3-3 1 0,-12-6-3 16,-3-9 0-1,-17-6-4-15,-7-7 3 16,-16-1-3 0,-29-6 7-16,-22 0 8 0,-12 0 6 15,-9-3 47-15,3-13 19 0,3-3-21 16,16-1-30-16,11 2-17 0,18 2-11 16,16 8 2-16,15-4-3 15,6-3-7-15,6-9-57 16,19-5-100-16,14-10 15 15,7 0-71-15,2-7-91 16,4 0-229-16</inkml:trace>
  <inkml:trace contextRef="#ctx0" brushRef="#br0" timeOffset="16010.43">3825 4735 681 0,'0'0'127'0,"0"0"-68"0,0 0 17 0,0 0-62 0,0 0 79 0,52 125 6 0,-37-62-51 0,0 3-11 0,-6 4-13 0,-1-6-17 0,-7-2-6 15,-1-2 1-15,0-13-2 16,0-7-1-16,-1-12-90 16,-7-12-159-16,-1-14-191 0</inkml:trace>
  <inkml:trace contextRef="#ctx0" brushRef="#br0" timeOffset="16146.47">3756 5159 996 0,'0'0'24'15,"0"0"-11"-15,0 0 100 16,0 0-113-16,99-68-5 0,-44 62 2 16,-3 6-8-16,-7 0-118 15,-6 0-156-15,-14 0-321 16</inkml:trace>
  <inkml:trace contextRef="#ctx0" brushRef="#br0" timeOffset="17370.64">4241 5207 808 0,'0'0'49'0,"0"0"-49"15,0 0 52-15,15-79-32 16,-15 57 4-16,0 0 19 15,-15 2-7-15,-9 6 32 0,-7 6-7 16,-2 8-20-16,-3 0 18 16,2 17 2-16,0 8-23 15,11 6-14-15,4 2-15 16,8 3-4-16,7 1-5 16,4-7-3-16,3-5-1 15,12-7 1-15,12-6-1 16,1-8 4-1,5-4 0-15,6 0-1 16,1-19-3-16,2-8-4 16,-2-5 2-16,-1-9 6 0,-8-2 0 15,2 0 3-15,-15 2-1 16,-3 16 1-16,-11 11 11 16,-2 8 11-16,-2 6 82 0,0 10-79 15,-6 15-22-15,-9 12 15 16,3 1 1-16,10-3-1 15,2-4-12-15,0-5-4 16,11-5-4-16,14-9 3 16,8-2-3-16,3-10 0 15,10 0 2-15,-1-13 2 16,4-13-6-16,-4-9 3 16,-6-7-4-16,-12-9 1 15,-8-10-1-15,-10-8 0 16,-9-6-8-1,0 0 4-15,0 11 6 0,-12 17 0 16,3 23 0-16,0 15 2 16,3 9-2-16,-1 25-17 0,-5 21 0 15,6 17 17 1,3 8 0-16,3-2-1 16,0-7 1-16,3-8 0 0,10-6-2 15,10-11-1-15,2-5 1 16,6-11-1-16,5-12 3 15,4-9 1-15,2 0 0 16,-6-20 1-16,0-6-2 16,-5-9 0-16,-10-2 0 15,-2-5 0-15,-8-5 0 16,-5 4 3-16,-3 0 1 16,-3 7-1-16,0 9 0 15,0 11-1-15,0 9 1 16,0 7-3-16,0 4-6 15,0 22-11-15,-3 16 11 16,-2 2 6-16,1 1 0 16,2-5 1-16,2-6-1 15,0-2-1-15,5-7 0 16,4-5-1-16,10-6-1 0,2-8 3 16,2-6 0-16,3 0 4 15,1-10 0-15,3-14-4 16,-3-4 1-16,-5-9-1 15,-2-2 0-15,-4-5-2 16,-10 2 2-16,2 10 0 0,-4 13 1 16,-4 9 0-16,0 10-2 15,0 6 1-15,0 21-18 16,-4 13 17-16,-7 2 0 16,5 0 1-1,3-9-1-15,3-4 1 0,0-7-1 16,0-6 1-16,9-6 0 15,5-9-1-15,2-1 1 16,3-5 1-16,7-17 1 16,4-6-1-16,-4-6 4 15,9-6-4-15,2-4-1 16,2 0 3-16,1 8-1 16,-7 10-1-16,-8 10-2 15,-9 13-1-15,-2 3 1 16,4 19-7-16,-2 12 8 15,-1 5-1-15,-3 3 2 16,-4 1 3-16,-7-3-4 0,-1-3 0 16,0-3 1-16,-21-5 0 15,-17-1 2-15,-19-7-3 16,-9-7-35-16,-7-8-178 16,1-3-95-16,-8-13-180 15</inkml:trace>
  <inkml:trace contextRef="#ctx0" brushRef="#br0" timeOffset="17527.71">4538 4793 1103 0,'0'0'27'0,"0"0"-13"0,0 0 23 0,136-71-33 0,-48 59-4 0,10 2-1 0,1 2 1 0,-2 6-6 16,-5-2-104-16,-4 4-280 15</inkml:trace>
  <inkml:trace contextRef="#ctx0" brushRef="#br0" timeOffset="18846.58">6161 4838 1192 0,'0'0'5'0,"0"0"4"15,0 0 1-15,99-7 7 16,-58-1-10-16,-3-2-5 16,-8-6 1-16,-12-4 0 15,-8-10 2-15,-10-1 11 16,-9-3 8-16,-18 7 40 16,-8 6-41-16,-9 10-14 15,-3 11 3-15,-3 3-3 16,3 20-4-16,5 10-2 15,9 8 1-15,12 3-3 16,9 0-1-16,12-2-6 0,0-7 5 16,17-9 0-16,8-11-2 15,8-5 2-15,3-10 1 16,8 0-1-16,4-17-3 16,-5-6-3-16,-1-5 6 15,-8 2 1-15,-10 7 2 16,-9 6-1-16,-8 11 6 15,-5 2 0-15,-2 24-7 16,0 18 2-16,0 15 73 16,-3 12-27-16,-15 13-4 15,-7 14 17 1,-6 17-29-16,-8 4-17 16,-5 3-6-16,0-3-9 15,6-5 0-15,7-11 2 0,12-15-2 16,13-17 0-16,6-22 0 15,0-21 0-15,13-18-2 0,13-8 2 16,15-17 0-16,1-20 0 16,4-12-2-16,-4-11-4 15,-5-10 6 1,-2-6 1-16,-7-5 0 0,-10 0-1 16,-14 5 2-16,-4 4 3 15,-12 14 0-15,-19 11 2 16,-8 6-4-16,-1 12 12 15,-2 4-7 1,9 3-6-16,11 9 0 16,9 5-2-16,8 2 0 0,5 0-1 15,0 0-10-15,18-4-33 16,16-6-85-16,11-1-22 0,9-9-13 16,1-5-40-16,6-7 24 15,-1-2 40-15,-4-4 98 16,-6 8 42-16,-10 0 35 15,-13 11 67-15,-11 4 11 16,-10 11 33-16,-6 3-15 16,0 6-8-16,0 1-35 15,0 5-53-15,-12 17-12 16,-1 3 12-16,1 3 4 16,9-3-21-16,3-3-15 15,0 1-3-15,0-9 1 16,12-1-1-16,10-7 2 15,-1-6-2-15,9 0 1 16,3-12 3 0,3-19 2-16,-2-4-6 0,2-6-3 0,-11 6 0 15,-6 8-2-15,-11 13 5 16,-5 8 0-16,-3 6 4 16,0 0-4-16,0 9-7 15,0 8 7-15,0 8 2 16,0-1 2-16,0-1 1 15,0-2-1-15,6-2-2 16,12-5 1-16,3 2-2 16,4-12-1-16,2-2 0 15,6-2 0-15,0-2 2 16,0-13-2 0,1-7 0-16,-4-7-1 15,-2-7-2-15,-6-2 1 16,-4 5 4-16,-4 6 1 15,-8 11-1-15,-5 11 5 0,-1 5-7 16,0 15-8-16,-3 16 2 16,-3 4 6-16,3 3 4 0,3-7 1 15,0-5 1 1,8-6 3-16,9-5-4 16,3-9 0-16,5-4 2 0,4-2 5 15,-1 0-2-15,3-18 6 16,-4-5 7-16,-3-11-3 0,-12-4-4 15,-6-6 10 1,-6-3-6-16,-9 5-16 16,-22 9-4-1,-23 18-4-15,-19 15-24 16,-20 19-201-16,-14 26-306 0</inkml:trace>
  <inkml:trace contextRef="#ctx0" brushRef="#br0" timeOffset="30810.51">11185 2198 667 0,'0'0'30'0,"0"0"26"0,0 0 74 0,0 0-38 0,0 0 6 0,0 0-18 0,-9-72-4 0,9 72-12 16,0 0-16-16,0 0-30 0,0 15-12 0,0 15-3 0,3 16 36 16,0 7 0-16,-2 4-13 15,-1 6-5-15,0 2-7 16,0-1-7-16,0-4-6 16,0-9-1-16,0-8 1 15,0-12-1-15,0-5-3 16,0-10-1-16,-1-6-54 15,-1-8-123-15,1-2-54 16,-4-2 19-16,-2-18-233 16</inkml:trace>
  <inkml:trace contextRef="#ctx0" brushRef="#br0" timeOffset="31214.48">11107 2545 769 0,'0'0'49'0,"0"0"-45"15,0 0 74-15,78-13-35 16,-34 13-37-16,1-4-4 16,1 0-2-16,-2-1 2 15,-7-2-4-15,-6-3 1 16,-5-6-52-16,-9-4-49 0,-6-5-3 16,-5-4-8-1,-6-4 26-15,0-4 33 0,0 3 54 16,-9 2 12-16,4 4 72 15,-2 7 27-15,1 8 0 16,3 8-14-16,3 3-4 16,0 2-55-16,-1 2-29 15,1 20-6-15,0 7 20 16,0 7 40-16,0 9-26 16,0 3 2-16,0 4 10 15,1 6-28-15,-1 4 3 16,0-2-4-16,0 0-14 15,0-11-5-15,0-8 1 16,0-7-2-16,0-7-1 16,0-7-1-16,0-5-46 0,3-4-141 15,15-7-48-15,0-4-231 16</inkml:trace>
  <inkml:trace contextRef="#ctx0" brushRef="#br0" timeOffset="31585.62">11793 2673 799 0,'0'0'121'0,"0"0"-119"0,0 0 40 0,0 0 19 0,0 0-18 0,0 0-4 16,-58 79-4-16,49-46 8 15,3 1-1-15,6-4-5 16,0-1-8-16,0-2-7 16,12-7-3-16,15-4-5 15,10-9 15-15,11-7 3 16,1 0-4-16,2-17-7 16,-9-10 2-16,-6-6-3 15,-12-6 7-15,-14-2 28 16,-10-1-12-16,0-3-22 15,-23 6-18-15,-8 7-2 16,-3 6-1-16,-3 17-25 16,7 9-130-16,6 4-124 0,-2 18-292 15</inkml:trace>
  <inkml:trace contextRef="#ctx0" brushRef="#br0" timeOffset="32605.12">11179 5602 776 0,'0'0'16'0,"0"0"-1"0,0 0 190 0,0 0-84 16,0 0-80-16,0 0-17 0,-14-43-3 0,14 43-15 0,-4 8-6 0,1 24 0 15,1 5 27-15,1 9 34 16,-1-3-38-16,2 2 2 0,-1 0-14 16,1 0-5-16,0-5-6 15,0-5 0 1,0-10-1-16,0-7 0 16,0-5-5-16,0-8-27 0,0-4-103 15,0-1 23-15,0-5 36 16,0-14-2-1,0-9-45-15,0-2 100 16,1 6 20-16,2 5 4 0,-1 7 11 16,-2 5 63-16,7 4-9 15,-5 0-3-15,-1 2-19 16,8 0-9-16,6-2-4 16,9 0 5-16,3 0 20 0,1-2-39 15,-3 0-11 1,1-2-2-16,-7-1-3 0,1-6 4 15,-4-8-2 1,-1 0-2-16,-3-11 1 16,0-1-2-16,-6 1 2 15,-3 0 1-15,0 11-2 16,-3 8 3-16,0 8 2 16,0 6 44-16,0 0-15 0,0 6-34 15,0 20-5-15,0 11 5 16,0 4 14-16,0 1 4 0,0 3 0 15,0 6-2-15,6 1-1 16,-3-2-14-16,0-5-1 16,-3-7 1-16,6-8-1 15,0-8-2-15,-3-6-23 16,7-6-164-16,5-7-70 16,3-3-254-16</inkml:trace>
  <inkml:trace contextRef="#ctx0" brushRef="#br0" timeOffset="33133.11">11983 6028 909 0,'0'0'36'0,"0"0"-30"0,0 0 35 0,0 0 22 0,0 0-56 0,0 0-4 0,55-74 11 16,-55 58 24-16,-2 0-4 15,-17 3-18-15,-9 1 14 16,-3 10-15-16,-8 2 5 16,-2 0 4-16,3 6 23 15,2 10-22-15,11 3-4 16,5 1-14-16,4 0 0 15,8-2-3-15,5 1-4 16,3-5-2-16,0-2-1 0,14-2 3 16,8-6-1-16,6-4 1 15,7 0-1-15,2 0-4 16,3-10-12-16,-1-5 0 16,-3 4 12-16,-6 4 0 15,-10 7 4-15,-7 0-1 16,-4 7 1-16,-4 18-2 15,3 3 2-15,-2-1 1 16,-3 1 4-16,6-2 0 16,3-6-1-16,3-5-2 15,4-7-1-15,5-6-4 16,6-2-45-16,7-5-139 0,3-15-63 16,5-8-294-16</inkml:trace>
  <inkml:trace contextRef="#ctx0" brushRef="#br0" timeOffset="34006.47">12690 2382 504 0,'0'0'58'0,"0"0"-6"0,0 0 42 0,0 0-17 0,0 0-29 0,0 0-10 0,-18-9-15 0,18 9-7 0,-3 0-4 0,0 0-8 16,-1 9 3-16,-5 9 21 15,3 10 0-15,-9 5 1 16,3 8 2-16,-6 5 4 16,-2-2-12-16,1-1-5 15,3-5-9-15,5-4 4 0,4-8-10 16,2-3 3-16,2-6 1 15,3-8-6-15,0 0 0 16,0-6-1-16,0-1 0 16,0-2 0-16,6 0-12 15,3 0-166-15,-1-8-119 16</inkml:trace>
  <inkml:trace contextRef="#ctx0" brushRef="#br0" timeOffset="34756.75">12679 5825 721 0,'0'0'55'0,"0"0"-13"0,0 0 73 0,0 0-42 0,0 0-35 0,0 0-12 15,33-3 26-15,5-3 12 0,7-1-12 0,1-1-41 0,3-2-9 0,-6-2-2 0,-2-3-60 0,-4-3-241 0</inkml:trace>
  <inkml:trace contextRef="#ctx0" brushRef="#br0" timeOffset="35542.33">12590 2719 443 0,'0'0'111'0,"0"0"-65"0,0 0 46 0,0 0-31 0,0 0-4 0,102-24-4 0,-67 17 2 16,4-2-24-16,1 3 9 0,1-2-2 16,-7 6-21-16,-6-1-5 15,-7 3-12-15,-6 0-2 0,0 0 1 16,-3 3-9-16,3 8-80 15,0-6-179-15</inkml:trace>
  <inkml:trace contextRef="#ctx0" brushRef="#br0" timeOffset="37476.41">12711 5826 537 0,'0'0'74'16,"0"0"-29"-16,0 0 100 0,0 0-77 0,0 0-8 0,0 0 18 0,-84-23-2 0,69 23-12 0,-4 0-5 16,0 1 16-16,4 4-1 0,3-3-19 0,7 1 12 0,5-3-22 0,0 0-9 15,0 2-9-15,9 1-16 0,14 1-3 16,15-1 28-16,10 0-6 16,4-3-12-16,5 0-7 15,-6 2-2-15,-4 2-7 16,-9 2 1-16,-13-2-3 15,-10-2-2-15,-3 1 2 16,-9-1-5-16,-3-2-1 16,0 0-34-16,0 1-53 15,0 0-55-15,0 5-12 16,-5 1-97-16,-14-2-204 16</inkml:trace>
  <inkml:trace contextRef="#ctx0" brushRef="#br0" timeOffset="40588.99">7546 3106 323 0,'0'0'0'0,"0"0"0"0,0 0 0 0,0 0 12 0,0 0-5 0,0 0-5 0,0-8-2 0,0 8 0 0,0 0 0 15,0 0 2-15,0 0 19 0,0 0-5 0,0 0 4 0,0 0 12 16,0 0-4-16,0 0-4 16,0 0-3-16,0 0-7 15,0 0-4-15,0 0 0 0,0 0-5 16,0 0 2-16,0 0-4 16,0 0 6-16,0 0 1 15,0 0 0-15,0 0 1 16,0 0-5-16,0 0 5 15,0 0 6-15,0 0-5 16,-2-2-1-16,2 0-10 16,-1-1 4-16,1 1-3 15,-2 1-2-15,2-1 5 16,0 0-5-16,0 1 1 16,0 1 0-16,0 0-1 0,-1 0 1 15,1 0-1 1,0 0-2-16,-2 0 1 15,2 0 0-15,-3 0-5 0,0 0-15 16,-2 7-24-16,-3 1-53 16,-1-4-160-16</inkml:trace>
  <inkml:trace contextRef="#ctx0" brushRef="#br0" timeOffset="46501.27">12676 5699 488 0,'0'0'24'0,"0"0"-24"15,0 0 88-15,0 0-12 0,0 0-39 0,0 0 14 0,0 0 28 0,0 0 27 0,-8 0-28 0,6 0 10 16,-2 1-5-16,4-1-27 0,-2 3-12 0,1-3-10 0,1 0-6 0,-2 0-6 0,1 0 1 0,1 2-4 16,-3-2-6-16,3 0 1 15,-2 0 2-15,2 2 2 0,-3-2-5 16,2 0-2-1,-5 0-5-15,1 0-5 16,-2 0 1-16,2 0-2 16,-2 0-1-16,-2 0 1 0,5 0 0 15,-1 0 0-15,-4 0 0 16,7 0-1 0,-2 0 1-16,2 0-2 0,0 0 2 15,2 0-1-15,0 0 1 16,0 0 0-16,0 0-4 15,0 0 3-15,0 0-3 0,0 0-4 16,7 0-2-16,10 0 7 16,8 0 3-16,8 0 0 15,0 0 0 1,1 6-2-16,3 4-47 0,8 1-125 16,11-3-89-16,16-3-132 15</inkml:trace>
  <inkml:trace contextRef="#ctx0" brushRef="#br0" timeOffset="49269.97">14428 5544 545 0,'0'0'20'0,"0"0"29"0,0 0 74 0,0 0-39 0,0 0-20 0,0 0 2 0,-1-42 18 16,1 42 15-16,0 0-9 0,0-2-33 0,0 2-19 0,0 0-23 0,0 0-12 0,0 13-3 0,0 18 0 0,0 13 15 0,0 7-1 15,0 10-2 1,0 13 13-16,0 9-3 0,0 9-4 16,0-2-7-1,-2-2 2-15,1-9 1 16,1-13-13-16,0-8-1 15,0-7 1-15,0-12 0 0,0-6 0 16,0-9-1-16,0-9 0 16,0-6 1-16,0-4-1 15,0-2 0-15,0-3 1 16,0 0-4-16,0 0 0 16,0-10-77-16,-6-7-41 15,0-4-1-15,-2-4-95 16,4-8-153-16</inkml:trace>
  <inkml:trace contextRef="#ctx0" brushRef="#br0" timeOffset="49737.39">14413 5481 755 0,'0'0'0'0,"0"0"6"16,0 0 91-16,0 0-40 0,0 0-32 15,0 0-6 1,-17-30 11-16,15 30 0 0,2 0 14 16,0 0-10-16,0 0-14 15,0 0-9-15,-2 8-9 16,2 12 6-16,0 4 33 15,0 1-23-15,0 6-4 16,0-1 1-16,12 1 0 78,0 3-6-62,3-2-3-16,2 1 0 0,-1-2 2 0,-1 1-8 0,1 0 2 0,1-4 2 0,0-6-2 15,-1-5-2-15,-2-4 2 0,-2-6-1 0,5-5-1 0,-1-2 1 0,5 0 4 16,6-12-4-16,0-1-1 16,-6-4 2-16,0 4-2 15,-9 1-1-15,-4 2-1 16,-5 1-39-16,-1 1-86 16,-1-2-32-16,4 0-16 0,-2-1-102 15</inkml:trace>
  <inkml:trace contextRef="#ctx0" brushRef="#br0" timeOffset="50930.57">14813 5488 530 0,'0'0'80'0,"0"0"32"0,0 0 27 0,0 0-56 16,0 0-11-16,0 0 10 0,0-15-4 0,0 15-24 0,0 0-15 16,0 0-13-16,0 0-2 0,0 0 3 0,0 0-3 0,0 0-6 0,0 0-3 0,0 0 1 15,0 0-3-15,-1 0-2 0,1 0 2 0,0 0-1 16,0 0 7-16,0 0-6 0,0 0 2 16,0-1-1-16,0 1 3 15,0-1 3-15,0 1-2 16,0-2-6-16,0 2-2 15,0 0-4-15,0-2 0 16,0 2-3 0,0 0 0-16,0-1 0 0,0 1 1 15,0-2 4-15,0 2 0 16,0 0 2-16,0-3 3 16,0 3 0-16,0-7 4 15,0 0-3-15,1-5-6 0,1 1-6 16,-2 3 1-16,1 1 0 15,-1 4 6-15,0 0 2 16,2 3-3-16,-2 0 2 16,0-1-4-16,0 1-2 15,0 0 0-15,0 0 0 16,0 0-4-16,0 0-6 16,0 9-4-16,1 12 8 15,2 8 2-15,3 6 7 16,6-3 3-16,-3 4-10 15,7-1 6-15,-4 0-1 47,3-5-4-47,0-1-1 0,0-2 4 0,0-2-2 16,3-6 3-16,-2-4-5 0,0-2 3 0,1-2-3 16,2-5 1-16,0-4 0 0,3-2 0 15,0 0 1-15,2 0-1 16,-5-10 0-16,1 1-1 15,-7-1-59 1,-1 3-161-16,-8 0-148 16,-4-2-400-16</inkml:trace>
  <inkml:trace contextRef="#ctx0" brushRef="#br0" timeOffset="53854.73">17054 5166 535 0,'0'0'79'0,"0"0"-39"0,0 0 86 16,0 0 9-16,0 0-55 0,0 0-6 0,0 0 5 0,15-31 1 0,-12 31-28 16,-3 0-11-16,0 0 9 15,0 0-10-15,0 0-5 16,0 0-3-16,0 0 1 16,-9 0-17-16,-19 17 10 15,-17 5-8-15,-14 5 9 0,-6 4-8 110,-3 3-2-110,0 4-4 0,3 0-2 15,0 0-5-15,6-2-5 0,7-7 3 0,14-5-1 0,11-7-3 0,14-5 0 0,5-8 0 0,7 1-1 0,-2-3 0 16,3 2 0-16,0 6 1 0,22 1 1 0,8 3 16 0,15 2 6 0,1-2-3 0,9 6 7 15,8-1-5 1,6 0-4 0,7 5 1-16,-2-2-6 15,-3-1-11-15,-2 4-2 16,-7-6 0-16,-5-2-1 0,-7-2 1 16,-11-5-1-16,-3-2 1 15,-17-4 0-15,-6-2 0 0,-7-2 0 16,-4 0 1-16,0 0-1 15,-1 0 2 1,1 0 1-16,-2 0 0 0,1 0-3 16,-1 0-5-16,2 0-29 15,-2 0-66-15,1-4-46 0,1-3-74 16,5-3-81-16,2-4-207 16</inkml:trace>
  <inkml:trace contextRef="#ctx0" brushRef="#br0" timeOffset="54473.27">18012 5085 839 0,'0'0'33'0,"0"0"64"0,0 0 79 0,0 0-54 0,0 0-81 0,0 0-34 16,0 32-6-16,3 18 105 0,4 6-30 0,-1 5-18 0,8-3 10 0,-4 3-13 15,2 0-26-15,-3-2 3 0,1-3-6 0,-2-1-3 0,1-12-12 16,-2-5-7-16,-1-8-3 15,-1-9 0-15,-2-6 1 0,-2-8-2 0,3-4-1 0,-1-3 1 16,2 0-14-16,6-10-97 16,8-15-60-16,1-8-105 15,3-9-96-15</inkml:trace>
  <inkml:trace contextRef="#ctx0" brushRef="#br0" timeOffset="54912.46">18529 5184 1002 0,'0'0'20'0,"0"0"32"0,0 0 80 0,0 0-84 0,0 0-25 15,-86 92 40-15,70-52 6 16,2-1 13-16,6-2-28 15,3 3-14-15,5-1-14 16,0-7-10-16,7 1-3 16,14-2-6-16,11-9 0 15,6-7 2-15,7-3-6 0,9-9 3 16,-2-3-3-16,-1-3 0 16,-5-14 1-16,-10-10 1 15,-5-3 2-15,-9-9-4 16,-7-5 3-16,-7-8-3 15,-8 0 0-15,0 3-1 16,-12 4 1-16,-15 12-2 16,-4 5-1-16,-11 8 0 15,-6 10-3-15,-5 4 1 16,3 6-1-16,1 0-2 16,9 4-3-16,7 12-12 15,10 5-71-15,8 3-83 16,10 1-53-16,5-1-97 15,0-4-285-15</inkml:trace>
  <inkml:trace contextRef="#ctx0" brushRef="#br0" timeOffset="55391.51">19181 5141 948 0,'0'0'30'0,"0"0"-19"0,0 0 68 0,0 0 12 0,0 0-48 0,0 0-2 0,-52 86-2 0,40-49 32 0,4 3 10 16,2-2-33-16,6-2-15 15,0 0-2-15,14-3 4 16,13 1-12-16,9-8-13 16,6-1-1-16,10-7 0 15,4-7-7-15,0-11 7 0,-2 0-3 16,-8 0-2-16,-12-20-3 16,-7-8 6-1,-10-6 2-15,-10-7 0 0,-7-5-6 16,0 2 6-16,-23 3 6 15,-10 4-9-15,-2 8-5 16,-4 5-1-16,-1 12 0 16,1 2-3-16,0 9 3 15,7 1-3-15,3 0-9 16,11 0 6-16,5 7-28 16,4 6-82-16,9 1-77 15,0 0-24-15,0-2-32 16,19-5-174-16</inkml:trace>
  <inkml:trace contextRef="#ctx0" brushRef="#br0" timeOffset="55824.88">20060 5243 660 0,'0'0'431'0,"0"0"-428"0,0 0 136 0,0 0-27 0,0 0-61 16,0 0-14-16,-89-18 4 0,69 34-7 0,-1 3 9 0,2 7-12 0,1 4-4 16,7 2 13-16,4 2-16 15,7 1-8-15,0-4-1 0,10 3-1 16,17-5-5-16,6 0-4 15,12-5 4 1,7-6-2-16,-1-5-4 16,4-8-1-1,-3-5 1-15,-5 0 2 16,-6-16 3 0,-5-7 0-16,-4-10 2 15,-10-9 10-15,-5-8 0 0,-11-2-9 0,-6-3-5 16,-6 4-4-16,-27 8-2 0,-9 13-2 15,-19 15-3-15,-18 15-1 16,-11 4-15-16,-10 29-119 16,-5 10-171-16,1 7-270 15</inkml:trace>
  <inkml:trace contextRef="#ctx0" brushRef="#br0" timeOffset="59060.04">21856 4273 126 0,'0'0'5'0,"0"0"-5"0,0 0-13 0,0 0 5 0,0 0 8 0,0 0-52 16</inkml:trace>
  <inkml:trace contextRef="#ctx0" brushRef="#br0" timeOffset="60881.6">12635 2634 371 0,'0'0'10'16,"0"0"13"-16,0 0 24 15,0 0 4-15,0 0-1 16,0 0-22-16,0-13-5 16,0 13 5-16,-3-2 23 15,3 2-19-15,0-2-4 16,0 1-4-16,0-1 4 16,0-2-8-16,3-3 1 15,18-4-11-15,7-4-2 0,11-3 6 16,5-3-4-1,4 0 4 17,3 0-5-32,-3 4 3 0,-5 4-7 0,-10 5-4 15,-15 5-1-15,-6 3 0 0,-9 0 0 16,-3 0-1-16,0 0 1 0,-3 8-7 16,-14 11-12-16,1-5-80 15,-3 4-60-15,-1-6-95 0</inkml:trace>
  <inkml:trace contextRef="#ctx0" brushRef="#br0" timeOffset="61205.33">12544 2801 352 0,'0'0'3'0,"0"0"-1"0,0 0 17 15,0 0 84-15,0 0-37 0,0 0-15 0,46 6 2 0,-24-12 21 0,4-4-43 0,8-2-2 0,5 2-9 0,-2-7-6 0,2 9-9 0,-6-2-5 16,-3 5-1-16,-5 2-3 15,0 0-18 1,-2 0-296-16</inkml:trace>
  <inkml:trace contextRef="#ctx0" brushRef="#br0" timeOffset="69588.2">14067 2294 354 0,'0'0'98'0,"0"0"-59"0,0 0 31 0,0 0 11 0,0 0-44 16,0 0-15-16,0 0-1 15,0-3 14-15,0 3 7 16,0 0-8-16,0 0-16 15,0 0-8-15,0 17-5 16,0 14 12-16,0 14 58 16,-6 9-11-16,-7 12-30 15,-1 15-2-15,-4 9-3 16,0 5-3-16,-1-3-21 0,1-6 8 16,2-7-9-16,1-8-3 15,7-10-1-15,1-16 0 16,1-7-1-16,3-9 2 15,-1-9-2-15,1-10 1 16,3-4 0-16,0-3 0 16,0-3-17-16,0 0-63 15,0-16-30-15,7-15-72 16,5-12-183-16</inkml:trace>
  <inkml:trace contextRef="#ctx0" brushRef="#br0" timeOffset="70168.66">14036 2291 530 0,'0'0'94'0,"0"0"-94"0,0 0 0 0,0 0 32 0,0 0-4 0,0 0-28 0,0-9 0 16,0 27 5-16,0 6 19 15,0 6 9-15,0 8 6 16,0-1 7-16,0 10-24 16,-2 1 3-16,2-3-6 0,0 0-6 15,0-8-4 1,0-9 4-16,5-4 2 0,5-10-12 15,3-5 7-15,3-6-3 16,4-3 0-16,7-3 1 16,1-14 0-16,4-9-6 15,-2-6 0-15,-5-3 2 16,-1-6-3-16,-5-2-1 16,-2-1 3-16,-5 0-2 15,-3 0-1-15,-5 10-1 16,-1 5 0-16,-3 9 1 15,0 10 0-15,0 5 1 16,0 5-1-16,0 0-1 0,0 18-19 16,0 10 20-1,0 8-1-15,3 4 2 0,0-1 2 16,6 0 0-16,2 1 1 16,5-3-1-16,5-4-2 15,4-4 0 1,8-7-1-16,10-10 3 15,11-12-3-15,17 0-53 16,9-15-210-16</inkml:trace>
  <inkml:trace contextRef="#ctx0" brushRef="#br0" timeOffset="72098.5">15786 2121 563 0,'0'0'3'0,"0"0"-1"0,0 0 27 0,0 0 45 0,0 0-24 0,0 0 44 0,-57-39-64 0,54 39 11 15,1 0 8-15,2 0 6 0,0 0-20 0,0 0-30 0,0 0-4 16,0 0-1-16,0 1 2 16,0 12 9-16,5 2 14 15,10 1 10-15,9 3 2 16,4-2-9-16,8 2-6 16,6 0-6-1,7-1-6-15,5 2-3 0,1-1-1 16,-4 6-3-1,-4-1-1-15,-6 2-2 0,-7 1 1 16,-6-1-1-16,-2 0 0 16,-6-6 1-16,-6 3-2 15,-6-2-1-15,-4 5-3 16,-4 0 5-16,0 4 8 16,-16 0 5-16,-13-1 3 0,-10-1 6 15,-7 1 2-15,-2-8-2 16,-2 0-11-16,-1 2 4 15,0-4 3-15,-1 4-16 16,3 1-2-16,10-3-2 16,8 5-5-16,13-1-43 15,7 2-85-15,11-6-100 16,20-10-179-16</inkml:trace>
  <inkml:trace contextRef="#ctx0" brushRef="#br0" timeOffset="72484.3">17418 2151 883 0,'0'0'2'0,"0"0"59"0,0 0 46 0,0 0-81 0,0 0-26 0,0 0 3 0,-12 76 21 0,8-26 15 0,2 4 5 0,-2 3 6 16,-1-4-14-16,2 5-16 15,-1-2-4-15,4-7-14 16,0-3 1-16,0-17-3 16,0-4 0-16,0-9-4 15,13-2 1 1,4-4-68-16,11-10-112 0,6 0-32 16,3-11-284-16</inkml:trace>
  <inkml:trace contextRef="#ctx0" brushRef="#br0" timeOffset="73718.59">17830 2338 824 0,'0'0'1'16,"0"0"-1"-16,0 0 19 15,-6 90 47-15,-3-60 20 16,1 2-19-16,4-1-21 0,1 0-15 15,3-1-10 1,0-2-2-16,0-4-18 0,7-4 2 16,7-5 0-1,2-7 5-15,4-4-1 16,2-4 2-16,4 0-4 0,0-2-1 16,0-12-2-16,-7-7 2 15,-6-10-2-15,-6-3-1 16,-7-4-2-16,0 1 0 15,-10 4-4-15,-9 3-2 16,-2 6 7-16,3 1-1 16,0 2 1-16,0 2-2 15,6 4 2-15,1 2 0 16,3 3 1-16,5 1-1 16,3-2 0-16,0 5 2 15,0-4-2-15,9 0-2 16,12 0 2-16,10-1-3 15,2 3 3-15,6-1 0 16,5 4-2-16,3 2 2 16,5 0-1-16,5 3 2 0,-5 0-2 15,0 0 0-15,-6 0 0 16,-4 0-3-16,-6 8 3 16,-8 4-3-16,-8-1 4 15,-10 1-7-15,-7 4-2 16,-3 0-4-16,0 11 11 15,-7-2 2-15,-6 4 1 16,-1 0 2-16,-1 0-3 16,11-1 0-16,2-2 0 0,2-3 1 15,0-7-1 1,6 1 0-16,10-4 4 0,8-4 2 16,6-5-1-16,4 0-1 15,7-4-2-15,2 0 0 16,2 0 0-16,1-8-2 15,-7-1 0 1,-2-3 1-16,-7-2 0 0,-11-1 2 16,-10-3-1-16,-7 1-2 15,-2-4-4-15,-5 1 1 16,-17 0 1-16,0-1 2 16,-5 4 0-16,3 0 0 15,1-1-1-15,3 2 0 0,5 1 1 16,4-2 1-16,5 5 0 15,5-3-1-15,1 0 2 16,0 2-2-16,3-1 0 16,13 2-1-16,2-2 0 15,4 4-1-15,1 3 1 16,2 1 1-16,2 1-2 16,3 2 1-16,-2 2 1 15,5 1-1-15,-4 0 0 16,-1 0 1-16,-4 0-1 15,-4 7 1 1,-6 2-1-16,-2 3-3 16,-3 1 3-16,-5 5-21 0,-4 2 22 15,0 2 2-15,0 0-1 16,0 3-1-16,0-4 0 16,0 1 2-16,0 0 0 0,0-6-1 15,0 2 0 1,0-3 3-16,6-2-2 15,7-2 6-15,6-1 1 0,3-6 1 16,5-1 2-16,10-3 1 16,8 0-3-16,6 0-3 15,2-3 4-15,-4-4-2 16,-10-4 4-16,-15-3 5 16,-13-6 38-16,-11-7 22 15,0-10-36-15,-30 0-18 16,-11-3-5-16,-6 6-9 15,-5 7-10-15,-5 6 0 16,-2 7-4-16,-5 4-5 16,-4 10-64-16,-5 0-182 0,-2 0-383 15</inkml:trace>
  <inkml:trace contextRef="#ctx0" brushRef="#br0" timeOffset="108966.39">16577 2528 316 0,'0'0'242'0,"0"0"-222"0,0 0 217 0,0 0-132 0,0 0 26 0,0 0 10 0,0 0-14 0,-32-12 12 16,31 10-15-16,-2 2-26 0,3 0-35 0,0 0-25 0,0 0-12 0,0 0-11 16,0 0-11-16,22 0-4 15,9 0 11-15,8 0 3 16,7-2-7-16,4-3-4 16,5 0-2-16,5-1 5 15,-1-1-6-15,-7 3-3 16,-10-2 2-16,-12 6-3 15,-13-3-1-15,-7 3-13 16,-9 0-12-16,-1 0-2 16,-4 0-23-16,-18 0-81 0,-5 12-102 15,-5-1-30-15,3 3-149 16</inkml:trace>
  <inkml:trace contextRef="#ctx0" brushRef="#br0" timeOffset="109291.31">16550 2740 1007 0,'0'0'72'0,"0"0"-6"16,0 0 157-16,0 0-142 15,0 0-38-15,0 0 8 16,-8 12 20-16,17-2-15 15,6-3-18-15,6-2-6 0,1-2-9 16,8-2-13-16,6-1 0 16,7 0-2-16,9 0-1 15,4-1-4-15,7-6-3 16,-4-1 0-16,-5 2-4 16,-14-1 3-16,-15 2 1 15,-11 5-1-15,-10 0-1 16,-4 0 1-16,0 0-19 15,-11 0-55-15,-12 0-116 16,-7 0-170-16</inkml:trace>
  <inkml:trace contextRef="#ctx0" brushRef="#br0" timeOffset="112437.5">21125 1239 747 0,'0'0'31'0,"0"0"-31"0,0 0 65 0,0 0 11 0,0 0-33 0,0 0-33 0,0 0-1 0,-3 55 29 16,17-13 43 0,-2 10-12-16,-3 12 3 0,0 8-13 15,-3 5 0-15,-1 2 3 16,-3 4 6-16,-2 6-22 16,0 5 11-16,0 12-5 15,0 8-3-15,-7 6-20 16,-2 10-10-16,-3 9 8 15,-1 4-12-15,5 7 2 16,0-4-4-16,1-8-5 16,1-1 4-16,0-7 0 15,3-4-8-15,-1 1 0 16,-2-2 0-16,-5-2 0 0,1-3-4 16,-2-6 1-1,-3-6-1-15,0-2-2 16,2-6 2-16,1-6 0 15,1-4 0-15,1-5-3 16,5-4-1-16,5-2-10 16,-1-8-4-16,1 0 3 0,0-11 8 15,0 2-4-15,0-2 5 16,0-1-8-16,0 1 4 16,0-4 2-16,0 0-8 15,0-2 2-15,0-2-7 16,0-1 12-16,0-1-6 15,0 0 0-15,0 1 8 16,-3-2-13-16,-6-2-5 16,4 1 9-16,-3-3-10 0,1-1 14 15,0-1 4-15,4-2-9 16,1-1 10-16,2-1-6 16,0-4-19-16,0-3 11 15,0-7-33-15,0-6 14 16,0-7 4-16,0-6-40 15,5-4-27-15,5-2-122 16,2 0 69-16,-3-8 44 16</inkml:trace>
  <inkml:trace contextRef="#ctx0" brushRef="#br0" timeOffset="116891.33">22689 1808 895 0,'0'0'95'16,"0"0"-20"-16,0 0 162 0,0 0-127 0,0 0-53 0,0 0 2 16,0 0 4-16,0 0-21 0,-19-7-10 0,19 7-4 0,0 0-11 0,0 0-5 0,14 0-8 0,8-6 5 15,12-3-4-15,10-1 6 0,-2 3-8 0,1-1 7 0,-1 2-6 16,-4 2-4-16,-5 2 1 0,-4 1-2 0,-6 1 1 0,-7 0-1 0,-4 0 0 0,-8 0-6 0,-2 0-1 0,-2 0-14 0,0 9-82 0,0 3-56 0,-6 2-34 15,-9 4-50-15,-1-5-86 0</inkml:trace>
  <inkml:trace contextRef="#ctx0" brushRef="#br0" timeOffset="117075.2">22759 1987 800 0,'0'0'23'0,"0"0"-20"0,0 0 109 15,0 0-54-15,0 0 14 0,0 0 34 16,70 5-20-16,-37-5-23 16,9 0-12-16,4-1 6 15,8-7-17-15,4 1-14 16,-3 1-8-16,-7 2-13 16,-12 2-3-16,-14 1-2 0,-11 1 0 15,-10 0-3-15,-1 0 0 16,0 0-32-16,-1 0-101 15,-19 0-38 1,-5 0-107-16,-5 0-250 16</inkml:trace>
  <inkml:trace contextRef="#ctx0" brushRef="#br0" timeOffset="117738.33">22689 1991 799 0,'0'0'66'0,"0"0"-66"0,0 0 103 15,0 0-30-15,0 0-51 0,0 0 0 0,-6 16 52 0,18-8-23 0,9-2-13 16,10-1 13-16,9-5-10 15,8 0-21-15,14 0 0 16,4-6-2-16,2 1-4 16,-7-1-7-1,-15 4-7-15,-17 2-4 0,-16 0-1 0,-10 0-44 16,-3 0-99-16,0 0-61 16,-5 0-107-16</inkml:trace>
  <inkml:trace contextRef="#ctx0" brushRef="#br0" timeOffset="118511.92">23988 1855 935 0,'0'0'87'0,"0"0"-86"0,0 0 55 15,0 0 12-15,0 0-61 16,0 0 43-16,-14 83 0 16,12-54-25-16,2-4-3 15,0-1-2-15,6-4-4 16,7-4-5-16,7-5-7 16,1-3-1-16,6-3 0 15,3-5-1-15,-1 0-1 16,0-7-1-16,-4-10 0 15,-3-5 2-15,-4-3 0 16,-3-4-1-16,-1 3-1 16,-7 4 1-16,-1 13-1 15,-5 4 2-15,-1 5 21 16,0 0 3-16,0 5-26 16,0 14-3-16,-7 7 3 0,3 2 6 15,-2-3-3-15,4 0-2 16,2-4 3-16,0-4-2 15,0-5-2-15,0-3 0 16,2-5 0-16,14-2 0 16,8-2 0-16,10 0 5 15,6-19-4-15,2-6-1 0,0-5 1 16,-2-1-2-16,-10 2 1 16,-7 7 0-1,-9 9 1-15,-10 9-1 0,-1 4 0 16,-3 2-2-16,0 16 0 15,0 9 2-15,0 1 17 16,0-1-10-16,0-3-5 16,0-4-2-16,0-6 0 15,3-3-2-15,1-3 1 16,2-6-58-16,-5-2-79 16,1 0-79-16,-2-14-33 15,0-14-335-15</inkml:trace>
  <inkml:trace contextRef="#ctx0" brushRef="#br0" timeOffset="118825.37">24114 1601 773 0,'0'0'13'0,"0"0"0"0,0 0 42 0,0 0 8 0,0 0-35 0,-69 89-7 0,78-69 0 0,13-4 25 15,5-7 1-15,6-5-4 0,-2-4-14 0,4 0-8 0,-10-1-6 0,-4-14 6 0,-9-8 5 0,-11-7 19 0,-1-2 6 0,-4 2-27 0,-11 6-12 0,-1 10-11 0,-4 11-1 16,0 3-6-16,1 15 0 0,3 14-19 0,6 8-21 0,5 7-91 0,5-1-12 0,12-2-59 0,18-5-96 0</inkml:trace>
  <inkml:trace contextRef="#ctx0" brushRef="#br0" timeOffset="119091.47">25355 1488 1223 0,'0'0'15'0,"0"0"-15"16,0 0 16-16,0 88 77 16,-1-23 27-16,1 0-85 15,0-2-8-15,4-6-6 16,5 2-9-16,0-6-11 15,-3-8-1-15,0-8 0 0,-3-8-1 16,0-11-3-16,-3-8-36 16,0-5-110-16,0-5-53 15,0-4-55-15,-10-18-201 16</inkml:trace>
  <inkml:trace contextRef="#ctx0" brushRef="#br0" timeOffset="119763.9">25243 1944 791 0,'0'0'84'0,"0"0"-37"16,0 0 110-16,0 0-91 16,0 0-59-16,108-28 1 15,-59 19-7-15,-3 1 0 16,2-9 2-16,-3-4-3 16,-1-5-2-16,-9-7-18 15,-3-8-3-15,-9-7 1 16,-13 1 3-16,-2 7 18 0,-7 8 1 15,-1 15 15-15,0 10 27 16,0 7 28-16,0 3-42 16,-9 24-28-16,0 12 0 15,-4 10 24-15,4-4 0 16,6 1 5 0,3-1 7-16,0-2-9 0,0-3-18 15,1-9 0-15,10-3-5 16,4-12-1-1,0-4-1-15,4-7-2 0,3-5 6 16,6 0-4-16,3-12 5 16,0-11-3-16,2-5-3 15,-8-1-1-15,-5 7 3 0,-5 7-2 16,-5 6 4 0,-7 8 29-16,0 1-5 0,-1 0-26 15,4 17 4-15,5 7-7 16,3 2 10-16,4-1-6 15,3 0 0-15,4-4 1 16,6-4-2-16,5-5-2 16,1-6 2-16,-2-6-1 15,-6 0-2-15,0-12 1 16,-7-10 4-16,-1-7-4 16,-7-8 1-16,-6-4-1 15,-8 4 0-15,0 10-1 0,0 11 0 16,-11 12 1-16,-7 4-1 15,-8 6-7-15,0 20 4 16,2 5 3-16,9 5 0 16,12-2-4-16,3-1 4 15,0-5-3-15,21 0 2 16,10-6-2-16,12-1-70 16,12-6-84-16,9-2 10 15,10-6-116-15,2-7-270 16</inkml:trace>
  <inkml:trace contextRef="#ctx0" brushRef="#br0" timeOffset="120331.4">26956 1667 718 0,'0'0'515'0,"0"0"-514"0,0 0 38 0,0 0-15 0,0 0-23 0,-51 75 59 0,50-23-30 0,1-4-19 15,0 2 0-15,10-4 22 16,4-7-23-16,-3-3-5 16,0-13-4-16,-3-7-1 15,-4-8-1-15,-1-4 0 0,-2-4-5 16,-1 0 6 0,2-6 0-16,1-20-8 0,-2-15-37 15,-1-12 14 1,0-11 15-1,0-2 15-15,0 4 1 0,0 12 1 0,0 13 5 16,0 13 18-16,5 15-4 16,-2 4 18-1,0 5 6-15,4 0-44 16,11 17-18-16,7 14 18 0,8 12 1 16,5 2-1-16,-1 0 4 15,6 1 1-15,2-2 0 16,4-6-2-16,-7-7-2 15,-6-10 0-15,-11-9 0 16,-9-8-1-16,-5-4 3 16,0-3 4-16,-1-18 4 15,-3-12 4-15,-2-10-3 0,-4-10 0 16,-1-7 0-16,0-6-7 16,0 2-4-16,-10 9-1 15,0 16 1-15,2 16 0 16,4 12-1-16,-3 11-5 15,-7 5-13-15,-3 24-82 16,-4 10-5-16,8 6 1 16,13 2-62-16,0-4-30 15,10-5-59-15</inkml:trace>
  <inkml:trace contextRef="#ctx0" brushRef="#br0" timeOffset="121223.69">27706 1777 856 0,'0'0'60'0,"0"0"60"0,0 0 77 0,0 0-88 0,0 0-33 0,0 0-76 0,9-19-19 0,-9 50 19 16,0 6 6-16,0-2-1 15,0 0 0-15,11-3 2 16,8 0 0-16,5-5-3 15,3-7 0-15,3-7-1 16,1-6 0-16,0-7-2 16,-3 0-1 15,-3-17-2-31,-1-12-7 0,-7-11-2 0,-2-6 1 16,-1-4 4-1,-8 7 4-15,-2 10 2 16,-2 13 2-16,-2 12 7 0,0 8 5 15,0 0-14-15,0 18-21 0,-2 14 17 16,-2 7 4-16,4 2 3 0,0 4 1 16,15-3 4-16,7-1 3 15,9-4-10-15,5-2 0 16,6-7 0-16,6-6 3 0,-1-5-4 16,-6-11 0-1,-5-6 0-15,-7-2 1 0,-2-21 6 16,-3-14-6-16,0-10-1 15,-8-17-1-15,-5-11-4 16,-4-9 3-16,-5-8 0 16,-2 3 2-16,0 10 4 15,-4 19 0-15,-6 26 3 16,4 18-2-16,2 15 7 16,-4 1-12-16,-2 28-17 15,0 18 13-15,-1 15 4 0,5 5 7 16,6-1-3-16,0-3 6 15,12-1 1-15,12 0-2 16,5-1-4-16,10-2-5 16,5-5 1-1,8-6-1-15,0-10 0 0,-2-9-1 16,-4-13 1 0,-7-10 0-16,-7-5-1 15,0-12-2-15,-5-21-30 16,-9-15 17-16,-4-17-17 15,-9-13 2-15,-5-9 14 0,0-9 14 16,-2-6 2 0,-11 11 2-16,-5 14 7 0,7 30-4 15,1 25 12-15,1 21 16 16,0 7-32 0,-6 35-11-1,2 19 11-15,5 15 1 0,8 4 11 16,0 2-1-16,12 2 8 0,11-5-3 0,-1-1-9 15,2-10-7-15,0-5-1 16,-3-10 1-16,-6-4-17 16,-2-6-115-1,-2-7-103-15,-1-11-108 16</inkml:trace>
  <inkml:trace contextRef="#ctx0" brushRef="#br0" timeOffset="121714.45">29416 1332 415 0,'0'0'76'0,"0"0"-11"0,0 0 100 0,0 0-70 0,0 0-5 0,0 0-7 0,2-38-16 0,-2 38-21 0,1 0-18 0,2 0-22 0,3 11-5 16,1 10 4-16,-3 5 0 0,-4 10-5 16,0 11-1-16,-17 12-15 15,-12 10-187 1,-7 5-255-16</inkml:trace>
  <inkml:trace contextRef="#ctx0" brushRef="#br0" timeOffset="122485.17">22004 1360 1038 0,'0'0'13'0,"0"0"-13"0,0 0-7 0,0 0 7 0,0 0 5 0,0 79 2 0,0-45-7 15,0 7 0-15,0 0-11 0,0 0-274 0</inkml:trace>
  <inkml:trace contextRef="#ctx0" brushRef="#br0" timeOffset="128329.31">23287 3252 314 0,'0'0'258'0,"0"0"-252"0,0 0 150 0,0 0-72 0,0 0-27 0,0 0-24 15,0 0 33-15,0-68-37 0,0 66 11 0,0 0 2 0,0 2-15 0,0-1 15 16,0 1-11-16,-3 0-8 0,3 0-1 0,0 0-11 0,0 0-2 0,0 0-1 0,0 0-4 0,0 0 0 16,0 0-1-16,0 0 0 0,0 0 2 15,0 0-2-15,-1 0 1 0,1 0-2 16,0 0 0-16,-3 0-2 15,3 0 1 1,0 0 0-16,0 0-1 16,0 0 1-16,0 0 0 15,0 0-1-15,0 0-1 0,0 0 0 16,0 0 2-16,0 0-2 16,0 0 2-16,0 0-1 15,0 0 1-15,0 0 0 16,0 0 2-16,0 0-2 15,0 0 3-15,0 0 3 16,0 0 3-16,0 0 7 16,0 0 1-16,0 0 3 15,0 0 0-15,0 0-1 0,0 0-4 16,0 0 0-16,0 0 1 16,0 0-2-1,0 0 0-15,0 0-5 0,0 0-1 16,0 0-5-16,0 0-1 15,0 0-3-15,0 0 0 16,0 0-4-16,0 10-1 16,0 11 5-16,4 7 0 15,2 3 2-15,-1 1-1 16,-5 1 0 0,0-4 0-16,0-4-1 0,0-6 0 15,0-5 0-15,0-3-1 0,0-7 2 16,0-2-2-1,0-2 0-15,0 0-48 0,0 0-70 16,0-2 14-16,0-14-100 16,0-9-228-16</inkml:trace>
  <inkml:trace contextRef="#ctx0" brushRef="#br0" timeOffset="130788.29">23410 2877 310 0,'0'0'152'0,"0"0"-150"0,0 0 72 0,0 0 8 0,0 0-54 0,0 0 27 0,-3-13-7 0,3 11-1 0,0 0-3 0,-2-1-7 0,1 0 3 0,1 1-20 15,-2-1-2 1,1-1-4-16,-4 1-3 16,2-3 8-16,-3-1 2 0,-1 1-10 15,-4 2 22-15,-3-2-13 16,-2 3-10-16,-4 2-7 16,-6 1 9-16,-2 0-1 15,-6 0 0 1,-4 0 0-16,-5 7-2 0,0 9 10 15,2 6-8 1,3 6 6-16,3 9-9 16,2 6-1-1,-1 8 0-15,7 0 1 0,2 4-6 0,3-3 1 16,5 4 0-16,7-4-2 16,7-1-1-16,3 0 1 15,0-6-1-15,13-4 1 16,13-7 2-1,4-6-3 1,5-5 2-16,11-5 3 16,10-4 2-16,6-6 2 15,7-5 4-15,1-3-2 16,-4 0-6-16,-6-13-2 0,-8-12 3 16,0-7-3-16,-4-11 0 15,-2-10 2-15,-6-12 11 16,-5-7-6-16,-10-3-2 15,-4-1-2-15,-14 5 2 0,-7 8 3 16,0 9-1-16,-18 10-2 16,-7 11-2-16,-5 5 3 0,0 6-7 15,-1 6 0 1,-5 7-2-16,2 4 0 16,3 5-6-16,-1 0-4 15,2 14-52 1,12 8-69-16,2 4-77 0,10 4-66 15,6 1-293-15</inkml:trace>
  <inkml:trace contextRef="#ctx0" brushRef="#br0" timeOffset="131170.96">23845 3177 917 0,'0'0'12'0,"0"0"-4"0,0 0 78 0,0 0-43 0,0 0-43 0,0 0 0 16,0 0 0-16,24-8 6 0,1 8 17 0,10-3-6 0,1 2 3 0,3-1 3 0,7 2 3 0,-1-3-3 0,4 3-4 0,-4 0-14 0,-2 0 3 15,-9 0-8-15,-10 0 1 0,-9 0-3 0,-8 0 2 0,-7 0-22 0,5 3-75 0,-5 0-31 0,1 0-77 0,1-1-75 0</inkml:trace>
  <inkml:trace contextRef="#ctx0" brushRef="#br0" timeOffset="131461.16">24320 3035 723 0,'0'0'21'0,"0"0"-11"15,0 0 151-15,0 0-104 16,0 0-50-16,0 0-3 16,-30-6 8-16,30 21 38 15,7-2-12-15,13 3 15 16,5 1 22-16,11 3-29 16,0-1-9-16,1 3-5 15,-1-4-11-15,-9 3 1 16,-5-4-14-16,-8 2-4 15,-10-4-2-15,-4 3 0 16,-18 4 1-16,-30-2 4 16,-11 5-7-16,-5-5-53 0,5 3-100 15,16-8-114-15,15-8-416 16</inkml:trace>
  <inkml:trace contextRef="#ctx0" brushRef="#br0" timeOffset="132404.81">25304 3064 479 0,'0'0'210'0,"0"0"-200"0,0 0 99 16,0 0 32-16,0 0-96 0,0 0 30 0,-25-45-7 0,25 45-24 0,-2 0-14 15,1 0-11-15,-4 4-16 16,-2 14 0-16,1 10 13 15,-3 7 27-15,3 6-21 16,-1 6 17-16,1 3-6 31,0 4-17-31,1-4-11 0,4-2-4 16,-2-10 0-16,3-9 1 0,0-6-2 16,0-9-1-16,0-7 1 15,0-5-9-15,0-2-77 16,0 0-23-16,0 0-42 0,0-16-53 15,3-5-191-15</inkml:trace>
  <inkml:trace contextRef="#ctx0" brushRef="#br0" timeOffset="132803.84">25245 3098 79 0,'0'0'606'16,"0"0"-598"-16,0 0 97 15,19-93 3-15,-4 71-46 16,0 2-16-16,1 8 27 15,-2 2-33-15,2 4 8 16,-2 6-6-16,3 0-8 16,3 19-21-16,5 17 9 15,-1 13 20-15,0 8 9 16,-6 7-4-16,-3 2-7 16,-5-3-22-16,-5-4-10 15,-1-4-7-15,-4-8-1 0,0-12 0 16,0-7 0-16,0-14-24 15,0-1-86-15,-4-7-67 16,-2-6-62-16,-5 0-117 16</inkml:trace>
  <inkml:trace contextRef="#ctx0" brushRef="#br0" timeOffset="133687.75">25230 3367 961 0,'0'0'52'16,"0"0"-38"-16,0 0 130 0,0 0-127 16,0 0-17-16,118-81 0 15,-65 66 0-15,5-1 1 16,1-2 0-16,2 0-1 16,1 1-9-1,-2 3-36-15,-3 2-55 0,-2 5-9 16,-7-2 9-16,-9 2 27 15,-8-1 49-15,-9 0 24 16,-8-3 6-16,-5-1 38 16,-3 2 47-16,-6 0-13 15,0 4-15-15,0 1 27 16,-12 1-20-16,-8 4-56 16,-10 0-9-16,-2 0 9 15,-4 15 1-15,3-1 16 16,5 4-9-16,8-2-2 0,3-1-5 15,9-3-8-15,6 5-6 16,2-1-1-16,8 2 0 16,19 1 0-16,6 3-1 15,4-1-1-15,5 0-2 16,-5 0-19-16,-3-1-10 16,-7-4-6-1,-12-5-14-15,-8-3 27 0,-7-2 14 16,0-3 6-16,-19-3 6 15,-6 0 5-15,-2 0 17 16,2 0 13-16,8 0-19 16,7 0-6-16,6 0-10 15,4 0 0-15,0 0-2 16,10 0-14-16,19 0 4 16,16-13-4-16,9-7-17 0,4-7-17 15,0-5 15-15,-5-3 13 16,-7 1 19-16,-10 5 3 15,-11 2 6-15,-11 9 15 16,-7 4 27-16,-7 4 24 16,0 2-8-16,0 1-18 15,-9 4-3-15,-5 3-36 16,-3 0-3-16,0 0-4 16,-2 15 0-16,4 0-1 15,6 2 2-15,5 2-1 0,4 2 0 16,0 0-1-1,6-1 0-15,11 4-2 16,6-2 0-16,-2-1 3 16,3 0-7-16,-4-3-19 15,-5-2-10-15,-1-4 12 16,-8-3-2-16,-3-3 20 0,-3-3-3 16,0-2 2-16,-11 1 5 15,-10 0 2-15,-1-2 2 16,2 3-2-16,4 0-5 15,6-1-83-15,5 1-59 16,5-3-47-16,0 0-62 16</inkml:trace>
  <inkml:trace contextRef="#ctx0" brushRef="#br0" timeOffset="134398.15">26513 3252 225 0,'0'0'565'0,"0"0"-521"0,0 0 160 0,0 0-62 0,0 0-96 0,0 0-40 0,12-23-6 0,-12 39 0 16,0 4 10-16,-3 1 5 15,-2-1-9-15,2-2-1 0,3-1-5 16,0-3 0 0,0-2-1-16,9-4 0 0,8-4 1 15,5-4-7 1,5 0-14-16,4-8-3 0,5-9 7 15,-5-2-4-15,-3 1 4 16,-3 2 14-16,-8 6 3 16,-6 1 0-16,-3 6 5 15,-7 1 4-15,2 2 8 16,-3 0-4-16,1 0-13 16,1 0-4-16,4 9 4 15,1 3 2-15,2 2 1 16,2-2-1-16,1-2-2 15,1 0 0-15,2-6 0 0,1-1 3 16,4-2-1 0,4-1-1-16,2 0 1 0,4-4 3 15,0-10 1-15,3-1-5 16,-3-1-1-16,-2-1 0 16,-1 0 2-16,-7 3-1 15,-4 1 0-15,-4 5 1 16,-6 1 0-16,0 4 4 15,-5 2-3-15,-1 1 2 16,2 0-5-16,2 0-5 16,2 0-1-16,5 9 5 15,0 0 1-15,3-2 0 16,-1 0 1-16,-1 1 0 16,0-2-1-16,3-4 0 15,0 3-1-15,3-5 1 16,6 0 2-16,3 0 1 15,1 0-2-15,1-1 1 0,-4-5-1 16,-6 1 4-16,-4 0-3 16,0 1 12-16,-6 0 3 15,-3 4-8 1,1 0-8-16,-2 0-1 16,1 0-3-16,1 1 2 15,3 8 0-15,3-1-4 0,5-2-67 16,7-2-136-16,6-2-145 15</inkml:trace>
  <inkml:trace contextRef="#ctx0" brushRef="#br0" timeOffset="135833.31">27644 3186 110 0,'0'0'642'0,"0"0"-639"0,0 0 122 0,0 0-13 0,0 0-82 0,0 0-24 0,12-9-6 16,-5 9 1-16,3 9 2 0,3 1 10 0,0-2 0 16,2 0-4-16,-2-3 3 0,4-1 1 15,-2 1-10 1,4-3 3-16,0 2-6 0,-4-2 0 15,0 1 0-15,-4-3 2 16,-1 0-1-16,2 0 1 16,-1 0-1-1,-2 0 1-15,-1 0 0 0,0 0-1 16,-4 0 4-16,4 0-3 16,1 1-2-16,1 9 1 15,1 3 6-15,2 1-6 16,2 3 2-1,1-3-2-15,4-1 5 0,5-4 2 16,2-3 1-16,1-5 10 16,2-1 3-16,-3 0-7 15,-4-5 1-15,-1-9-7 0,-4-4 5 16,-6-7 0-16,-5-2-1 16,-1-2-4-16,-6 0 5 15,0 4-6-15,-9 6-2 16,-6 7 17-16,-6 8-19 15,-4 4-1-15,-6 1 5 16,-4 22-7-16,1 10 11 16,4 11 5-16,8 12 12 15,11 10 24-15,11 9-20 16,0 12-13-16,23 7-2 16,12 1-7-16,3-1-5 15,-5-10-4-15,-5-19-2 16,-10-12 0-16,-8-17-1 15,-10-15 0-15,0-9-1 16,0-6-26-16,-9-6-83 16,-5 0-58-16,1-20-145 15,4-19-414-15</inkml:trace>
  <inkml:trace contextRef="#ctx0" brushRef="#br0" timeOffset="136027.34">27933 3052 261 0,'0'0'923'0,"0"0"-911"0,0 0 23 0,0 0 33 0,0 0-68 0,0 0-18 0,39-25-40 16,4 50-143-16,-1-6-131 15</inkml:trace>
  <inkml:trace contextRef="#ctx0" brushRef="#br0" timeOffset="136237.17">28714 2980 1054 0,'0'0'5'0,"0"0"72"15,0 0 36-15,0 0-96 16,0 0-16-16,0 0 29 15,33 77 4-15,-23-43-23 16,-7-4-7-16,-2-2-3 16,-1-1-1-16,0-5-10 15,-3-1-91-15,-8-5-96 16,0-5-85-16,2-8-256 16</inkml:trace>
  <inkml:trace contextRef="#ctx0" brushRef="#br0" timeOffset="136553.96">28692 3190 755 0,'0'0'22'0,"0"0"97"16,0 0-17-16,81-55-77 15,-38 43-17-15,-1 0-1 16,4 1-7-16,-4-6 1 16,-7-6-1-16,-4-2 1 15,-7-2 1-15,-8 2-1 16,-6 6 2-16,-7 6 6 15,-3 6 52-15,0 4 34 16,0 3-45-16,0 0-50 16,-7 12-7-16,-11 13 7 15,2 5 0-15,5 3 11 16,5-3 7-16,5 1 6 16,1 2-17-16,0-3-3 0,0-1-4 15,10-4 0-15,1-6-39 16,2-2-113-1,6-7-79-15,1-9-203 0</inkml:trace>
  <inkml:trace contextRef="#ctx0" brushRef="#br0" timeOffset="136867.06">29206 3123 993 0,'0'0'2'16,"0"0"15"-16,0 0 56 15,0 0-17-15,0 0-10 16,-48 79-13-16,48-54 1 16,14 0-16-16,11-2-9 15,5-3-3-15,4-5-3 16,4-6-3-16,3-7 0 0,-2-2 5 16,-2-4-4-16,-7-17 5 15,-9-6-3-15,-15-7 3 16,-6 1 0-16,-9 2-4 31,-23 8-2-31,-3 4 4 0,-5 9 1 16,2 5-5-16,2 5 0 15,7 9-6-15,3 14 2 0,7 8 1 16,10 5-15-16,9 2-113 16,0-3-109-16,9-5-53 15</inkml:trace>
  <inkml:trace contextRef="#ctx0" brushRef="#br0" timeOffset="137683.51">30075 3108 701 0,'0'0'3'15,"0"0"100"-15,0 0 7 0,0 0-35 0,0 0 22 0,0 0-85 0,10-20-12 0,-25 42 0 0,-3 9 7 0,-2-1 17 0,8 6-10 0,2-4 5 16,7 0-9-16,3-5 6 16,0-4-11-16,2-4 0 15,12-5 3 1,9-5-8-16,2-9 4 0,7 0-2 0,2-9-2 16,-2-18-18-1,-3-8-11 1,-5-9-3-16,-3-2 15 0,-8 4 15 15,-4 9 2-15,-4 10 2 16,-5 10 7 0,0 10 29-16,0 3 3 15,0 0-41-15,-4 8-12 16,-6 13 12-16,1 1 1 0,3 4 0 16,3 1-1-16,2-2 5 15,1-1-2-15,0-4 1 0,0-5-4 16,0-5 0-16,-2-4-2 0,-4-6-2 15,-7 0-62 1,-4 0-188-16,-2-19-264 16</inkml:trace>
  <inkml:trace contextRef="#ctx0" brushRef="#br0" timeOffset="138251.31">29962 2884 994 0,'0'0'2'15,"0"0"94"-15,0 0-17 16,0 0-50-16,0 0-29 16,0 0-13-16,61-24-90 15,-29 46-120-15,-1-2-337 16</inkml:trace>
  <inkml:trace contextRef="#ctx0" brushRef="#br0" timeOffset="138387.01">30688 2791 576 0,'0'0'365'0,"0"0"-361"0,130-77 65 16,-67 64 17-16,-5 4-18 15,-4 5-40-15,-6 3-17 0,-11-3-9 16,-11 3 0-1,-14 0-2-15,-9 1-1 16,-3-2-39-16,-8 2-102 16,-19 0-41-16,-4 0-14 0,0 0-109 15</inkml:trace>
  <inkml:trace contextRef="#ctx0" brushRef="#br0" timeOffset="138435.94">30923 2746 393 0,'0'0'242'0,"0"0"-164"16,0 0 54-16,0 0-43 15,0 0-57-15,0 0 27 16,11 67 12 0,-4-31-15-16,-3 4 11 0,1 4-10 15,-1 0-13-15,-1 0-20 16,2-5-10-16,-2-3-7 15,3-4-6-15,-2-5-1 16,-1-6 0 0,0-3-2-16,2-8-1 15,-1 0-47-15,5-4-90 0,2-3-51 16,4-3-56-16,2 0-278 16</inkml:trace>
  <inkml:trace contextRef="#ctx0" brushRef="#br0" timeOffset="138874.01">31146 3001 517 0,'0'0'107'16,"0"0"-77"-16,0 0 102 16,0 0-39-16,0 0-4 15,0 0-40 1,17-69 13-16,-9 63-5 0,-1 1 9 15,3-1-36-15,3 2-4 16,1 1 16-16,3 3-23 16,4 0-9-16,0 0-1 15,3 11-2-15,1 9-3 16,-4 7-2-16,-2 5-2 16,-2 3 0-16,-5 2 0 15,-2-5 0-15,-9-2 2 0,-1-5-2 16,0-11-4-16,-3 0 4 15,-13-7-2-15,-5-5 1 16,-3-2-4-16,-1 0 4 16,0-9-2-1,4-5-1-15,7 0 2 16,8-4 2-16,6 0-1 16,0-3 1-16,18-3-1 15,12 0 0-15,9 1 0 16,9 2 1-16,4 7 0 15,-6 3 2-15,-3 2-2 16,-12 5 0-16,-9 0-1 0,-9 2 0 16,-3 2 0-16,-5 0-8 0,-2 0-57 15,-3 12-29-15,0 2-16 16,0 0-36-16,0 2-18 16,0-4-33-16,0 0-81 15</inkml:trace>
  <inkml:trace contextRef="#ctx0" brushRef="#br0" timeOffset="139601.37">31684 3023 535 0,'0'0'36'0,"0"0"115"0,0 0-36 0,0 0-4 0,34-79-1 0,-32 74-8 0,-2 2-24 0,0 3-37 0,0 0-41 0,0 2 0 0,-3 12 0 0,-5 3 5 0,3 2-1 0,3 4-1 0,2-1 2 16,0 2-3-16,9-5 0 16,4 1 1-16,5-2-3 15,-1-5 6-15,0-3-5 0,3-6 0 16,4-4 2 0,1 0 0-16,3-4-1 0,-2-12 0 15,-3-3 3 1,-3-1-2-16,-5-3 4 0,-5 3 5 15,-4 4 6-15,-1 4 22 16,1 5-12-16,-3 3-11 16,-2 4 10-16,-1 0-12 15,0 0-15-15,0 4-11 16,0 15 10-16,5 4 1 16,8 2 5-16,8 0 1 15,0 2 2-15,2-6 1 16,0-2-3-16,1-3-4 15,0-5 9-15,-3-1-7 16,0-6 2-16,-1-1 7 16,-1-3 1-16,1 0 3 15,3-11 4-15,-2-8-12 0,1 0-4 16,-4-4 0-16,-6-2-3 16,-4 1 1-16,-5 2 1 15,-3 6-3-15,0 5 0 16,-8 1-1-16,-9 10-3 15,-3 0 1-15,-3 0 0 16,5 11 1 0,3 5 1-16,9 3 2 15,6 4 1-15,0 2 3 0,21 2 5 16,15 2-1-16,14 1 3 16,5-2-3-16,4-4-7 15,1-2-3-15,-3-7 0 16,-5-4 1-16,-7-4 0 0,-9-7-1 15,-7 0 2-15,-5 0-1 16,-6 0-1-16,-6-7 0 16,-3 1-44-16,-3-1-73 15,-2-2-70-15,-4-3 5 16,0 0-120-16,-2-7-296 16</inkml:trace>
  <inkml:trace contextRef="#ctx0" brushRef="#br0" timeOffset="-194911.25">1436 8699 338 0,'0'0'541'0,"0"0"-539"0,0 0 74 0,0 0 25 0,0 0-43 0,0 0-34 0,0 0-4 0,-10-4 9 0,10 4 7 0,0 0-4 16,5 0 6-16,12 0 14 0,7 0-16 0,6 0-3 0,7-2 5 0,12 0-17 0,10 0-8 16,14 1 2-16,3 1-10 0,0 0 0 0,-1 0-5 0,-8 0-1 0,3 5-1 0,-12-3 1 0,-9-1-2 0,-16 2 2 0,-17-3-2 0,-11 2-2 0,-5-2-11 0,0 5-73 0,-25 1-24 0,-5 0-87 15,-9 0-23-15,0-2-157 16</inkml:trace>
  <inkml:trace contextRef="#ctx0" brushRef="#br0" timeOffset="-194642.29">1899 8750 807 0,'0'0'50'0,"0"0"49"16,0 0 33-16,0 0-75 15,0 0-27-15,0 0 55 16,-15 57-12-16,15-27-18 16,0 3-7-16,3 8 10 15,2 5-28-15,-1 4-5 16,-4-1-1-16,0-2-10 15,0-5-10-15,0-4-4 16,0-5-1-16,0-6-1 16,0-7-2-16,0-5-14 15,1-6-80-15,2-3-91 0,-1-6-76 16,-1 0-50-16,1 0-383 16</inkml:trace>
  <inkml:trace contextRef="#ctx0" brushRef="#br0" timeOffset="-193756">2269 9118 199 0,'0'0'721'0,"0"0"-719"0,0 0 79 0,0 0 23 0,0 0-78 0,0 0-5 0,-35 31 11 0,43-31-14 16,10 0-3-16,3 0 2 0,7-8-5 0,-1-5-9 0,-2-5 3 0,-7 0-6 0,-3-6 0 15,-1-1 0-15,-10 3 0 16,-4 4 1-16,0 5-1 16,-1 7 2-16,-16 4-2 15,1 2-3-15,-5 6-2 16,-3 18 5-16,0 5 0 15,2 5-1-15,7 5 1 0,9 1 1 16,3-6 2-16,3 2-2 16,7-5 1-1,13-4-2-15,8-8 1 0,7-6-1 16,0-9 0-16,10-4 0 16,-3-9 1-16,4-13 0 15,-1-10 1-15,-4-2-1 16,-5-2 2-16,-9 0-2 15,-6-3 2-15,-9 4-1 16,-3 3 2-16,-9 6-3 0,0 9 0 16,0 3 2-1,0 8 3-15,0 5 3 0,0 1-2 16,-3 0-7-16,-3 0-5 16,4 7 1-16,-5 7 4 15,7 3 0-15,0 1-1 16,0 2 0-16,0 0 0 15,12 1 1-15,5-3 0 16,-1 2-1-16,-1 1 1 16,3-2-1-16,-9-1 1 15,-1-2-3-15,-6 0-4 16,-2-5-16-16,0 1 10 16,0-4 4-16,-16 0 4 15,-8-6 5-15,-4-2 0 16,-4 0 4-16,-2 0 2 0,4-5 5 15,0-4-2-15,9 1-4 16,8 2-5-16,7 3 1 16,6 1-1-16,0-4-6 15,4-4-104-15,17-7-139 16,9-4-27-16,10-8-131 16</inkml:trace>
  <inkml:trace contextRef="#ctx0" brushRef="#br0" timeOffset="-192958.12">2994 8815 416 0,'0'0'549'0,"0"0"-543"0,-81 4 163 0,62 23-69 0,1 7-48 0,12 7 8 0,3 6-21 16,3-2-9-16,6 4-7 15,9-4-18-15,10-3-3 16,-2-6-2-16,2-9-1 0,2-7 0 15,0-8-3 1,-5-5 2-16,1-7-2 16,2 0 4-16,0-16-1 15,-1-5 0-15,-4-5-5 16,-7 7 5-16,-1 1 1 16,-7 10 6-16,-5 3-2 15,0 5 10-15,0 0-14 0,0 11-9 16,0 11 9-16,-5 0 8 15,2 3 4-15,3-6 7 16,0-1-10-16,3-4-3 16,10-4-2-16,1-2-1 15,2-8 6-15,5 0 2 16,3-2-3-16,7-15 1 16,1-4 0-1,-1-1-8-15,-6 1 0 0,-4 9 0 16,-6 1-1-16,-4 6 2 15,-6 3-2-15,-2 2 0 16,5 0 3-16,-2 11 2 16,9 3 15-16,-2 1-9 15,2-1-5-15,3 1 3 0,3-3 1 16,1 4-4 0,4-2 8-16,9-2-7 0,9 0-2 15,14-3 34-15,8-7-30 16,4-2-1-16,-3 0-5 15,-9-2-2-15,-15-16 0 16,-16-4 0-16,-12-9 2 16,-10-8 0-16,-5-1-3 15,0-2 0-15,-20 9 0 16,-4 8 0-16,-7 8-1 0,3 12 1 16,-4 5 0-1,1 5 0-15,3 23 0 16,4 7 2-16,9 12 2 15,8 12-2-15,7 14 1 0,0 8 5 16,0 7-5-16,7 3-3 16,-1 3 1-16,-2 2-1 15,-1-5 0-15,-3-10 0 16,0 0-1-16,-13-10 1 16,-11-12 0-16,0-10-3 15,-4-18-3-15,3-15-66 0,3-14-122 16,3-4-11-1,4-32-81-15,-7-22-216 0</inkml:trace>
  <inkml:trace contextRef="#ctx0" brushRef="#br0" timeOffset="-192727.99">2812 8921 767 0,'0'0'33'0,"0"0"-31"0,0 0 45 0,0 0-33 0,0 0-10 16,0 0 5-16,64-21 4 0,-27 14-11 16,4-1-2-16,7-1-2 15,2 1-76-15,1 0-305 16</inkml:trace>
  <inkml:trace contextRef="#ctx0" brushRef="#br0" timeOffset="-192401.25">3292 8812 501 0,'0'0'345'16,"0"0"-343"-16,0 0 60 0,0 0-25 15,0 0-2-15,0 0 27 16,-25 26-28-16,25-18-10 16,16-4-13-16,1 0 4 15,11-4-3-15,2 0 6 16,7 0-1-16,-2-8-12 16,-7-9 3-16,-6-3-2 15,-11-4 0-15,-11-3 22 16,0 1 13-16,-27 6-11 15,-12 4-24-15,-9 13-6 16,-1 3-4-16,3 10 1 16,4 25-61-16,9 11-134 15,8 8-115-15</inkml:trace>
  <inkml:trace contextRef="#ctx0" brushRef="#br0" timeOffset="-191952.65">1508 9975 1136 0,'0'0'38'0,"0"0"-38"0,0 0 171 0,0 0-104 0,0 0-32 0,0 0-16 0,-19-21-5 0,60 16 1 16,23-6 17-16,26-2-3 16,27-2 15-16,33-5-19 15,34-2-3-15,26 3-5 16,21 2-12-16,5 3 1 15,-2 2-2-15,-19 3-4 16,-24 2-5-16,-27 2 3 16,-30-4-1-16,-32 2 2 15,-26 0-2-15,-28-2 4 16,-23 5-2-16,-19 0 2 16,-6 2 1-16,-6-3-2 15,-27 5-49-15,-28 0-76 0,-24 0-16 16,-18 18-21-1,-10 0-83-15,-7 1-125 0</inkml:trace>
  <inkml:trace contextRef="#ctx0" brushRef="#br0" timeOffset="-191534.26">1566 10240 1085 0,'0'0'0'0,"-110"14"-12"0,80-10 12 16,18-4 123-16,12 0-58 16,6 0-47-16,28 0-13 15,23-2 33-15,37-10 16 16,33-6-28-16,38-7 28 16,32 0-6-16,21-1-26 15,9 2-11 1,3 5-6-16,-14 5-2 0,-22 3-3 15,-23 1 0-15,-42 1-1 16,-37 3 0-16,-32 2 2 16,-30-2 0-16,-20 5 10 15,-8-1 101-15,-2 1-30 16,0 1-26-16,0 0-15 16,0 0-16-16,0 0-9 15,0 0-8-15,0 0-8 0,0 0 0 16,0 0-7-1,0 0 1-15,0 0-23 0,10-3-85 16,8-6-125 0,9-10-137-16,4-12-371 15</inkml:trace>
  <inkml:trace contextRef="#ctx0" brushRef="#br0" timeOffset="-172473.19">14188 1133 524 0,'0'0'379'0,"0"0"-342"0,0 0 118 0,0 0 23 0,0 0-122 0,0 0-40 0,0 0-1 0,-18 25 42 0,18 11 31 0,0 2-28 0,-1 3-3 0,1-1-6 15,-3-1-21-15,1-2-16 16,-1-5-7-16,1-4-6 16,1-6-2-16,-1-5 0 15,2-5 1-15,0-8-33 16,0-4-141-16,0 0-71 16,5-13 3-16,6-12-60 15</inkml:trace>
  <inkml:trace contextRef="#ctx0" brushRef="#br0" timeOffset="-172259.05">14338 1130 789 0,'0'0'144'16,"0"0"-127"-16,0 0 85 16,0 0-12-16,0 0-16 15,0 82 6-15,0-48 3 16,0 3-4-16,0 3-32 15,-7-5 0-15,3-2-30 16,-2-3-9-16,3-3-6 16,0-5-2-16,3-2-2 0,0-6 1 15,0-4-25-15,0-4-137 16,0-6-23-16,0 0-48 16,-8 0-65-16</inkml:trace>
  <inkml:trace contextRef="#ctx0" brushRef="#br0" timeOffset="-171914.32">14098 1391 924 0,'0'0'88'0,"0"0"15"0,0 0 94 16,0 0-131-16,0 0-54 15,0 0-4-15,-4-2 1 16,4 28 42-16,0 4-3 16,0 1 2-16,6 1-19 15,0-1-16-15,1-3-6 16,5-1-8-16,-1-10 2 16,6-4-3-16,3-6 1 15,4-7 3-15,6 0-1 16,1-15 5-16,2-12-5 15,-2-7 0-15,-7-1-4 16,-7 3 1-16,-7-1-17 16,-3 2-137-16,-5 5-89 15,-2 1-152-15</inkml:trace>
  <inkml:trace contextRef="#ctx0" brushRef="#br0" timeOffset="-171363.38">14195 655 593 0,'0'0'446'0,"0"0"-425"16,0 0 57-16,0 0 3 15,0 0-80-15,0 0 1 16,-34 62 8-16,32-26 3 16,-1 1-1-16,0 0-3 15,-1-5-5-15,3-3 1 16,-2-9-4-16,1-2-1 16,2-7 0-16,0-7-1 15,0-3 1-15,0-1 0 16,0 0 1-16,2-18 8 15,6-6-5-15,0-9-3 16,3-4 0-16,-5-3 4 16,1-2 3-1,-1 3-7-15,0 7 6 0,1 5 10 16,4 4 7-16,-2 2 11 16,1 10-14-16,3 2-9 0,0 3-7 15,0 6-5 1,5 0 0-16,0 3-4 15,1 12 2-15,-1 6-1 16,-4 2 2-16,-10 5 0 16,-4 0 1-16,0-1 0 0,-13-1 2 15,-13-4-1-15,-4-3 3 16,-1-3-3-16,7-5-2 16,3-6-7-16,8-2-46 15,4-3-106-15,4 0-84 0,4-19-340 16</inkml:trace>
  <inkml:trace contextRef="#ctx0" brushRef="#br0" timeOffset="-170949.97">14506 613 918 0,'0'0'4'0,"0"0"6"0,0 0 36 16,0 0-6-16,0 0-22 0,0 85 16 0,0-64-5 0,0-5-20 0,0-2-6 15,6-5 0-15,10-3-1 16,7-6-1-16,8 0 0 16,4-2 3-16,0-14-4 0,-4-3-2 15,-10-4-2-15,-9-1-12 16,-7 0 2-16,-5 1 13 15,-5 7-1 1,-14 4 2-16,-8 5-1 0,0 7 0 16,-4 0 1-16,1 11-1 15,3 7-1-15,3 5 2 16,8 4-2-16,5 0 0 16,8 1-6-16,3-2-9 0,2-7-102 15,18-2-25-15,12-13-53 16,4-4-169-16</inkml:trace>
  <inkml:trace contextRef="#ctx0" brushRef="#br0" timeOffset="-170502.81">14877 670 531 0,'0'0'229'0,"0"0"-152"16,0 0 98-16,0 0-129 15,0 0-39-15,0 0 27 16,-30 107 27-16,21-51-16 15,-1 0 3-15,1 6-17 16,2-1-10-16,-1-4-8 16,6-6-11-16,2-8-1 0,0-8-1 15,0-10-3-15,6-10 3 16,2-7-2-16,0-8 0 16,2 0 2-1,-1-20 7-15,0-12 0 16,3-14-7-16,-6-7 3 0,-2-9-2 15,-1-8 0-15,-1-4 1 16,-2 2 0-16,0 10-1 16,0 12 2-16,0 16-2 15,6 15-1-15,1 6 0 16,2 9 0-16,3 4-5 16,7 0-2-16,2 4-1 15,0 9 7-15,-2 4-2 16,-5 0 1-16,-1-1 2 15,-8-1-1-15,-4 0-2 0,-1-2 3 16,0 0 2 0,-19-1 1-16,-1 1-1 0,-5-2-2 15,0-3-2-15,3-2-53 16,3-1-56 0,6-4-52-16,7-1-32 0,6 0-211 15</inkml:trace>
  <inkml:trace contextRef="#ctx0" brushRef="#br0" timeOffset="-168997.63">15172 663 900 0,'0'0'26'0,"0"0"27"0,0 0 46 15,0 0-99-15,0 0 9 0,0 0 46 0,5 78-28 0,-5-55-6 0,0-4-3 16,0-2-6-16,0-6-10 16,0-7-1-16,0-4-1 15,1 0 3-15,7 0 4 16,7-15 8-16,1-5-12 16,2-5 3-16,-3-1-5 15,0 2-1-15,-3 7 4 16,-3 3 1-16,-2 4 1 15,-5 9 6-15,-1 0 0 0,-1 1-12 16,0 1-6-16,2 16-2 16,-2 2 8-16,3 3 5 15,-3-2-5-15,0-3 0 16,0-1-1-16,0-2 1 16,1-8 0-16,-1-2 0 15,3-4 0-15,-1 0 1 16,-1 0 4-16,2 0 9 15,5-8 0-15,5-9-4 16,2-4-10-16,1 0 2 16,1-1-2-16,-4 5 0 15,4 2 0-15,-4 7 0 16,-7 2 0-16,-4 6-1 0,1 0 1 16,-2 0-13-16,1 11 2 15,1 9 11-15,-2 1 0 16,1 3 0-16,-1-1 1 15,5-3 0-15,0-2-1 16,2-4 0-16,2-4 0 16,3-1 0-1,4-7 2-15,5 0 2 0,5-2-2 16,3 0-2-16,3-10 0 16,-3-6 4-16,-2-3-3 15,-1-4 1-15,-8 0-1 16,-5 1-1-16,-7 0 3 0,-7 3-2 15,0 7 1-15,0 1 0 16,-14 7-2 0,-5 4-2-16,-3 0 0 0,1 0-1 15,-1 13 2 1,4 6-5-16,7 2 3 16,7 3 0-16,4 1-1 15,3 0 2-15,22-1 2 16,9-7 1-16,8-2 0 0,6-6-1 15,3-5 3-15,7-4-1 16,5 0-2-16,1 0 4 16,0-8-4-16,-10-6 0 0,-7-6 6 15,-11-2-4-15,-8-4 0 16,-11-1 1-16,-8 7 2 16,-6 1 3-16,-3 6-4 15,-3 6 3-15,-15 1-1 16,-4 6-4-16,-4 0-2 15,-1 8-3-15,2 10 2 16,3 5-1-16,5 0 0 16,7 2 0-16,5-2-3 15,5-5-2-15,0-2 1 16,13-5 2 0,9-4 3-16,4-4 1 0,4-3 3 15,2 0-2-15,-1-7 0 0,0-8-1 16,-2-6 1-1,-3-1 2-15,-2 0-2 0,-6-1 4 16,-3 5-4 0,-7 6 4-16,-5 6-3 0,-3 5 12 15,0 1-5-15,0 0 4 16,-3 4-13-16,-8 13-5 16,1 2 4-16,2-1-1 15,7 0 0-15,1-2-1 0,0-6 3 16,0 0-3-1,0-6 2-15,7-1 1 0,6-3 0 16,3 0 3 0,3-3 5-16,2-11-2 15,1-3-3-15,4-3 0 16,0 2 0-16,-2 0 1 16,-6 6-2-16,-6 4-1 15,-1 5 5-15,-7 0 4 0,-1 1-3 16,-1 2-3-16,-2 0 0 15,0 0-4-15,3 0-5 16,2 0 5-16,0 5 0 16,-1-2 0-16,4-1 4 15,-2-2-2-15,6 0 2 16,0 0 1-16,4 0-2 16,4-5 5-16,5-11-2 15,5-2 2-15,3-2-3 0,-1 3-4 16,-6 5-1-1,-7 10 0-15,-11 2-3 0,-4 0-5 16,-1 0 0-16,5 0 6 16,0 2 2-16,3 4 0 15,4-2 0 1,0-2 0-16,2-2 0 0,-1 0-6 16,-6 0-141-16,-10 0-147 15,-10 6-358-15</inkml:trace>
  <inkml:trace contextRef="#ctx0" brushRef="#br0" timeOffset="-168592.45">14895 1082 919 0,'0'0'40'0,"0"0"-39"0,0 0 89 0,0 0 12 0,0 0-89 0,0 0-13 0,56-54 5 0,0 43 0 16,15 0 2-16,16-1 6 16,16-2 8-16,16 3-4 15,14-6-2-15,9 6-11 16,3-2-2 46,-2 4-2-62,-13-2 0 0,-19 2-1 0,-28 2 1 0,-28-2-1 0,-25 0 2 0,-19-1 2 16,-9 4 1-16,-2-1 3 0,-15 1-7 0,-15 3 0 0,-12 3-13 16,-7 0-58-16,-7 13-77 15,-8 6-15-15,-10 1-137 16</inkml:trace>
  <inkml:trace contextRef="#ctx0" brushRef="#br0" timeOffset="-168236.43">15032 1224 705 0,'0'0'108'0,"0"0"-102"0,0 0 200 16,0 0-104-16,0 0-84 15,0 0-11-15,112-25 25 16,-42 18-4-16,11-3 8 16,10-1 2-16,6 3-15 15,6-3-10-15,7 3-7 16,-1-3-6 0,-3 5 0-16,-12-2 0 0,-13 1 0 15,-17-2-1-15,-15 2 1 16,-13-1 0-16,-9 2 0 15,-11 1 2-15,-10 3 2 16,-3 1 3-16,-3 1 28 16,0 0-3-16,0-3-19 0,0 3-8 15,0 0-3-15,0 0-2 16,0 0-5-16,0 0-11 16,0 0-68-16,0 0-58 15,0 0-50-15,0-2-65 16,0-3-354-16</inkml:trace>
  <inkml:trace contextRef="#ctx0" brushRef="#br0" timeOffset="-158750.99">18346 2908 729 0,'0'0'203'0,"0"0"-174"0,0 0 79 0,0 0 6 0,0 0-59 0,0 0-42 0,0 0-1 0,0 0-3 0,39-3-1 16,-17-1-8-16,-2 2-7 0,-1 2-37 0,0 0-266 16,-4 0-296-16</inkml:trace>
  <inkml:trace contextRef="#ctx0" brushRef="#br0" timeOffset="-158622.84">18380 2931 1064 0,'0'0'9'16,"0"0"32"-16,0 0-8 16,90-5-30-16,-23 4-3 0,3-5-180 15</inkml:trace>
  <inkml:trace contextRef="#ctx0" brushRef="#br0" timeOffset="-157419.91">18964 7247 899 0,'0'0'119'0,"0"0"-114"16,0 0 57-16,0 0 26 0,0 0-71 0,0 0-1 0,0 0 23 0,58 0-14 0,-34 0-17 0,-3 0-8 15,-4 0 0-15,-3 0-5 0,1 0-9 0,-2 0-138 0,-2 0-87 0,-4 0-164 0</inkml:trace>
  <inkml:trace contextRef="#ctx0" brushRef="#br0" timeOffset="-157322.54">19106 7329 507 0,'0'0'79'0,"0"0"-68"0,0 0 69 0,0 0-31 0,0 0-17 0,0 0 31 16,0 3-5-16,0-3-4 15,3 0-15-15,4 0-19 16,2 0-18-16,-2 0-2 0,8-1-2 15,3-2-4-15,1-1-146 16,1-3-328-16</inkml:trace>
  <inkml:trace contextRef="#ctx0" brushRef="#br0" timeOffset="-144612.54">5857 9049 783 0,'0'0'144'0,"0"0"-121"0,0 0-22 0,0 0 55 0,0 0 1 0,0 0-51 0,0 0-3 0,0 0 17 0,0 0 18 15,0 0-1-15,0 0-7 16,0 0 1-16,0 0-2 15,3 0-7-15,6 0-5 16,4 1-4-16,8 0 6 16,9 3 29-16,4-4-11 15,5 0-20-15,3 0-11 0,6-4-3 16,2-4 4-16,1 3-4 16,0-4-3-16,-5 2 1 15,0-2-2-15,-2 3 1 16,-6-2 0-16,-9 1 1 15,-2 1-1-15,-11 0 0 16,-10 5-2-16,-3-2 2 16,-3 3 0-16,0 0 0 15,0 0-5-15,0 0-32 16,0 0-25-16,-6 0-12 0,-2 0-51 16,-5 0-38-1,3 0-44-15,-5 0-256 0</inkml:trace>
  <inkml:trace contextRef="#ctx0" brushRef="#br0" timeOffset="-144014.75">6349 8794 635 0,'0'0'249'0,"0"0"-236"0,0 0-11 0,0 0 83 0,0 0-28 0,0 0-44 0,-16-5 11 0,16 5 53 0,-2 0-1 0,2 0-11 0,0 0 7 16,-1 0-8-16,1 0-8 16,0 0-26-16,0 0-6 15,0 0-8-15,0 0-6 16,0 0-7-16,4 0 4 16,7 12 8-16,8 0 8 15,1-1-6-15,5-2 3 16,5 1-13-16,4-4-6 15,5 5 7 1,1-1-6-16,-4-2-2 0,1 2 1 0,-8-3-1 16,-7 1 0-1,-4-4 0-15,-8 2-1 0,-4-6-4 16,-4 2 5-16,-2-2 0 16,0 0 0-1,0 0 0-15,0 3 1 0,0 0 3 16,0 5 0-16,-12 6 1 15,-6 2 2-15,-3 4 1 16,-4 5 0-16,1 4-8 16,-6 6 0-16,0 1-1 0,0 1-2 15,2-2-19-15,7-1-104 16,8-4-135-16,1-5-166 16</inkml:trace>
  <inkml:trace contextRef="#ctx0" brushRef="#br0" timeOffset="-126655.35">8165 8451 289 0,'0'0'118'0,"0"0"-115"0,0 0 42 0,0 0 21 0,0 0-39 0,0 0 3 16,2 0 19-16,-2 0 0 0,0 0 2 15,0 0 5-15,0 0-2 16,0 0-12-16,0 0 8 16,0 0-1-16,0 0 8 15,0 0-14-15,0 0-5 16,0-2-14-16,0-4-20 15,-11 1 1-15,-7 1-1 16,-3 2 1-16,-6 1-4 16,-3 1 5-16,-1 0-3 15,0 0-2-15,-2 0 3 16,0 8 1-16,6 4 2 16,0 0 3-16,7 3-4 15,-1 1 0-15,3 3-5 0,0 0-1 16,1 3 1-16,1 0 1 15,3 2-2 1,1 2 0-16,6 1-3 16,3-2-49-16,3-4-219 15,0-5-294-15</inkml:trace>
  <inkml:trace contextRef="#ctx0" brushRef="#br0" timeOffset="-124956">8134 8530 325 0,'0'0'29'15,"0"0"59"-15,0 0 20 0,0 0-46 0,0 0-4 0,0 0 17 0,17-22 2 0,-17 21-43 0,0 0-12 0,-3-1-6 0,-11 1-7 0,-3-1-3 0,-8 2 4 0,1 0 24 0,0 0-4 0,-1 0-7 0,5 0 8 0,-5 11-12 0,-2-1-10 0,0 0 4 0,1 7 13 0,4-3-4 0,3-1-10 0,0 4-2 16,5 0 7-16,2-1 0 16,-1 2-2-16,4 0-11 15,3-1 1 1,0 3-4-16,5-1 1 16,1 1 2-16,0-2-3 0,0-2-1 15,0 0 2-15,8-3-2 0,6-1 0 16,4-1 1-16,0-3 2 15,9-3 2-15,1-5-3 16,6 0 4 0,5 0 1-16,6-9-4 15,-3-2 3-15,-1-1-1 0,-11 6-5 16,-6 1 2-16,-9 0-2 16,-4 4 3-1,-7 0-2-15,-4-1 2 16,0 2 9-16,0 0 3 0,0 0-3 0,0 0 4 15,-6 0-1-15,-16 0-12 16,-11 0-2-16,2 0-1 16,-2 3 0-1,1 3 0 1,4-1 0-16,-2 3 3 16,-1 3-2-1,3 0 0-15,-1 2 2 0,2-1-3 0,5 2 0 0,-2 2 1 16,3 0-1-16,3-1 3 0,2 3-3 15,4-1 1 1,3 1-1-16,0-2 0 0,5 3-1 16,-1-1 1-16,5-1 0 15,0 0 0-15,0-4-2 16,0 4 2-16,11-5-2 16,6 1 2-16,7-5 0 15,6-1 1-15,6-3 2 16,6-4 4-16,5 0-4 15,7 0-1-15,3 0 2 16,3-4-4-16,-8-3 0 0,-10 3-1 16,-14 2 0-1,-10 0 0-15,-9-1 1 0,-8 3 0 16,-1 0 4-16,0 0-1 16,0 0-2-1,0 0-1-15,0 0-1 0,0 0-31 16,0 0-49-16,0 0-52 15,2-4-55-15,2-3-113 16</inkml:trace>
  <inkml:trace contextRef="#ctx0" brushRef="#br0" timeOffset="-124396.27">8478 8870 742 0,'0'0'39'0,"0"0"41"0,0 0 37 0,0 0-59 0,0 0-51 0,0 0-7 0,-1-7 0 0,2 19 3 0,11 10 8 0,2 5 32 0,0 2-9 0,0 4-6 16,2 2-5-16,-4-5 6 15,-1 1-21-15,4-6 1 16,-5-3-7-16,-1-6-1 15,-2-4 0-15,1-6 1 0,-5-3 1 16,0-3 3-16,-1 0 18 16,2 0 39-16,9-11 14 15,2-10-16-15,8-7-49 16,-1-6-6-16,-1-1-5 16,-3-3 2-16,1 3 0 0,-7 9-3 15,-4 7 0 1,-7 10 0-16,-1 4 0 15,0 5-1-15,0 0-1 16,0 0-23-16,0 0-73 0,0 8-58 16,0 8-1-1,0-2-101-15,-3-3-298 16</inkml:trace>
  <inkml:trace contextRef="#ctx0" brushRef="#br0" timeOffset="-124116.23">8969 8944 536 0,'0'0'384'0,"0"0"-384"16,0 0 20-16,0 0 0 15,0 0 1-15,0 0 78 16,6 88-36-16,-6-58-10 15,0 0-15-15,0-4-12 16,0 0-21-16,0-5-5 16,0-5 1-16,0-1-1 15,0-7 0-15,0-2 0 16,0-6-50-16,0 0-207 16,0-10-131-16</inkml:trace>
  <inkml:trace contextRef="#ctx0" brushRef="#br0" timeOffset="-123770.53">8963 8707 846 0,'0'0'4'0,"0"0"-3"15,0 0 14-15,0 0 2 16,0 0 16-16,0 0-8 0,-15 61-8 15,27-54 7 1,2-1 1-16,2-5 18 0,1-1-8 16,2 0 7-16,-1-3-1 15,0-8-17-15,-5-6 12 16,-7-2-8-16,-6-1 8 16,0-1-15-16,0-2-12 15,-16 9 0-15,-1 2-3 16,-1 6-6-1,0 4 0-15,-1 2-5 0,-2 6-7 16,5 12-15-16,1 9-113 16,6 1-59-16,6 1-106 15</inkml:trace>
  <inkml:trace contextRef="#ctx0" brushRef="#br0" timeOffset="-122563.14">9709 8969 948 0,'0'0'0'0,"0"0"106"15,0 0-31-15,2-84-4 16,-2 73-29-16,-2 3-27 15,-13 2-2-15,-7 4 6 16,-6 2-12-16,-5 0 12 16,-3 10-11-16,-3 12 6 0,-1 3 4 15,7 9-7-15,3 3 5 16,9 2-1-16,3-1-14 16,9-2 1-1,8-6-1-15,1 2-1 16,1-8 0-16,16-5-1 0,5-3 0 15,5-8 0-15,6-5 1 16,6-3 3-16,0-7 0 16,4-17 0-16,-3-4-3 15,-1-10-2-15,4-10-1 16,-9-13-3-16,-1-11-3 0,-9-10-7 16,-3-4 4-1,-5 0-2-15,-7 3-3 16,-4 13 4-16,-5 17 13 0,0 21-4 15,0 15 4-15,0 12 6 16,-6 5-6 0,-14 16 0-16,-2 21-13 0,-5 11 12 15,5 8 1-15,11 5-1 16,2 3-1-16,5-1 2 16,4 2 2-16,0-1-2 15,4-7 0-15,16-5 0 16,10-6 0-16,7-7 0 15,6-7-1-15,4-6 1 16,3-10 3-16,2-9-2 16,1-7 1-16,-1 0 2 15,-3-10-3-15,-7-19 4 0,-3-2-5 16,-9-9 0-16,-7-7-7 16,-8-4 6-16,-12 8-1 15,-3 5 2-15,0 10 0 16,-18 11 2-16,-5 13 0 15,-6 4-2-15,-2 4-2 16,-5 18 0 0,6 9 2-16,5 3 0 15,14-1 3 1,4-1-2-16,7-1-1 16,0-5 3-1,3 3-2-15,16-7 0 0,5 2 0 16,3-5-1-16,9-5 1 0,4-7 0 15,0-4 2-15,1-3 3 16,-1-3-5-16,0-16 2 16,-4-6-2-1,-5-3-1-15,-2-6-7 16,-9-1-6-16,-7 1 10 0,-4 5 2 16,-6 11 0-16,-3 9 1 15,0 8 2-15,0 1-2 0,0 14-11 16,-5 12 10-16,-7 5 0 15,7 2 1-15,-2-1 2 16,3-4 3-16,2 0-4 16,2-5-1-16,0-6 5 0,0-2-5 15,0-8 1-15,0-4-1 16,0-3 3-16,0 0 1 16,2 0 9-16,11-15 21 0,9-10-27 15,1-9-7-15,5-3 0 16,-7-5 0-16,4 5-1 15,-8 8 0-15,-4 9 0 16,-8 12 1-16,-2 6 0 16,1 2-2-16,-2 16-8 15,1 13 5-15,0 5 5 16,-2 3 6 0,2-3 7-16,6-1 9 0,-3-1-5 15,5-4-11-15,0-5 8 0,1-3 2 16,-1-9-13-16,4-2-2 15,-2-4-1-15,5-5 0 16,6 0-42-16,4-10-162 16,2-14-220-16</inkml:trace>
  <inkml:trace contextRef="#ctx0" brushRef="#br0" timeOffset="-121926.2">11395 8826 819 0,'0'0'4'15,"0"0"79"-15,0 0 43 0,0 0-63 0,0 0-23 0,0 0-11 0,-66-11 18 0,35 11 31 0,1 4-25 16,0 10 1-16,4 3 9 16,-1 8-19-16,7 3-19 15,2-2-1-15,11 2-3 16,5-3-11-16,2 0 1 16,0-3 0-16,17-1-4 15,10-1 2 1,9-2-5-16,13-3 7 0,4-6-4 15,6-3-5-15,2-6 2 16,6 0-3-16,-5 0 1 0,-2-14-1 16,-4-5 1-16,-4-7-1 15,-2-4 1-15,-5-3-1 16,-2-4 0-16,-11-1 4 16,-13 7-3-16,-7 4 3 15,-11 8-2-15,-1 8-3 16,0 4 2-16,-16 6 2 15,-11 1-4-15,-8 3-5 0,-1 18 2 16,0 5-1-16,6 4 4 16,11 0 4-16,8-5-3 15,8-1 4-15,3 0-5 16,2 0 4 0,20-1 3-16,11 0 1 0,12-4 8 15,5-6-7-15,8-5-3 16,1-4-5-16,2-4-1 15,-6 0-1-15,-3 0-2 16,-10-4-2-16,0-11-115 16,-5 0-215-16,5-1-414 15</inkml:trace>
  <inkml:trace contextRef="#ctx0" brushRef="#br0" timeOffset="-104436.88">13382 8980 750 0,'0'0'9'0,"0"0"17"0,0 0 75 0,0 0-72 0,0 0-7 0,0 0 3 15,0 0-12-15,-70 0 17 0,69 0 22 0,-1 4-5 0,2-4-7 0,0 0-9 16,0 2 5-16,0 0-15 16,12 2 2-16,9-2 11 15,12 0-11-15,13-1 3 16,15-1-11-16,8 0-10 15,6 0-3-15,4 0-2 16,-6 0 1-16,-6 0 2 16,-10 0-3-16,-11 0 0 15,-9 0 0-15,-6 0 0 16,-7-3 0-16,-6-1-1 16,-6 0-1-16,-4 0 1 0,-2 2 1 15,-5 2-10 1,-1 0-42-16,0-1-27 0,0 1-42 15,0-3-39 1,-4 3-34-16,-10-4-141 16</inkml:trace>
  <inkml:trace contextRef="#ctx0" brushRef="#br0" timeOffset="-104062.71">13964 8864 545 0,'0'0'89'0,"0"0"-25"0,0 0 89 15,0 0-105-15,0 0-1 16,0 0-7-16,-4-6 7 16,4 6-17-1,0 0-6-15,0 0 4 0,0 0-5 16,0 0-7-16,0 0 0 15,0 5 16-15,4 6 20 16,8 3-17 0,0 2-24-16,1 1-2 0,2 5-9 15,0-1 4-15,0 1 1 16,0-1-3 0,-1-2-2-16,-5 1-1 0,-1-3 1 15,-3-1 0-15,-5 1-2 16,0-3 1-16,-6 4 1 15,-23-1 1-15,-15 6-1 0,-13 2-4 16,-7 2-43-16,-6 0-115 16,1-5-182-16</inkml:trace>
  <inkml:trace contextRef="#ctx0" brushRef="#br0" timeOffset="-103187.59">15220 8437 631 0,'0'0'0'0,"0"0"1"0,0 0 6 0,0 0 6 0,0 0 11 16,0 0-4-16,0 0 4 0,26 12-6 0,-26-12-9 0,0 0 1 0,0 0-5 0,0 0 2 16,1 0 1-16,-1 0-3 0,0 0 6 15,0 0-2-15,0 0-9 16,0 2-4-16,-3 1-250 15</inkml:trace>
  <inkml:trace contextRef="#ctx0" brushRef="#br0" timeOffset="-102266.13">15622 8858 552 0,'0'0'170'0,"0"0"-155"0,0 0 83 0,0 0-28 0,0 0-36 0,0 0-22 0,34-39 28 0,-10 19 18 16,3-4-15-16,6-5 10 0,5-8-10 0,5-9-5 0,2-1 6 15,3-1-10-15,-6 6-15 0,-9 9-2 0,-9 12 2 16,-11 6 12-16,-6 9 3 0,-4 2 2 16,-3 2-14-16,0 2-5 15,0 0-8-15,0 0-5 16,0 0-1-16,-10 0-3 15,-16 14 1-15,-7 2-1 16,-3 2 0-16,6-1 1 16,9-1 0-16,1 8-1 15,7-3 0-15,1 1 0 16,6-1 0-16,6 3-2 16,0 1 0-16,6 1 0 0,15 4 4 15,7-3 0-15,3 2-2 16,4-3-1-1,2 2 0-15,-2-3 1 0,-4-1-1 16,-6-2 1-16,-6-3 0 16,-5-3-1-16,-6-2 1 15,-8-3 0-15,0 1 0 16,-14-2 2-16,-16 0 2 16,-9-1 3-16,-5-3-5 15,-6-5 1-15,0-1 3 16,-2 0 4-16,4-1-1 15,3-10-2-15,6-1 2 16,12 2-7-16,11 4-2 16,6 2-3-16,5 3 2 15,5 1-24-15,0 0-103 0,13 0-64 16,12 0-31-16,7 0-77 16</inkml:trace>
  <inkml:trace contextRef="#ctx0" brushRef="#br0" timeOffset="-100059.86">16454 8799 1054 0,'0'0'9'0,"0"0"100"0,0 0-59 0,15-77-28 0,-15 64 2 0,0 3-3 15,-10-1-3-15,-10 4 11 16,-8 4-17-16,-5 1-1 16,-4 2 1-16,-2 0 6 15,3 17-1-15,2 5-7 16,4 6-8-16,5 3 1 16,8 2-2-16,7 1-1 15,10-4-4-15,0-4 1 16,9-5-1-16,13-6 4 15,8-5 0-15,6-9-2 16,1-1 1-16,2-1 1 16,3-18-2-1,-5-5-5-15,-7-6-4 0,-8-3 4 16,-4-5 7-16,-9 3 0 16,-4 6 1-16,-5 9-1 15,0 10 6-15,0 10-1 16,0 0 4-16,-2 7-9 15,-10 16-7-15,0 2 7 16,3 4-1-16,8-3 1 0,1 0 0 16,0-7-1-16,7-1 0 15,11-5 1-15,3-5 0 16,2-7 4-16,2-1-4 16,3 0 0-16,3-13 0 0,-1-6 3 15,-1-6-3-15,-3-3 0 16,-2-3-2-16,-7 1 0 15,-6 8-2-15,-5 8 3 16,-6 8 1-16,0 6 7 16,0 0-7-16,0 16-7 15,-3 9 1-15,-8 7 6 16,3 1 8-16,1-2-5 16,2-4 0-16,2 0 4 15,3-6-3-15,0-7-3 16,0-5 3-16,0-5-3 0,0-2 1 15,0-2 1 1,0 0 3-16,18-7 10 16,8-13-2-16,5-6-10 0,0-6-3 15,-2-3 1-15,-6 1-1 16,-6 13-1 0,-5 7 1-16,-8 8 0 15,-4 6-1-15,0 0-4 0,0 8-15 16,0 10 12-16,2 3 7 15,-1 3 6-15,1-4-4 16,-1 1 3-16,2-6-3 16,2-1 4-16,-1-6-6 15,2-4 3-15,1-2-2 0,1-2 4 16,8 0-4-16,2-2 7 16,5-15-6-16,0-7-1 15,-3-8-1-15,-2-7 0 16,-1 3-3-16,-7 8 2 15,-7 11 1-15,0 11 1 16,-3 6 6 0,0 0-7-16,0 16-17 15,-6 7 14-15,-4 8 3 0,3-1 4 16,7-4-4-16,0 2 2 16,0-6 5-16,5-3-6 15,10-5 0-15,3-4 1 16,9-6-1-1,13-4 2-15,9 0 2 0,9-4-4 16,2-12-1-16,-3-2-2 16,-11-8 2-16,-5-7-3 15,-11 0-21-15,-7-1-1 0,-11 6 17 16,-8 7 4 0,-4 5 4-16,0 6 7 15,0 2-4-15,-9 3 2 0,1 5 10 16,-6 0-7-16,-1 13-8 15,-1 15 0-15,1 11 8 16,4 7 4-16,2 9 9 16,6 7-5-1,0 4 4 1,3 10 8-16,0 1-10 16,0 2-6-16,0-2-5 0,0-6-7 0,-4-8 2 15,-5-14-2-15,1-7 0 0,-1-6 0 16,4-11 0-16,0-7 0 15,4-6 0-15,1-10 0 16,0-2 2-16,0-15 8 16,1-21-3-16,9-16-7 15,4-18 0-15,2-18 0 16,-2-15-1-16,-2-7 0 16,1-2 0-16,-4 5 1 15,3 18 1-15,-2 18-1 16,1 21 0-16,5 22 3 15,-2 12-3-15,8 11 0 16,2 5-3-16,6 7-4 16,-1 20 2-16,3 10 1 15,-6 1 2-15,-7 4 1 0,-3-6-2 16,-7 1-1-16,-6-4 4 16,-3-7-1-16,0-2 2 15,-11-10-1-15,-8-2 1 16,-5-5 3-16,-1-6-3 15,-1-1 0-15,1 0-1 16,-2-14 3-16,4-8-2 16,4-3 1-16,2 2 0 15,11 4-1-15,0 7-1 16,4 4 0-16,0 7 0 16,2 1 0-16,0 0 0 15,0 7-13-15,10 13 9 0,11 4 4 16,4-2 0-16,5-3 2 15,4-1 1-15,8-6 0 16,3-6 0 0,-2-6-3-16,-1 0 4 15,-3-16-4-15,-8-8 3 16,0-9-2-16,-5-6-1 0,-4-14 0 16,-2-10 1-16,-4-12-3 15,-4-10 2-15,-5-13-6 16,-4 9-2-16,-3 9-7 15,0 24 8-15,0 24 5 16,-3 19 2-16,-6 13-1 16,-1 14-6-16,-6 24-2 15,-3 11 9-15,3 10 0 16,7 3-1-16,5 3 2 0,4 1 1 16,0-3-1-16,12-3-1 15,8-7 3-15,7-6 2 16,6-11-4-16,4-5 1 15,5-12 0-15,6-9 1 16,-3-10-2-16,5 0 2 16,-2-15-3-16,-5-16 0 0,-4-5 0 15,-6-11 2-15,-11-2-1 16,-11-2 0 0,-7 5 1-16,-4 15-1 15,0 12 1-15,-12 13 7 16,-14 6-9-16,-10 17-1 0,-2 13 1 15,4 8 8-15,13 4 11 16,12-3 0-16,9-1 11 16,2-1-10-16,21-1-7 15,7-10-6-15,5-5 3 16,-1-9-4-16,3-7-5 16,1-5-1-16,-4 0 0 15,5-5-2-15,-3-7-45 16,-1-2-93-16,6 0-176 15,-3-5-399-15</inkml:trace>
  <inkml:trace contextRef="#ctx0" brushRef="#br0" timeOffset="-99882.45">19073 8801 494 0,'0'0'0'0,"0"0"-307"0</inkml:trace>
  <inkml:trace contextRef="#ctx0" brushRef="#br0" timeOffset="-97027.99">16160 8647 119 0,'0'0'3'0,"0"0"0"15,0 0 2-15,0 0-4 16,0 0 1-16,0 0 1 16,-94 65-3-16,73-58-11 15,2 0 10-15,1-1-17 16</inkml:trace>
  <inkml:trace contextRef="#ctx0" brushRef="#br0" timeOffset="-95668.2">15823 8656 120 0,'0'0'31'15,"0"0"-28"-15,0 0 22 0,0 0-10 0,0 0-8 0,0 0 11 0,27-16 3 0,-26 14 2 0,2 0 2 0,-1 0-1 0,1 0-5 16,-2 0-6-16,2 1 4 16,-1-4-2-16,-1 3-6 15,4-1 0-15,-3 0 3 16,2 1 1-16,-4 0-3 16,1-1-6-16,1 0 6 15,-1 0-5-15,2 0 10 0,-1-1-8 16,-1 1 2-16,2-1 0 15,-1 2 4-15,-2 0 9 16,1 0 2-16,-1 1-6 16,2 0 3-16,-2 1 2 15,1 0 1-15,-1 0 0 16,0 0-2-16,0 0 15 16,0 0-1-16,0 0 3 15,0 0-15-15,0 0-22 16,0 0 3-16,-3 6-3 15,-3 0 6-15,2-2 3 16,-2 5 3-16,-5 1-6 0,2 0 11 16,-1 0-4-16,-2 0 2 15,1 2-10-15,-3 1 0 16,0 1 8-16,0 0-4 16,0-1-1-16,2-1-1 15,-1 2-2-15,-1-3-5 16,1 3 3-16,1-2-1 15,1 2 2-15,-2 2 5 16,2-3-1-16,1 0 2 16,0-2-6-16,-1 1-4 15,-1 4 1-15,2-2 3 16,1 1-1-16,-3-1 0 16,3-1 2-16,0 2-5 0,-1-5 6 15,4 1-7-15,0-3 5 16,-2 1-2-16,2-2 2 15,-4 3-2 1,-1 0 5-16,1 0 0 0,-2-1 0 16,3 3-5-16,-2-3-1 15,0 2 1-15,0 0 1 16,3-4-5-16,1 0 1 16,4-3-1-16,0-2 2 15,3-2-2-15,-1 2 0 16,1-2 1-16,0 0-1 0,0 0 0 15,0 0 0-15,0 0 1 16,0 0-1-16,0 0-15 16,1-8-78-16,7-2-79 15,0 0-59-15</inkml:trace>
  <inkml:trace contextRef="#ctx0" brushRef="#br0" timeOffset="-88297.92">15972 9719 532 0,'0'0'53'0,"0"0"-35"15,0 0 102-15,0 0-50 0,0 0-6 0,0 0 6 0,0 0-9 0,-7-25 3 0,5 25-15 0,1 0-2 0,-1 5-17 0,2 18-11 16,0 15 10-16,0 16 64 15,0 11-43-15,0 11 8 16,0 9 2-16,0 7-28 16,2 8 11-16,-2 12-13 15,0 4-12-15,0 0-4 16,0-2 3-16,0-8 9 16,-5-3 2-16,-2-7-12 15,-1-6-3-15,-2-6 6 16,3-7-4-16,1-8-4 15,1-8 0-15,2-7-2 16,0-8-5-16,3-8-4 16,0-1 6-16,0-5-6 15,0-6 1-15,0-7 0 16,0-4-1-16,0-8-2 0,0-4 2 16,0-3 0-1,0 0-2-15,0 0 2 0,0 0-18 16,4-9-43-16,3-10-31 15,2-13-56-15,4-10-59 16,0-15-40-16,4-15-95 16</inkml:trace>
  <inkml:trace contextRef="#ctx0" brushRef="#br0" timeOffset="-87808.57">15928 9945 476 0,'0'0'85'0,"0"0"1"0,0 0 49 0,0 0-34 0,0 0-31 0,0 0-3 0,-26 0-8 0,26 0-21 0,0 0-7 15,0 0-13-15,3 6 0 0,15 0 34 0,9 4 9 16,12-3-35-16,11-3 12 15,13 0 20-15,6-2-20 16,7 3-15-16,0-1-12 16,6 3-4-16,-7-3-5 15,-8-1-2-15,-14-1 2 16,-14 1-2 0,-15-1-2-16,-9-2-7 0,-9 0-24 15,-6 0-36-15,1 0-30 0,-1 0-10 16,0 0-18-16,0 0-32 15,0 0-67 1,0-7-276-16</inkml:trace>
  <inkml:trace contextRef="#ctx0" brushRef="#br0" timeOffset="-87393.78">16591 9878 659 0,'0'0'77'0,"0"0"-64"0,0 0 144 15,0 0-62-15,0 0-32 0,0 0-30 16,-13-15-1 0,13 15-21-16,0 0-3 15,5 8 5-15,14 9 66 16,6 1-28-16,2 2-16 16,3 4 8-16,0 0-23 15,-5-1-16-15,-5 4 2 0,-4 0 2 16,-13-2-5-16,-3-1-2 15,-6-2 2 1,-21 2 3-16,-6-2-2 0,-1 1-4 16,1-3-6-16,9-6-18 0,6-7-73 15,11-3-80 1,5-4-23-16,2-7-143 16</inkml:trace>
  <inkml:trace contextRef="#ctx0" brushRef="#br0" timeOffset="-86821.54">17587 9849 243 0,'0'0'344'0,"0"0"-337"0,0 0 70 0,0 0 30 0,0 0-24 0,0 0-21 0,0 0 5 0,-3-12 6 0,3 4-47 15,4 1 34-15,1 0-20 0,1-1-20 0,-1 1 7 0,0 1 6 0,-4 2-10 16,-1 2 8-16,0 2 12 16,0 0-5-16,0 0-12 15,-3 0-3-15,-13 0-16 16,-8 0-7-16,-3 0-3 16,-4 4 3-16,-2 5 0 15,2 5 3-15,0 3-2 16,1 2 2-16,7 2 5 0,2 0-4 15,8-4-4-15,10-1 2 16,3-2-2-16,0-3-5 16,9 0 1-1,13 2 3-15,12-4-1 16,2 7 1-16,8-2 1 0,-1-2 1 16,-1 8 1-16,0-5-2 15,-4 2 0-15,-5 0 0 16,-6 0 2-16,-11 1-2 15,-8-2-1-15,-8 0 1 16,0 1 0-16,-21 0 6 16,-15 2-6-16,-4-3 8 15,-7-4-8-15,0-4 15 16,-4 1 0-16,3-1-8 0,-1-5 0 16,7-3-5-1,8 0-1-15,7 0 0 16,10-13-1-16,9-2-9 15,8-7-105-15,0-6-66 0,22-3-50 16,10 1-99-16</inkml:trace>
  <inkml:trace contextRef="#ctx0" brushRef="#br0" timeOffset="-84711.68">18049 10062 933 0,'0'0'37'0,"0"0"-26"0,0 0 14 0,0 0 7 16,0 0-27-16,0 0 3 0,51-70 11 0,-51 50 48 0,-9-2-41 0,-9 3 0 0,-3 6 42 0,-3 1-55 0,0 10 25 15,-3 2-13-15,-1 0-12 0,-2 14-3 0,2 8 0 0,4 3-2 0,3 2 2 0,8 5-5 0,7 0-4 0,4-1 8 0,2-6-9 16,8-5 2-16,12-2-2 15,7-9-1-15,3-6 0 16,6-3 1 0,0 0-3-16,-2-16-26 15,1-4-7-15,-12-3 17 16,0-5 12-16,-10-1 3 0,-5-1 3 16,0 6 1-16,-5 10 2 15,-3 7-1-15,0 7 11 16,0 0 4-1,0 4-16-15,0 14 1 16,-1 9 19 0,1-1-7-16,0-1-5 15,1-3-6-15,15-3 1 0,3-1-1 16,2-8-1-16,3-4 0 0,1-6 2 16,0 0-3-16,1-2-1 0,0-13 1 15,-1-8 0 1,-2-2 1-16,-3-6-2 15,-5-3 2-15,-2 5-1 0,-4 7 0 0,-4 8 2 16,-1 8-1 0,-4 6-1-16,0 6 0 0,0 18 1 15,0 8 5-15,0 5 11 16,-4-5-6 0,-1-2 19-16,2-2-10 0,2-5-18 15,-1-8 6-15,2-2-6 16,0-7 1-16,0-4-2 15,0-2-1-15,0 0 8 16,2 0-1-16,16-21 3 16,10-5-6-16,3-10-4 15,-1 0-1-15,-8 3 1 16,-1 8-2-16,-10 9 2 16,-2 8-1-16,-6 8 1 15,-1 0-1-15,3 0-8 0,3 4 1 16,-1 12 8-16,5-2 2 15,-2 4-2-15,1-5 4 16,1 1-4 0,-2-6 0-16,1-2 1 0,-1-4 1 15,4-2 1-15,-1 0-2 16,0-2 3-16,8-12-4 16,-1-6 2-16,1-1-2 15,-6-2-3-15,-2 5 2 16,-7 7-2-1,-2 8 3-15,-4 3 0 0,0 0 0 16,0 0-3-16,0 9-8 16,0 10 11-16,0 2 0 0,0 1 1 15,0-5 1 1,0 1-2-16,11-4 1 16,1-6 1-16,1-1 0 0,7-7 0 15,0 0 0-15,3 0 1 16,1-13-3-16,-2-5 0 15,0-5 0-15,-7-3-1 16,2-4-1-16,-8 8 2 16,-6 5 0-16,-2 7 1 15,-1 6 0-15,0 4 0 0,0 0-1 16,0 10-3-16,-7 17 3 16,-5 13 10-16,1 7 5 15,4 4 0-15,1 5 0 16,0 2 5-16,5 5-8 15,1 0-2-15,0-1-3 16,0 1 2-16,0-9-7 16,0-7-1-1,0-11-1-15,0-9 0 16,0-11 0 0,0-5 1-16,1-11 0 0,5 0 4 15,4-16 6-15,3-18-8 0,4-12-3 16,-3-18-1-16,1-14 1 0,-2-13 0 15,0-11 0-15,-1 8 0 16,0 9 1 0,-3 17-1-16,-3 25 0 0,5 16 0 15,-3 11 0 1,5 8 0-16,3 5-1 0,2 3 0 16,4 0-1-16,0 3 0 15,1 15-1-15,-4 5 2 16,1 4 0-16,-7-4 1 15,-5 4-2-15,-8-4 0 16,0-2 1-16,0-2-1 16,-12-7 2-16,-11-4 1 15,-2 0 1-15,2-8-2 16,-2 0 0-16,-2 0 2 0,2-9-2 16,-2-4 3-16,12 2 0 15,1 4-1-15,7 3-2 16,3 4-1-16,4 0 1 15,0 0-5-15,4 0-7 16,17 12 12 0,9 2 5-16,4-5-3 0,5-5 1 15,3-4-1 1,4 0 0-16,6 0 0 0,1-13-1 16,-3-3-1-16,-1-8-1 15,-4-7-1-15,-7-6 2 16,-10-11-5-16,-7-11 1 15,-11-13-6-15,-5-5-7 16,-5 6 3-16,0 10 9 16,-1 18 5-16,-15 23 0 15,-3 14-2-15,-5 6-4 16,2 12 0-16,-5 19 6 16,2 13 1-1,11 6 10-15,8 3 1 0,6 1 0 16,7-4-7-16,15-4 1 0,4-3-1 15,4-8-5-15,0-7 1 16,4-10-2-16,2-5 1 16,6-10 0-16,3-3 2 15,4-3 0-15,-7-14-1 0,-6-6-1 16,-8-2 5 0,-12-4-5-16,-5 2-4 0,-11 7 1 15,0 1 2-15,0 9 1 16,-14 3-2-16,-4 6 0 15,-2 1 2 1,2 0 3-16,6 7 5 0,4 6-5 16,8 7 8-1,0 2-7-15,2 0 2 16,16 1-1-16,5-4 0 16,2-4-5-16,4-5 0 0,6-3-6 15,12 0-45-15,14-6-55 16,21 5 20-16,17 0-95 15,2-3-100-15,5-3-116 16</inkml:trace>
  <inkml:trace contextRef="#ctx0" brushRef="#br0" timeOffset="-83003.84">20799 9753 910 0,'0'0'33'0,"0"0"75"0,0 0 68 0,0 0-114 0,0 0 17 0,0 0-11 0,-9-29-10 0,9 29-24 0,0 0-12 0,4 14-10 0,4 10 29 16,1 7 1-1,-3 0-27-15,0 0 4 16,1-3-3-16,-1-3-3 15,3-5-12-15,-5-7 4 0,-1-4-5 16,1-8 0 0,-3-1-1-16,2 0 4 0,3 0 0 15,4-4 3-15,7-17-6 16,4-11-3 0,1-3 2-16,-2-5-2 31,0-3 3-31,1 2 0 0,-4 12-2 0,-4 7 1 0,-7 12 2 15,0 10-3-15,-6 0 4 0,2 0-4 16,1 14-5 0,1 16-4-16,5 9 11 15,-3 3 0-15,3-7 1 16,1-6 0-16,-1-2-1 16,0-9 3-16,0-5-2 0,-3-8-1 15,1-1 2-15,7-4 2 16,5 0-1-16,5-9 0 15,4-11-2-15,-2-6 0 16,1-5-1-16,-3-3 0 16,-2 0 0-16,-5 7 2 15,-6 7-1-15,-6 10-1 16,-2 9 0-16,-3 1 0 16,0 0-2-16,0 4-6 15,0 17 3-15,0 1 5 16,0 5 1-16,0-1 0 0,0-1 0 15,1-2 1-15,10-3 2 16,5-5-2-16,2-2-1 16,8-6-1-16,2-3 2 15,3-4 1-15,2 0-3 16,1-5 0-16,0-14-2 16,-1-7-2-16,-6-8-3 15,-4-8-11-15,-6-4 0 16,-9 6 6-16,-3 11 2 15,-5 9 3-15,0 10 2 0,-5 7-4 16,-14 3 0 0,-2 0 5-16,-3 13 3 15,5 7 1-15,6 6 0 16,4-3 4 0,9 4 4-16,0-2-5 0,5-3 4 15,13-3-4-15,6-2 2 0,4-9 1 16,2 0-4-16,10-1 0 15,16-5 0-15,18 1 2 16,11 1 0-16,5-4-4 16,-13 0-1-16,-16-16-2 15,-16-12-6-15,-10-9 2 16,-13 0-1-16,-13 2 8 16,-9 12-3-16,0 4-1 15,-24 8 4-15,-6 5-1 0,-7 5 1 16,0 1 2-1,2 6 5-15,1 12 11 16,5 2-8-16,6 0 2 16,6 3-4-16,5-3-4 0,8 1-2 15,1-4 1-15,3-3-3 16,0-3 0-16,3 0 2 16,16-5-1-16,2-4-1 15,6-2 0-15,6 0 0 16,2 0-2-16,-2-7-12 0,0-11-9 15,-2-2-2 1,-1-4 13-16,-6 4 5 16,-7 3-1-16,-7 5 8 15,-7 8 2-15,-3 4-2 0,0 0 2 16,0 0-2-16,0 0 0 16,0 14-11-16,0 5 11 15,0 4 9-15,0-2 0 16,2-3-3-1,8-3-2-15,5-3 0 0,0 0 0 16,4-4-1-16,4-1-3 16,-1-3 3-16,-1-4-5 15,-2 0 2-15,4 0-1 16,0-11-6-16,4-9-5 16,-3-3 6-16,2-4 1 15,-3 0 1-15,-6 4 4 0,-2 5-1 16,-8 11 1-16,-4 5 0 15,-3 2 0-15,0 0-2 16,0 0-14 0,-1 14 3-16,-10 5 12 15,2 0 1-15,2-2 0 16,3-4 0 0,1-2 0-16,3-2 1 0,0-3 0 15,0-3-1-15,0-1 0 0,0-1 0 16,13-1 3-16,6 0 4 15,5 0-7-15,6-10-2 16,4-6-4-16,2-4-5 16,3-4-2-1,-2 1 1-15,-9 4 11 16,-11 8 1-16,-8 8 0 0,-5 3 1 16,-4 0 5-16,0 17-6 15,0 7 11-15,0 3 31 0,0-1-14 16,0-8-15-16,0-3 0 15,3-5 0 1,15 0-7-16,9-8-1 0,5-2-1 16,3 0-4-16,4-5-16 15,4-8-83-15,4-12-73 16,8-6-115-16,2-13-317 16</inkml:trace>
  <inkml:trace contextRef="#ctx0" brushRef="#br0" timeOffset="-80203.94">16162 11337 589 0,'0'0'157'16,"0"0"-156"-16,0 0 137 0,0 0-43 0,0 0-62 0,0 0 3 0,0 0 32 0,-15-8 3 0,15 8 1 0,0-1-3 0,0 1-7 15,0 0-23-15,18 0-22 16,11 0 21-16,15 0 6 16,8-2-14-16,6 1-14 15,3-3-6-15,2 4 3 0,-3-2-10 16,-5 1-3-16,-4-2 0 16,-7 2 1-1,-6-4-1-15,-8 5-1 0,-14-1-10 16,-6-1-11-16,-7 2-30 15,-3 0-14-15,0-5-4 16,-4 1-34-16,-12-3-66 16,0-1 53-16,0 1-63 15,3-2 33-15,3 3 30 16,2-3 36-16,3 1 74 0,2 0 7 16,3-2 62-1,0 2 41-15,0-1 17 0,0 4 10 16,0 2-21-16,0 1-23 15,0 0-19-15,0 2-40 16,6 0-18-16,12 0 16 16,6 7 16-1,8 1 2-15,2 3-20 0,-6 4 2 16,-5-3-14-16,-7 3-7 16,-10-1-1-16,-6 5 0 15,0 2-1-15,-11-2-1 16,-16 3-1-16,-2 0-54 15,-1-7-118-15,6-3-87 16,6-5-205-16</inkml:trace>
  <inkml:trace contextRef="#ctx0" brushRef="#br0" timeOffset="-79564.81">17618 11207 793 0,'0'0'201'0,"0"0"-197"0,0 0 118 0,0 0-12 0,0 0-88 0,0 0-19 15,0 0 2-15,18-73 2 16,-18 60-4-16,-12-1 9 15,-8 4 3-15,-10 7 9 16,-8 3-5-16,-5 0-3 16,-5 11-4-1,5 6 11-15,5-2-4 0,13 4 1 16,13-3-6-16,9 2-11 16,3-1-1-16,3-3-2 15,23 0 0-15,5-3-2 16,10-1 2-16,4-2 0 15,-2 3-1-15,2 4 1 16,-3 3-3-16,0 3 3 16,-5 1 2-16,-9 2-2 0,-7-6-1 15,-12 1 0-15,-7-7-2 16,-2-1 3-16,-9 1 0 16,-21-4 9-16,-5-5 6 15,-9 3 27 1,-8-6 7-16,-1 0-1 0,-2 0-9 15,2-11-12-15,9-3-13 16,7-3-6-16,13-2-4 16,9-6-3-16,12-2-1 15,3 2-5-15,20 3-13 16,11 4-12-16,8 10-19 16,0 5-14-16,-1 3 17 15,-5 11-29-15,1 12-15 16,-5 5 19-16,2 1-60 15,-3 1-46-15,2-4-65 16,5-1-250-16</inkml:trace>
  <inkml:trace contextRef="#ctx0" brushRef="#br0" timeOffset="-77586.28">18104 11441 775 0,'0'0'125'0,"41"-72"-32"0,-27 31 66 0,-9 2-94 0,-5 1 13 0,0 13-19 16,-5 7-15-16,-20 10 36 0,-5 6-22 0,-6 2-32 0,-5 2-5 0,5 13-10 0,2 3-3 0,8 5-2 0,5 3-5 16,6 1-2-16,8 1-1 0,7-1-2 15,0-4 1-15,12-2-4 16,15-7 6-16,3-2 1 15,5-11-2-15,4-1 1 16,3 0-16 0,0-17 13-16,-6-4 0 15,-8-1-21-15,-10-9 15 16,-8-7 10-16,-8-4-1 16,-2 7 2-16,0 9 0 0,0 13 4 15,0 7-1-15,0 6-1 16,-5 0-1-16,-2 14-2 15,2 9 0-15,-2 2 2 16,7-1 0-16,0-1 0 16,10-4 0-16,7-3-1 15,5-7 0-15,3-2 1 0,5-7-2 16,6 0-3-16,12 0 3 16,4-7 2-16,-1-4-2 15,-8-3-4-15,-6-4-4 16,-11-4-18-16,-7 1-9 15,-8 5 33-15,-7 4 2 0,-1 8 5 16,-3 3 7 0,0 1 3-16,0 0-10 0,0 17-1 15,0 4-1-15,-4 1 13 16,1 1-8-16,3-5-2 16,0-2 1-16,0-5-2 15,0-4 0-15,0-4-3 16,0-3-1-16,0 0-1 15,16 0 1-15,5-13 5 16,6-9-4-16,3-2-1 16,-3-1-1-16,-1 0 2 15,0 6-2-15,-11 5-1 16,-2 8 1-16,-9 6-1 16,-2 0-2-16,2 10-3 15,7 11 6-15,-4 0 2 0,1 1 0 16,1-3 1-16,-2-2-1 15,4-6-1-15,-5-5 1 16,1-2-2-16,3 0 0 16,1-4 4-16,7 0-3 15,-2 0 1-15,5-17 1 16,-3-3-3-16,1-8 3 16,1 0-3-16,-8-1-3 15,-3 8 0-15,-6 8 2 16,1 6 1-16,-4 7 0 15,0 0-1-15,1 0-6 16,2 12-4-16,4 4 10 16,2 4 1-16,2-2 1 0,7 0 1 15,5-4-1-15,5 2-1 16,8-4 1-16,3-9 0 16,2 3-1-16,-3-6 1 15,-4 0-1-15,-6 0-3 16,-4-9-5-16,-6-7-7 15,-6-4 8-15,-4-1 3 16,-7-5 3-16,-1 1 1 16,0 5-3-16,0 6 3 15,-3 6 0-15,0 8 0 16,-6 0 0-16,-4 20-1 16,-5 13 1-16,3 9 14 15,4 5 12-15,7 6-3 16,4 4-13-1,0 7 6-15,10 8 2 16,9 3 3-16,-2 0-14 16,0-5-7-16,1-11 1 0,-5-6 0 15,-1-10-1-15,-3-9 0 0,-3-11-1 16,-3-10 0-16,0-12 0 16,-3-1-5-16,0-24 1 15,0-14-17-15,0-16 5 16,0-17 0-16,0-18 3 15,0-16-7-15,0-11 2 16,0 4 7-16,0 13 11 16,0 18 0-16,0 23 1 15,0 20 1-15,4 14-1 0,2 11 2 16,9 7 0 0,5 6-2-16,3 0-2 0,7 8 1 15,-2 17 0-15,-3 5 1 16,0 1 0-16,-7 5 2 15,-6-5 1-15,-5 1-2 16,-4-5-1-16,-3-5 0 16,0-5 1-16,-6-7 2 15,-7-4-3-15,-8-6 2 16,-4 0 0-16,-5 0-1 16,4-9-1-16,-1-10 0 15,4-1 0-15,3 1-4 0,8 5 1 16,5 7 3-16,4 5 1 15,3 2-1-15,0 0-7 16,7 17-1-16,14 1 7 16,3 4 1-16,9-5 0 15,0-1 0-15,7-7 0 16,2-6 0-16,4-3 0 16,0 0 2-16,-4-17 0 15,-2-3 0-15,-8-6-1 16,-4-9 1-16,-7-7-1 15,-6-10-1-15,-5-7-2 16,-5-11-4-16,-2-4-3 16,-1-1-24-16,-2 16 10 15,0 15 10-15,0 21 9 16,0 23 3-16,-7 0-3 0,-6 28-27 16,-3 15 31-16,2 11 1 15,5 7 10-15,9-3 8 16,0-5 9-1,4-2-8-15,12-8-11 0,7-5-6 16,4-6 0-16,4-7-3 16,2-9 0-16,2-11 3 15,-3-5-1-15,-2 0-2 16,-1-17-1-16,-7-8 1 16,-5-9-11-16,-4-6-24 15,-7 3 24-15,-6 4 4 0,0 12 6 16,0 10 0-16,-5 8 0 15,-12 3 1-15,-9 8 0 16,3 18 25-16,4 1 12 16,6 1-5-16,7-3-11 15,6 0-4-15,0 0 3 16,15-5-11-16,8-3-4 16,7-2-1-16,8-10-2 15,8-1-2-15,8-4-15 16,4 0-72-16,3-4-159 15,-3-13-66-15</inkml:trace>
  <inkml:trace contextRef="#ctx0" brushRef="#br0" timeOffset="-76903.46">20940 11026 797 0,'0'0'46'16,"0"0"-45"-16,0 0 83 0,0 0-28 0,105-33 9 0,-81 18-10 0,-6-4 21 0,-8 2 1 0,-5 0 2 0,-5 1-14 0,0 6 2 0,-11 4-23 0,-17 4-28 0,-5 2-13 0,-6 0 5 0,-1 4-1 0,10 10-3 0,7-1 15 16,6 1-8 15,6 1-9-31,10 2-2 0,1 2 0 16,0 1 2-16,18 4-1 0,9-2 0 0,5-1-1 0,6 0-2 15,0 1 2-15,3-2-1 16,-7 3-3-16,-6-1-3 15,-8-3 1-15,-8-2-3 16,-9-3 5-16,-3-1 2 16,-8-2 2-16,-17-3 0 15,-9-2 0-15,-2-1 0 16,1-2 0-16,5-3 0 16,5 0 0-16,8 0 1 0,7 0-1 15,10-3 0 1,5-8-22-16,25-8-37 0,12-5 33 15,8-5-30-15,5-7-20 16,0 3 14-16,-5 4 11 16,-4 5 30-16,-10 8 17 15,-9 12 4-15,-14 1 7 0,-1 3 31 16,-9 6-2-16,-3 17 20 16,0 8 37-16,0-1-8 15,0 2-57-15,-7-5 14 16,2-1-6-16,2-2-30 15,3-6-4 1,0-4-2-16,0-6-2 0,0-4-1 16,0-1-90-16,0-3-134 15,0 0-77-15,0-18-346 16</inkml:trace>
  <inkml:trace contextRef="#ctx0" brushRef="#br0" timeOffset="-76617.84">21336 10843 1225 0,'0'0'58'0,"0"0"-55"0,0 0 211 0,0 0-165 0,0 0-45 15,0 0-4-15,-29-7-19 0,39 30-12 0,1 5-205 0,-2 3-137 0,-4-5-274 0</inkml:trace>
  <inkml:trace contextRef="#ctx0" brushRef="#br0" timeOffset="-76203.88">21618 11074 1029 0,'0'0'96'0,"0"0"-11"0,0 0 100 0,73-73-53 16,-58 69-74-16,-6 4-26 16,-2 0-18-1,2 0-8-15,-6 18-3 16,-3 6-1-16,0 10-2 0,-9 0 0 16,-13-1 3-16,-8-1-2 15,-1-8 1-15,4-2-2 16,3-7-1-16,7-5 1 15,7-4 1-15,7-2-1 16,3-4-1-16,0 0 1 16,16 0-7-16,13 0 0 15,7-3 3-15,2 0-18 16,-3 2 7-16,-4 1-2 16,-7 0 6-16,-3 14 8 15,-8 8 0-15,-2 14-1 16,-3 3 4-16,0 12 3 15,-5 6-1 1,-3 6 15-16,0 2-7 0,-12-8 0 16,-16-10-2-16,-11-8 0 0,-1-11 2 15,-2-8 2-15,-6-9 5 16,6-9-1-16,5-2 9 16,7 0-14-16,8-6-7 15,6-13-1-15,4-3-3 0,6-7-3 16,4-8-31-16,2-5-56 15,6-7-115-15,19-10-60 16,7 6-114-16</inkml:trace>
  <inkml:trace contextRef="#ctx0" brushRef="#br0" timeOffset="-75782.44">22053 11203 1069 0,'0'0'61'0,"0"0"-56"0,0 0 239 0,0 0-120 0,0 0-57 0,0 0-30 0,-34-31-31 16,34 31-4-16,9 0-2 16,12 0 0-16,9 0 0 15,4 0 0-15,-3 0-3 16,-2-3 1-16,-1-6 0 15,-4-5-8-15,-1-1-12 16,-9-9-4-16,-3 2 17 16,-10 2 8-16,-1 5 1 15,-7 11 0-15,-17 4-4 16,-9 0 2-16,-4 18 2 16,1 8 22-16,9 2 10 15,15-2-8-15,9 2-6 0,3 3 15 16,20-3-15-1,19-2 0-15,13-5-6 0,9-5-11 16,6-4-1 0,-1-10-6-16,-7-2-112 0,-5 0-124 15,3-11-179-15</inkml:trace>
  <inkml:trace contextRef="#ctx0" brushRef="#br0" timeOffset="-71468.69">2563 12800 663 0,'0'0'20'0,"0"0"-15"16,0 0 40-16,0 0-13 0,0 0-5 0,0 0 41 0,6 0-4 0,4-2-4 0,2-10 12 15,3-3-2-15,0-4-20 0,0 2-17 0,-5 1 1 0,-4 4 2 16,-1 2-10-16,-5 6 18 0,0 2 19 16,0 2-1-16,0 0-18 15,-18 2-20-15,-11 13-24 16,-8 6-3-1,0 6 2-15,0 3 1 47,2-2 0-47,4 3 3 0,6-4-1 0,1-3 2 0,10-4-2 16,2-2 0-16,5-5-2 0,4-1-2 0,3-3 0 16,0-2-1-16,16 1 2 15,8 0 0-15,9 1 1 16,3-1 0-16,10 0 0 15,3 2-2-15,2-2 3 0,-2 4-2 16,-1 1 1-16,-9 5 0 16,-6 1 0-16,-14 3-1 15,-10 0 1 1,-9 3-4-16,-5 1 4 16,-26 5 2-16,-18 1-2 15,-6 1 1-15,-8-4 3 0,-1-4 1 16,3-2 0-16,1-6 6 15,6-4 4-15,8-6-4 16,6-5-1-16,7-2-5 16,3 0-3-16,5 0-1 15,7-2 3-15,6-3-4 16,6 0 0-16,6 0-2 16,0-3-10-16,0 0-30 15,12 0-42-15,12 2-59 0,4 3-37 16,8-3-67-16,6 0-176 15</inkml:trace>
  <inkml:trace contextRef="#ctx0" brushRef="#br0" timeOffset="-71180.56">2982 12931 1031 0,'0'0'141'0,"0"0"-140"0,0 0 203 0,0 0-141 0,0 0-59 0,0 0 0 16,-8 88 35-16,14-38-21 16,-4 3-9-16,7-3-7 15,-6-4-2-15,3-10 2 16,0-9-5-16,1-11 3 16,-2-11-28-16,2-5-101 15,1-5-49-15,2-21 9 16,1-12-143-16,-7-11-244 15</inkml:trace>
  <inkml:trace contextRef="#ctx0" brushRef="#br0" timeOffset="-71079.24">2946 12666 693 0,'0'0'210'0,"0"0"-210"16,0 0 95-16,0 0-83 15,0 0-12-15,0 0-7 16,-55 75-26-16,73-32-95 15,4 2-125-15,7 1-211 0</inkml:trace>
  <inkml:trace contextRef="#ctx0" brushRef="#br0" timeOffset="-70437.16">3410 13085 101 0,'0'0'651'0,"0"0"-646"16,66-76 166-16,-48 42-83 15,-8-5-31-15,-2-3 11 16,-8 5-13-16,0 7-2 16,-18 11 11-16,-8 15 28 15,-11 4-38-15,-6 23-27 16,-5 16 1-16,6 6-2 16,5 3 4-16,15-1-10 15,8-3-14 1,14-5-5-16,0-2-1 0,9-8-2 15,15-6-1-15,7-10 0 16,7-9 0-16,5-4-2 16,3-4-8-16,-1-19-17 15,-2-5 7-15,-7-4 12 0,-8-7-5 16,-11 6 15-16,-7 0 1 16,-5 11 5-1,-5 9 3-15,0 7 1 16,0 6 19-16,0 13-8 15,0 28-18-15,0 20 24 0,0 15 11 16,1 14-13-16,14 10 18 16,3 10-15-16,3 9-5 15,-6 6-9-15,-6 0-9 16,-2-3-4-16,-7-7 0 16,0-15 2-16,-7-15-2 15,-13-18 0-15,-11-16 2 0,-5-19 3 16,-10-16-2-16,-2-16 2 15,-7-7 1-15,-3-31-2 16,-3-19-2-16,-2-22-2 16,6-20 1-16,5-22-2 15,9-5 1-15,13 2 0 16,21 22-1-16,9 28 1 16,18 20-3-16,15 21-5 15,5 9 1-15,1 17-2 16,-1 4-7-16,-1 3-57 15,3 3-48-15,5 4-56 16,1 4-53-16,2-10-142 0</inkml:trace>
  <inkml:trace contextRef="#ctx0" brushRef="#br0" timeOffset="-69533.74">3774 13095 1187 0,'0'0'14'0,"0"0"16"0,0 0 213 0,0 0-193 0,0 0-50 0,0 0-7 0,-18-2 7 0,32 34 14 0,-1-4-6 0,-1-4 5 0,1-6-8 16,-5-6-4-1,1-1 4-15,3-7-4 0,-3-4-1 16,3 0 5-16,4-1-2 15,5-21 1-15,0-2-4 16,-2-7 1-16,-4-1 2 16,-6 5 0-16,-3 7-2 15,-3 10 4-15,-3 8 0 16,0 2-2-16,0 0-3 16,0 4-6-16,0 12 1 15,0 4 5-15,0 1 3 16,0-7 0-1,5-2-2-15,2-4-1 16,3-3 0-16,1-4 2 0,3-1-1 16,2 0-1-16,-1-2 2 15,6-13 3-15,-2-2-4 0,-1-7-1 16,0 1 0-16,-3 0 0 16,3 1 0-16,-9 8-2 15,-3 8 2-15,-5 6-1 16,3 0-3-16,4 2-1 15,4 16-1-15,7 7 6 16,1 0 0-16,4 0 1 16,1-3 0-16,5-4-1 15,3-7 2-15,1-6 1 0,2-5-3 16,2 0 2 0,1-16 7-16,0-8-3 0,-1-4-6 15,-3-2 3-15,-1-3-1 16,-5-2 1-1,-14 0 0-15,-11 4 2 0,-4 8 0 16,-1 10 2-16,-20 12 3 16,-6 1-2-16,-6 10-1 15,-4 16 7-15,9 1 8 16,5-1-10-16,8-3-1 16,9-3-6-16,5-3-2 15,1-3-3-15,0-5-2 16,0-5-2-16,7-4 3 15,11 0 1-15,3-2 3 16,6-15-2-16,6-3-1 16,-2-3 1-16,2 3-2 15,-6 5 1-15,-5 5-1 0,-6 9 0 16,-5 1-2-16,3 0-3 16,-1 15 3-16,-1 2 3 15,4 2 0-15,-1-2 3 16,0-3-2-16,-3-4-1 15,4-5 0-15,1-5 0 16,2 0-5-16,6 0-88 16,5-14-110-16,14-3-45 15,6-1-79-15,10-4-69 16</inkml:trace>
  <inkml:trace contextRef="#ctx0" brushRef="#br0" timeOffset="-69079.69">5663 12652 1071 0,'0'0'216'16,"0"0"-210"-16,0 0 61 0,0 0-24 0,0 0 66 0,-61 87-34 0,58-45-45 0,3-5 3 15,0 2-12-15,0-9-16 0,4-3-3 0,10-7-2 0,5-7 0 0,3-1 0 0,4-12 0 0,1 0-3 0,7 0 2 0,-4-16-12 16,1-9-22 0,-2-4-9-16,1-7-7 0,-2-3 21 0,0-3 4 15,-4 1-3-15,0 3 18 16,-6 11 5-16,0 11 4 15,-5 5 2-15,2 8-1 16,0 3 1 0,0 1 1-1,3 18 9-15,-2 3 27 0,2 6-17 16,-9 2-3-16,-3-1 13 16,0-3-15-16,-6-3-5 0,0-6-5 15,0-1-4-15,-17-4-1 16,-2-3-5-16,0-8-114 15,1-1-72-15,-3-1-37 0,-3-20-153 16</inkml:trace>
  <inkml:trace contextRef="#ctx0" brushRef="#br0" timeOffset="-68760.86">5715 12328 755 0,'0'0'86'0,"0"0"-33"16,0 0 140-16,-98-39-101 15,80 53-55-15,2 8 29 16,5 5-14-16,8-4-9 16,3-2-13-16,9-1-10 0,15-5 3 15,7-6-10-15,2-6 1 16,6-3-2-16,-3 0-3 16,-6-6 0-16,-7-9 8 15,-8-5 12-15,-12-5 12 16,-3-5 18-16,-13-2-43 15,-14-2-12 1,-9 6 1-16,3 8-5 16,-4 13-6-16,4 7-18 15,-6 8-84-15,-2 20-96 16,-4 3-101-16,-3 6-433 0</inkml:trace>
  <inkml:trace contextRef="#ctx0" brushRef="#br0" timeOffset="-67533.69">7031 11986 711 0,'0'0'38'0,"0"0"57"15,0 0 56-15,0 0-48 0,0 0-17 0,0 0-59 0,-9-37-27 0,6 77 0 0,0 16 1 0,0 14 40 0,-3 9 8 16,-1 8 12-16,2 4-25 16,-1 3 11-16,0-2-32 15,2-10-5-15,4-14-10 16,0-15 2-16,0-20-2 0,0-13 0 16,0-9-1-16,0-7 3 15,0-4-1-15,0 0 10 16,0-2 19-16,0-22 74 15,0-15-68-15,0-14-35 16,4-6-2 0,7-7 1-16,2 1-2 15,10 2 0-15,-1 11 1 16,6 11 0-16,-2 13-1 0,-1 10 0 16,-2 8-1-16,3 10-1 15,1 0-10-15,0 7 10 16,-2 11 3-16,-8 2-1 15,-7 3 2-15,-10-1 3 0,0 1-2 16,-15 1 5 0,-16 1-2-16,-9-1 3 0,-5-3-4 15,2-4 1-15,4-4-3 16,4-7 3-16,10-6-1 16,9 0 2-16,5 0 0 15,8-2 0-15,3-9-5 16,0 0-2-16,3 2-11 15,14 4 3-15,10 5 6 16,-2 0-4-16,8 9 8 16,0 8 0-16,3 3 0 15,2 3 0-15,4-3 0 16,0 2 4-16,4-6-2 16,-4-1-1-16,-1-5 0 0,-5-7 0 15,-3-3 1 1,-6 0-4-16,-7 0 2 0,-7-5-16 15,-4-6-101 1,-3-3-81-16,-3-4-15 16,0 0-85-16,-3-7-237 15</inkml:trace>
  <inkml:trace contextRef="#ctx0" brushRef="#br0" timeOffset="-67133.69">7595 12437 854 0,'0'0'72'0,"0"0"-21"0,0 0 44 0,0 0-81 0,0 0 15 0,0 0 65 0,1 70-49 0,2-49 32 0,-1 3-31 0,-2-5 8 0,3 1-33 16,-3-4-3-16,0-5 7 0,3-7-13 0,-3-3-11 0,3-1 0 0,0 0 2 0,0 0 3 0,6-2 3 0,4-16-2 0,8-9 1 0,6-9-6 0,-1 3 0 0,-3 1-2 16,-2 7 0-16,-7 9 0 0,-4 10 0 15,-6 4 0 1,-2 2-2-16,-2 2-6 0,3 16-4 16,0 7 12-16,0 1 7 15,-3 4 0-15,3-5 3 16,0-1-6-1,0 0-4-15,4-3-1 0,-1-3 1 16,3-4-2 0,6-5-4-16,5-7-92 15,10-2-77 1,7-8-9-16,9-15-58 16,-1-4-59-16,-2-8-188 0</inkml:trace>
  <inkml:trace contextRef="#ctx0" brushRef="#br0" timeOffset="-66759.11">8171 12397 626 0,'0'0'182'16,"0"0"-40"-16,0 0 67 0,0 0-107 0,0 0-79 16,0 0-19-16,-43 44 22 15,25-11-1-15,9-4 17 16,4 1-13-16,5 1-8 0,0-2 0 16,11-3 2-16,10-4-14 15,4-5-9-15,8-9 0 16,6-4 0-16,4-4 2 15,5 0 4-15,-1-16-3 16,-5-5-2-16,-9-5 4 16,-6-7-3-16,-12-5 2 15,-8-3 5-15,-7-1-8 0,0 3 7 16,-9 6-3-16,-12 8-3 16,-7 8-2-16,-5 6 2 15,-7 8-1-15,-2 3-2 16,-4 7-1-16,0 15-1 15,2 7-1 1,7 2-1-16,6 1 4 16,10-1-6-1,8-1-6-15,11-4-92 16,2-3-122-16,15-5-34 0,16-9-147 16</inkml:trace>
  <inkml:trace contextRef="#ctx0" brushRef="#br0" timeOffset="-66147.97">8645 12302 826 0,'0'0'72'0,"0"0"32"0,0 0 120 0,0 0-125 0,0 0-57 0,0 0-33 0,0 0-8 0,-3 25 19 0,-7 10 54 0,4 0-37 0,3-1-8 0,3-4-7 0,0 0-15 0,3-5-4 0,12-5-3 0,0-4-1 0,4-4 1 16,4-5 0-16,4-7 2 0,4 0 3 0,0-1-2 0,-1-13-1 15,-5-5-1-15,-1-4-1 0,-2-6 1 16,-5-2-1-1,-4-1 1-15,-4 3-1 0,-3 9-1 16,-3 9 1-16,-3 7 3 16,0 4-2-1,0 0-1-15,0 0-9 0,0 14-10 16,0 5 16-16,0 6 1 16,0-4 2-16,0-2 0 15,5-4 0-15,10-1 0 0,1-2 2 16,5-2 0-1,4-8 2-15,5-2-2 16,1 0 1-16,2 0 1 0,-3-8-2 16,-2-6 1-1,-6-5-1-15,-5-3 5 16,-6-9 1-16,-2-5-2 16,-9 0 0-16,0-2-4 15,-12 8 5-15,-8 6 1 16,-2 4-7-16,1 9 0 0,0 5-1 15,0 1-1-15,4 5-6 16,0 0-2-16,1 0-3 16,4 13-36-16,4 5-96 15,4 1-48-15,4 1-23 16,0-6-29-16,13 2-223 16</inkml:trace>
  <inkml:trace contextRef="#ctx0" brushRef="#br0" timeOffset="-65669.86">9390 12240 807 0,'0'0'38'0,"0"0"121"0,0 0-2 0,0 0-66 0,0 0-66 0,0 0-20 15,42 24 101-15,-31 3-36 16,-3 2-15-16,-2 1-7 0,-3-2-19 15,0 0 5 1,0-3 13-16,-3-6-33 0,0-5-10 16,3-7-3-16,0-4 1 15,-2-3-2-15,2 0 2 16,3 0 7-16,8-3-1 16,14-18-3-16,5-7 0 15,4-11-3-15,2-7 3 16,1-1-4-16,-2 4-1 15,-8 10 0-15,-10 6 1 16,-9 18-1-16,-4 6-1 16,-1 3-7-16,-3 19-9 15,2 15 17-15,1 7 3 16,3-2-1-16,1-4 5 16,4-5 4-16,6-4-7 15,6-7-2-15,5-9 0 16,3-4-1-16,4-6 3 15,2 0-4-15,-1-3-7 16,-10-7-74-16,-4-5-128 16,-14-2-117-16,-11-7-411 15</inkml:trace>
  <inkml:trace contextRef="#ctx0" brushRef="#br0" timeOffset="-65128.06">4863 13991 719 0,'0'0'20'0,"0"0"-4"0,0 0 138 16,0 0-57-16,0 0-79 0,0 0-17 0,91-41 29 0,12-3 31 0,31-13-7 15,40-3-7-15,30-9 17 16,33 2-44 0,24 8-3-16,8 6-7 0,11 12 11 15,4 3-1-15,-2 9-11 16,-6 1-8 0,-21 4-1-16,-19 1 0 0,-26-2 1 15,-25-3-1-15,-30 3-1 16,-34-1-1-16,-30 5 2 0,-39 6 0 15,-18 4 2 1,-23 6 4-16,-8 2-1 0,-3 3 22 16,0-4 27-1,-28 4-36-15,-29 0-18 0,-28 0-45 16,-32 19-129 0,-30 4-131-16,-19 4-162 0</inkml:trace>
  <inkml:trace contextRef="#ctx0" brushRef="#br0" timeOffset="-64706.56">5627 14050 833 0,'0'0'0'0,"0"0"0"16,0 0 75-16,0 0 81 15,0 0-141-15,0 0-11 16,58-53 31-16,26 14 38 16,28-10-24-16,29-8-17 15,28-2 6-15,27 2 12 16,26 5-16-16,18 8-11 16,17 2-5-16,7 6-17 15,0 2-1-15,-7 3 2 16,-16 2-2-16,-20 1 0 15,-26 2-1-15,-44 5-2 0,-37 0 2 16,-46 9 1-16,-29 2 0 16,-23 6 1-16,-11 1 3 15,-5 1 7-15,0 2 38 16,0-1 2-16,0-3-26 16,0 1-17-16,0-5-8 15,-11 1-26-15,-2 3-152 16,-8-1-62-16,-3-3-227 15</inkml:trace>
  <inkml:trace contextRef="#ctx0" brushRef="#br0" timeOffset="-59424.14">26377 9554 681 0,'0'0'42'0,"0"0"-38"0,0 0 54 0,0 0 17 0,0 0-51 0,0 0 10 0,0 0 10 15,73-39-5-15,-52 25 4 0,-7 6-8 16,-1-1 13-16,-4 3-4 16,-8 3 7-16,-1 0 18 15,0 2 1-15,-16 1 7 16,-15 0-77-16,-10 0-6 16,-8 4 3-16,3 10 1 15,4 2 1-15,8 0 0 16,6-4 0-16,6 4 0 15,6-3-3-15,9-4 1 16,4 2-4-16,3 0-6 16,0-3 8-1,12 3-4-15,15 1 8 16,5-1 0-16,10-3 1 16,3 3 0-16,0-1 1 0,1 0-1 15,-6 6-2-15,-5 0 1 16,-9 0-2-16,-9 0-16 15,-11-1 1-15,-6 1-17 16,-9-3 26-16,-23 2 9 16,-15-2 4-16,-8-2 3 15,-2-1-4-15,4-3 3 16,9 0-6-16,11-3 0 0,12-2 0 16,11 2 0-16,10-4-4 15,0 0-43-15,25-6-11 16,17-11 37-16,12-9-19 15,8-11-13-15,1-1 22 16,-2 1-11-16,-4 2 28 16,-7 8 14-16,-6 7 3 0,-13 9 0 15,-6 7 10 1,-9 4-4-16,-6 0-6 16,-3 8 4-16,-4 11 5 0,-3 3 28 15,0 2-7-15,0 0-23 16,-6 0-3-16,-4-2-7 15,-2-5 0-15,0 2-1 16,0-10-5-16,3-2-173 16,3-7-116-1</inkml:trace>
  <inkml:trace contextRef="#ctx0" brushRef="#br0" timeOffset="-57939.62">26756 9451 916 0,'0'0'16'0,"0"0"-13"16,0 0 75-16,0 0-78 0,0 0-12 0,0 0 10 0,4 87-7 0,10-55-4 0,4-1-42 0,3 3-36 0,1-3-26 0,4-4 5 0,2-3 5 0,5-8-20 0,3-6 103 0,5-7 20 0,3-3 4 15,-7 0 50 1,-3-8 61-16,-7-8 8 0,-6-3 8 16,-9-5-35-16,-6 1-38 15,-6 2 10-15,0 5-2 16,-6 4 1-16,-14 9-11 16,-8 3-32-16,-3 0-12 15,-2 3-2-15,3 14-3 16,5 2-2-16,5 1-2 15,10-2 1-15,5 1-2 16,5-2-1-16,0-5-4 16,14-1 7-16,13-5 0 15,6-3 0-15,6-3 0 16,3 0-1-16,0 0 1 16,3-4-2-16,-6-8 2 15,-6 1 0-15,-7 6 0 0,-13 0 0 16,-7 5 3-16,-6 0-3 15,0 21-3-15,0 14 3 16,0 9 19-16,-8 3 16 16,-3 4 3-16,-2 1-26 15,0 2 4-15,1-1-11 16,-5-4 0-16,1-5-5 16,0-11 1-16,2-9 0 15,4-11 0-15,4-7 1 16,4-6 0-1,2 0 8-15,0-6 12 0,0-21-22 16,15-13-16-16,12-13 8 0,8-9 1 16,9-12-1-16,3-8-8 15,2-2 6 1,-2 5 4-16,-5 17 5 0,-6 21 1 16,-12 20 1-16,-11 21-1 15,-1 3-5-15,-8 29 0 16,1 8 5-16,-3 4 16 15,-2 2-5-15,0-6-4 16,0-7 10-16,-5-7-4 16,2-9-12-16,0-6 1 15,3-7-2-15,0-4 1 16,0 0 4-16,0 0 4 16,0 0 15-16,9-17 0 15,10-6-14-15,2-6-10 0,5-6 0 16,-4 1-1-16,-4 7 1 15,-6 11 0-15,-6 9 0 16,-6 5 0-16,0 2-1 16,0 0-12-16,0 11 1 15,0 8 12-15,-5-5 3 16,2 1-1-16,3-7-2 16,0 2 0-16,0-4-2 15,0-3 0-15,0-1 1 16,6-2 1-16,10 0 4 0,4 0 6 15,7-2-4-15,4-15-4 16,1-3 1 0,-2 1-1-16,-4-5 1 0,-7 11 1 15,-9 4-4-15,-6 6 2 16,-4 3-2-16,0 0-2 16,0 12-13-16,0 8 9 15,0 7 6-15,0 0 5 16,0-4-3-16,0-5 4 15,2-1-6-15,10-6 2 16,6-5 0-16,7-2 3 16,5-4 4-16,4 0 1 15,0 0-8-15,-1-10 2 16,0-7 1-16,-5-3-2 16,-4-4 1-16,-7-2-3 15,-7 4 2-15,-9 8 3 0,-1 6 1 16,0 5 4-1,-11 3-11-15,-13 0-5 0,-9 11-1 16,4 8 4-16,6-2 1 16,9 0-2-16,8-3-4 15,2-1-1-15,4-4 3 16,0 1 1-16,0-4-2 16,18-3 6-16,4 0 1 15,8-3 3-15,9 0-2 16,-2 0-2-16,2-9 0 15,-6 0 1-15,-8 4-1 0,-7 3 0 16,-8 2 0-16,-5 0 0 16,-1 0-4-16,1 5-2 15,4 10 6-15,1 2 0 16,4 0 8-16,4-4-8 16,-2-2 5-16,5-2-5 15,6-4 0-15,4-3 3 16,5-2-3-16,3 0-5 15,4 0-125-15,2 0-60 16,4-12-49-16,3-3-324 16</inkml:trace>
  <inkml:trace contextRef="#ctx0" brushRef="#br0" timeOffset="-56376.66">29370 9659 634 0,'0'0'11'0,"0"0"-8"0,0 0 79 15,0 0-30-15,4-84 12 0,2 66 18 0,-1 5-16 0,-2 6 22 16,-2 6 39-16,-1 1-47 16,0 0-32-16,0 0-29 15,0 8-19-15,-1 22 3 16,-5 3 10-16,-3 11 12 16,4-2-3-16,0-4-5 15,3 3-4-15,2-7-8 16,0-5-2-16,0-5-3 15,0-8-1-15,0-5 1 16,0-3 0-16,0-8-1 16,0 0 1-16,0 0 3 15,0 0 10-15,3-12 0 16,7-14-13 0,4-2-1-16,4-7 1 0,4-2 0 15,1-2 0-15,5 3-3 16,-1 8 3-16,-3 7 0 0,-8 10-4 15,0 5 1-15,-5 3-4 16,2 3 5 0,-1 3-1-1,-3 13 0-15,-3 0 3 16,-6 11-2-16,0-5-2 16,-16 1 3-16,-10 1 1 0,-6-7 1 15,-3-1 1-15,-1 0 0 16,5-7-1-16,7-2 0 15,11-3-1-15,4-2 0 0,7-1 0 16,2-1 2 0,0 0 1-16,0 0-3 0,17-8-9 15,5-6-13-15,5-3-2 16,5 1-5-16,-1 1-11 0,-3 3 17 16,0 5 6-16,1 0-3 15,-2 7 7-15,-1-1 9 16,0 1-7-1,-3 0-12-15,0 0-14 16,2 0-8-16,-2 0 8 0,0 0 12 16,-1 0 9-16,1 0 6 15,0 0 7-15,0 0 3 16,-3-7 0-16,-2-3 0 16,-1-3 1-1,-1-1 0-15,-1-1-1 16,-4 3 2-16,-1 4-1 0,-4 4 1 15,-6 1 0-15,0 3 0 16,0 0-2-16,0 7-9 0,-11 8 9 16,-1 5 16-16,5-4-8 15,2 0-2-15,5-3 6 16,0-3 1-16,0-1-6 16,0-2-4-16,6-1 6 15,10 0 2-15,4-6-3 16,4 0-4-16,3 0-2 15,3 0 1-15,2-12-3 0,3-7 1 16,-4 4 0-16,-3 0 1 16,-8 1-2-16,-10 8 0 15,-7 4 3-15,-3 2 2 16,0 0-2-16,0 0-3 16,0 0-4-16,0 12 4 15,0 1 10-15,0-1 2 16,0-4-7-16,6 2 6 15,4-1-6-15,1-2-2 16,5-3 6-16,2-2-3 16,3-2-2-16,1 0 1 15,0 0-5-15,1-2 1 16,3-9 2-16,-1-8-2 16,2-1-2-1,-6-5 1-15,-3-2-5 16,-6 11-5-16,-9 4 9 0,-3 5 1 15,0 5 0 1,0 2-2-16,-8 0 1 0,-5 0-7 0,-4 0 7 16,5 7 1-16,1 2-2 15,5 4-1 1,0-5 3-16,3 4-2 16,1-1 1-16,2-1 1 0,0-2 0 15,3 1 0-15,11-2 0 16,6-1 0-16,6-3-1 15,2 1 0-15,3-4-36 16,-1 0-29-16,-3 0 0 16,-3-5 18-16,-3-7 14 0,-6-4 14 15,-9 0 14-15,-5-5 6 16,-1 2 0-16,0 1 17 16,-16 5 30-16,-4 1-20 15,-2 5-5-15,0 4 24 16,1 3-23-16,0 0-18 15,2 1-5-15,2 10 0 16,5 1 0-16,5 1-2 16,4-1-5-16,3 1-13 15,0-4-90 1,12-1-76-16,9 0-26 16,2-6-173-16</inkml:trace>
  <inkml:trace contextRef="#ctx0" brushRef="#br0" timeOffset="-55831.74">30795 9624 387 0,'0'0'149'0,"0"0"-49"15,0 0 73-15,0 0-46 0,0 0-64 0,0 0-32 0,12-20-19 0,-12 20-11 0,-3 8 1 0,-2 1 3 0,5-2-2 0,0 0 2 0,0 0 1 0,0-2 2 0,9 1-2 0,6-2-1 0,2-2 1 0,0-2-4 16,-1 0-2-16,1 0 3 16,-1 0-3-16,3-13 0 15,0-2 1-15,-2-4-1 16,-3 4 1-16,1 3-1 16,-5 3 0-16,-5 7 0 15,-2 2 0-15,-3 0-1 16,0 0-2-16,0 4-8 15,2 11 11-15,1-1 1 16,3 3-1-16,4-2 2 16,5-3 6-16,4-1-4 15,4-4 6-15,4-2-7 16,2-5 4-16,0 0-4 0,-1 0 2 16,-4-8 0-16,-6-7 16 15,-3-4 5-15,-6-1 2 16,-8-5 25-16,-1 3-31 15,-6 3-12-15,-16 4 5 16,-6 5-11-16,-7 5-4 16,-2 5-4-16,0 0-2 15,1 6 3-15,7 5-1 16,9 5 0-16,7 0-5 16,10-1-20-16,3-2-58 15,0-2-18-15,16 2-44 16,10-4 27-16,4-3-39 15,2-1-66-15,-1-5-4 16</inkml:trace>
  <inkml:trace contextRef="#ctx0" brushRef="#br0" timeOffset="-55443.1">31260 9605 208 0,'0'0'137'15,"0"0"-4"-15,84-69 18 0,-66 46-43 0,-5 5-4 0,-8 7 5 0,-4 5-3 0,-1 6-27 0,0 0-78 0,-11 15 6 0,-6 3-7 0,-4 4 8 0,7-1 0 16,4-1-5-16,3-4 1 16,2-2-2-16,2-3 2 15,3-7-2-15,0-2 0 0,0-2 1 16,0 0 6 0,6 0 0-16,10 0 3 0,7 0-5 15,1-9-6-15,3-6 2 16,2-2-1-16,1-1-1 15,-1 2 1 1,-10 6-2-16,-10 6 0 0,-6 4 0 16,-3 0-2-16,1 1-11 15,2 16 10-15,4 3 3 16,1 0 1-16,1-5 0 16,2 1 2-16,2-5 4 15,4-1-4-15,2-5 2 0,5 1-1 16,-3-6-3-1,3 0-1-15,5 0-19 0,1 0-189 16,6-11-89-16</inkml:trace>
  <inkml:trace contextRef="#ctx0" brushRef="#br0" timeOffset="-55275.96">32309 9526 1020 0,'0'0'150'16,"0"0"-150"-16,0 0 41 16,0 0-16-16,0 0-25 0,0 0-13 15,-42-10 0 1,24 12-334-16</inkml:trace>
  <inkml:trace contextRef="#ctx0" brushRef="#br0" timeOffset="-50904.71">23189 11112 47 0,'0'0'1117'0,"0"0"-1071"0,0 0 43 0,0 0 110 0,0 0-130 0,0 0-46 16,0 0-1-16,0 0 7 0,-21 25-11 0,26-16 6 0,11-2-14 0,3 0-8 0,2 1 0 0,5-7-1 15,2-1-1-15,2 0 2 16,-1 0-2-16,0-5-3 15,-5-3-7 1,-5 1-28-16,-3 1-27 0,-2 0-14 16,-4 3-52-16,-4 3-8 15,-6 0-51-15,0 0-27 16,-4 6-132-16</inkml:trace>
  <inkml:trace contextRef="#ctx0" brushRef="#br0" timeOffset="-50645.89">23123 11393 1029 0,'0'0'96'16,"0"0"-91"-16,0 0 148 16,0 0-70-16,0 0-61 15,0 0 5-15,72 0 23 16,-36 0-24-16,7 0-12 15,-3-7-6-15,-1-1-5 16,1-1-3-16,-4 2-1 16,-2 0 1-16,-2-1-10 0,-1 5-86 15,5-2-49-15,-2-2-56 16,-1 3-89 0,-5-3-450-16</inkml:trace>
  <inkml:trace contextRef="#ctx0" brushRef="#br0" timeOffset="-50171.95">24324 10814 908 0,'0'0'109'16,"0"0"-108"-16,0 0 117 15,0 0-4-15,0 0-82 16,0 0-4-16,48-18 33 16,-48 29-12-16,0 8 8 15,-9 6-18-15,-12 2 13 16,-10 4-19-16,-5 4-4 16,-7-1-9-16,-3-3-10 15,2 2 1-15,-2-5-6 16,6-3-4-16,5-3-1 15,16-10 0-15,12-7 0 16,7 1-1-16,0-6-11 16,26 0 11-16,19 0 1 15,15-3 3-15,8-8-2 16,-1 0 2-16,-1 1-2 16,-2 2-1-16,-6 0 0 15,-10 1-1-15,-9 1 0 16,-11 4-5-16,-13 1-4 0,-10 1-29 15,-2 0-48-15,-3 0 20 16,0 0-67-16,-8 0-30 16,-8 0-19-16,-7 1 7 15,1-1-185-15</inkml:trace>
  <inkml:trace contextRef="#ctx0" brushRef="#br0" timeOffset="-49879.58">24349 10875 767 0,'0'0'100'16,"0"0"-86"-16,0 0 158 0,0 0-105 0,0 0-47 0,0 0 51 0,-8 93 27 16,8-56-33-16,0 5 12 15,-3 5-29-15,3 3-17 16,-2 4-4-16,-1 4 1 15,3 4-15-15,0-5-5 0,0-6-7 16,0-4 2 0,3-6-3-16,3-11-1 15,4-3-1-15,-2-11-8 0,0-8-49 16,3-8-88-16,4 0-59 16,9-12-105-16,4-7-351 15</inkml:trace>
  <inkml:trace contextRef="#ctx0" brushRef="#br0" timeOffset="-49410.5">24945 11050 936 0,'0'0'234'0,"0"0"-231"16,0 0 62-16,0 0 49 16,0 0-92-16,0 0-11 15,-14 24 73-15,0-1-27 16,-2 3 4-16,-3 0-19 16,7 3-1-16,-1 1-7 15,5-1-16-15,5-2 2 16,3-5-10-16,0-2-5 15,3-5-1-15,21-4-4 16,7 0-2-16,7-11 2 16,2 0 0-1,3-8 0-15,-2-9-7 0,-5-4-5 16,-5-1 4-16,-3-3 2 0,-4-3 6 16,-4-2 1-1,-3-9 0-15,-9 4-1 16,-8 1 1-16,0 8 0 15,-15 11-1-15,-20 14 0 16,-14 1-13-16,-9 5-51 0,0 18-78 16,-5 5-111-16,4 5-159 15</inkml:trace>
  <inkml:trace contextRef="#ctx0" brushRef="#br0" timeOffset="-24647.79">23366 9188 632 0,'0'0'60'16,"0"0"-7"-16,0 0 95 0,0 0-26 0,0 0-22 0,0 0-12 0,0 0 4 0,-43 12 3 0,43-12-14 0,0 0-10 0,12 0-8 15,18-4 1-15,12-11-29 16,13-3-26-16,1 0-8 15,-5 5-1-15,-5 2-2 16,-10 0-14-16,-6 8-98 16,-8 2-50-16,-6 1-41 15,-12 0-47-15,-4 1-20 16,0 10-139-16</inkml:trace>
  <inkml:trace contextRef="#ctx0" brushRef="#br0" timeOffset="-24470.62">23518 9263 564 0,'0'0'103'0,"0"0"48"16,0 0 48-16,0 0-47 15,86-16-25-15,-52 3-30 16,0-1-53-16,-1-2-26 16,4 5-18-16,-4-1-3 15,3 0-45-15,1-3-128 16,6-7-146-16,1-4-329 15</inkml:trace>
  <inkml:trace contextRef="#ctx0" brushRef="#br0" timeOffset="-23858.2">24514 8729 452 0,'0'0'417'16,"0"0"-412"-16,0 0 112 16,0 0 30-16,0 0-73 15,0 0-32-15,33-30 7 16,-26 19-5-16,-2 1-3 0,-1-1-6 16,-3-6-8-16,-1 1 11 15,0 2-21-15,0 0-13 16,-14 1 12-16,-7 8 16 15,-5 0-26-15,-8 5-4 16,-3 0 15-16,-1 4-14 16,4 10 1-16,1 7-4 15,3 1-1-15,10 2 1 16,6 1-4-16,8-2 4 16,6-1-4-16,0-4 2 15,4-5-2-15,18-3-1 16,6-7 3-16,9-3-1 15,3 0 2-15,2-8-1 0,1-8 1 16,-5 1 0-16,-7 0 1 16,-7 5 3-16,-9 1 0 15,-6 6 5-15,-5 3 12 16,-2 0-11 0,1 9-5-16,-3 14 6 0,0 10 48 15,0 7-31-15,0 2 0 16,-11 4-1-1,-2-2-12-15,1-1-3 0,-4-4-11 16,5-2 1-16,4-7-1 16,2-8 1-16,2-7-1 15,3-7-2-15,0-4-2 16,0-4-18-16,3 0-99 0,15-7-49 16,6-15-73-16,4-8-168 15</inkml:trace>
  <inkml:trace contextRef="#ctx0" brushRef="#br0" timeOffset="-23188.99">25082 8683 633 0,'0'0'34'0,"0"0"54"0,0 0 29 0,0 0-64 0,0 0 2 0,0 0 44 0,48-70-13 15,-47 50-34-15,-1 5-7 16,0 0 1-16,0 2 9 16,-12 3-9-16,-9 2 19 15,-1 2-40-15,-6 6-13 16,-2 0 1-16,-1 0 8 16,1 14-6-16,0 3-9 15,4 2 1-15,1 2-2 16,6 2-4-16,4-1-1 0,6-6 0 15,8 0 0 1,1-2-5-16,0-6 3 0,16-3-1 16,9-3 0-16,6-2 3 15,7 0-4-15,2-4-18 16,5-12-4-16,-3 0 16 16,-2-2-6-16,-6 1 8 15,-10 9 8-15,-8 2 3 0,-10 4-2 16,-4 2 9-1,-2 0 4-15,0 8-7 16,0 14-6-16,0 8 26 0,-8 6 8 16,-3 2 2-16,2 0-8 15,-3-1-10-15,3-2-12 16,0 0 0-16,1-6-3 16,2-6-4-16,1-4 2 15,5-9-2-15,-2-4-1 16,2-2-2-16,0-4-15 15,0 0-113-15,12-6-89 16,6-14-37-16,6-5-264 16</inkml:trace>
  <inkml:trace contextRef="#ctx0" brushRef="#br0" timeOffset="-21927.9">25553 8550 277 0,'0'0'260'0,"0"0"-194"0,0 0 91 0,0 0-29 0,0 0-48 0,0 0-15 0,0 3-4 0,0-3-14 0,0 0-14 0,3 0 3 15,2 0-4-15,4 0 2 0,3-2-8 16,-2-3 0-16,1-1-4 0,-2-2 3 16,-5 0 5-1,1-4 33-15,-4-3-31 16,-1 0-25-16,0 2 2 0,-4 1 1 15,-13 4 4 1,-4 3 3-16,-3 2-10 0,-2 3-5 16,-4 0 2-16,0 2 2 15,-3 9-5-15,3 4 1 16,5 4 4-16,3 3-6 16,5 0 5-16,8 2-3 15,5-4 1-15,4-3-3 16,0 0-1-16,10-3 1 15,14-4 0-15,7-4 3 16,5-3 2-16,3-3-2 16,1 0-1-16,2-7-2 15,-3-7 0-15,-2-5 6 0,-7-1-5 16,-2 4 2-16,-7 0-1 16,-10 6 4-16,-7 6 47 15,-2 3 5-15,-2 1-12 16,0 0-25-16,0 13-19 15,0 16 1-15,-6 12 20 16,-3 3 4-16,1 5-7 16,-2-4-2-16,1-3-8 15,1 0-7-15,4-9-2 16,-2-7 2-16,6-7-3 16,0-7 0-16,0-2 0 0,0-8 0 15,0-1 0-15,0-1-2 16,0 0-1-16,6-3-19 15,7-14-65-15,2-6-76 16,-3 0-122-16,-6 2-94 16,-4 2-386-16</inkml:trace>
  <inkml:trace contextRef="#ctx0" brushRef="#br0" timeOffset="-21336.95">26010 8685 1008 0,'0'0'77'0,"0"0"42"0,0 0 43 0,0 0-110 0,0 0-10 0,0 0-5 0,-43 8-14 0,40-2 6 0,0 0-15 0,1-2-3 0,2-2-10 0,0-1-1 15,0-1 2-15,0 0-2 16,0 0 0-16,0 0 0 16,0 0 1-16,0 0-1 15,0 0 3-15,0 0-2 16,0 0 8-16,0 0 2 16,0 0-4-16,0 0 0 0,0 0 16 15,0 0 23 1,0 0-7-16,-1 0-15 15,-2 0-14-15,-3 0-10 0,-3 0 0 16,0 7-4-16,0 2 2 16,2-2 1-16,4 1-10 15,3-2-4-15,0-1-30 16,0-2-50-16,3-2 6 16,10-1-49-1,4 0-26-15,3-7-73 0,1-6-84 16</inkml:trace>
  <inkml:trace contextRef="#ctx0" brushRef="#br0" timeOffset="-20644.27">26535 8332 209 0,'0'0'355'0,"0"0"-340"0,0 0 180 16,0 0-90-16,0 0-20 0,0 0 37 0,11-25-18 0,-11 25-14 0,0 0-17 0,-16 0-38 16,-9 9-7-16,-3 8 32 0,-5 9-14 0,3 7-3 0,-3 5 7 0,4 4-8 0,2 4-18 0,5-1-6 15,9-2-7-15,9 0-7 16,4-7-2-16,0-3-1 0,20-5-1 15,5-8 1 1,8-7-1-16,3-5 1 16,1-8 1-16,1 0-1 15,-5-12 0-15,-4-13-1 0,-8-6 0 16,-7-5 0-16,-9 2 0 16,-5 3 0-16,-2 6-1 15,-20 11 1-15,-8 9-1 16,-8 5-1-1,-3 1-3 1,0 20-4-16,5 7-31 16,10 4-68-1,10 0-54-15,10-1-45 0,6-3-96 16,1-6-219-16</inkml:trace>
  <inkml:trace contextRef="#ctx0" brushRef="#br0" timeOffset="-19685.21">26907 8526 727 0,'0'0'197'0,"0"0"-189"0,0 0 169 0,0 0-90 0,0 0-68 0,0 0-4 0,13 5 1 15,-13 18 34-15,0 5 58 0,0 0-36 0,-1 2-48 0,-10-2 5 0,-1 3-2 0,0-8-8 0,3-3-10 16,1-5-4-16,2-6 0 16,4-4-3-16,2-4-1 15,0-1-1-15,0 0 6 0,0-9 4 16,15-14-6-1,3-6-4-15,6-8 0 16,1 1 3-16,2-5-3 16,0 7-3 15,-6 7 2-31,-2 7 1 16,-7 8 0-16,-3 7 0 0,-3 5 0 0,-2 1-3 0,-1 21-4 15,3 9 7-15,-4 3 3 0,-2-1-1 16,0-3 2-16,0-2-1 15,0-5-3 1,-2-6 1-16,-1-6 2 16,0-5-3-16,3-3 0 0,0-3 0 15,0 0 1-15,0 0 5 16,5-6 14-16,14-14-17 16,6-7-3-16,1-5 0 15,2-3-2-15,-2 0 1 0,-1 6-5 16,-7 7 6-16,-5 10 0 15,-5 5 0-15,-5 4-1 16,-2 3 0-16,1 0-8 16,0 16 0-16,0 9 9 15,-2 3 0-15,0 0 1 16,0-1 0-16,0-3 0 16,0 0 0-16,2-5 0 15,4-1-1-15,4-5 2 16,5-1 0-16,3-6 0 15,7-2 0-15,5-4 2 16,5 0-1-16,0 0-1 16,1-11 2-16,1-4-4 15,-1-6 1-15,0-5-1 16,-2-5 0-16,-2-6 1 0,-4-8 0 16,-6-9 2-16,-4-5-2 15,-6-8-1-15,-7 3 1 16,-5 5 0-1,0 10 1-15,-12 13 3 16,0 16-4-16,-3 11 3 16,-4 9-3-16,-5 6-1 0,-3 21-6 15,3 8 6-15,8 6 0 16,9 7 4-16,7 1 1 16,0 4 4-16,17-4 3 0,1-2-5 15,1-4-3 1,-2-9-3-16,-1-4-1 0,-2-7 1 15,2-6-3-15,-3-7-10 16,1-5-139-16,4-5-109 16,1 0-139-16</inkml:trace>
  <inkml:trace contextRef="#ctx0" brushRef="#br0" timeOffset="-19123.8">28394 8432 612 0,'0'0'251'0,"0"0"-208"0,0 0 165 0,0 0-73 0,0 0-74 0,0 0-16 0,0 0-18 16,21 0-22-16,-6 0-5 0,-2 0 0 0,-4 0-8 0,-3 0-103 0,-1 5-127 0,-4 2-136 0</inkml:trace>
  <inkml:trace contextRef="#ctx0" brushRef="#br0" timeOffset="-18966.39">28370 8560 1069 0,'0'0'11'0,"0"0"136"0,0 0-43 16,0 0-104 0,90 0-4-16,-60-3-26 0,0-4-208 15,1-6-276-15</inkml:trace>
  <inkml:trace contextRef="#ctx0" brushRef="#br0" timeOffset="-10875.3">29221 10639 207 0,'0'0'262'0,"-8"-80"-256"0,3 30 58 0,0 1 57 0,2 2-56 16,1 8-1-16,2 11 45 0,0 8-16 0,0 7 33 15,0 7-4-15,0 6-30 16,0 0 9-16,0 0-43 16,0 0-30-16,0 19-19 0,0 17 4 15,6 13 73 1,3 9-28-16,-3 5-38 0,2 4 12 16,1-1-9-16,2-3-11 15,2-4-4-15,1-2-8 16,-3-6 5-16,-1-3-4 15,1-10 1-15,-5-12-2 16,-2-2 0-16,-2-12 0 16,-2-8 1-16,0-1-2 15,0 0-28-15,0-3-76 16,0 0-28-16,0 0-88 16,-2 0-55-16,-14-3-125 15</inkml:trace>
  <inkml:trace contextRef="#ctx0" brushRef="#br0" timeOffset="-10478.77">29036 11039 1026 0,'0'0'54'0,"0"0"-9"15,0 0 135-15,0 0-117 16,0 0-43-16,0 0-2 15,10-8 37-15,8 23-5 16,2 4 0-16,0 5-1 0,6 1-18 16,-1 1-17-1,5 3 14-15,1 0-13 0,5-4-6 16,0-5-5-16,1-4-2 16,-2-9 0-1,-1-3 2-15,0-4-2 16,-3-4 1-16,-5-15-2 0,-1-7 0 15,-4-11 1-15,-6-1 0 16,-3 1 0-16,-6 2-2 16,-3 8-1-1,0 6 1-15,0 7-4 16,0 7-33-16,4 7-89 0,4 0-75 16,8 4-34-16,1 15-77 15,2-4-485-15</inkml:trace>
  <inkml:trace contextRef="#ctx0" brushRef="#br0" timeOffset="-9821.86">30125 11321 571 0,'0'0'60'0,"0"0"-49"0,0 0 154 0,0 0-47 16,0 0-23-16,0 0 23 0,-25-39-28 0,25 35-28 0,8-2-22 0,9 6-4 16,7 0-8-16,1 0-6 0,2 6 1 0,-3 5-3 0,-5 1-2 0,-1 1-16 0,-9-1 0 15,-6 3-1-15,-3-1 5 0,0 0-2 0,-11-1 0 0,-8-2 6 16,0 0 11-1,1 3-3 1,0-2-5-16,3-3-7 0,5 2-6 0,4 0 1 16,6 0 0-16,0 4-2 15,0-2 1-15,13 3-1 0,7-2-1 16,8 2 2-16,3-1 0 16,5 0 0-16,6-1-1 15,-2-1 1-15,-4 0 0 16,-5-1 0-16,-8-1 1 15,-11-3-2-15,-7-1 2 16,-5 1 0-16,0 2 5 16,-20 2 54-16,-16 0 16 15,-12 1-21-15,-5-1-18 16,-3-1-13-16,2 0 5 16,4 2-20-16,3-1-6 15,6 0-3-15,6-3 0 16,10-3-2-16,10-4-12 15,7-2-86-15,8 0-88 16,13-10-87 0,21-17-158-16</inkml:trace>
  <inkml:trace contextRef="#ctx0" brushRef="#br0" timeOffset="-9397.49">30906 11332 1286 0,'0'0'59'0,"0"0"-53"0,0 0 158 16,0 0-74-16,0 0-85 0,-95-6-4 0,76 41 11 0,-1 1 9 0,4 6-10 15,1-3 6-15,9-1-5 16,3-1-5-16,3-3-3 15,5-5-2-15,17-3-2 16,8-6 2-16,9-10-1 16,3-6-1-1,2-4 4-15,-1-4-3 16,0-14-1-16,-5-8 0 16,-7-9 4-16,-9-5-1 15,-9-3 3-15,-12 0 0 16,-1 0 2-16,-16 12 0 0,-15 6-3 15,-4 8-5-15,1 10-1 16,-1 7 0-16,6 0-8 16,5 20-5-16,6 3-67 15,8 5-109-15,7 0-57 16,3-2-103-16,0-5-489 16</inkml:trace>
  <inkml:trace contextRef="#ctx0" brushRef="#br0" timeOffset="-8540.07">31486 11447 1184 0,'0'0'153'16,"0"0"-153"-16,0 0 162 16,0 0-59-16,0 0-93 15,0 0-5-15,0 59 26 16,0-28-14-16,0-1-16 15,0-2 5-15,0-3-5 16,0-6 0-16,-2-8-1 16,1-7 0-16,1-4 0 15,0 0 1-15,4 0 2 0,18-7 3 16,8-15-3-16,8-8 0 16,0-1-3 15,-2 1 2-31,-6 8-2 0,-7 3 2 0,-7 9-1 15,-9 3 0-15,-4 4 2 0,-3 3 5 16,0 0-4-16,0 17-2 16,0 2 10-16,0 0-2 15,0 1-8-15,0-4-2 16,0-1 2 0,0-5-1-16,0-2 0 0,2-4 1 15,8-4-2-15,5 0 1 16,4-1 2-16,7-16-1 15,-1-9 0-15,9-5-1 16,-1-1 0-16,0 6 0 0,-5 5-1 16,-10 9 0-16,-6 11-2 15,-7 1 1-15,-5 0 1 16,0 13 0-16,0 12 5 16,0 3 18-16,0 0-8 15,0 0-4-15,3-1 3 16,12-1-6-16,9-2-5 15,1-4 1-15,8-6-4 16,4-7 1 0,2-7-1-16,4 0 1 0,-3-16 1 15,8-9-1-15,-1-12-1 16,0-11 3-16,-4-6-3 16,0-14 0-16,-2-9 0 0,-7-8 0 15,-4-7 0-15,-9 13-2 16,-12 14 4-16,-9 21-2 15,0 22 0-15,-16 19 4 16,-13 3-3 0,-6 30 2-16,-4 13 4 0,4 10 3 15,16 6 5-15,14 8-2 16,5 0 0-16,10-2-3 16,12-4-3-16,5-1-3 15,4-8-1-15,0-4-2 16,1-11 0-16,-7-6-1 15,-4-12 0-15,-6-8-5 16,-1-8-68-16,3-3-85 0,1 0-217 16,2 0-317-16</inkml:trace>
  <inkml:trace contextRef="#ctx0" brushRef="#br0" timeOffset="-8009.59">33543 11431 544 0,'0'0'515'0,"0"0"-502"0,0 0 73 0,-60-92 86 0,51 65-101 15,3-3-24-15,5 3 18 0,1-3-33 0,0 1-18 0,12 5 11 0,9 5 1 16,1 9-15-16,5 4-5 0,3 6-3 16,0 0 0-1,0 3-2-15,-4 14 3 0,-2 4-1 16,-7 1 2-16,-3 3 4 16,-6 0-1-16,-6 0 7 15,-2 1 11-15,0-3 9 16,-11-2-6-16,-10-1 0 15,-3-1-4-15,-1 0-7 16,-2 0-1-16,-1 0-10 16,2-2-5-16,4 1-1 15,2 2-1-15,6 3-12 16,3 6-115-16,6 6-113 16,5 4-206-16</inkml:trace>
  <inkml:trace contextRef="#ctx0" brushRef="#br0" timeOffset="-7653.81">33606 12041 1189 0,'0'0'72'0,"0"0"-37"16,0 0 171-16,0 0-103 15,0 0-40-15,0 0-7 16,-65 79-10-16,59-64-27 16,5 0-10-16,1-4-5 0,0-4-3 15,0 2 0-15,6-4-1 16,9-4 0-16,4-1 0 16,5 0 1-16,1-11 2 15,1-6-2-15,-5-5 3 16,-2-3-2-16,-11 1 3 15,-8 2 1-15,0 5-4 16,-26 3-2-16,-9 8-25 16,-3 6-119-16,1 0-233 15,2 10-417-15</inkml:trace>
  <inkml:trace contextRef="#ctx0" brushRef="#br0" timeOffset="15163.24">1572 12196 736 0,'0'0'23'0,"0"0"-22"0,0 0 52 0,0 0 47 0,0 0-51 0,0 0-37 0,0 0-8 0,64 83 44 16,-19 6 34-16,0 23-42 16,5 23-9-16,-3 22 17 15,0 22-16-15,-2 14-9 16,1 6-15-16,-1-1 2 15,-4-8 2-15,-3-15-6 16,-11-27-5-16,-4-19-1 16,-7-22 6-16,-4-18-2 15,1-11-4-15,-5-19 0 16,-1-11 0-16,-4-16-3 0,-1-14-13 16,1-14-62-16,-3-6-59 15,0-39-39-15,0-28-31 16,-12-33-375-16</inkml:trace>
  <inkml:trace contextRef="#ctx0" brushRef="#br0" timeOffset="15719.99">1469 11906 940 0,'0'0'0'15,"0"0"-1"-15,0 0 1 16,0 0 2-16,0 0 16 16,0 0-18-16,-36-32 1 15,75 45-1-15,21 1 10 0,13-3-3 16,24-7 6-1,22-4 4-15,23 0 3 16,24-18-1-16,20-11-10 16,17-7 1-16,21-3-4 0,8 1 2 15,13 1-5-15,7 2-1 16,2 2-1 0,19 1 3-16,15-2 7 0,22-3 5 15,8 3-5-15,7-1-6 16,11 1-1-16,4 4 1 15,5 1-5-15,-3 4 1 16,-14 5-1 0,-24 3 0-16,-25 2-1 15,-34 4 1-15,-35 2 1 0,-30-5 2 16,-26-1-3-16,-26 0 0 16,-26-5 0-16,-22 1 1 0,-15 0 1 15,-22 1 6-15,-10 5 27 16,-11 3 0-16,-13 4-16 15,-3 3-5-15,0 0-7 16,-5 3-2-16,-1 0-5 16,0 0-5-16,0 0-80 15,0 9-58-15,0 4-10 16,0 0-152-16</inkml:trace>
  <inkml:trace contextRef="#ctx0" brushRef="#br0" timeOffset="16089.3">9264 11103 1006 0,'0'0'0'0,"0"0"34"0,0 0-29 0,0 0 49 0,0 0-7 16,0 0-33-16,0-6-12 0,0 6-2 0,0 0 0 0,0 0 0 0,0 0-1 0,0 0 0 0,0 0 1 0,-1 0-1 0,-2 0-2 15,-7 0-23-15,1 0-24 16,-9 1-20-16,4 2-3 15,1-1 10-15,-8-2-67 16,-6 0-113-16,-6 0-24 31</inkml:trace>
  <inkml:trace contextRef="#ctx0" brushRef="#br0" timeOffset="16408.07">8741 11111 425 0,'0'0'102'0,"-90"0"-98"0,54 0 90 16,8 0 39-1,9 0-45-15,11 0-40 16,5 0-1-16,3 0-17 0,0 0-6 16,0 0 18-16,3 0-1 15,26-2 8 1,23-4-5-16,30-4 14 16,28-3-31-16,23-2-12 31,13 0-9-31,11 4-4 0,-2 0-1 0,-4 0-1 15,-7 1-3-15,-11 4-2 0,-12 0 2 16,-15 0-1-16,-12 1-2 16,-16 0-3-1,-16 0-13-15,-17 0 6 16,-8 1 0-16,-16 1 5 16,-3-1-1-16,-6 3-9 15,-6 1-39-15,-4 0-30 0,-2 0-44 16,0 0-66-16,0 0-128 0</inkml:trace>
  <inkml:trace contextRef="#ctx0" brushRef="#br0" timeOffset="16721.09">10727 11007 223 0,'0'0'781'0,"0"0"-781"16,0 0 0-16,16 118 26 0,-1-51 102 15,9 16-38-15,4 20 10 16,2 11-37-16,0 6-29 16,0 4 9-16,-2 2-32 15,-1-5 6-15,-2-1-8 16,1-5-6-16,-2-5 0 16,-1-10-3-16,0-5 1 15,-7-11-1-15,-1-9 0 16,-6-8 2-16,5-8-2 15,-7-14-15-15,-6-11-100 16,1-13 29-16,-2-8-45 16,0-6-21-16,4-2-86 15,-1-4-180-15</inkml:trace>
  <inkml:trace contextRef="#ctx0" brushRef="#br0" timeOffset="17063.21">11085 13065 693 0,'0'0'51'0,"0"0"-50"16,-90 44 100-16,47-31 0 15,-8-1-9-15,-13-2-20 16,-18-1-11-16,-21-3 12 16,-15 1-14-16,-25 1 15 0,-18 1-1 15,-20-1 5-15,-16 6-27 16,-19-3 7-16,-5 5 7 15,-16 0-29-15,-15 2-27 16,-14 7 0-16,-22 3 9 16,-19 5-10-16,-8 5-6 15,-10 2-2-15,13 2 0 16,12 8 0-16,21-3 0 16,18 2-4-16,21 1-6 15,16 1-2-15,17 1-17 16,20 1-33-16,19 0-40 15,29-4-38-15,17-5-11 16,26-6-39-16,19-6-73 16,19-6-297-16</inkml:trace>
  <inkml:trace contextRef="#ctx0" brushRef="#br0" timeOffset="18398.12">2175 14718 465 0,'0'0'257'0,"0"0"-244"0,0 0 96 0,0 0-20 0,0 0-41 0,0 0-10 0,-84 0 11 0,71 9-11 0,1-4-2 0,6 0 7 0,3-2 21 15,1-2-37-15,2-1-10 0,0 2-8 0,5-2-4 0,22 0 1 0,13 0 21 0,17-3 2 0,21-19-2 16,18-7-5-16,28-14-4 0,24-8-15 15,37-8 8-15,33-5-2 16,25 2-7-16,21 3-2 16,12 13-4-16,6 12 3 15,0 8-2-15,-6 15-17 16,-12 2-90-16,-16 6-42 16,-20-3-7-16,-10-3 8 0,-18-9-67 15,-27-9-315 1</inkml:trace>
  <inkml:trace contextRef="#ctx0" brushRef="#br0" timeOffset="20783.18">32209 9079 155 0,'0'0'68'0,"0"0"-68"0,0 0-37 0,0 0-29 0</inkml:trace>
  <inkml:trace contextRef="#ctx0" brushRef="#br0" timeOffset="22539.76">33662 10614 570 0,'0'0'84'0,"0"0"-81"0,0 0 108 15,0 0-8-15,0 0-95 16,0 0 23-16,2-42 18 16,-2 31-20-16,-6-5 3 15,-5 0-9 1,-7-4 8-16,-5-1-3 15,-12-4-7-15,-10-3-6 0,-17-3-7 16,-16 1 6-16,-22 0 4 16,-11 1-3-1,-7-1-5-15,-5 1 6 16,3 4-4-16,-4 0-5 16,0 6 6-1,-3 3-7-15,-1 7-6 0,-2 0 2 0,-15 7 0 16,-1 2-1-16,-5 0-1 15,-8 6-2-15,4 13 1 16,-4 4 1-16,6 3 0 16,9 0 0-16,1 5 0 15,7 2 0-15,7 3 0 16,0 1 0-16,13 6-2 16,7-4 1-16,5 3 1 15,7 1-2-15,6-1 4 0,8 0-3 16,7 1 1-16,8 1 0 15,5 2-3-15,2 8 3 16,4 2 0-16,2 6 0 16,4 1-1-16,5 0 0 15,6-1 1-15,4 0 0 16,6 0-2-16,3 0-3 0,2-4 1 16,4 0 1-16,4 0-18 15,3-2 17-15,5 4 3 16,3-6-2-16,3 2 1 15,3-3 2-15,0-1-2 16,9 3 3-16,11 2-1 16,9 1 0-16,7 0 2 15,9-1 1-15,11-4 2 16,8 0 7-16,11-2-5 16,3 0-3-16,2-1 15 15,4-1-11-15,4-3-4 16,0-2-4-16,3-5 2 15,-2-5 5-15,2-5-6 0,0-5 4 16,0-5-3 0,2 0 5-16,2-4 2 0,4 3 12 15,-1-2 2 1,-1-1-2-16,-2 1-4 16,-2-1 14-16,2-1 14 0,3-2-13 15,-3 2-22-15,2-4-3 16,-1 3-4-16,1-6 0 15,-1 0 1-15,3-1 1 16,1-6-2-16,2 0-1 16,-5 0 0-16,-1 0-1 15,-7-2 6-15,-1-9-4 16,-1-1 2-16,0-1-4 0,2-3 4 16,5-5-4-16,0-4-1 15,3-1 0-15,1-5 2 16,0 1-1-16,-1-3-1 15,-12-3 0-15,-9-1 0 16,-15-5-4-16,-9-2 4 16,-7-2 0-16,-4 1 1 15,-6-5 1-15,1-2-2 16,-5-3 0-16,-5-1 2 16,-4-4-2-16,-3-3 0 15,-3 4 2-15,-5-7 1 16,-5-3-1-16,-3-6 4 0,-3-3 2 15,0-2 3-15,-3-4-4 16,-14 5-4-16,-5-3 11 16,-8-1-4-16,-11 3-4 15,-8-1 1-15,-16-1-4 16,-20 3-3-16,-31 2-1 16,-36 2-44-16,-36 13-109 15,-27 9-75-15,-12 11-756 16</inkml:trace>
  <inkml:trace contextRef="#ctx0" brushRef="#br0" timeOffset="63872.92">27463 7853 667 0,'0'0'37'0,"0"0"10"15,0 0 90-15,0 0-105 16,0 0 5-16,0 0-2 16,0 0-1-16,-77-67 16 15,52 58-12-15,-5-1-5 0,-6 0 5 16,-8 0-18-16,-8-2 13 15,-9-1-14-15,-9-2 1 16,-9 1 0-16,-2-1 11 31,-2-2 6-31,-2 7-11 0,1 0-15 0,-6 4 11 16,-5 6-4 0,-9 0-7-16,-7 0-5 15,-7 3 1-15,-1 8 10 16,4 1-3-16,5 5 0 15,2-2 13-15,8 3-8 16,5 3-5-16,1 2 7 0,4 0-12 16,-7-2 8-1,-1 0-7-15,-5-1 3 16,1 0-2 0,4-2-6-16,3 1 1 15,14 4 3-15,5 1-6 0,6 4-3 0,7-1 1 0,7 6-2 16,6 5 0-16,7 2-1 15,4 4-2 1,0 3 2-16,3-3 0 16,4 1 2-16,3-3-1 15,2 0-2-15,4 2 0 0,2 1 1 16,3 5 2-16,5 3-4 16,0 1 3-16,9 2 0 15,1 0 1-15,3 0-4 16,0-3 4-16,0-3 1 0,0 0-1 15,0-5 1 1,0 1-1-16,7-3 0 0,3 0-1 16,0-2 1-16,6 0 0 15,4 3 1-15,8-1-1 16,6-1 2-16,5-6 0 16,5-1-1-16,11-3 7 15,6 1-1-15,8-4-5 16,3-5 2-16,2-2 2 15,0-5 0-15,1 0-5 16,4-4 11-16,9-3-1 16,5 0 1-16,5 0 0 15,-1 1 6-15,6 3-7 0,-5-2-1 16,-2 2-3-16,-7-3-1 16,-4-3-2-16,0-1 0 15,-5-4-1-15,-2-1-2 16,0-2-1-16,1 0 5 15,3 0-4-15,-3-8 4 16,2-2 3-16,-2-1-5 16,-2 0 0-16,-3-1 0 15,-1 4 1-15,-9-3-1 16,-3-2 1-16,0-3 2 16,2 1 3-16,4-5 3 15,8-1-1-15,2-1 0 0,1-5-9 16,2 0 10-16,-2-4-7 15,-3 1-1-15,-5-2 9 16,-5 2-5-16,-3-5 1 16,-6 0 8-16,-2-7-6 15,2 2-2-15,1-3 2 16,0 0 1-16,0 0-8 16,-4 6 1-16,-2-1 1 15,-6 4 4-15,-2-1-7 16,-1 1 5-16,-2 2-3 15,-2-2 3-15,2 0-8 16,-4 2 0-16,-4 0 0 16,-2-1 0-16,-2 2 0 15,-1-2 0-15,-1 2 0 16,-2-2 0-16,0-1 0 16,-2 7 0-16,-2-5 0 0,-3 2 0 15,1-3 0-15,-4 0 0 16,-5-6 0-16,-8-7 0 15,-1-8 0-15,-23-10 0 16,-24-13 0-16,-28-8 0 16,-34-6 0-16,-33-5 0 15,-41-3 0-15,-39-2 0 16,-27 3-52-16,-29 4-93 16,-17 16-242-16,-16 20-296 15</inkml:trace>
  <inkml:trace contextRef="#ctx0" brushRef="#br0" timeOffset="96304.32">14565 4263 700 0,'259'63'0'0,"-21"20"-359"0</inkml:trace>
  <inkml:trace contextRef="#ctx0" brushRef="#br0" timeOffset="97365.81">15199 4992 538 0,'0'0'19'0,"0"0"48"16,0 0-1-16,-88-48-3 16,61 38-18-16,-1-4 6 0,-6 1-11 15,-8 1-19 1,-7 1 13-16,-14 4-3 16,-16 3-15-16,-12 4 0 15,-10 0 0-15,-11 0 10 0,6 16 9 16,3 2 4-1,8 9-3-15,11 5-3 0,3 7-15 16,4 9 0-16,-2 10-4 16,0 11-4-16,1 5-1 15,1 8-1-15,5 4-5 16,9-1 5-16,13 6-8 16,14 3 1-16,13 12-2 15,7 10 2-15,4 8-1 16,6 4 0-16,6-3-4 15,0-10 4-15,21-5 0 0,15-11 0 16,14-10-1 0,13-7 0-16,7-5-1 0,9-8 2 15,4-4-2-15,6-7 2 16,2-6 1-16,3-9 2 16,-3-11-2-1,5-8 0-15,2-10 3 0,2-9-3 16,1-5 0-16,6-8-1 15,4-17-1-15,2-4 1 16,2-10 1-16,-10-7 0 16,-10-7-1-16,-7-5 0 15,-9-5 3-15,-4-3-3 0,-6-8 1 16,-2-4 2 0,-3-9 2-16,-3-3-5 0,-7-15 4 15,-13-2 1-15,-12-9-5 16,-13-15 10-16,-16-2-9 15,-1-2 1-15,-38 1 6 16,-19 9-2-16,-24 5 1 16,-15 8-6-16,-17 11-1 15,-15 15-4-15,-22 16 0 16,-24 18-1-16,-28 23-60 16,-19 20-187-16,-17 16-310 15</inkml:trace>
  <inkml:trace contextRef="#ctx0" brushRef="#br0" timeOffset="99419.95">15772 6697 326 0,'0'0'26'0,"0"0"-19"0,0 0 56 0,0 0 16 0,0 0-25 0,0 0 7 0,6 4-11 0,3 0 4 0,0 2-25 0,2-4-12 0,6 2-5 16,10 1 11-16,15 0 28 15,16-1-18-15,19-1-8 16,15 1-3-1,20 0 3-15,13 1 11 0,12 2-16 0,13 2-10 16,17 2-1 0,16 1 3-16,19 5-6 15,11-1 0-15,5 3-5 16,10 2 2-16,4 5 1 16,6 0 1-1,5 8-4-15,-7 5 0 16,-12 1 2-16,-9 3-3 0,-12-3 4 0,-5-3-3 15,-4-2 0-15,-11 2 0 16,-5-1-1-16,-11-2 3 16,2 2-1-16,-5-5 4 15,3-2 0-15,-6-1-5 16,-3-5 8-16,-6 3-8 16,-10-5 6-16,-9-1-1 15,-5-2-4-15,-6-1 3 16,-4-3-1-16,-7-2 1 15,1 2-1-15,-3-4 1 16,-2-1-3-16,-2 0 5 16,0-2-4-16,-9 1-3 0,-5-1 1 15,-12 2-1-15,-3-2 1 16,-9 5 1-16,3-4-1 16,5 2-2-16,-3-2 4 15,-2 1-3-15,-5 2 0 16,-2 0-2-16,-6 1 1 15,-5-3-1-15,-3 3 3 16,-7-4-1-16,-2 2 0 0,2-2-1 16,-2 1 1-16,-2 1 0 15,-3-1 0-15,-3-3 1 16,-2 2-2-16,-1-1 1 16,-3-1 0-16,-6-2 0 15,-1 0 0-15,-2 0 0 16,1 1 0-16,-6-2 0 15,3 2 0-15,-2-3 0 16,0 1 1-16,-2 0-1 16,-3 1 0-16,-1-2 0 0,-4-2 0 15,-3 0-1 1,0 0 1-16,0 0 0 0,0 0 1 16,0 0-3-1,0 0 1-15,0 0-15 0,0 0-38 16,0 0-23-1,0 0 1-15,-6 0 16 0,0-2-52 16,-1-6 62-16,0-5-62 16,4-1 1-16,1-5-25 15,2 1 71-15,0-2 7 16,0 2 58-16,0 3 0 16,0 3 44-16,0 2 58 15,0 3 7-15,0 4-20 16,0 2 47-16,0 1-86 15,0 0-22-15,0 0-17 16,0 4-9-16,6 14 8 16,9 8 54-16,9 4 0 15,-3-1-40-15,4-1 1 0,-1 0 16 16,-5-3-23-16,-7-6-12 16,-10-3-6-16,-2-4 1 15,-24-3 2-15,-29 0 5 16,-27-4-8-16,-23 0-15 15,-21-5-129-15,-18 0-161 16</inkml:trace>
  <inkml:trace contextRef="#ctx0" brushRef="#br0" timeOffset="100442.74">16157 6594 301 0,'0'0'1'0,"0"0"11"0,0 0 20 0,0 0 25 0,0 0 14 0,0 0-3 0,9-47-31 16,-9 47-3-16,0 0 9 0,0 0-14 0,0 0-13 0,0 0 1 15,0 0-1-15,0 0 3 0,0 0 3 16,0 0 0 0,-1 0-3-16,-8 0 10 0,-6 0 7 15,-3 0-11-15,-8 5-9 16,-8 2-9-16,-13 2 5 31,-7 4-9-31,-6 0 2 0,2 0-1 16,4-3 5-16,11 2 3 0,13-5-7 15,14 0 11-15,10 2-16 16,6 6 0-16,0 4-1 16,13 6 2-16,14-2 0 15,6-1 11-15,4 1-1 16,6 2-6-16,2 6-4 0,4 12 0 15,2 14 0 1,6 21-1-16,4 15-11 16,8 12-125-16,-1 5-222 0</inkml:trace>
  <inkml:trace contextRef="#ctx0" brushRef="#br0" timeOffset="107183.56">13754 14103 609 0,'0'0'218'0,"0"0"-210"0,0 0 115 16,0 0 44-16,0 0-75 0,0 0-19 0,0 0-17 0,-112 96-45 0,55-39 13 0,-7 8 8 16,-5 5 3-16,-5 3-8 15,-2 0-17-15,2-2 1 16,3-4-3-16,7-8-4 16,12-10 0-16,16-13-4 15,13-12-1-15,13-11-1 16,7-9-1-16,3-4-4 15,0-6-63-15,13-25-111 0,8-12-37 16,3-14-89 0,0-2-265-16</inkml:trace>
  <inkml:trace contextRef="#ctx0" brushRef="#br0" timeOffset="107469.49">13129 14259 773 0,'0'0'72'15,"0"0"-61"-15,0 0 105 16,0 0 19-16,0 0-62 16,0 0-45-16,40 7-25 15,-13 32 18-15,8 8 76 16,0 4-49-16,2 4-9 16,4 3 31-16,3-1-41 15,0 2 2-15,-1-4 7 0,-5-5-20 16,-3-6-13-1,-7-7-1-15,-4-11-4 0,-7-6 0 16,-7-7-4 0,-1-7-1-16,-6-6-43 0,-2 0-110 15,-1-24-32-15,0-16-63 16,-4-15-377-16</inkml:trace>
  <inkml:trace contextRef="#ctx0" brushRef="#br0" timeOffset="107854.53">12903 13819 876 0,'0'0'18'16,"0"0"-17"-16,0 0 109 15,0 0-30-15,0 0-27 16,-42 77-4-16,42-68-17 16,0 0-1-16,17-4 1 15,8-1-9-15,11-1 17 16,15-3 21-16,11 0-22 16,13 0-10-16,9-4-10 15,5-4-7-15,7-1-11 16,1 1-1-16,3 0-1 0,-5 3-1 15,-8-1 1-15,-14 5-2 16,-22 1 2-16,-17 0-3 16,-15 0-12-16,-10 6-42 15,-4 0-60-15,-3 0-2 16,0-4-81-16,7 4-79 16</inkml:trace>
  <inkml:trace contextRef="#ctx0" brushRef="#br0" timeOffset="108615.67">15282 14320 769 0,'0'0'127'0,"0"0"-119"16,0 0-8-16,0 0 95 0,0 0-76 0,0 0-14 0,123-2 49 0,-45 2 17 15,14 0-33-15,11-7 1 0,14-6-13 0,5 1-11 0,2 0-3 0,-3 4-11 16,-15 6 3-16,-24 2-4 16,-29 0-2-16,-30 7-10 0,-23 9-42 0,-17 5-187 0,-29-4-74 0</inkml:trace>
  <inkml:trace contextRef="#ctx0" brushRef="#br0" timeOffset="108850.17">15416 14553 1135 0,'0'0'0'0,"0"0"0"16,0 0 100-16,0 0-50 0,0 0-46 15,92 11 0 1,-20-11 24-16,11 0-13 16,8 0 1-16,8 0-6 0,8-9-4 15,5 0-6-15,-3-1 7 16,-11 1-7-16,-23 2-1 15,-23 3-3-15,-23 0 2 16,-20 4-30-16,-9-4-90 16,-5 2 4-16,-20-1 28 15,-9-4-119-15,-5 2-77 16,-3-3-25-16</inkml:trace>
  <inkml:trace contextRef="#ctx0" brushRef="#br0" timeOffset="109359.88">16221 13936 776 0,'0'0'136'0,"0"0"-136"0,0 0 146 16,0 0-18-16,0 0-56 0,0 0-40 0,-74 134-14 0,20-48 79 0,-13 11-38 0,-8 15-11 0,-10 8 9 0,-12 9-12 0,-3 3-18 15,5 1-10-15,11-10-8 0,25-15-9 0,18-24-3 0,18-21-6 0,12-20 1 0,11-16-25 0,0-17-107 0,21-10-90 0,15-29-140 0</inkml:trace>
  <inkml:trace contextRef="#ctx0" brushRef="#br0" timeOffset="110097.93">17621 13974 677 0,'0'0'37'0,"0"0"-25"0,0 0 139 0,0 0-39 0,0 0-45 0,0 0-37 0,-21 75-20 0,8-1-9 0,-8 18 81 15,-2 9-23 1,-4 13-17-16,-1 5 10 16,1 2-14-16,3 2-13 31,6-11-13-31,10-13-7 0,3-16-5 0,5-19 3 0,0-17-3 15,0-13 0-15,0-12-1 16,0-10-3-16,3-10 0 16,7-2-17-1,2-13-109-15,5-26-66 16,-2-15-17-16,2-18-236 0</inkml:trace>
  <inkml:trace contextRef="#ctx0" brushRef="#br0" timeOffset="110726.74">17676 14011 747 0,'0'0'103'0,"0"0"-102"15,0 0 54 1,0 0 67-16,0 0-106 0,-21 111-16 16,5-46 21-1,-5 4 21-15,7-4 11 0,1-6-8 16,6-9 9-1,7-8-32-15,0-8-7 16,0-10-2-16,9-7-7 16,8-9 1-16,3-5 0 15,8-3-4-15,8 0 5 0,0-15 4 16,4-4-9-16,1-2-1 16,-7-3-2-16,0-4 0 15,-7-7 1-15,0-7-1 16,1-5 1-16,0-9 0 15,-1-4 2-15,2 4-3 16,-6 4 0-16,-6 15 0 16,-4 15 1-16,-8 12-1 15,-5 9 1-15,0 1 2 0,0 11-3 16,0 25-1 0,0 14-1-16,0 11 2 0,0-3 33 15,0-2-19-15,1-8 14 16,13-5 0-16,7-6-8 15,8-8-10-15,6-8-4 16,7-13 1-16,10-8-6 16,6 0 1-1,5-14-2-15,2-12-1 16,0-9-133-16,-6-12-207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33:46.43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1332 2063 725 0,'0'0'149'0,"0"0"-118"0,0 0 78 0,0 0 26 0,0 0-93 0,0 0-42 16,-15 14 2-16,15 24 24 0,-2 13 47 16,-5 8-18-16,0 4 1 15,-4 6-5-15,-2 1-27 16,4-1-15-16,0-1-9 15,3-8 0-15,-1-10-2 16,2-14-2-16,5-10-23 16,0-10-94-1,0-6-37-15,0-10-58 0,0-4 11 16,0-18-28-16,0-7-119 16</inkml:trace>
  <inkml:trace contextRef="#ctx0" brushRef="#br0" timeOffset="351.45">1241 2604 263 0,'0'0'206'16,"0"0"-68"-16,0 0 20 0,0 0-8 15,0 0-69 1,0 0-62-16,-9-70-19 0,33 64 3 16,7-1 5-16,8-2 4 15,7-7-2-15,2 2-1 16,1-7-8-16,-4 1 0 16,-2-4-1-16,-7-3-1 15,-8-3-6-15,-8-4-6 16,-4-2-1-16,-8 3 12 15,-5 8 2-15,-3 12 1 16,0 7 13-16,0 6 81 16,0 8-36-16,0 23-57 15,-6 13 2-15,-9 17 29 0,4 8 25 16,-1 9-6-16,-1 7-20 16,4 1-17-16,1-5-14 15,-2-11 0-15,7-8-1 16,0-15-1-1,2-13-2-15,1-15-2 16,0-12-56-16,17-7-118 0,7-15-45 16,2-17-155-16</inkml:trace>
  <inkml:trace contextRef="#ctx0" brushRef="#br0" timeOffset="692.47">1915 2558 583 0,'0'0'489'0,"0"0"-485"15,0 0 40-15,-43 94 66 0,41-48-81 0,2 2-6 0,0 0-1 0,0-7 2 16,5-6-12 0,13-9-5-16,0-9-5 15,1-9 5-15,8-8-3 0,3-6 1 16,1-20 7-16,2-11-1 15,-6-2-3 1,-6-8 1 0,-8-5 10-1,-13 1 18-15,0 2-1 0,-7 6-20 0,-14 14-1 0,-3 13 1 16,-6 10-5-16,0 6-5 16,-4 14-6-16,4 19-3 15,6 4-4-15,8 3 1 16,4-2-5-16,12-3-111 15,0-3-47-15,0-7-68 16,19-5-120-16</inkml:trace>
  <inkml:trace contextRef="#ctx0" brushRef="#br0" timeOffset="1219.02">2367 2567 627 0,'0'0'155'0,"0"0"-30"0,0 0 50 15,0 0-29-15,0 0-108 16,0 0-35 0,-1 15 10-16,-7 24 49 0,3 3-10 15,0 2-13-15,2-5-14 16,3-6-13 0,0-4-11-16,0-11-1 0,8-4 0 15,3-8-2-15,3-6 0 16,5-1 2-16,6-18 4 15,4-5-4-15,-5-1 4 16,0-3-4-16,-5 2-2 16,-4 7 2-16,-6 6 2 15,-6 7 0-15,-3 4-1 16,0 2 3-16,0 0-3 16,0 4 1-16,0 10-3 15,3 1 2-15,1 3 1 0,5-3 0 16,3-2-1-1,6-1-1-15,6-5 0 0,9-6 1 16,3-1-1 0,3 0 3-16,-4-6-3 0,-4-12 2 15,-11-4-1-15,-8-4 6 16,-11-9 0-16,-1-2 4 16,-13-6 19-16,-11 5 1 15,-3 4-13-15,2 7-5 16,1 10-10-16,9 9-3 15,6 8-5-15,5 0-10 16,4 21-102-16,0 13-88 0,0 7-97 16,6-4-258-16</inkml:trace>
  <inkml:trace contextRef="#ctx0" brushRef="#br0" timeOffset="1984.73">3600 2657 1093 0,'0'0'18'0,"0"0"13"0,0 0 99 0,0 0-93 0,0 0-31 0,0 0-3 0,71-69 4 0,-66 48-1 0,-2-2 4 0,-3-4 19 15,-6 0-4-15,-12 3-7 0,-9 9 1 0,0 8 14 0,-4 4-3 0,-5 3-20 0,0 17 4 0,-1 14-1 0,3 12-2 16,4 7 0-16,6 6 5 0,6-6-9 0,12-4-6 0,6-6 0 15,0-11-1-15,9-9-5 0,10-11 3 16,8-9-4-16,6-3 4 0,7-23 1 16,4-15 1-16,3-11-6 15,-3-12-4-15,-4-11-11 0,-9-4 10 16,-8-7-15 0,-7 7-1-16,-10 14 10 15,-3 14 16-15,-3 24 1 0,0 17 2 16,-3 10 17-1,-9 14 10-15,-7 27-26 0,-2 14-3 16,4 9 18-16,4 7 4 16,7 0 2-16,3 0-10 15,3-5-4-15,0-10-4 16,9-13-3-16,10-13-3 0,2-12 0 16,0-11 0-16,3-7 2 15,7-4-1-15,1-23 2 16,-1-6 2-16,-1-7-2 15,-6-4-1-15,-9 0 1 16,-5 7-2-16,-4 11-1 16,-6 14 6-16,0 10 2 15,0 2 45-15,0 12-35 16,0 19-17-16,0 9 13 16,0 3 22-16,0-2-20 15,0-3-10 1,0-5-2-16,0-4-4 15,0-9-4 1,0-6 4-16,3-11-23 16,6-3-121-16,4-3-115 0,1-27-10 15,-1-7-297-15</inkml:trace>
  <inkml:trace contextRef="#ctx0" brushRef="#br0" timeOffset="2201.63">3959 2335 1026 0,'0'0'67'0,"0"0"-64"0,0 0 31 0,0 0-22 15,0 0-12-15,0 0-104 0,-35 4-95 0,49 5-196 0</inkml:trace>
  <inkml:trace contextRef="#ctx0" brushRef="#br0" timeOffset="2640.03">4158 2427 768 0,'0'0'41'0,"0"0"-6"0,70-85 74 0,-36 53-67 16,5-5-32-16,-5-1-2 16,-3 1 12-16,-12 5-5 15,-12 8 38-15,-7 8 36 16,0 9-2-16,-7 7-10 15,-10 0 9-15,-2 23-48 16,-8 19-27 0,4 18 27-16,-2 12 27 15,3 14-16-15,-2 22-17 16,3 12-7-16,-6 16-11 16,0 3-3-16,0 0-8 0,2-1-3 15,3-13 0-15,8-6 0 0,-2-5 1 16,5-15-1-16,-2-17 1 15,-5-21-3-15,-6-23 2 16,-4-16 0-16,-5-21 3 16,-9-6-2-16,-5-35 0 15,0-17 0-15,5-17-1 16,8-11 4-16,19-10-3 16,14-4-1-16,1 0 4 15,31 4-4-15,18 5-1 0,14 9 0 16,10 6-4-16,6 11 4 15,-1 12-3-15,-1 11 2 16,-1 12-15-16,-4 3-91 16,-1 7-41-16,-8 0-54 15,-5-4-48-15,-13-2-60 16,-12-8-225-16</inkml:trace>
  <inkml:trace contextRef="#ctx0" brushRef="#br0" timeOffset="2977.12">4659 2432 432 0,'0'0'267'0,"0"0"-174"0,0 0 89 15,0 0-16-15,0 0-48 0,0 0-79 0,10-26-2 0,-23 61 6 0,1 16 55 0,-4 14-19 0,-1 12-19 16,1 12-9-16,-4 11-15 16,-2 8-1-16,-6 2-17 15,1-2-13-15,-3-6-2 16,3-12-1-16,-1-10-2 15,3-9 1-15,2-13-1 16,-1-13 0-16,2-14-1 16,1-15 0-16,-5-16-2 15,4-4 3-15,0-29-6 0,8-18 2 16,7-18 2-16,7-14 0 16,1-15 1-16,22-4 1 15,12 6-5-15,10 7 2 16,6 16-4-16,0 13 0 15,1 12-1-15,-3 11-9 16,-1 14-39-16,-5 5-52 16,-1 12-69-16,0 6-29 15,-1 0-93-15,-5 6-309 16</inkml:trace>
  <inkml:trace contextRef="#ctx0" brushRef="#br0" timeOffset="4893.39">4884 2823 996 0,'0'0'26'0,"0"0"71"0,0 0 20 15,0 0-101-15,26-89-16 16,8 64 0-16,0-5 1 16,-4-1 0-16,-4-1-2 15,-6 1 3-15,-9 3-2 16,-4 3 2-16,-7 6 1 15,0 5 9-15,-10 7 37 16,-8 7 11-16,-14 4-29 16,-2 26-17-16,4 11 24 15,0 6-11 32,8 4-6-47,13-2 1 0,6-1-9 0,3-9-1 0,11-5-9 0,14-9-3 16,9-7 0-16,10-12 0 0,2-6-1 15,6-6 1-15,5-18-4 0,1-7-4 16,2-4 6 0,-7-9-1-1,-12-8-49-15,-16 0 13 0,-6 1 19 16,-13 6 18-16,-6 13 2 16,0 12 1-16,-9 10 6 15,-7 10 22-15,1 0-9 0,-4 14-15 16,4 16-5-16,3 3-4 15,7 3 4 1,2-1 0-16,3-5 0 16,0-3 0-1,9-4-1-15,2-3 1 0,2-4 0 16,-2 0-2-16,-1-1 1 0,-1-4 1 16,0 0 0-16,4-1 0 15,-4-3 0-15,3 3 0 16,8-4 1-16,2-3 0 15,9-3 2-15,13 0-2 16,12 0 3-16,4-9-4 0,1-7 0 328,-13-6-1-328,-11-8-4 63,-11-2-39-1,-15-9 10-46,-9 1 31 15,-2 2 3 0,-10 8 1-15,-10 8 7 0,-2 6 33 15,0 9-3-31,2 7-15 31,1 0-3-15,8 20-12-1,-2 13-2 1,13 6-5 0,0 0 5-16,0-1-5 15,16-6-1 1,2-7-4-16,6-4 3 15,4-9 1 1,7-4-5-16,8-8-4 16,5 0-13-16,1-5 10 0,-1-11-101 15,-8-10 67-15,-12 3-21 16,-5-5 42-16,-9 2 25 0,-6 3 2 16,-5 9 8-16,-3 3 47 15,0 5 20-15,0 6 18 16,-3 0-68-16,-8 17-23 0,0 0 6 15,3 3 4-15,4-4-10 16,4 0-3-16,0-9 0 16,0-2-1-16,4-5 0 15,15 0 0-15,4-2 4 16,11-17-4-16,0-4 0 16,4-4 0-1,-1-5 1 1,-4 1-1-16,-3 5-2 0,-8 6 2 15,-10 13-1-15,-3 3 2 16,-6 4-2 0,0 11-4-16,0 14 5 0,0 6 1 15,0 4 5-15,3-5-6 16,2 1 2 0,5-9-1-16,-1-3 0 15,9-7-1 1,1-10 0-1,2-2-1-15,6 0-5 16,4 0-94 0,-1-14-81-16,-6-5-105 0,0-3-317 15</inkml:trace>
  <inkml:trace contextRef="#ctx0" brushRef="#br0" timeOffset="5905.6">6961 2005 319 0,'0'0'798'0,"0"0"-795"0,0 0 3 0,-52 120 147 0,46-56-48 0,4 9-30 15,2 7-26-15,0 2-7 0,0 1-6 0,0-3-21 0,-6-12-12 0,-1-9-2 32,-2-11-1-32,-3-14-2 0,6-11-34 0,0-10-111 0,2-10-67 0,1-3-134 0</inkml:trace>
  <inkml:trace contextRef="#ctx0" brushRef="#br0" timeOffset="6088.17">6821 2373 912 0,'0'0'33'0,"86"-16"-32"16,-24 4 34-16,5 2-35 0,6-5-5 0,0-9-267 15</inkml:trace>
  <inkml:trace contextRef="#ctx0" brushRef="#br0" timeOffset="6820.62">5536 2752 638 0,'0'0'65'0,"0"0"-64"0,0 0 53 0,0 0-29 0,0 0-22 0,0 0 8 0,-6 17 29 16,15-17 4-16,8 0-2 0,5-11 2 0,8-11 22 0,7-7-4 0,2-8-21 0,-5 0-17 0,-6-1-16 16,-8 1-1-16,-7 2 0 0,-7 0 1 0,-6 5-3 15,0 4 2-15,0 8-4 0,-13 6 14 0,-5 10 19 0,-6 2-5 0,-1 2-29 16,-3 24-2-16,-2 9 0 0,7 9 0 15,5 8 0-15,6 1 1 0,7 0-1 16,5-5 5-16,0-9-2 16,10-6 1-16,11-5-1 15,16-15 0-15,-3-3-2 0,7-10 2 16,3 0-2-16,1-17 2 16,4-11-1-16,-4-1 0 15,-6-10 1-15,-2 1-1 16,-11-1-1-16,-7 5 1 0,-7 4 2 15,-6 12 0 1,-6 9 4-16,0 8 27 16,0 1 14-16,0 23-37 0,-12 12-11 15,0 8-1 1,-6 6 2-16,6-3 0 0,-1-2 1 16,4-3 5-16,0-6 0 15,6-7-7-15,1-7 5 16,2-11-3-16,0-7 2 15,0-3-4-15,0-1 4 16,12-22 15-16,11-8 2 16,3-11-15-16,0-10-2 15,1 2 4 1,1-4-6-16,-4 5-3 0,-2 14 0 16,-8 9 0-1,-1 21 0-15,-1 5 0 0,-1 13-1 16,2 20 1-16,2 7 12 0,-3 1 8 15,-3 1 6 1,0-2-12-16,1-6-4 0,4-5-3 16,-1-5-4-16,2-7-2 15,-1-3 0-15,3-9 1 16,4-5-2-16,9 0 1 16,4-7 4-16,5-11-4 15,0-4 2-15,-3-4-3 0,-2 5-1 16,-11-4-7-1,-6 0-71-15,-6-1-92 0,-2-5-79 16,-5 1-216-16</inkml:trace>
  <inkml:trace contextRef="#ctx0" brushRef="#br0" timeOffset="8439.42">8511 2526 682 0,'0'0'21'0,"0"0"20"0,0 0 103 16,0 0-31-16,-16-73-48 0,16 73-34 0,0 8-3 0,0 21-9 16,-2 13 59-16,-4 9-24 0,-1 1-19 0,1-4 5 15,-2-5 3-15,2-3-23 0,5-12-9 0,1-6-4 0,0-9-1 0,7-4-4 16,10-9 0-16,13 0 3 0,8-19 6 0,6-17-6 16,2-3-3-16,-3-10 0 0,-4-5 0 0,-6 0 1 0,-5 1-1 0,-4 18 0 0,-10 12 1 0,-7 18 4 0,-1 5 5 15,-2 17-11-15,1 21 14 0,-2 13 52 0,3 6-35 0,-6 0-7 0,0-2-6 0,0-10-8 0,0-4-9 0,-6-7 0 16,3-12-1-16,-2-8-1 0,1-9 0 0,-2-5-2 0,-4-6-13 0,-7-19-134 0,-2-12-109 15,-8-14-1-15,0-11-201 0</inkml:trace>
  <inkml:trace contextRef="#ctx0" brushRef="#br0" timeOffset="8572.04">8389 2103 1111 0,'0'0'0'0,"0"0"2"16,0 0 82-16,0 0-72 0,-53 88-5 0,53-47 3 0,0-6-1 0,0 0 8 0,0-8-3 15,8-8-7-15,10-10 8 0,1-6-2 0,10-3 1 0,2-3 3 0,-3-19 8 0,1-11 3 0,-14-7 6 0,-11-3 33 0,-4 0-17 31,-15 6-8-31,-10 9-8 0,-3 11 3 0,-1 14-17 0,2 3-20 0,6 22-8 0,2 16-10 0,13 10 6 0,6 10-1 0,6-2-33 16,24 2-130-16,11 3-38 16,4 3-143-16</inkml:trace>
  <inkml:trace contextRef="#ctx0" brushRef="#br0" timeOffset="9396.43">10109 2146 681 0,'0'0'17'0,"0"0"-1"0,0 0 144 16,0 0-30-16,0 0-4 0,0 0-81 0,-20-14-42 0,7 73 14 0,0 12 56 0,-4 0-13 0,2-2-1 0,2 5-9 0,1-4-27 16,3 0-15-16,0-9-7 0,6-12 0 0,2-11-2 15,1-14-2-15,0-7-36 0,0-9-166 0,0-8-88 0,0-6-113 0</inkml:trace>
  <inkml:trace contextRef="#ctx0" brushRef="#br0" timeOffset="10400.42">9724 2534 746 0,'0'0'32'0,"-93"-17"89"0,67 16 57 16,11 1-103-16,15 0-48 0,0 0-27 16,16 0 2-16,26 0 3 15,13 0 4-15,14 0-6 16,7-17-1-16,2-6-2 15,-1-4 1-15,-2-5-1 16,-8-8 1-16,-9-2 2 16,-12-10-1-16,-13-6-1 15,-11-4 2-15,-14 6 8 0,-5 11-4 16,-3 16 17 0,0 16 63-16,0 13 13 0,-6 6-39 15,-10 34-61-15,-4 15 0 16,-4 18 7-16,5 4 13 15,4 0 11-15,5 1-1 16,2 0-22-16,8-5 1 16,0-6-8-16,0-19 1 15,3-17-1-15,7-10-1 16,4-19 0-16,-2-2 1 16,10-2 9-16,5-25-1 15,1-5-6-15,-2-9 3 16,-1 0-6-16,-7 2 3 15,-3 9-1-15,-9 13 0 16,-5 10 0-16,-1 7 1 16,0 3-3-16,0 22-8 15,0 6 8-15,-7 13 3 0,7-6-2 16,0-4 5-16,0-3-3 16,18-5-1-1,4-10 0-15,6-1-2 16,8-10 1-16,5-5 4 15,3 0-3-15,0-7 3 16,-4-12-5-16,-6-3 1 16,-3-7 2-16,-9-7-1 15,-6 4 1-15,-7 0-1 0,-5 6 0 16,-4 9 1-16,0 4 1 0,0 7 1 16,0 5-5-1,0 1 0-15,0 0-1 0,-6 20-18 16,-1 9 14-16,-1 5 5 15,1 5-1-15,7-1 1 16,0-6 0-16,0-4 0 16,7-4 0-16,10-5 0 15,4-10-1-15,8-6 2 16,9-3-2-16,5 0 1 16,3-17 0-16,1-5-2 15,-4-8-4-15,-4-4-7 16,-5-5 0-16,-3-8 8 0,-5-2 5 15,-7 2 0-15,-4 8 0 16,-4 9 1 0,-6 9 4-16,0 11-2 15,-5 5 3-15,1 5 2 0,-1 0-8 16,0 0-3-16,0 15-18 16,2 13 21-16,-1 8 0 15,5 3 5-15,-1 2 2 16,1-2 0-16,4 0-2 15,-2-4-2-15,-2-7 2 16,-3-7-3-16,-3-7 0 16,0-3 2-16,0-9 4 15,-11 0-2-15,-14-2-6 16,-5-2-2-16,-4-13-107 16,-1-7-179-16,1-9-122 0</inkml:trace>
  <inkml:trace contextRef="#ctx0" brushRef="#br0" timeOffset="10574.16">10873 2232 884 0,'0'0'311'0,"0"0"-310"0,0 0 29 16,0 0-30-16,0 0-34 0,0 0-430 0</inkml:trace>
  <inkml:trace contextRef="#ctx0" brushRef="#br0" timeOffset="11291.27">12607 2270 231 0,'0'0'200'0,"0"0"-84"16,0 0 47-16,0 0-71 16,0 0 25-16,0 0-16 0,85 24 3 15,-65-34-18 1,-3-7-20-16,4 2-15 0,-2-5-10 15,-7-3 5 1,-4 2 7-16,-7 0-13 16,-1 6-7-16,0 7 15 15,-21 2-4-15,-10 6-18 16,-9 0-17-16,-7 18-7 16,0 8 0-1,6 9 1-15,7 2-1 0,4 5-1 0,11 0 2 16,7 2-2-16,7 1 0 15,5-1-1-15,3-1 0 16,14 1-5-16,8-3 4 16,3-2 1-16,5-2-2 15,0-5 2-15,0 0-1 16,-2-5 0-16,-7-5 1 16,-8-3 0-16,-10-5-4 15,-6 1-1-15,-13-2 5 16,-20 1 12-16,-13-3-5 0,-9-1-2 15,-6-2 0 1,2-2 1-16,6 0 7 16,8-3 4-1,15-1-2-15,12 0-10 0,12 0-5 16,6-2-4-16,0 6-23 16,15-4-91-16,21-2-59 0,15 0-28 15,17-8-118-15,7-14-129 16</inkml:trace>
  <inkml:trace contextRef="#ctx0" brushRef="#br0" timeOffset="13164.16">13293 2458 915 0,'0'0'56'0,"0"0"123"0,0 0 25 0,-17-79-93 0,4 76-18 0,-11 3-47 0,-6 3-35 0,-12 18-5 15,-7 8-2-15,-1 11 2 0,5 5 4 16,7 0-9-16,11 0 4 16,11-5-5-16,12-11-3 15,4-10 0-15,1-4 2 0,17-8-9 16,9-7 5 0,7 0 5-16,7-16 1 0,-1-11-1 31,1-6 0-31,-6-10-7 0,-8 2 4 0,-8 1 2 15,-9 5 1-15,-8 14 1 16,-2 7 4-16,0 8 2 16,-2 6 2-16,-12 0-9 15,-3 21-10-15,-2 10 6 16,1 3 3-16,8 1-3 16,5-2 1-16,2-5 0 0,3-4-1 15,0-8-4 1,18-6 4-16,9-6-2 0,7-4 6 15,9 0-1-15,4-19 0 16,3-3 1-16,-1-9-9 16,-2-4-15-16,-7 2 3 15,-8 3 16-15,-9 5 2 16,-8 7 3-16,-9 9 3 16,-3 6-1-16,-3 3 3 15,0 9-5-15,0 21-13 16,0 10 13-16,-4 11 4 15,-4-3 0-15,1-4 0 16,4-8-1-16,1-7 1 16,2-9-2-16,0-7-1 15,0-8 1-15,10-5-2 16,9 0 2-16,6-22 8 16,8-4-3-16,4-12-6 0,-2-9 3 15,-4-5-3-15,2-3 1 16,-5 7 0-16,-6 13 2 15,-8 13-3-15,-7 14 2 16,-5 8-2-16,-2 5-2 16,0 22 5-16,-2 12 0 15,-10 7 15-15,2 3-9 16,4-9-5-16,1-2 0 16,5-8-3-16,0-8-1 15,0-7-1-15,3-7 0 16,5-6-3-16,4-2 3 15,9-2 2-15,4-18 6 16,3-5-4-16,2-10-3 16,-2-1 0-16,1 0 0 15,-8 2-1-15,-6 12 3 0,-8 9-3 16,-4 7 3-16,-3 6-1 16,0 0-2-16,0 13-7 15,0 7 0-15,0 5 7 16,0 5 0-16,0-7-2 15,15-2 0-15,9-3-4 16,4-4 4-16,8-6 2 16,3-6-2-16,-2-2 2 15,-1-2-1-15,-5-18-6 16,-5-4-19-16,-10-10 20 16,-1-4-3-16,-7-3 9 15,-5 9 1-15,-3 7 0 16,0 15 8-16,0 7-4 15,0 3 13-15,-5 28-7 16,-12 20-11-16,-6 19 9 0,-1 7 6 16,-3 7 4-16,3 8 4 15,2 1-7-15,1 2-10 16,7-5-5-16,4-11 0 16,4-7 1-16,5-18-4 15,-1-15 2-15,-1-11 0 16,3-14 0-16,0-11-1 15,0 0 1-15,0-19 14 16,5-20-14-16,5-14 0 0,9-14 0 16,4-16-1-1,2-15 3-15,9-10-4 0,1-8-2 16,-3 4 1-16,-3 13-2 16,-1 19 4-16,-7 27 1 15,-1 21-1-15,-5 15 0 16,-1 11 1-16,6 6-7 15,-2 14-5-15,1 18 4 16,-2 16 8-16,-6 4 0 16,-8 3 0-16,-3-5 0 15,-4-10 1-15,-14-8 0 0,-6-5-1 16,-1-11 1-16,1-6 2 16,-2-7-3-16,4-3 5 15,2 0-5-15,4-10 1 16,6-10-1-16,4-3-2 15,3 4-1-15,3 3 2 16,0 2 1-16,0 8-4 16,0 0 4-16,0 6-2 15,10 0-9-15,8 5 1 16,9 6 7-16,8-1 1 16,2-3 2-16,3-4 0 15,0-3-3-15,6-3-1 16,2-14-29-16,1-13 12 15,-2-7-16-15,-4-13 13 16,-7-7 14-16,-8-9 6 16,-7-4-5-16,-3-5-4 15,-7 4 1-15,-3 9 3 0,-6 18 4 16,-2 16 5-16,0 19 2 16,-7 9-2-16,-10 9-1 15,-7 25 1 1,0 14 0-16,6 8 12 0,7 3-2 15,6 1-2-15,5 0-2 16,0-2-3-16,13-3-3 16,8-12 0-16,9-9 0 15,3-15 0-15,6-15 0 0,-1-4 2 16,3-2-2-16,-2-22-2 16,-1-12-16-16,-5-3-18 15,-6-10-2-15,-7-1-2 16,-7 2 26-16,-7 8 14 15,-6 14-1 1,0 13 2-16,0 13 12 0,-3 2 51 16,-12 26-52-16,3 12 4 15,3 12 36-15,7 1-19 16,2 1-23-16,6-6-2 16,13-6-8-16,12-11-1 15,7-12-19-15,6-19-271 16,8-6-619-16</inkml:trace>
  <inkml:trace contextRef="#ctx0" brushRef="#br0" timeOffset="14986.98">16302 2371 710 0,'0'0'118'0,"0"0"-116"0,0 0 77 0,0 0 15 16,0 0-26-16,0 0-36 0,-23-26-17 0,22 44-5 0,-5 15 18 0,3 12 54 0,-1 3-53 16,-1 1 14-16,1-5 0 15,1-7-17-15,1-11-7 0,2-8-12 16,0-7-6-16,0-8-1 15,0-3-1-15,11 0 1 16,9-17 5-16,9-13 4 16,2-11-3-16,0-7-2 15,-1-4 2 1,-4-2-3-16,-1 5 1 0,-5 8 0 16,-8 13-1-16,-4 13 2 0,-5 9-2 15,-3 6 7-15,0 10-10 16,0 17-5-16,-1 10 5 15,-6 5 13-15,4-2-12 16,1-2 8-16,2-2-7 16,0-8-2-16,9-7 2 15,7-7-4-15,8-11 4 16,6-3 1-16,6-5 0 16,4-21 0-16,2-3-2 15,-5-7 4-15,-2-3-5 16,-6-4 6-16,-6-1-2 0,-11 9 0 15,-6 10-2-15,-6 11 0 16,0 12 5-16,0 2 1 16,0 0-1-1,0 16-7-15,-2 13-9 16,-2 9 8-16,4 2 2 0,0 0-1 16,6-3 4-16,13 1-4 15,8-6 0-15,6-4 1 16,6-10-1-16,10-7 0 15,3-11 1 1,5 0-1-16,5-1 0 16,-2-16 1-16,0-7-2 15,-8-6 0-15,-9-5-2 0,-8-3-19 16,-9-3-17-16,-8 2-11 16,-10 9 20-16,-8 6 15 0,0 8 11 15,-8 3 4 1,-11 10 0-1,-5 3 2-15,0 0-2 16,-1 13-1-16,4 9 0 0,9 6 1 16,7 1-3-16,5 7 0 0,2-3 0 15,24-5 1-15,9-1-3 16,8-9 4 0,9-7 1-16,5-8 0 0,2-3 0 15,0-1 1-15,4-18 1 16,-5-6-1-16,-7-6 2 15,-6-5-2-15,-7 2 0 16,-11-5 1-16,-9 7 2 16,-7 7 0-16,-11 5 0 15,0 8 7-15,-3 11 6 0,-19 1 10 16,-7 5-18-16,-4 15-4 16,0 7 2-16,5 1-6 15,5 3 3 1,9-2-1-16,8-1-3 0,4-6 0 15,2 1 0-15,0-9-4 16,16-7 4-16,6-4-3 16,4-3 1-16,7-8 2 15,2-14-2-15,0-5-4 16,-1-4-11-16,-1-1 11 16,-5 1 5-16,-5 4 0 15,-10 8 0-15,-7 9 1 0,-6 7 2 16,0 3 12-16,0 0-7 15,-6 13-7-15,-1 6 3 16,-3 3 0-16,5 2 1 16,5-6-2-16,0 2-1 15,0-8-1-15,5 1-2 16,9-7 1-16,2-6 2 16,6 0-1-16,3 0 2 15,5-13-2-15,3-3 0 16,0-10-1-16,-2 3 1 15,2-8-5-15,-3-1-3 16,-5-2 0-16,-1 5 8 16,-11 9-1-16,-5 11 2 0,-7 6 5 15,-1 3-6-15,0 18-13 16,0 13 13-16,-6 7 7 16,-3 2 8-16,2-6-6 15,1-3 1-15,6-6-6 16,0-6 0-16,0-5-3 15,0-6 0-15,9-8 0 16,9 0 2-16,7 0 7 16,6-18-3-16,5-5-4 15,0-2-1-15,4-5-2 0,-1-1 2 16,-8 5 1 0,-4 6-1-16,-12 10 1 0,-6 8 10 15,-6 2 12-15,-1 13-20 16,-2 11 12-16,0 2 14 15,0 3-21-15,0-7-6 16,1-3-4-16,4-8-1 16,4-5-4-16,7-6-16 15,11 0-98-15,12-9-145 16,10-12-96-16</inkml:trace>
  <inkml:trace contextRef="#ctx0" brushRef="#br0" timeOffset="16103.37">19755 2142 1001 0,'0'0'0'0,"0"0"6"0,0 0 82 0,0 0-60 0,0 0-8 0,80-11 27 0,-43-7-12 0,3-10-22 16,-7-5-7-16,-7-12 1 0,-8-12 0 0,-9-12 0 15,-6-10-3 1,-3 4 4-16,0 11 1 16,-3 21 24-16,-5 19 39 15,1 17 15-15,-3 7-22 16,-3 28-27-16,-2 25-35 0,-4 23 0 16,4 18 13-16,5 10 7 15,2 12 6 1,4 15 2-16,4 17-19 15,-2 15-1-15,-3 6-6 16,5 4-3-16,0-13-2 16,0-27 0-16,14-24 0 0,1-27-2 15,-5-23 2-15,-1-17 1 16,3-19-1-16,2-18 1 0,8-8 0 16,5-32 0-16,7-15-1 15,2-15-3-15,-6-10-6 16,-8-8 2-16,-10-10 6 15,-12 0 0 1,0 4 1-16,-24 9 3 0,-11 9-3 16,-6 11 5-1,-6 4 0-15,0 7 2 16,0 11-1-16,5 11 5 16,3 10-3-16,17 7-1 15,7 8-2-15,9 2-5 0,4 0-5 16,2 0-7-16,0 5-2 15,16 5 11-15,13-1-1 0,10-8 3 16,6-1 0-16,7-3-2 16,0-17-4-16,2-5-24 15,-4-7-26-15,-5-8 5 16,-8-2 19-16,-8 0 0 16,-14 6 21-16,-12 9 12 15,-3 6 7-15,0 7-2 16,-12 6 8-16,0 3 13 15,3 5 9-15,1 0-24 16,2 13-11-16,2 11-4 16,4 5 3-16,0 1 0 15,0-1 0-15,13 4 0 16,3-2 1 0,0 3 0-16,-1 0-2 15,0-1 2-15,-5 0 0 0,-1-7 0 16,0-4 2-16,0-7-2 0,4-8-4 15,5-4-1-15,9-3-13 16,7-8-135-16,7-12-87 16,5-7-81-16,-1-12-390 15</inkml:trace>
  <inkml:trace contextRef="#ctx0" brushRef="#br0" timeOffset="16975.16">20724 2201 351 0,'0'0'533'0,"0"0"-508"0,0 0 231 0,0 0-171 15,0 0-75-15,-66 76 37 0,50-36 2 0,4 0-27 0,11-3 2 0,1-2-11 0,1-3-8 16,16-5-5-16,3-13 2 0,3-6-2 16,7-8 2-16,2 0 0 15,4-18 4-15,2-8-5 16,-7-2-1-16,-3-4 2 15,-11-11 1-15,-13-3 4 16,-4-4-5-16,0 8 5 16,-16 6-2-16,-8 13 0 15,-2 12 16-15,0 8 22 16,-1 3-3-16,1 11-20 16,3 14-6-16,9 4-10 0,6 5 0 15,8 1-4 1,4-1-1-16,22-6-2 15,10-3 1-15,6-8-2 0,9-5 3 16,10-6 1-16,6-6 1 16,8 0-1-16,-8-6-2 15,-12-7-10-15,-16-5-23 16,-15-1 22-16,-8-2 13 16,-8 0 2-16,-5 2 2 15,-3 5 3-15,0 10 14 0,0 2 26 16,0 2-5-1,0 0-39-15,-2 17-2 16,-7 5-1-16,5 1 5 0,1-2-4 16,3-2 0-1,0-2-1-15,0-7 0 0,7-4-1 16,12-4 1-16,3-2 0 16,10 0 0-16,3-14 2 15,3-9-1 1,-2-3 2-16,-2 1-1 15,-4-1-2-15,-4 2 0 16,-11 6 0-16,-4 8 0 16,-3 5 0-16,-8 5 1 15,0 0-2-15,0 5-9 0,0 17 8 16,0 5 2-16,0 3 1 0,-2-6 0 16,2-3-2-16,0-5 3 15,0-6-1 1,0-6-1-16,0 0 0 0,13-4 2 15,6 0 0-15,3-10 0 16,5-10 0 0,3-5 2-16,-2-3-4 15,2-1 1-15,-6 5 0 0,-8 11 1 16,-8 4 1-16,-7 6 0 16,-1 3-3-16,0 0-1 15,0 3-6-15,0 12 7 16,0 4 6-16,2 1-5 15,2-6 0-15,4 2-2 16,4-5-2-16,13-3-49 16,15 4-115-16,18-3-21 15,10-5-211-15</inkml:trace>
  <inkml:trace contextRef="#ctx0" brushRef="#br0" timeOffset="17228.89">22826 1832 1215 0,'0'0'12'0,"0"0"1"0,-28 81 22 0,25-25 31 0,3 7 3 0,0 3-28 0,3 0-24 0,2-3-13 15,-1-10-4-15,-4-7 0 16,0-12-28-16,0-8-176 0,0-12-98 16,0-14-302-16</inkml:trace>
  <inkml:trace contextRef="#ctx0" brushRef="#br0" timeOffset="17927.25">22629 2262 719 0,'0'0'370'0,"0"0"-370"0,0 0 166 16,0 0-92 0,0 0-74-16,102-53-2 15,-38 43-3-15,3-4 2 16,-4-7-1-16,-6-11-2 16,-7-5-8-16,-8-12 8 0,-11-5 6 15,-8 0 4-15,-13 5 1 16,-1 14 6-16,-9 15 51 15,0 10 68-15,0 10-67 16,-6 10-51-16,-12 26-6 16,-4 13-6-16,0 8 24 15,11 0-3-15,9-2-1 32,2-2-6-32,0-5-2 0,0-5-10 15,11-11-2-15,4-8 0 0,-2-10 0 16,5-6 0-16,7-8 2 15,4 0 3-15,4-16-2 16,1-11-3-16,0-5-3 16,-2-4-1-1,-7 3 4 1,-7 11-1-16,-6 7 1 16,-11 11 3-16,-1 4-2 15,0 1-1-15,0 22-10 0,0 6 10 16,9 7 22-16,0-1-7 0,11-4-7 15,2-5-1-15,6-6-4 16,4-5 0 0,5-8-1-1,3-4-1-15,1-3 0 0,-3-3 1 16,-5-14-2-16,-3-8 0 16,-3-8-2-16,-8-5 0 15,-2-1 0-15,-10 7 1 0,-7 12 0 0,0 8 1 16,0 12-1-16,-7 0-1 0,-16 25 0 15,0 10 2-15,6 6 7 16,12 2 11-16,5-2 5 16,3-5-6-16,17-5-10 15,7-7-4-15,4-6-3 16,8-12-4-16,10-3-68 16,11-3-146-16,6-12-227 15</inkml:trace>
  <inkml:trace contextRef="#ctx0" brushRef="#br0" timeOffset="19712.86">25406 2327 831 0,'0'0'40'0,"0"0"-35"0,0 0 37 0,0 0 28 0,0 0-16 0,0 0 10 0,0 0 1 0,83 21-7 16,-60-24-5-16,4-10-25 15,-7-3-5 1,-7-4-2-16,-3-6 22 0,-10-3-9 16,0-3 0-1,-10 3-6-15,-12 4-11 0,-6 8 10 16,-3 6-1-16,-4 10-1 16,-5 1-17-1,0 16-4-15,-2 12-3 0,2 9-1 16,6 4 0-1,7 1-3-15,9-3 3 16,8-2-2-16,8-9-1 16,2-3-5-16,6-9-3 0,13-7 1 0,13-7 10 15,7-2 7-15,7-11-2 16,3-10-5-16,-1-7-1 16,-4-4 0-1,-6-5-6-15,-9-4 4 16,-6 0 3-16,-11 4 1 0,-9 15 0 15,-3 9 4-15,0 10 1 16,0 3 13-16,-15 16-19 16,-3 16-1-16,-3 8-6 15,6 3 7-15,5-2-1 16,10-4 0 0,0-6-1-16,4-2-4 15,16-5 4-15,8-11-2 16,11-6 4-16,8-7 9 15,12 0-1-15,2-16-3 0,1-12-5 16,-3-1 0-16,-5-8 4 16,-4-5-1-16,-9-8-2 15,-10-2 1-15,-9 0 2 0,-14 11 3 0,-7 11-7 16,-1 12 5 0,0 10 4-16,-7 7 16 0,-8 1-14 15,-6 5-11 1,-3 15-7-16,3 2 3 15,5 4 2-15,10-2 0 16,6 2-2-16,0 1-2 16,9 2-2-1,10-1 2-15,-1-2 3 16,3 1 3 0,-3-3 0-16,-5-1-3 15,-1-5 3-15,-3-4-1 0,-6-3-3 0,-3-4 0 0,0-5-2 16,0-1-2-16,0-1 6 15,0 0 2 1,0 0 0-16,0 0 0 16,-2-1 0-1,2-11-2-15,0-8 0 16,3-7-4-16,20-7-2 16,8-7 6-16,8-4-5 15,4-5 4-15,2 3 0 0,-2 2-3 16,-5 8 6-16,-8 11 0 15,-10 7 0-15,-11 10 6 16,-6 6-2 0,-3 3 19-16,0 0 0 0,0 0-11 15,-4 0-12-15,-14 17 0 16,-6 5 0-16,-4 4 4 16,5 1 0-16,7-1-3 0,4 0 3 15,8 5-4 1,4-2-3-16,0 0 0 0,16 2-1 15,5-1 2-15,4-2 1 0,4-3 2 16,-4-1-3-16,-3-2 1 16,-4-4 1-16,-6-4 0 0,-6-8 0 15,-6-2-1 1,0-3 3-16,0 1 4 16,0-2 6-16,-16 1-8 15,-5 0-4-15,-5-1 0 16,4 0-3-16,4 0-24 15,6 0-53-15,8-9-65 0,4-3-79 16,0-4-84-16,19-8-342 16</inkml:trace>
  <inkml:trace contextRef="#ctx0" brushRef="#br0" timeOffset="21328.09">26713 2063 1070 0,'0'0'18'0,"0"0"89"0,0 0-34 15,0 0-46-15,-17 83 39 0,10-41-24 0,-2-1-3 0,5 0-14 0,2-1-8 0,2-8-12 16,0-3-5-16,2-6 0 16,11-9 0-16,2-3 0 15,4-11 2-15,4 0-2 16,2-7-9-16,3-16-37 0,-1-9-7 15,-3-4 26 1,-4-9 9-16,-3-4 16 0,-4 4 2 16,-6 7 2-1,-4 10 2-15,-3 14 9 0,0 10 24 16,0 4 45-16,0 0-73 16,-3 21-9-16,-6 8 0 15,1 5 4-15,4 3-3 16,4-5 0-16,0-1 2 15,0-5-3-15,16-2-2 16,10-5 2-16,8-7 0 16,9-2 1-1,4-7 1-15,0-3-4 16,0 0-2-16,-4-13-38 16,-6-11 10-16,-6-9 17 15,-8-9 14-15,-10 5 1 0,-5 5 6 0,-4 8-4 16,-4 11 23-16,0 7 30 15,0 6-3 1,0 0-26-16,0 11-26 16,0 11-9-16,-10 10 9 15,1 2 6-15,0-1-6 0,-2-1 4 16,4-6 0-16,-1-1-1 16,2-6-1-1,3-9 0-15,2 0-2 16,1-8 1-16,0-2-1 15,0 0 0-15,3 0 10 16,15-12 15-16,10-11-24 16,5-5-1-16,3-4 2 0,4-4-2 15,-4 3-2-15,-3 2 2 16,-8 12 0-16,-10 7 1 16,-5 7-1-16,-8 5 0 15,-2 0-3-15,0 11-11 16,0 12 14-16,0 7 17 15,0 2 1-15,0-3-8 0,-4 0-3 16,1-6-4-16,1-6-2 16,2-5 1-16,0-6 0 0,0-5-2 15,0-1 1 1,0 0 0-16,0 0 12 0,15-8 8 16,1-11-19-16,10-6-2 15,1-3 0-15,-2-5 0 16,-1 5 0-1,-5 3 0-15,-3 6 1 16,-6 9-1-16,-4 4 0 16,-6 6 0-16,0 0-1 0,0 0-12 15,0 18-2-15,0 6 13 16,0 5 2-16,0-1 0 16,0-3 2-16,0-1-2 15,3-7 0-15,5-2 1 16,3-4-1-16,3-7 0 0,8 0 7 15,8-4-5 1,7 0 4-16,6 0-5 16,-6-12-1-16,-1-7-4 15,-7-1-11-15,-7-10-16 0,-7-4 7 16,-6 2 5 0,-9 2 11-16,0 8 8 15,-4 10 1 1,-10 5 2-16,-5 4 7 0,-4 3-6 15,1 7-3-15,1 11 1 16,6 7-1-16,6-1 0 0,9-1-1 16,0 1 1-16,6-2 1 15,13-6 1-15,8-1 0 16,6-5 6-16,10-4 0 16,10-3-5-16,9 0-1 0,13-3 1 15,1 0-3-15,0-6-1 16,-6-9-1-16,-7-6 0 15,-10-9 0 1,-14-4 1-16,-17-2 0 0,-11 3 1 16,-11 9 2-16,0 6 0 15,-11 7 4-15,-15 5 7 16,-7 6-9-16,-5 0-3 16,0 15-2-16,7 7 4 15,4 3 1-15,7 3-3 16,9 1-1-16,6-3-1 15,5 0 1-15,0-5-2 16,13-4 2-16,5-4-2 16,6-7-1-1,4-3 0-15,2-3-18 16,3 0-30-16,0-7-11 0,-2-13 9 16,1-7-22-16,-6-12 22 15,-3-7 24-15,-4-11 10 0,-1-8 18 16,-3-11 0-1,-2-9 3-15,-1-2 4 16,-5 12 6 0,0 22 16-16,-7 22 47 15,0 22 5-15,0 9-13 0,0 5-65 0,0 30-3 16,-11 15 0-16,5 15 6 0,3 2 4 16,3-1 3-16,0-1 4 15,3 2-9 1,14-3-5-16,1 4-3 15,3-7-3-15,2 0-50 0,2-5-179 16,7-16-169-16</inkml:trace>
  <inkml:trace contextRef="#ctx0" brushRef="#br0" timeOffset="21921.25">29406 2155 1100 0,'0'0'1'0,"-20"76"26"0,13-19 122 0,2 12-11 16,5 12-39-16,0 9-47 0,-1 3-5 0,-1-4-10 0,-2-5-20 0,-3-16-9 0,-2-11-8 0,-1-18 0 15,0-14 1-15,6-12-3 16,2-8 0-16,2-5-5 16,0-11-68-16,5-22-22 15,9-13-75-15,5-16 80 16,-2-11-20-16,0-16-37 16,-4-19 61-16,-4-10 66 0,-3-4 16 15,-2 10 6-15,-1 20 44 16,-1 20 63-16,3 22 8 15,-1 14-7-15,8 10-29 16,3 9-3-16,4 6-10 16,2 5-42-16,6 6-19 15,1 0-4-15,2 9-2 16,-1 15-1-16,-3 8-9 16,-6 6 8-16,-5 5 3 15,-11-1 16-15,-4-3-3 16,0-5 7-16,-12-4 0 15,-13-6 4-15,-5-4 0 16,-4-8-8-16,-1 1-5 16,5-6-5-16,7-3-5 15,8 2-1-15,9-4-5 16,6-2-6-16,0 0-91 16,16 0-62-16,15-16-21 0,10-7-44 15,9-5 72-15,5-7-98 16,3-4-226-16</inkml:trace>
  <inkml:trace contextRef="#ctx0" brushRef="#br0" timeOffset="22806.03">29916 2016 505 0,'0'0'224'0,"0"0"-20"0,0 0 19 0,0 0-32 0,0 0-111 0,0 0-53 0,-1 1-21 0,-24 28 38 16,3 7-1-16,8-2-9 15,6 5-8-15,8-2-9 16,0-2-4-16,13 0-6 15,10-9-6-15,7-4 0 16,3-8 2-16,1-7-2 16,-3-7 3-16,1 0-4 15,-6-21-3-15,-2-12-8 16,-5-7 3-16,-8-9-1 16,-7 0 7-16,-4 5 2 15,0 9 1-15,-13 10 1 16,-6 9 1-16,-4 10-3 0,1 6-3 15,-5 0-1-15,2 20-6 16,2 7 6-16,11 2-1 16,8 3-2-16,4-1 0 15,4-1-3-15,17-5-1 16,3-5 6-16,6-5-44 16,4-8-50-16,5-5 24 15,1-2-8-15,-1-9 25 16,3-14-1-16,-2-7 41 15,-3-7 18-15,-2-4 3 16,-5-3 2-16,-8 4 15 16,-4 8 41-16,-9 10-8 15,-6 9 14-15,-2 7 41 16,-1 6-31-16,0 9-77 16,-7 22-11-16,-11 15 11 0,-4 16 37 15,-1 9-9-15,-4 9 16 16,-6 12-13-1,-1 9-15-15,0 1-8 16,1-5-3-16,12-8-4 0,8-13 1 16,10-8-2-16,3-10 0 15,0-14 0-15,4-16-1 16,5-15-2-16,0-13-10 16,2 0-8-16,0-19-1 15,3-16-14-15,-1-11 24 0,-4-12 11 16,0-11 1-1,0-12 0-15,1-12 0 0,4-11 0 16,2-10-1-16,1 3 1 16,2 8-4-16,-4 14 4 15,-1 19 2-15,-4 21 1 16,-2 15-2-16,0 15 6 16,0 8-5-16,-2 7 6 15,2 4-8-15,5 0-2 16,0 12-8-16,5 16-3 15,-4 11 11-15,-4 3-2 16,-9 1 4-16,-1-6 3 16,-3-1-1-16,-14-9 3 15,0-5-5-15,1-7 2 0,4-3 0 16,1-5-4-16,7-2 4 16,4-4-4-16,0-1-15 15,0 0-160-15,11 0-14 16,14-17-84-16,8-8-171 15</inkml:trace>
  <inkml:trace contextRef="#ctx0" brushRef="#br0" timeOffset="24722.05">30750 1938 841 0,'0'0'82'0,"0"0"57"0,0 0-40 0,0 0-91 0,0 0 6 0,0 0 22 0,-33 77-6 0,33-48 2 16,0-2-1-16,0-2-23 0,10-5-7 0,4-1 6 0,4-5-7 0,-1-6 2 15,0-5 0-15,0-3 6 16,2-4 1-16,0-17-2 16,-4-7-6-16,2-3-1 15,-5 1 2-15,-3 4 0 16,-2 8 0-1,-4 7 1-15,-2 7-2 0,1 4 6 16,-2 0-7-16,0 5-11 16,0 18-7-16,0 6 18 15,0 1 0-15,0-1 1 16,0-1-1-16,0-4 1 16,3-6-1-16,6-3 0 15,3-8 0-15,3-4 3 0,4-3 4 16,4 0-3-16,1-20-1 15,1-9-2-15,-1-7 1 16,-3-11 1-16,1-9-2 16,-1-10 1-16,1-7-1 15,-2-9 0-15,-4 3-1 16,-4 11 1-16,-6 20 2 16,-4 20-1-16,-2 17 6 15,0 11 7-15,-11 8-15 16,-14 23-12-16,-3 14 9 0,-1 12 1 15,11 5-2-15,6 3 4 16,8 0 0-16,4-2 4 16,4-4-4-16,19-3 0 15,5-11 0-15,5-10 0 16,3-11 0-16,-2-10 0 16,1-10 1-16,0-4 0 15,-4-6 0-15,-3-16 1 16,-3-7-2-16,-3-3 2 15,-7-5 0-15,-6 1 0 16,-5 5-1-16,-4 7 0 16,0 7 0-16,0 11 6 15,-6 4 0-15,-11 2-7 16,-3 6-9-16,-1 13-2 16,3 4 6-16,8-1-2 15,2-2 3-15,7-2 3 0,1-2 0 16,0-6-6-1,0-2 7-15,7-4 0 0,7-2 1 16,5-2-1-16,2 0-1 16,2-12-1-16,-3 0-4 15,3-2 2-15,-10 2 3 16,-1 3 1-16,-8 4 1 16,-4 4 1-16,2 1 2 15,-2 0-4-15,0 0-8 16,0 3-13-16,3 9 21 0,1 1 0 15,1-1-1-15,5-4 1 16,-1-3 0-16,5-2 1 16,4-3 1-16,2 0 0 15,3-7-2-15,2-15-4 16,1-9-3 0,-1-12-4-16,-4-12 7 0,1-11 2 15,1-13 1 1,-4-7 0-16,-4 9 1 0,-6 10-1 15,-2 23 1-15,-7 22 12 16,0 12-3-16,0 10 31 16,-1 10-40-16,-14 21-16 15,-3 16 12-15,6 13 2 16,5 2 2-16,7 4 0 16,0-2 1-16,0-6-1 15,9-4 2-15,8-8-2 16,2-13-2-16,1-10 1 15,1-11-5-15,0-10 1 16,6-2-11-16,3-8-28 16,1-15-7-16,2-7-23 0,-5-5 47 15,-7 0 17-15,-6 2 9 16,-5 5 1 0,-5 9 3-16,-5 7 25 15,0 10 9-15,0 2 21 16,-2 1-58-16,-12 19 3 15,-1 4-3-15,-2 3 3 16,7-1 2-16,1 1-3 0,3-4-2 16,6-2 0-16,0-7-1 0,0-3 0 15,12-4 1-15,6-4 0 16,3-3 1-16,1 0-1 16,2-10-2-16,-2-14-22 15,2-4 2-15,-3-3-2 16,-6 3 14-16,-2 3 7 15,-8 9 3-15,-5 7 6 16,0 5 5 0,0 4 23-1,0 0-18-15,-2 7-16 16,-9 12 0-16,1 3 1 0,4 1 1 16,3-2-1-16,3 0 2 0,0-2-2 0,0-3 0 15,9-2 1-15,9-4-1 16,2-3 4-16,4-4-1 15,2-3-3-15,1-1 0 16,0-15-1-16,-4-5 1 16,-3-8 0-16,-5-6 0 15,-9-1 2-15,-3-1-2 16,-3 8 0-16,-3 5 0 16,-16 8 3-16,-5 7 2 15,-4 9-6-15,1 0-2 16,0 17-4-16,5 3 6 15,8 4 1-15,5-1-1 16,6 3 0-16,3-6 0 16,0-4 1-16,5-1-1 0,10-5 0 15,3 0 1-15,5-5 1 16,4-5 1-16,2 0-2 16,3 0-2-16,3-13-1 15,-1-5-1-15,-1-1 2 16,0-2 0-16,-5 0 1 15,-6 7 1-15,-4 1-1 16,-6 4 4-16,-7 6-2 16,-2-1 2-16,-3 4-2 0,0 0 1 15,3 0-3-15,4 0-4 16,4 0 3-16,4 0 1 16,4 0 0-16,5 2 1 15,1-2-1-15,1 0 2 16,5 0 1-16,0-7-3 15,5-2-1-15,-5 0-1 16,-7-4-2-16,-7-2-119 16,-17-1-115-16,0-4-580 15</inkml:trace>
  <inkml:trace contextRef="#ctx0" brushRef="#br0" timeOffset="24995.36">31920 1495 688 0,'0'0'430'16,"0"0"-422"-16,0 0 123 0,0 0-89 0,0 0-30 0,112-50-12 0,-56 50-6 0,-2 11-19 15,-11-1-236-15,-5-5-303 16</inkml:trace>
  <inkml:trace contextRef="#ctx0" brushRef="#br0" timeOffset="26799.53">30832 3351 935 0,'0'0'173'16,"0"0"-172"-16,0 0 148 0,0 0-37 0,0 0-57 0,0 0-47 15,-28-13-8-15,25 44 0 0,-2 2 9 0,2 3-5 16,2-7 4-16,-2-1-4 0,1-7-1 0,1-5-3 0,1-8 0 0,0-3 2 0,0-5-2 0,0 0 5 0,0 0 11 16,6-20 4-16,10-10-16 0,5-6-4 0,-2-4 0 15,-4 3 0 1,0 5 2-16,-4 5-1 16,-5 10 0-1,-3 7 1-15,0 6 1 16,-3 4 2-1,0 0-5-15,0 0-2 0,0 3-11 16,0 14 2-16,1 1 11 0,3 6 0 0,2-3 2 16,4-1-2-16,0-5 0 0,3-1 0 15,1-2 5-15,2-5-4 16,4-4-1-16,1-1 6 16,7-2-4-16,0-4 1 15,5-14-2-15,-2-6-1 16,2-7 0-16,-3-5 0 15,-3 2-1-15,-6 4 1 16,-8 7 0-16,-5 12 0 16,-5 6 3-16,-3 5-1 15,0 0-2-15,0 0-7 16,0 16-15-16,-3 11 15 16,-3 5 7-16,3 2 1 0,3-4 0 15,0 1-1-15,0-7 2 16,12 1-2-16,6-6 1 15,4-4-1-15,6-5 2 16,3-7 3-16,5-3-5 16,2 0 0-16,1-13 0 15,-3-11-17-15,-5-5-10 16,-1-8-2-16,-10-3 25 16,-6 5-1-16,-10 7 5 15,-4 9 0-15,0 10 1 16,-1 4 0-16,-14 5 2 0,-2 0-3 15,0 12-3 1,0 9 2-16,11 3 0 0,5 4 1 16,1-3 6-1,6 1-1-15,16-2-1 16,9-2-4-16,5-2 1 0,4-3 4 16,1-4-5-16,-2-5 2 15,7-5-1-15,2-3 3 16,2 0-3-16,7-10 3 15,-5-15-4 1,-1-6-5-16,-5-4 0 16,-15-1 0-16,-9 6 2 0,-9 5 3 15,-12 7 2-15,-1 3 6 16,-10 7-3-16,-14 2-4 16,-8 6 2-16,-4 0-3 15,4 13 0-15,-1 9 0 16,8 1-4-16,5 1-4 15,11 2 8-15,8-3-3 0,1-4 1 16,3-3 2 0,18-1-1-16,7-3 1 15,4-7-10-15,2-2-26 0,-4-3-10 16,0 0 5-16,-2-18 24 16,-3-2 12-16,-2-5-1 15,-7-1 6-15,-3 2 0 0,-7 3 4 16,-3 10 2-1,-1 5 3-15,-2 5 6 0,0 1-7 16,0 2-8-16,-6 14-16 16,-5 6 16-16,3-1 0 15,6 1 1 1,2-3-1-16,0-1 3 16,3-4-2-16,13-1 1 15,3-5 1-15,7-2 3 0,4-6-3 16,2 0-1-16,0-2 2 15,-2-13 1-15,0-7 0 16,-2-3 3-16,-2-7-6 16,-3-1 4-16,-4-2-5 15,-5 3 1-15,-5 9 5 16,-4 8-2-16,-4 11 3 16,-1 4 1-16,0 0-9 0,0 19-17 15,-9 6 15-15,-3 6 2 16,1-1 0-16,1-1 1 15,6-6-1-15,2-3 0 16,2-8 0-16,0-4 0 16,0-2 0-16,0-5 1 15,0-1 3-15,11 0 9 16,5-3-3-16,2-10-7 16,5-1-2-16,-3-4 3 15,2-3-2-15,0-3 1 16,6-1-3-16,-3 5-2 0,-2 4 2 15,-7 6 2-15,-7 6-2 16,-6 4-2-16,0 2-2 16,-2 20-20-16,-1 9 23 15,0 4 1-15,0 0 4 16,0 1-3-16,0-4-1 16,0 0 1-16,0-5-1 15,0-4 0-15,0-2-6 16,4-6-109-16,9-6-200 15,6-9-258-15</inkml:trace>
  <inkml:trace contextRef="#ctx0" brushRef="#br0" timeOffset="27245.92">33319 3137 867 0,'0'0'3'15,"0"0"88"-15,0 0 74 0,-82-88-84 0,61 68-2 0,3-1-12 0,6 7-16 0,5-3-1 0,1 3-7 16,6 2-17-16,0-1-8 0,0 1-2 0,22 2-3 0,20 3-13 15,10 5-5-15,8 2-1 16,0 8-3 31,-14 16 3-47,-6 8 6 0,-13 5-10 0,-8 7 1 0,-9 0 9 0,-10 2 0 0,0-4 4 16,-19-9 1-16,-6-4 7 0,-2-4 26 15,-1-4-7-15,3-1 14 16,0-2-23-1,5 3-15-15,1 1-7 0,5 4 0 16,5 4-8-16,5 5 4 16,4 10-83-16,5 6-119 15,14 3-61-15,-2-2-50 16,0-3-200-16</inkml:trace>
  <inkml:trace contextRef="#ctx0" brushRef="#br0" timeOffset="27555.8">33464 3927 508 0,'0'0'141'0,"0"0"-47"16,0 0 51-16,0 0-4 16,0 0-72-16,0 0 17 15,-45 46-16-15,30-27 4 16,-3 6-24-16,3-4 6 16,2 5-19-16,4-2-27 15,6-3 3-15,3-2 3 16,0-1-1-16,17-4-4 0,9-4 27 15,7-4 7 1,0-6-6-16,-2 0-4 31,-4-9-1-31,-6-8 11 0,-7-9-21 0,-7-3 5 16,-7-3-17-16,0-3-5 16,-18 5-7-16,-16 3 0 15,-20 7-11-15,-9 10-111 0,-15 4-392 16</inkml:trace>
  <inkml:trace contextRef="#ctx0" brushRef="#br0" timeOffset="41773.11">1596 5509 132 0,'0'0'22'0,"0"0"20"16,0 0-17-16,0 0 71 0,0 0 12 0,0-75-78 0,0 52 24 0,0-2-19 15,0 0 38-15,0 2-30 0,0 1 25 16,3 2-18 0,6 0 8-16,3 0 11 15,-3 3-6-15,-2 1-13 0,-2 3 24 16,1 4-11-16,-6 6-28 16,4 3 7-16,-1 13-37 15,3 21-5-15,-1 19 40 16,-4 12 0-16,-1 8-19 15,0 4 10-15,0 5-20 16,-12-4-7-16,5-1 1 16,-2-5-3-16,3-6-2 15,0-7 0-15,3-14-3 16,1-10 3-16,2-17-6 0,0-8-9 16,9-10-102-1,8-5-103-15,10-23-67 0</inkml:trace>
  <inkml:trace contextRef="#ctx0" brushRef="#br0" timeOffset="42286.59">2027 5502 802 0,'0'0'5'0,"0"0"6"0,0 0 40 15,81-64-22-15,-62 53-8 16,-10 6 9 0,-7 1 32-16,-2 4 9 0,-6 0 5 15,-18 5-41-15,-3 13-31 16,-9 7 6-16,2 4 6 16,10-1-4-16,-2-1 2 15,9 1-3-15,6-2-9 16,5 0-2-16,6-2-2 15,0 1 2-15,9-5-1 16,8 1 0-16,5-1 0 16,2-1 0-16,1-3 1 15,2 1 0-15,-3 0-1 16,0-4 1-16,-8-1 0 0,-2-4 0 16,-11-3-1-1,-3-2 2-15,0 4 2 16,-14 0 8-16,-11 1 5 0,-8 5 14 15,-3-1 6 1,3-2-15-16,3 0-12 0,5-2-1 16,6 1-7-16,5-2-1 15,4-1-6-15,4-4 1 16,6-1-52-16,0-1-138 16,24 0-61-16,9-12-145 15</inkml:trace>
  <inkml:trace contextRef="#ctx0" brushRef="#br0" timeOffset="42564.09">3182 5217 972 0,'0'0'0'0,"0"0"0"0,0 0 34 0,0 0 103 0,54 94-43 0,-44-46-58 0,-8-1 17 0,-2 1-28 15,0 4-19 1,-17 1-2-16,-5-5-4 0,-2-2-4 16,1-8-78-1,-2-12-170-15,0-13-151 0</inkml:trace>
  <inkml:trace contextRef="#ctx0" brushRef="#br0" timeOffset="43431.04">2845 5579 971 0,'0'0'3'16,"0"0"94"-16,0 0-45 15,86-55-37-15,-15 33-10 16,9-7-1-16,2 1 0 0,-3-1-4 15,-6-5-1 1,-9 0-1-16,-9-3 1 0,-10-2-1 16,-12-1 1-16,-12-2 1 15,-9 9 0-15,-9 11 1 16,-3 6 3-16,0 16 3 16,-15 2 12-16,-4 30-10 15,-5 13-7-15,4 9 26 16,-2 5-2-16,6 3 2 15,2-1-13-15,8-3-4 16,6-6-9-16,0-8-2 16,6-8 1-16,10-10-1 15,1-8 0-15,5-11 0 16,2-7 0-16,9-2 1 16,1-23 3-16,4-7-2 15,-4-7-2-15,-1-7 1 0,-5 1 1 16,-7 4 0-1,-12 13-1-15,-6 13 5 16,-3 10 14-16,0 5 38 16,0 21-58-1,-12 14 0-15,0 5 0 16,5 1 3 0,7-3-1-16,0 1-1 15,9-6-1-15,10-6-2 0,8-7 2 16,-2-11-2-16,5-6 1 0,1-3 1 15,-1-3 1-15,3-15 1 16,0-10 2-16,-5-3-3 16,-7-4 0-16,-6-3 0 15,-1 1 0 1,-9 9 5-16,-3 7-4 0,-2 11 1 16,0 10 10-16,0 0-7 0,0 17-6 0,-7 7-6 15,2 4 6-15,2 2 0 16,3-5-1-16,0-3-1 15,0-5 0-15,3-4-1 16,7-7-5-16,-2-3 7 16,5-3 1-16,5 0 1 15,2-16 0-15,8-7 1 16,2-5 1 0,1-4-3-16,2-6 2 15,0 0-1-15,-1 2 1 16,-6 8-1-1,-7 10 0-15,-8 8 6 16,-1 8-4-16,1 2-3 0,1 14 0 16,1 13 2-16,-4 3 13 15,2 2-13-15,-4 1 1 16,-4-3 2-16,-3-1-5 16,0-5 0-16,0-3-3 15,-12-3 1-15,-3-7 0 0,-1-6-74 16,-10-5-55-16,5 0-81 0,-7-10-87 15,0-13-291-15</inkml:trace>
  <inkml:trace contextRef="#ctx0" brushRef="#br0" timeOffset="43736.5">4071 5135 809 0,'0'0'66'15,"0"0"-44"-15,0 0 136 0,0 0-110 0,0 0-38 0,0 0 3 0,-46 70-4 0,50-46-3 16,13-4 0-16,11-9 1 0,2-2-1 0,3-9-4 0,1 0 3 0,-10-15-4 0,-6-7 5 0,-9-9 5 16,-9-3 2-16,0-4 16 15,-9 3 12 1,-15 5 4-16,-1 8-23 0,-4 14 1 15,-2 8-18-15,6 1-5 16,2 24-3-16,10 18-2 0,8 8-5 16,5 9-23-16,8 2-111 15,14-6-87 1,11-2-228-16</inkml:trace>
  <inkml:trace contextRef="#ctx0" brushRef="#br0" timeOffset="44224.55">5517 5323 989 0,'0'0'61'0,"0"0"-35"16,0 0 124-16,16-72-63 15,-7 62-18-15,-1 3-47 16,-2 1 11-16,-6 3 12 15,0 3 0-15,0 0-5 16,-12 2-14-16,-20 14-23 16,-10 10 5-16,-8 3 2 15,5 2 17-15,6 0-5 16,14 1-11-16,10 0-8 0,15-2-2 16,0 2 1-1,24-5-1-15,10 0-1 16,8-6-1-16,9-3 1 15,-5-2-2-15,-1-1 0 16,-11-2 2-16,-6-2-8 16,-14-1 4-16,-8-1 4 15,-2-2-3-15,-4 1-2 16,-10 3 5-16,-26 1 2 0,-12 0 0 16,-7 0-1-1,-2 2 1-15,2-1-4 16,3 4 0-16,10-4 1 15,12 0 0-15,17-3-3 0,13-2-38 16,4-5-125-16,32-3 11 16,12-1-78-16,7-23-97 0</inkml:trace>
  <inkml:trace contextRef="#ctx0" brushRef="#br0" timeOffset="46123.38">6075 5411 105 0,'0'0'659'0,"0"0"-491"0,25-90 11 15,-25 72-42-15,-4 5-8 0,-17 7-74 0,-3 6-38 0,-9 2-7 0,-6 19-3 0,5 8 3 0,1 5 4 16,6 3-5 0,11-2-3-16,7 1-5 0,9-8-1 15,0-6-2-15,5-5 0 16,14-9 2-16,9-8 0 15,5 0 2-15,4-17 2 16,3-8-1 0,-4-4-1-16,0-6 1 0,-8 1 0 15,-2-3-2-15,-13 9 4 16,-5 7 0-16,-8 5 7 16,0 12 27-16,0 4 6 15,-5 3-39-15,-7 19-5 16,-4 7-2-16,2 7 0 15,11-2 1 1,3-1-1 0,0-5 0-16,3-7 0 15,13-3-1-15,4-8-1 16,7-9 2-16,3-1 1 0,6-6 3 16,4-14 1-16,2-7-3 0,0-3 0 0,-3-2 2 15,-8-3-3-15,-3 10 5 16,-12 3-3-1,-8 9 7-15,-8 8 7 16,0 4 2-16,0 1 2 16,0 6-20-16,-12 17-9 15,-3 6 9-15,0 4 0 0,5-3 2 16,5 2-2-16,4-4 0 16,1-7-1-16,0-1 0 15,0-9 0-15,0-9-1 16,6-2 1-16,12-1 1 15,4-17 8-15,5-8-5 0,3-6-1 16,0-5 2 0,-3 0-3-16,-4 3 0 15,-5 6 2-15,-6 11 1 0,-7 6-2 16,-4 7 1-16,-1 4-3 16,0 7 0-16,0 17-10 15,0 5 10-15,-1 5 0 16,-1-3 1-16,2-1-1 15,0-5-3-15,0-4 3 16,0-7-1-16,5-4 1 0,2-6 0 16,2-4 0-16,6 0 1 15,6-5 3-15,4-13-1 16,5-8-1-16,0-4-1 16,-2-4 2-16,0-1-3 15,-8 3 6-15,-5 9-6 16,-9 8 1-16,-5 11 2 15,-1 4-3-15,0 6-8 16,-4 20-12-16,-11 5 20 16,3 6 4-16,4-4-4 15,8-3 1 1,0-3-1-16,3-9-1 16,11-4-1-16,4-6 0 15,3-6 0-15,9-2 2 0,7 0-1 16,3-13-1-16,1-6 1 0,-4-6 0 15,0-4 1-15,-7-5-1 16,-6 1 1-16,-5 3 0 16,-7 9 0-16,-6 8 2 15,-6 7 3-15,0 6-5 16,0 10-7-16,-13 23 0 16,-4 14 7-16,-1 15 1 15,8 9 7-15,-2 13-1 16,6 13-4-16,0 3-1 15,3 2-2-15,0-8 1 0,0-12-2 16,0-15 1-16,-1-20 0 16,1-14 0-16,0-16-1 15,3-16 1-15,0-1 3 16,0-12 14-16,3-25-11 16,11-12-6-16,6-15-2 15,7-12 2-15,4-16-1 16,4-12-2-16,0-9 2 15,-2 0-2-15,-3 7-2 16,-6 13 1-16,1 20 4 16,-4 22 0-16,-3 16 0 0,-2 19-1 15,-2 16 0 1,7 0-7-16,1 21 1 0,-1 13 3 16,-3 7 2-1,-9 0-1-15,-5 0 1 0,-4-3 2 16,0-4-3-16,-16-7 1 15,-8-8 1-15,0-5-1 16,-3-5 0-16,2-6 2 16,-2-3 1-16,2 0 1 15,1-7 0-15,7-8-1 16,3-2 0-16,3 0 4 16,8 1-3-16,3 2 2 15,0 4-4-15,0 3 0 16,6 2 0-16,12 5-3 15,1 0-1-15,8 0 2 16,0 0-1-16,7 5 2 16,2 2 1-16,4-5 0 15,1-2 0-15,2 0 0 16,2-4-1-16,3-12-1 16,-2-10-10-16,-3-9-16 0,-4-10-7 15,-8-12 10-15,-8-10 15 16,-10-11 2-16,-10 1 2 15,-3 12 5-15,-5 15-1 16,-14 25 2-16,-3 20 0 16,-8 10 1-16,5 33-1 15,2 16 4-15,7 11 20 16,16 2 2-16,0-2-6 16,17-4 0-16,13-4-13 15,6-6 1-15,3-8-4 16,0-8-4-16,4-10 0 0,0-12 1 15,2-9 3-15,-2-4-1 16,-4-8-1-16,0-14 1 16,-8-12-1-16,-5-2-2 15,-7-9-1-15,-11 4-1 16,-7 5 2-16,-1 11 0 16,-1 15-1-16,-16 10-2 15,-5 11 3-15,1 21 0 16,7 8 1-16,7 0 11 15,7-1-2-15,0-3-7 0,16-2 0 16,10-8-2-16,11-5-1 16,8-15-4-16,11-6-29 15,16-2-172 1,13-28-133-16,10-11-463 0</inkml:trace>
  <inkml:trace contextRef="#ctx0" brushRef="#br0" timeOffset="46941.97">10088 5453 789 0,'0'0'12'0,"0"0"30"0,0 0 70 0,0 0-71 0,0 0-15 0,0 0 10 0,0-5-7 0,4 4 12 0,10-5-4 15,10-4 5-15,12-4-3 0,3-6-25 16,-1-2-7-16,-5-5-3 16,-10-8 2-16,-6-4-5 15,-11 1 8-15,-6 2-1 16,0 6 26-16,-23 12 13 15,-6 9 16-15,-8 9-17 0,-8 16-27 16,-4 19-19 0,4 10 3-1,5 6-1-15,14 0-1 0,4-2 0 16,11-3-1-16,9-9 0 16,2-8-2-16,8-8 1 15,18-13-1-15,7-8 2 0,7 0 0 16,5-20 5-16,7-7-3 0,-3-9 0 15,-10 1-1 1,-8-5 3-16,-10-1 3 16,-12 7-6-16,-4 10 9 0,-5 10 0 15,0 13 56-15,0 2-29 16,-14 23-37 0,-2 9-5-16,2 9 3 15,6-4 0-15,8-1 1 0,0-5-1 16,23-5-7-16,10-7-9 15,15-10-127-15,13-10-102 16,11 0-123-16</inkml:trace>
  <inkml:trace contextRef="#ctx0" brushRef="#br0" timeOffset="47600.98">11202 5286 757 0,'0'0'18'0,"0"0"2"0,0 0 85 0,0 0 0 0,0 0-33 0,87-14 9 0,-80 3 33 15,-5 4 4-15,-2 4 7 0,0 1-36 0,0 2-1 0,0 7-55 0,-13 29-29 0,-5 20-2 16,-5 23 26-16,4 11 9 15,6 13-2-15,-1 13-17 0,1 5-10 0,4-2-8 0,7-6 0 0,2-20-1 0,0-30-1 16,0-20 0-16,0-24 2 0,0-17-3 0,0-2 1 0,5-31 1 0,4-19-7 0,7-19-9 16,5-15 4-16,6-21-6 0,-3-12-1 0,1-11 14 0,-4-8 5 15,-6 11-2-15,1 12 3 0,-4 26-1 16,0 30 1-16,-2 30 3 0,-2 17 0 16,4 10-3-1,10 6-3 1,8 22-2-16,3 11 3 15,0 7 2-15,-8 1 1 16,-9-1-1-16,-11-4 0 16,-5-5-1-16,0-3 0 0,-25-6 1 15,-10-6 6-15,-2-6-3 16,-6-5 1-16,-1-5 0 16,3-5-1-1,5-1-1-15,2-1 0 16,10-10-1-16,6-5-1 0,8-1-19 15,8-1-67-15,2 0-74 16,13 1-92-16,16 0 1 0,5 0-172 16</inkml:trace>
  <inkml:trace contextRef="#ctx0" brushRef="#br0" timeOffset="48313.81">11840 5223 869 0,'0'0'12'0,"0"0"60"0,0 0 47 0,79-72-68 0,-62 50-26 0,-6-1 8 16,-11 1 65-16,0 2-50 0,0 8 22 0,-16 2 7 0,-10 10-37 0,-5 0-19 0,-6 12-14 16,1 16-2-16,11 6-3 0,6 3 1 0,9 0-2 0,10 0 0 15,0-5 0-15,9-5-1 0,12-4 0 0,4-9-1 0,4-8-1 0,1-6-5 16,2 0 1-16,0-8-2 0,-4-12 2 0,-3-3 3 0,-4-4-2 0,-3-4 4 0,-5-8 2 0,-5 4 0 0,-3 4 1 15,-5 7 1-15,0 12 1 16,0 11-3-16,0 1-1 16,-13 26-14-16,2 9 9 15,-1 6 5 1,9-1 3-16,3-6-3 16,0-2 1-16,3-5-3 0,9-8 2 15,7-3 0-15,3-8 1 0,4-5 0 16,5-3 2-16,6-4 3 15,1-16-4-15,1-5-2 16,-4-7 1-16,1-7 1 16,-6-9-1-16,-8-2 1 15,-7-3-1-15,-9 7 2 16,-6 9-1-16,0 16 0 16,0 10 1-16,0 11-1 0,-3 0-2 15,-10 15-8-15,1 16 7 16,4 3-1-16,4-2 2 15,4 2 0-15,0-2 2 16,0-5-1-16,0 2-1 16,7 2 0-1,2-3-3-15,2 2 3 0,2-5 0 16,2 2 0-16,0-8-1 16,3-4-2-16,0-5-13 15,1-10-107-15,1 0-9 16,-1-6-53-16,6-14-125 15,-2-10-259-15</inkml:trace>
  <inkml:trace contextRef="#ctx0" brushRef="#br0" timeOffset="48518.99">12836 4572 650 0,'0'0'176'0,"0"0"-64"0,0 0-56 0,-55 114 68 0,40-39-22 0,3 2-39 15,11 1 15-15,1-1-23 0,0 4 2 0,0-3-47 0,4-5-6 0,-1-7-4 0,3-9 0 16,-3-13-7-16,-2-13-137 16,-1-16-167-16,0-15-255 15</inkml:trace>
  <inkml:trace contextRef="#ctx0" brushRef="#br0" timeOffset="48696.88">12679 5164 905 0,'0'0'29'0,"0"0"-24"16,91-35 12-16,-38 20-16 0,5-10-2 15,9-5-83-15,12-4-305 16</inkml:trace>
  <inkml:trace contextRef="#ctx0" brushRef="#br0" timeOffset="49651.95">13700 4979 536 0,'0'0'403'0,"0"0"-401"0,0 0 85 0,0 0-19 16,0 0-57-16,-74 110 44 15,46-51 13-15,5 3-19 16,6-6 0 0,11-9 3-16,6-7-18 0,8-11 2 15,25-14-22-15,16-10-3 16,14-5 0-16,5-24-2 16,1-12-5-1,-12-9-4-15,-16-5 4 0,-20-3-2 16,-19-6 6-16,-2 3-3 15,-23 9 6-15,-10 8-5 16,-4 22 40-16,0 12-12 16,1 7-13-16,0 30-21 15,6 13-3-15,10 8 2 0,12-2 1 16,8-4-1-16,9-3 1 16,22-11-2-16,14-10-2 15,6-14 2-15,12-9-4 16,5-4-1-16,-1-24-55 15,0-11 0-15,-10-9-33 16,-6-7 32-16,-13-11 21 16,-11-9 38-16,-12-14 4 15,-10-4 7-15,-5 6 3 16,0 18 6-16,0 29 32 16,-2 23 28-16,-4 17 31 0,0 23-95 15,-1 39-5 1,1 30-7-16,6 20 33 0,0 18-8 15,0 8 1 1,12 9-3-16,0 8-15 16,-6 0-8-16,0 10-1 15,-6-3-9-15,-6-19-25 0,-18-24-220 16,-12-33 226-16,0-35 29 16,-1-19 2-16,4-25 7 15,0-7 19-15,2-33 29 16,-2-16 6-16,3-18-36 15,7-16-7-15,12-17 8 16,11-5 15-16,12-6-22 16,27 3-14-16,22 8-7 0,15 8-4 15,12 6-4-15,12 7-84 16,3 4-99-16,3 5-71 16,-8 2-60-16,1 0-437 15</inkml:trace>
  <inkml:trace contextRef="#ctx0" brushRef="#br0" timeOffset="49899.77">15461 4511 1232 0,'0'0'28'0,"0"0"-11"0,0 0 121 0,-65 105-39 0,56-39-34 0,2 11-8 0,3 6-30 0,-2-1-8 16,-4 3-12-16,-1-10-7 0,-3-7-1 0,2-13-6 16,2-15-54-16,4-15-148 0,1-16-62 0,1-9-200 0</inkml:trace>
  <inkml:trace contextRef="#ctx0" brushRef="#br0" timeOffset="50489.35">15113 5035 1069 0,'0'0'75'0,"0"0"60"16,0 0 75-16,0 0-184 16,0 0-25-16,125-47-1 0,-49 30 1 15,2-7-1 1,-6-6-2-16,-7-9 1 16,-2-5-1-16,-8-8-3 15,-7-4-25-15,-13 0-13 16,-13 12 28-16,-15 10 14 0,-7 18 1 15,0 12 20-15,-12 4 20 16,-16 26-40 0,-7 18 2-16,0 20 22 0,5 5 3 15,13-3-13 32,7 0 5-47,7-7-9 16,3-10-9-16,0-10 0 0,12-8 0 0,1-12-1 0,6-8-2 0,3-11 2 15,4 0 2-15,9-17 1 0,1-11 3 16,2-8-5-16,1-6-1 16,-5 1 0-16,-5 7 2 15,-10 14-1-15,-11 9 1 16,-5 11 6-16,0 6-8 0,1 24 10 16,4 8-7-16,5 5 26 15,4-4-17-15,8-7 0 16,5-5-6-16,2-9-3 15,1-6-1-15,3-8 1 16,-3-4-2-16,-4-6 2 16,-1-17-1-16,-3-5 4 0,-4-8-4 15,-5-3-2-15,-4-1 2 16,-4 1 0-16,-7 14-1 16,-1 10 1-16,0 15 2 15,0 0-4-15,-12 27-12 16,-3 13 12-16,5 7 7 15,4 0-7-15,6-3 0 16,13 1 0-16,26-6-3 16,19-5 3-16,18-9-36 15,11-12-180-15,10-13-192 16</inkml:trace>
  <inkml:trace contextRef="#ctx0" brushRef="#br0" timeOffset="51281">17342 4934 723 0,'0'0'117'0,"0"0"-94"0,0 0 195 15,0 0-59-15,0 0-110 0,0 0-38 0,-28 89 76 0,23-6 34 0,4 6-34 0,1 13 1 16,0 4-40-16,0 4-16 0,4 1-8 0,2-5-16 31,-3-10-6-15,1-11-1-16,-2-18-1 0,2-24 0 0,1-21 0 0,-2-16-6 0,1-6-22 16,1-22-33-16,-2-21 9 15,1-19-72-15,-4-13 13 16,0-9 41-16,-7-13-1 15,-7-16 37-15,4-12 21 16,0-6 11-16,10 12 2 16,0 15 1-16,13 28 1 15,13 22 10-15,9 21 11 16,2 14 8-16,7 11 8 0,0 8-5 16,3 8-12-1,-7 17 17-15,-6 11-5 0,-14 3-6 16,-10 5-8-1,-10 2 11-15,-12 1 4 0,-22-3-9 16,-13-3-8-16,-2-8 3 16,-1-6-11-16,14-9-7 15,8-4-3-15,14-10 0 16,8-3-1-16,6-1-12 16,0-5-77-16,17-17-80 15,17-11-86-15,15-4-4 16,6-4-95-16</inkml:trace>
  <inkml:trace contextRef="#ctx0" brushRef="#br0" timeOffset="52128.58">18016 4848 870 0,'0'0'206'0,"0"0"-162"0,0 0 173 0,0 0-135 0,-91 16-33 0,66 23-9 0,8-3-2 16,4 4 1-16,10-4-16 15,3-1-18-15,3-6 4 16,24-2-4-16,7-5-4 0,12-7 3 16,4-10-2-1,3-5 0-15,-5-2-4 16,-12-19 1-16,-15-3-22 0,-15-13 0 16,-6-1 19-16,-24-3 2 15,-17 3 4-15,-6 10-2 16,-5 12 0-16,8 12 2 15,7 4-3-15,7 14 1 16,17 15-5-16,10 8-3 16,6 3-1-16,30-2 6 15,22-1-1-15,14-10 3 16,13-3-15-16,1-12-74 16,-5-8-41-16,-8-4 4 15,-6-9 15 1,-10-15 29-16,-8-9 31 15,-10-5 44 1,-11-6 8-16,-11-3 9 16,-11 1 69-16,-3 10 20 15,0 13 22-15,-3 13 57 0,-6 10-71 16,-5 22-85-16,-4 29-16 16,-1 28 23-1,7 17 34-15,9 10-30 16,3 10-1-16,0 1-12 15,0 0-13-15,0-4-6 16,0-7 0-16,0-2 0 0,0-15-1 16,0-15-3-16,0-29 0 0,0-29-48 0,0-16 46 15,0-35-14-15,6-19 1 16,9-21-18-16,0-16 22 16,1-14 8-16,1-14 3 15,-4-11 4-15,-3-10 4 16,-4-2-2-16,-1 13 7 15,0 20-7-15,3 29 9 0,-2 29-2 16,5 22 12-16,2 18 5 16,4 11-26-16,12 8-8 15,9 22 3-15,5 8 4 16,-3 6-2-16,-5-3 1 16,-15-1 1-16,-9-3 0 15,-11-4 1-15,-12-2 1 16,-30-6 2-1,-12 0 4-15,-13-6 7 0,2-7-9 16,1-2-2-16,14-4-3 16,6-6-1-16,14 0-18 15,15 0-156-15,15-3-119 16,4-15-209-16</inkml:trace>
  <inkml:trace contextRef="#ctx0" brushRef="#br0" timeOffset="53302.27">19653 4984 643 0,'0'0'16'0,"0"0"158"0,0 0-88 0,72-80 19 0,-64 57-22 0,-6-1-4 15,-2 2 23-15,-2 5-9 0,-17 6-23 0,-8 7-8 16,-7 4-32-16,-8 4-16 0,-5 23 17 0,-3 6-8 0,4 16 4 16,6 3-15-16,8 3-1 46,13-2-5-46,14-4-5 0,5-6 0 0,21-7 0 16,17-9-2-16,17-13-2 0,4-12-2 0,2-2 1 0,-1-26-13 0,-3-15-26 0,-6-10 18 16,-11-12 3-16,-10-10 16 0,-11-10 6 0,-7-14 2 0,-10-5 3 0,-2-5-4 15,0 1 7-15,-2 17-8 0,-10 21 6 0,6 25 1 0,0 27 19 16,-4 16-14-16,-4 33-12 16,-3 26 0-16,3 19 3 0,6 6 7 15,8 7-3-15,11-1 2 0,17-6-6 16,11-12-1-16,9-11-1 0,4-13 0 15,5-13-1-15,0-14 1 16,-8-17-1-16,-7-4-1 16,-5-16-6-16,-6-18 0 15,-2-5 4-15,-10-11 3 16,-10-2 6-16,-5-2-2 16,-4 8 3-16,0 12-1 15,0 13-2-15,-1 13 18 0,-7 8-10 16,-2 22-12-16,-5 16 0 15,3 15 0-15,5 0 3 16,7-4-2-16,0-4 1 16,21-5-2-16,5-3-1 15,6-12 0-15,2-11 0 16,1-8 1-16,2-6 0 16,3-6-1-16,-4-19 3 15,1-11-2-15,1-10 1 16,-3-7 0-16,5-4 2 15,-4 3 0-15,-6 9-1 16,-8 19-2-16,-8 13 0 16,-9 13-1-16,-1 13-2 15,6 22 2-15,-1 10 1 16,-3 4 9-16,-1-5-6 16,-5-5-3-16,0-3 0 15,0-8-1-15,0-1-1 0,0-10-38 16,-14-7-141-16,-2-10-157 15,-4-2-155-15</inkml:trace>
  <inkml:trace contextRef="#ctx0" brushRef="#br0" timeOffset="53452.87">20489 4480 1143 0,'0'0'38'0,"0"0"-36"0,0 0 71 0,0 0-73 0,0 0-20 0,0 0 13 16,49 63-141-16,-17-30-178 16</inkml:trace>
  <inkml:trace contextRef="#ctx0" brushRef="#br0" timeOffset="53645.64">20760 4788 735 0,'0'0'23'0,"0"0"-17"0,0 0 43 16,0 0-49-16,0 0-70 16,0 0-61-16,-2-17-39 15,2 17-130-15</inkml:trace>
  <inkml:trace contextRef="#ctx0" brushRef="#br0" timeOffset="54008.16">21063 4309 652 0,'0'0'301'16,"0"0"-243"-16,0 0 169 16,0 0-165-16,0 0-58 15,-36 85 68-15,34-26-5 16,2 9-4-16,0 5-22 15,2 6 19-15,10-1-34 16,1-6-22-16,-2-6-2 16,-2-13-2-16,-2-7-2 15,-1-11-5-15,-4-10-34 16,-1-13-135-16,-1-8-91 16,3-4-209-16</inkml:trace>
  <inkml:trace contextRef="#ctx0" brushRef="#br0" timeOffset="54162.38">21063 4732 1212 0,'0'0'65'0,"0"0"138"15,0 0-82-15,0 0-103 16,0 0-18-16,0 0-4 16,114-12-1-16,-73 21-89 15,-10 0-122-15,-4 0-70 16,-10 3-132-16</inkml:trace>
  <inkml:trace contextRef="#ctx0" brushRef="#br0" timeOffset="54629.25">21318 4853 835 0,'0'0'18'0,"0"0"27"0,0 0 129 16,-6-86-94-16,6 66 5 16,8 5-41-16,3 3 15 15,0 5-14-15,-1 4-23 16,2 3-9-16,0 0-6 15,3 22-7-15,1 11 0 16,1 9 9-16,-7 5-3 16,-5 0-2-16,-5-4-4 15,0-2-2-15,0-9 2 16,-11-7 0-16,1-13-1 16,4-3 1-16,3-8 3 0,3-1 1 15,0-5 14-15,0-20-8 16,8-11-10-16,6-8 0 15,4 1-6-15,2-1 0 16,-1 0-25-16,-2 7-12 16,-3 10-37-16,-3 13-5 15,-2 11-17-15,0 3-80 16,-3 5-46-16,3 9-180 16</inkml:trace>
  <inkml:trace contextRef="#ctx0" brushRef="#br0" timeOffset="54842.84">21645 4810 814 0,'0'0'209'0,"0"0"-130"0,0 0 131 15,0 0-163-15,0 0-47 16,0 0 0-16,0 57 9 16,3-31-8-16,1-3 0 15,2-5-1-15,3-4-2 16,-3-3-59-16,-2-7-175 15,4-4-84-15</inkml:trace>
  <inkml:trace contextRef="#ctx0" brushRef="#br0" timeOffset="54938.97">21652 4542 793 0,'0'0'30'0,"0"0"17"0,0 0 47 16,0 0-94-16,0 0-26 15,0 0-59-15,-19-8-175 16</inkml:trace>
  <inkml:trace contextRef="#ctx0" brushRef="#br0" timeOffset="55454.98">22058 4415 1135 0,'0'0'52'0,"0"0"-2"16,0 0 1-16,0 0 45 15,30 100-13-15,-8-46-50 16,5 9 10-16,-6-3-22 16,0 3-5-1,-8-7-15-15,-2-8-2 0,-7-14 0 16,-2-10-4-16,-2-9-4 15,0-8-13-15,0-4-15 16,0-3-5-16,0 0 37 16,0-14 5-16,0-10 0 15,0-2-2-15,0-4 0 0,10-1-1 16,6 6 3-16,5 0-3 31,0 6 3-31,3 9-1 16,-3 4-1-16,-6 6 2 0,4 0 0 0,-4 4 2 15,6 17 7 1,-5 3 2-16,0 2 1 0,-3 5-5 16,-7-2 9-16,-6 1-10 15,0-5-1 1,-2-3 4-16,-20-3 3 16,-3-5 1-1,-8-2 1-15,-2-2-8 0,1 0-6 16,4-4-1-16,11-2-23 0,7-1-153 15,7-3-115-15,5 0-271 16</inkml:trace>
  <inkml:trace contextRef="#ctx0" brushRef="#br0" timeOffset="56205.35">23092 4606 843 0,'0'0'36'0,"0"0"9"16,0 0 89-16,0 0-31 0,0 0-41 0,0 0-20 0,6-4 34 0,-6 0 29 0,3 0-33 0,-2-4-13 0,4 1-27 0,-1-2 22 0,-1 2-35 0,-3 4 2 16,0 3-1-1,0 0-12-15,0 0-8 0,-12 24-6 16,-11 18-3-16,-3 12 8 0,1 8 2 16,10-3-1-1,10-6 1-15,5-1-1 16,0-7 1-16,15-8-1 0,8-8 0 15,-1-10 0-15,3-13 0 16,2-6 0 0,3-2 0-16,0-25-6 15,0-7-14-15,-9-11 13 16,-8-5 6-16,-7-6-6 16,-6-8 5-16,0-2 1 0,-16 10-1 15,-5 16 2-15,-3 18 0 16,-3 18-2-16,-4 4-3 15,-2 28 1-15,9 16-2 16,7 8 5-16,16 1 1 16,1-3 0-16,10-3 2 15,16-11-1-15,2-6 1 0,6-12-2 16,1-4 0 0,1-11 4-16,0-3-3 15,-2-3-2-15,1-16-4 0,0-6 1 16,-4-6-8-16,-4-8-3 15,-4-11 7-15,-7-6 8 16,-4 1-2 0,-6 11 2-16,-5 17 4 15,-1 15 0-15,0 12 11 16,0 2-15-16,-4 29-10 0,-8 13 10 16,1 11 8-16,4-4-4 15,7-1-4-15,0-9-1 16,6-2 0-16,6-8-5 15,7-5-39-15,2-9-125 0,8-8-74 16,2-9-99-16,0 0-338 16</inkml:trace>
  <inkml:trace contextRef="#ctx0" brushRef="#br0" timeOffset="57092.28">23908 4569 865 0,'0'0'58'0,"0"0"107"0,0 0-95 0,0 0-44 0,0 0 67 0,-28 97-51 0,23-57-28 0,-1-5-8 0,5-5 4 16,-2-6-6-16,1-6-4 16,1-3 0-16,1-8-1 15,0-4 1-15,0-3-2 16,0 0-1-16,7-4-7 0,18-19-46 15,5-4-18-15,8-9 16 16,-4-3 16-16,-3-3 13 16,-4 7 7-16,-8 5 22 15,-6 14 7-15,-9 6-1 16,-2 4 44-16,-2 6 27 16,0 0-32-16,0 2-45 15,0 22-5-15,3 6 5 16,4 1 7-16,2 0-6 15,4-2 1-15,5-5-2 16,1-4 0-16,1-6-2 16,1-5-1-16,4-8-13 15,-4-1-35-15,3-6-3 16,0-14 19-16,-8-10 21 16,4-7 10-16,-10-6 2 0,-3 1 2 15,-7 7 1-15,0 11 17 16,0 7 66-16,-1 11-38 15,-9 4-23-15,2 2-17 16,1 11-6-16,1 12-2 16,1 12 0-16,5 0 2 15,8 3 0-15,13-5-3 0,1-3 2 16,5-10-25-16,1-3-45 16,3-9 1-1,-1-8-16-15,-4 0 26 16,-7-8 9-16,-7-18 42 15,-5-6 9-15,-7-10 7 16,0-7 70-16,-20-7 4 16,-9 2-6-16,-3-4-2 0,-3 4 1 15,2 1-33-15,7 4-5 16,6 3-12 0,5 5-19-1,9 2-4-15,6 1-1 16,3-2 0-16,24-2-7 0,9 0-34 15,6 1-30-15,7 1-7 16,3 3 21-16,-4 8 19 0,-7 9 25 16,-15 9 8-16,-8 11 5 0,-8 3 5 15,-2 34-4-15,-4 21 10 16,-1 13 46-16,-1 5-19 16,-2 4 21-16,0-2 5 15,4 0-16-15,4-6-15 16,2-3-18-16,0-7-7 15,0-9-8-15,1-6-1 16,-2-10-4-16,2-11-23 16,1-13-211-16,3-11-177 0</inkml:trace>
  <inkml:trace contextRef="#ctx0" brushRef="#br0" timeOffset="57385.13">24641 4254 885 0,'0'0'32'0,"0"0"1"0,0 0 97 0,0 0-108 0,0 0-22 0,120-20-6 0,-72 20 1 16,0 0-106-16,-1-2-200 0</inkml:trace>
  <inkml:trace contextRef="#ctx0" brushRef="#br0" timeOffset="57639.85">25210 3804 903 0,'0'0'6'0,"-37"-73"149"0,33 44-26 15,4 5-41-15,0 6-9 16,11 0-66-16,15 3 4 16,8 7-2-16,5 6-15 15,3 2 0-15,1 0-5 16,-3 14 2-16,-7 6 3 16,-3 5-2-16,-5 10 0 15,-8 7 2-15,-10 6 0 16,-7 4 0 15,-6 1 0-31,-18-2 4 0,-6-5 4 0,1-4 10 0,3-2 5 16,3-4-6-16,9-1-10 15,5-3-1-15,9 0-6 0,0-4-1 16,0 1-1-16,12-5-31 16,6 0-181-16,-3-7-136 15,0-2-399-15</inkml:trace>
  <inkml:trace contextRef="#ctx0" brushRef="#br0" timeOffset="57954.98">25440 4463 782 0,'0'0'74'15,"0"0"-18"-15,0 0 20 16,0 0 4-16,0 0 6 15,0 0-50-15,-30 78 18 0,30-60-6 16,8 1-17 0,8-5 2-16,2-4-14 0,2-5 13 15,5-5 14 1,0 0-8-16,-5-9-5 0,1-9-2 16,-5-8 2-16,-12-3-3 15,-4 0-26-15,-3-3-4 16,-30 10-11-1,-13 7-12-15,-18 9-182 0,-13 6-174 16</inkml:trace>
  <inkml:trace contextRef="#ctx0" brushRef="#br0" timeOffset="59749.07">17110 4185 607 0,'0'0'3'0,"0"0"13"0,0 0 63 16,0 0-46-16,0 0-7 0,0 0 19 0,55 26 13 0,-27-42-13 0,2-3-14 16,-5-7-13-16,-6-3-7 15,-8 0 19-15,-10-2 9 16,-1-2-4-16,-12 6-8 16,-18 8 15-16,-6 8-9 15,-8 11-6-15,-1 13-23 16,0 16-4-16,5 6-1 15,6 2-1-15,7-2 1 0,6-1-3 16,11-3 0 0,8-6 1-16,2-7-7 0,8-10-18 15,20-8 1-15,9 0 13 16,8-7 5-16,1-12-1 16,6-2-16-16,-8-1 20 15,-7 1 1-15,-11 5 2 16,-9 6 3-16,-8 6 0 15,-6 4 8-15,-3 12 2 16,0 21-6-16,0 13 16 16,0 10 2-16,-6 4-8 15,-10 2-5-15,-5 0-3 16,-1-11-5-16,-1-13 1 0,7-10 0 16,3-13 2-1,8-10 1-15,5-5 4 16,0 0 7-16,2-18 25 0,17-12-29 15,12-12-12-15,10-11-4 16,4-6 1-16,4-8 3 16,-3-6-3-16,-6 8 2 15,-7 8 1-15,-12 14 0 16,-9 20 1-16,-5 13 28 16,-7 10 32-16,0 6-44 15,0 17-14-15,-9 11-2 16,-1 1 8-16,0 2-8 15,2-3-1-15,2-3 0 16,1-4 0-16,4-5-3 16,1-6-131-16,0-8-79 15,0-8-99-15</inkml:trace>
  <inkml:trace contextRef="#ctx0" brushRef="#br0" timeOffset="59941.3">17482 3851 489 0,'0'0'451'0,"0"0"-451"16,0 0-3-16,0 0-10 0,0 0 9 0,0 0-169 0,15 91-388 0</inkml:trace>
  <inkml:trace contextRef="#ctx0" brushRef="#br0" timeOffset="60763.32">17725 3965 1116 0,'0'0'0'0,"0"0"-5"0,0 0 5 16,0 0 0-16,0 0 39 15,53 102-23-15,-33-65-2 16,-7-1-6-16,1-3-5 15,-6-7-1-15,-1-6-1 16,-2-5-1-16,0-9-1 16,-3-4 1-16,-1-2 0 0,1 0 8 15,1-6 8-15,2-15-9 16,1-8-6-16,-5-3 1 16,4-1 6-16,-1 5-8 15,-4 8 10-15,0 12 21 16,0 4 24-16,0 4-11 15,0 0-44-15,0 12-3 16,4 8 0-16,1 0 3 16,4-3 0-16,6-3 1 15,1-5-1-15,7-5 3 16,2-4-3-16,6 0-1 16,-1-3 0-16,1-14 1 15,-1-4 0-15,-7-3-1 0,-5-5 1 16,-8-2-1-16,-7-3-1 15,-3 5 4-15,-1 5-1 16,-13 11-1 0,-5 10 4-16,-1 3-2 15,-4 13-2-15,5 16-2 0,6 2 2 16,8 1-1-16,5-3 1 16,0-3 0-16,17-5-1 15,3-3-2-15,6-9 3 16,0-5-1-16,4-4-2 15,-1 0 2-15,-1-17-3 16,-1-4 2-16,0-5 1 16,0-5 2-16,0-2-3 15,-2-1 4-15,-4 3-1 0,-3 6-1 16,-8 9 3-16,-3 9-1 16,-2 5 0-16,-4 2 3 15,1 0-5-15,1 9-3 16,2 7 3-16,-2 2 0 15,3-2 0-15,-2-2 0 16,0 0 0-16,-2-4 0 16,4-3 0-16,-2-5 0 15,6 0-1 1,3-2-3-16,5 0-6 16,7-8 4-16,8-12-22 0,3-3 2 15,1 0 11-15,-3 0 5 16,-10 6 8-16,-7 9 2 0,-11 4 1 15,-6 4 4-15,0 0 9 16,0 5-10-16,0 6 10 16,4 6 8-16,3 2-18 15,-1-3-4-15,0 3-2 16,4-2-31-16,-2-6-238 16,-3-10-335-16</inkml:trace>
  <inkml:trace contextRef="#ctx0" brushRef="#br0" timeOffset="61009.78">19599 3916 1226 0,'0'0'0'0,"0"0"-20"0,0 0-103 16,0 0-528-16</inkml:trace>
  <inkml:trace contextRef="#ctx0" brushRef="#br0" timeOffset="64506.84">13669 15041 589 0,'0'0'156'0,"0"0"-156"0,0 0 130 16,0 0-13-16,0 0-56 15,0 0 19-15,0 0-16 16,-15-59-11-16,15 51-9 16,0 0-9-16,0 0-11 15,0 1 10-15,0-3 0 16,3 4-15-16,7 0-8 16,4-1 5-16,3 4-12 15,6 2 12-15,1 1-11 0,6 0 5 16,3 0-1-1,4 9-6-15,1 2 3 0,4 0-6 16,7 1 12 0,1 1-3-16,7 0 5 0,2 2-6 15,12-2-1-15,9 1-1 16,9-2 1-16,8-2-5 16,11-3-2-16,4-4 2 15,7-2 2-15,11-1-4 16,7 0 2-16,8 0 35 15,13 0-27-15,3 0-2 16,9 0-7-16,6 0-1 16,2 0 0-16,-1 0-5 15,-4 0 5 1,3 0 1-16,5 0 1 0,-1 0 5 16,11 0-7-16,-1-1-5 15,1-8 4-15,-5-4 1 16,6-1 2-16,1-6-1 0,4 1 1 15,4-5-2-15,-3 3-4 16,-6-5 3 0,0 1 2-1,-1-2 0-15,-3 1 3 0,6 1-4 16,-5 0-2-16,-6-1-1 0,-4 2 3 16,0 2 0-16,-3 0 3 15,-1 3-1-15,4 0-2 16,-6 1-2-16,-6 5 0 15,-4 0 1-15,-10 1 1 16,6 2 1-16,-5-2 1 16,3 3 0-16,0-1-2 0,-5 4-3 15,0 0 1-15,-7 1 2 16,1 1 0 0,0 1 1-16,3 2 3 15,2-2-2-15,1 1-2 0,5 1 0 16,-6 0-2-16,2 1 2 15,-2 0 0-15,1 0 1 16,2 0 5-16,1 0-4 16,3 0-2-16,0 1-3 15,-6 6 2-15,-1 2 1 0,-3 0-1 16,-2 1 2-16,2 1 1 16,4 1 1-16,3-1-3 15,0 2 0-15,-1-1-3 16,-1 0 2-1,-2 2 1-15,-4-1 0 0,6 1 1 16,3 1 2-16,4-2 0 16,3 0-3-16,-2-1-4 15,-3 1 4-15,1-1-3 16,-6 0 3-16,4-2 5 16,-1 0-3-16,4-1-2 15,1 0 0-15,-3 1-3 16,-2-1 2-1,-9-1-1-15,-4 0 2 16,-4-2 2-16,0-2 2 16,-3-2-4-16,1-1 0 0,-6-1-2 15,-5 0 1-15,-6 0 0 16,-7 0 1-16,-5 0 0 0,-8 0 0 16,-9 0 0-1,-6 0 2-15,-4-1 0 16,-7-2-1-16,-6 0-1 0,-12 0 2 15,-12 0-4-15,-14 2 2 16,-13-1-2-16,-9 2 1 16,-8 0 1-16,0-1-16 15,0-3-41-15,-20-3-83 16,-14-1-49 0,-6-1-96-16,-7-3-208 0</inkml:trace>
  <inkml:trace contextRef="#ctx0" brushRef="#br0" timeOffset="66222.16">22273 14225 626 0,'0'0'149'16,"0"0"-133"-16,0 0 160 0,0 0-55 0,0 0-34 0,0 0 6 0,-12-67-25 0,10 65 16 0,2 2-22 0,0 0-20 0,0 0-17 0,0 14-1 0,0 18-21 0,0 10 67 0,3 12-23 0,2 3-25 16,-1 4 6-16,1 2-5 0,-1-2-15 15,4-4-3-15,-4-7-4 16,1-10-1-16,-1-9-3 15,2-10-2-15,6-6-57 16,-5-5-122 0,4-8-85-16,-6 0-122 15</inkml:trace>
  <inkml:trace contextRef="#ctx0" brushRef="#br0" timeOffset="66685.25">22162 15218 752 0,'0'0'175'0,"0"0"-173"16,0 0 214-16,0 0-67 15,0 0-94-15,0 0-6 0,-25-41-27 16,23 76 13-1,-1 8 30-15,-2 8-23 0,-1 2-4 16,0 1-14-16,1 1-8 16,2-4-16-16,0-10 0 15,3-8-1-15,0-11-4 16,0-8-52-16,15-14-100 16,10 0 17-1,7-20-38-15,-1-8-115 0,-1-7-197 16</inkml:trace>
  <inkml:trace contextRef="#ctx0" brushRef="#br0" timeOffset="67628.97">22392 15252 909 0,'0'0'194'0,"0"0"-184"0,0 0 178 16,0 0-138-16,0 0-23 15,0 0 56-15,-56 100-37 16,56-65-12-1,0 2-6-15,1-3-13 0,14-8-8 16,4-6-7 0,4-9 3-16,5-7-6 0,6-4 2 15,2-4-2-15,4-18-6 16,-7-7-24 31,-3-6-2-47,-16-5 18 0,-7 3 12 0,-7 0 5 0,-4 1 2 0,-19 5 4 15,-2 6 12-15,-7 4 6 0,2 5 21 0,2 4-19 16,6 6-10-16,7 0 2 16,6 5-12-1,6 1-6-15,3 0-4 16,3 0-16-16,21 4 0 16,10 8 16-16,4 0-30 0,2-2-16 15,-2-3-32-15,-5-3-12 16,0-2 38-16,-6-2 28 15,-2 0 19-15,-10-2 9 16,0-4 0 0,-9 4 2-16,-4 2 15 15,-2 0 48-15,0 0 22 0,0 0-6 16,0 8-54-16,0 9 0 16,0 3-1-16,3-1-15 0,9-2-9 15,9-4 2-15,4-1-4 16,5-8 0-16,2-4-2 15,3 0 0-15,-1 0-1 16,-2-6-8-16,-10-5-15 16,-3-4 12-16,-10 1 11 15,-4 0 3-15,-5-2 0 16,0-2 5-16,-6 4-1 16,-12-3-3-16,3 3-1 15,-4 2 4-15,2 2 5 16,-1 2 2-16,0 0-10 15,6 4-1-15,5 4 1 16,5-1-1-16,2-2 0 16,0 0-2-1,2-5-11-15,16 2-4 16,6-2 15-16,1 0-7 0,2 4-16 0,-5 1 5 16,-1 2 6-16,-2 1 2 15,0 0 9-15,-3 0 1 16,3 2 1-16,-5 6 0 15,-2 0 1-15,-1 2 1 16,0 3-1-16,1 1 1 16,-2 0 0-16,4 2 10 0,2-3 0 15,2-1-5-15,5-4-3 16,2-4-1 0,2-4-1-16,5 0 0 0,0-10 0 15,1-11 1-15,-7-2 1 16,-5-1 3-16,-9-2 34 15,-9-1 50-15,-3 1-10 16,0-1-41-16,-23 5-8 16,-10 6-10-16,-11 9-21 15,-8 7-1-15,-4 17-27 16,3 22-125-16,-2 12-182 16,-5 8-418-16</inkml:trace>
  <inkml:trace contextRef="#ctx0" brushRef="#br0" timeOffset="69972.27">23565 15879 298 0,'0'0'65'0,"0"0"35"0,0 0 5 0,0 0-19 0,0 0 1 0,0 0-11 0,0 0 4 0,0 0-21 0,-25-10 20 0,22 9-20 0,0 1-9 0,1-1 26 0,2 1-39 0,0 0-6 0,0 0-8 0,0 0 2 15,0-2-6-15,0 0-4 16,2-2-5-16,11 0-9 16,6 1 3-16,8 2 1 15,3 1 2-15,0 0-7 16,0 1 3-16,-4 9-3 16,-2 2 0-16,-4 1 2 15,-4 0 0-15,-5 1-2 16,-8-5 0-16,-3 5 1 15,0-2 0-15,-11 2 4 16,-13 2 19-16,-5-3-17 0,2-1-2 16,1-4-5-16,7-2 1 15,4 0-1-15,6-3 0 16,3-1 0-16,6 2-5 16,0-1-8-16,0 4-12 15,9 2 1-15,12 4 12 16,4 1-16-16,5 6 5 15,3 2-9-15,0-1-18 16,-2-1-8-16,-6-1-4 16,-10-5 29-16,-4-5 23 15,-11-5 10-15,0-3 4 16,-21-1 90-16,-11 0-9 16,-12 0-33-16,0 0 7 15,-2 0-19-15,9 0-15 0,4 0-14 16,6 0-5-1,9-3-6-15,10 3-2 0,5 0-18 16,3 0-100-16,0 0-110 16,16 0-44-16,9 0-196 15</inkml:trace>
  <inkml:trace contextRef="#ctx0" brushRef="#br0" timeOffset="70321.64">24208 15906 1033 0,'0'0'31'0,"0"0"23"0,0 0 97 0,0 0-139 0,0 0-6 0,0 0 35 16,-82 81-10-16,77-51-5 15,5-3 0-15,0 3-3 16,0-5-17-16,23-2 0 15,6-11-6-15,13-8 0 16,10-4 0-16,7-12 2 16,-3-13-2-16,-6-8-5 15,-13-2-7-15,-18-3 8 16,-10-1 4-16,-9 1 5 16,-9 7-1-16,-16 6 0 15,-8 10-4-15,-3 9-2 0,4 6-25 16,2 4-51-16,10 18-23 15,10 4-63 1,10 4-39-16,0 1-131 0</inkml:trace>
  <inkml:trace contextRef="#ctx0" brushRef="#br0" timeOffset="71091.95">24718 15985 1249 0,'0'0'30'16,"0"0"-21"-16,0 0 148 0,0 0-129 16,0 0-28-16,0 0 1 15,33-10 1 1,-23 30 7-16,-2 0 2 16,-4-2 0-16,2 1-4 0,-4-2-6 15,-1-2-1-15,-1-6 1 16,0-4-1-16,5-4-1 15,-1-1 1-15,5-1 0 16,7-18 2-16,1-6 5 16,7-5-7-1,-5 2 1-15,-5 5 1 0,-7 9-1 16,2 7 0-16,-8 6 4 16,-1 1 2-16,0 0-7 15,0 0-2-15,2 0-8 16,-1 12 10-16,4 5 3 15,1-1-3-15,-1-2-1 16,3-2 1-16,-3-5 0 16,4 0 0-16,-2-7 0 15,5 0 1-15,0 0 1 0,7-18-1 16,1-1 0-16,-1-3 1 16,-4 1-1-1,-1 5 0 1,-7 3 1-16,-1 7 0 0,-6 3-2 0,0 3 4 15,0 0-4-15,3 0-5 16,0 0-3-16,0 13 8 16,0 3 0-16,4-1 1 0,1 2-1 15,-2-4 0-15,3-3-1 16,1-3 1 0,2-4 0-16,3-3 0 15,3 0 2-15,2-10 1 16,2-9 0-16,-4-3-2 15,1-5-1-15,-3-7 2 16,-4-8-1-16,-5-8 0 16,-7-4-1-16,0 2 1 15,0 10 1-15,0 15 5 0,-5 15-6 16,3 12 26-16,-1 2 34 16,2 31-60-1,1 16-1-15,0 17 24 0,0 0-20 16,9 1 2-16,2-4-6 0,0 1-3 15,4 6-103 1,0-1-221-16,-4-12-42 16</inkml:trace>
  <inkml:trace contextRef="#ctx0" brushRef="#br0" timeOffset="76423.86">14998 14182 622 0,'0'0'124'0,"0"0"-8"0,0 0-11 16,0 0-48-16,0 0-10 0,0 0-18 0,-6 0-1 0,6 0 14 0,-2 0-3 0,2 0-9 0,0 0 3 0,0 0-10 0,0 0-9 15,0 0-4-15,8 1 23 0,1 3 4 16,7 0-16-16,1 2-10 16,1-1 3-16,2-2-5 15,0 0-2-15,1-2 3 16,-4-1-3-16,5 0 0 16,-3 0 0-16,-2 0 0 15,5 0 0-15,-1 0 4 16,5-5-4-16,4-2-2 15,8-1 2-15,4-4-5 16,4 0 2-16,3-4-1 16,2 0 0-16,-3 1-3 0,-1-1-1 15,-3 1 1-15,-1-1 0 16,-4 4 0-16,-1-3-2 16,2 0 1-16,-1 0 1 15,2-5 0-15,2 0 1 16,-1-2-1-16,1-3 0 15,2 0 1-15,0-2 1 16,2 0 0-16,1-1-1 16,0 3-1-16,-2-1 1 15,0 4 0-15,-5-1-1 16,-5 3 1-16,-4 2-1 16,-3-2 1-16,4-1-1 0,2-2 0 15,2-1 1 1,7-2-2-16,5-5 3 0,4-1-1 15,2 0 0 1,1 1-1-16,1 0-1 16,-2 0 0-1,-2 3 0-15,0-1 0 16,2 2 1-16,-4-1-1 16,-5 2 1-16,-1-2 1 0,-5-1 2 15,-3 1 0-15,-2 1 1 0,-1-1 1 16,2 0-1-16,-1 0 9 15,3-3-4-15,-1 1 1 16,2 0 0-16,-2 1-4 16,-4 1-2-16,-2-1-3 15,-2-3 2-15,-2-1 3 16,5-3-1-16,0-1 8 16,2-1-10-16,-1 3 13 15,-2 0-14-15,4-1 6 0,-3-1-4 16,1-1 4-16,-4 0 1 15,0-1-8 1,0-1 6-16,-4 3 0 16,-1-5-3-1,1 0 0-15,1-2-3 0,-2-3 1 16,2 1 4 0,-4-4-2-16,4 0 1 0,-2 3 1 0,1-1 1 15,1 0 1-15,-7 1 3 0,4-3-9 16,-4 2 2-16,1-4-1 15,-1-2-1 1,1 3-1-16,3-1 0 16,4-3-1-16,3 0 0 15,1-1-1-15,5-3 1 0,-2 4 0 16,0 2 0-16,-4-1 1 16,-1 4 2-16,-1 5 0 15,-4-2-2-15,-2 7 0 16,-4 4 6-16,-1-4-6 15,-1-1 1-15,-1 2-2 16,3-6 5-16,-2 7-5 16,0-4 2-16,3-3-2 15,0 3 2-15,-4-2 0 16,0-1 0-16,-2 9 4 0,2-7-3 16,0 4 3-16,0 1 1 15,0 0-7 1,1-4 11-16,4-4-11 0,4 1 8 15,-1-4-5 1,3 2 0-16,-4 6-2 16,1-1 7-16,-4 2-8 0,-1 0 6 15,4-4-4 1,2-5 3-16,1-10-5 16,2-2 2-16,-1 1-2 15,-2 5 2-15,-4 2-2 0,4-3 0 16,0 4-3-16,-1-3 5 15,2-1-3-15,-1 5 2 16,-3 0-1-16,4 2 0 16,3-7 1-16,2 5-2 15,2-6 1-15,-1 0 0 0,-1 2 1 16,0 0-1-16,-2 4-1 16,0-8 1-16,2 2 0 15,0-2 1-15,0-2-1 16,-2 4 0-16,-4 2 0 15,2 3 0-15,-1-4 0 16,2-1 0 0,-1-3 0-16,0 2 1 0,0 5-1 15,0 4 0-15,0 1 1 16,-1 2-1-16,-1 3 0 16,-2-1 0-16,-1 2 3 15,0 1-3-15,1 0 0 0,1 4 2 16,2 1-2-16,3 2 0 15,1 2-1-15,7-4 0 16,8-1 2 0,6-2-1-16,5-1 0 15,-3 2 0-15,1 1-3 0,-3 2 3 16,3 1-2-16,1 2 0 16,-3 2 2-16,-2 4-4 15,-7 4 4-15,-5 5 1 0,2 0-1 16,0 3 0-16,6 2-1 15,2 2 0-15,5 0 0 16,-4 8 0 0,-2-1 1-16,-5 3-1 0,-5 0 0 15,-3 5 0-15,-2 6-1 16,3 2 2-16,3 1 0 16,1-2 0-16,2 5 1 15,8 0 2-15,1 1-2 16,8 1 0-16,-4 1-2 15,1-2 1-15,-3-2-2 16,-4 4 1-16,-2-2-1 16,-2 0 1-16,2 1 1 0,0 2-1 15,4-1 1-15,-1 0 0 16,-3-1 0-16,-1 1-1 16,0 4 1-16,-2-1 0 15,-1 3 0-15,-2 1 0 16,-1 0 1-1,-4 1-1-15,3 0 0 0,-6-1 1 16,-5 1 0-16,4 2-1 16,3-1 0-16,-2 1 2 15,0 3 1-15,-1-1 0 16,-3 0-3-16,3 1 1 16,-3 2 3-16,2 0-4 0,0 5 5 15,-3 0-3-15,1-2 3 16,-6 1-2-16,0-2-3 15,0-1 2-15,-1 0-2 16,3-2 3-16,1 0 2 16,-2 1-3-16,0 5 5 15,-2 1-3-15,1 6-3 16,-1 4 8-16,-3 2-8 16,0 1 0-16,4 6 1 15,0-1 1-15,-3 0 3 16,3 0 4-16,1 0-5 15,2 1 0-15,1-2-1 16,5 4-1-16,0 4 5 16,3 0-4-16,1 4 0 15,0-4-2-15,2 0 0 0,0 0 1 16,0 2 1-16,-2 4 0 16,0-5 0-16,-2 1-3 15,3-1 0-15,-2-2 2 16,0 0 0-16,1 1-1 15,2-2 1-15,-1-1-3 16,0 2 1 0,3 5 1-16,0 1 2 0,-3 0-4 15,4-4 3-15,-4-1-2 16,1 2 2-16,4-2-3 16,-4 1 3-16,3 0-3 15,-8-5 0-15,5-4 0 0,-6 3-2 16,0-4 2-16,3-2 0 15,0 2 0-15,-2-4-1 16,6 1 1-16,-3-2-1 16,4 5 1-16,-1 4 0 15,-1-4 0-15,4 0 0 16,-4-1-2-16,3-6 2 16,-3 3 4-16,-1-3-4 15,4 3 1-15,-2-2 0 16,-1 1 0-16,-1-4-1 15,2 0 0-15,0-2 1 16,0-2 0-16,1 1 0 16,-5-1-1-16,1-3 0 15,0 0 1-15,-4-4 1 16,3-2-2-16,-2 1 3 0,1-3-3 16,0 1 0-16,4-1 0 15,-2 2 0-15,2 0 0 16,0 1 0-16,0-4 0 15,1-1-3-15,-1-2 2 16,-2-2 0-16,-4-2 0 16,0 1 0-16,1-1 0 15,0-2 1-15,2-2 0 16,-1-2 0-16,-1 2-1 16,-3 0 1-1,4-2 4-15,-1 1-4 0,-1 1 0 16,3-1 1-16,-4-2-1 15,3 1 1-15,-2 0 2 0,1 3-3 16,0-4 0 0,-1 1 0-16,3 1 0 0,0 0 0 15,0-1 0-15,-1 0 0 16,1-1 0-16,-1 2 0 16,1-1 0-16,-1 1 0 15,0-1 0-15,1 1 0 16,-1-1 0-16,1 2 0 15,4-2 0-15,-1 2 0 16,3-4 0-16,0 2 0 16,1 1 0-16,-3-4 0 15,-1 0 0-15,-1-1 0 16,-3-2 0-16,3-1 0 16,-4-1 0-16,2 0 0 0,0 0 0 15,0 3 0-15,2-2 0 16,-4-1 0-16,2 2 0 15,0 0 0-15,0-1 0 16,-2 1 0-16,1 1 0 16,-1-1 0-16,-1 0 0 15,3 4 0-15,-2-4 0 16,3 4 0-16,2 0 0 0,0-1 0 16,3-2 0-1,-4 3 0-15,1-2 0 0,0-2 0 16,2 4 0-16,0-4 0 15,1 1 0-15,3 0 0 16,1 0 0-16,0 1 0 16,1-1 0-16,0-1 0 15,0 3 0-15,-1 1 0 16,0-1 0-16,3 0 0 16,1 3 0-16,6-1 0 15,-3 1 0-15,2-3 0 16,-2 2 0-16,0-2 0 15,-2 0 0-15,-3-1 0 16,-1-1 0-16,-2-1 0 16,-3-1 0-16,1 1 0 0,-1-3 0 15,0 0 0-15,4 2 0 16,0-1 0 0,-1-3 0-16,3 1 0 0,-2-2 0 15,1-1 0-15,1 0 0 16,1-4 0-16,-2 0 0 15,2 1 0-15,-4 0 0 16,1 0 0-16,2 0 0 16,-3 1 0-16,2-1 0 15,1 1 0 1,3 1 0-16,-3-4 0 0,4 1 0 16,-1 0 0-16,1-2 0 0,-1 2 0 15,2-2 0 1,2 0 0-16,-4 0 0 0,3 0 0 15,-3 0 0-15,0-4 0 16,-2 1 0 0,-1-3 0-16,-3 2 0 15,-1 1 0-15,1 1 0 0,-5 1 0 16,-2-1 0 0,-7 0 0-16,-7-6 0 0,-2-7 0 15,-7-10-31-15,-4-13-105 16,-8-6-156-16,-6-7-244 15</inkml:trace>
  <inkml:trace contextRef="#ctx0" brushRef="#br1" timeOffset="102334.3">15301 14976 415 0,'0'0'40'0,"0"0"-16"15,0 0 66-15,0 0-33 0,0 0-21 0,0 0 22 0,0 0-27 0,0 0 31 0,-36-54-15 16,33 45-24-16,0 3 13 0,0-2 19 0,0 5 47 0,2-2-65 0,-2-2-1 0,3 7-6 0,0-1-8 0,-2-2 5 15,2 3-12-15,0 0-15 0,-1 0-2 16,-2 16-9-16,-2 9 8 16,-1 10 3-16,2 2 1 15,1-1-1-15,1-7 1 16,2-1-1-16,0-6 0 16,0-6 0-16,0-3 0 0,0-3 0 15,4-8-1 1,-3 1 1-16,-1-3 0 0,0 0 1 15,0 0 2 1,0 0 7-16,0-17-3 16,0-7-7-1,0-10-1-15,0-8 1 16,0-3-2-16,0-4 0 16,0 6 2-16,0 9-2 0,0 13 3 15,0 8-1-15,0 10 2 0,0 3 1 16,0 0-3-16,0 13-12 15,0 19 6-15,0 11 6 16,-5 4 0-16,1 0 1 16,2-1 6-16,2-8-4 0,0-7 1 15,0-4-3-15,0-7 1 16,0-8-1 0,0-5-1-16,2-4 0 15,-1-3 1-15,-1 0 2 16,2 0 3-16,-2-6 7 15,3-16-3 1,-1-12-10-16,-1-6 0 0,2-8 0 0,-2-1 0 16,1 6-3-16,-1 7 3 15,-1 17 0-15,0 11 2 0,0 8 0 16,0 0-2-16,0 20-15 16,0 13 15-16,0 9 0 15,0 0 1-15,0 1-1 16,0-1 0-16,0 2 0 15,-1 1-2-15,-6 3-85 16,2-4-168-16,-3-2-198 16</inkml:trace>
  <inkml:trace contextRef="#ctx0" brushRef="#br1" timeOffset="103056.17">14783 15855 693 0,'0'0'22'0,"0"0"51"0,0 0 35 15,0 0-43-15,0 0-21 0,0 0-27 0,16-47-16 0,-3 33-1 0,-4 1 2 0,-3 5 10 0,-5 3 22 16,-1 2 20-16,0 0 12 0,0-1 1 0,-3 1-40 0,-14 2-7 16,-2 1-14-16,-4 0 2 15,-2 2 4-15,3 10 5 0,3-3-6 16,7 4-2-16,4 1-6 15,5-2-3-15,3 2-1 16,0 1-2-16,11 1-1 16,14 0-1-16,5 0 4 15,4-3-1-15,4 7-16 16,-6-6-21-16,-2 1 14 16,-6-2-4-16,-3-2 17 15,-11-5 7-15,-5-1-6 16,-5 0 5-16,0 0 6 15,-19 5 17-15,-14 0 2 16,-6-1 7-16,-5 2 19 16,1-3-10-16,3 0-18 15,3 0-6-15,2-3-3 16,4 0-5-16,6 0-2 16,5-3-1-1,8 2 0-15,6-3-13 0,6 4-78 16,0-1-89-16,18-3 0 15,18-1-43-15,10 0-283 16</inkml:trace>
  <inkml:trace contextRef="#ctx0" brushRef="#br1" timeOffset="104965.05">15293 15851 672 0,'0'0'434'0,"0"0"-432"16,0 0 46-16,-92-8 35 0,74 20-74 0,2 7-9 0,1 5 0 0,-1 1 0 0,-3-1 0 0,2-2 0 0,1-1 0 0,3-6 0 16,7-5 1-16,3-7-1 0,3-1-3 0,0-2-6 0,3 0-5 0,18 0-2 0,6-11-17 0,1-6-21 0,0-2 8 0,-3 4-12 31,-6 0 12-31,-7 8 25 0,-5 0 21 0,-5 1 2 16,-2 4 24-16,0-1 39 0,0 3 4 0,-2 0-34 15,-10 5-21-15,0 9-7 0,-2 3 2 16,8 2 0-16,1 0-8 15,4 1 2-15,1-3-3 16,0-3 1-16,1-5-3 16,13-7-3-16,2-2 3 15,6 0 2-15,1-11-12 16,4-8-15-16,-2-1 9 16,-1-4 8-16,-2 5 3 0,-7 1 4 15,-6 9 3-15,-3 2 0 16,-5 3 7-16,-1 4 7 15,0 0 7-15,0 0-6 16,0 3-15-16,0 14 1 16,0 2 2-16,0 2 3 15,0 0-5-15,0-7 1 16,2 1-1-16,2-6-1 16,1-7 3-16,4-2-1 15,4 0 0-15,1 0 3 16,6-13-2-1,0-6-2-15,2 0 0 16,-2-1-1 0,-4 3 1-16,-1 2-1 15,-6 5 1-15,-4 6 1 0,-2 3-1 16,-3 1 2-16,0 0 8 16,0 0 0-16,1 0-8 15,3 12-2-15,-1 2 3 16,0-1 1-16,2-3-5 15,-1-2 1-15,1-2-2 0,1-3 3 0,3 0-2 16,1-3 1-16,4 0 2 16,1-2-3-16,1-11-2 15,0 1-4-15,1-2-10 16,-4 0 4-16,-1 0 3 16,-2 2 2-16,-3 4 3 15,-4 6 4-15,-3 2 0 16,0 0 2-16,0 0-2 15,0 2-7 1,0 10 6-16,3 3 1 16,1-5 0-16,2-1 0 0,1-2 0 0,-1-3-3 15,2-2 1-15,-1-2 2 16,4 0-1-16,-1 0-3 16,2-6-19-16,0-4-10 15,-3-1 12-15,-3 4 8 16,-3 3 11-16,-1 3 2 15,-2 1 3-15,0 1 5 0,0 23-3 16,0 15 20 0,0 14 6-16,-6 6-4 0,-2 4 11 15,0-2-11-15,0 0-9 16,2-6-8-16,0-4-7 16,0-8 2-16,1-5-3 15,4-11-2-15,-1-11 0 16,2-9 0-16,0-7 0 15,0 0 4-15,0-12 2 16,8-12-6-16,1-12 0 16,0-11-3-16,1-12-2 15,2-11-12-15,1-13 12 16,1-1-6-16,2 2-8 16,-1 14 9-16,0 19 10 0,0 19 0 15,3 12 0 1,-3 7 0-16,3 5 0 0,0 4 0 15,-1 2 0-15,-1 0-2 16,-2 6 1 0,-5 12 1-16,-4 1-1 15,-5 1 1-15,0 5 0 16,-3-5 0-16,-12 2 4 0,-6-5-4 16,0-2 1-16,2-4 1 15,1-7-2-15,3-2 1 16,2-2 2-16,2 0-3 15,2-13-4-15,3-6 1 16,3 2 1-16,3 0-4 16,0 4-8-16,0 8 6 0,0 4 5 15,0 1 2 1,0 0-6-16,0 15 0 0,9 4 7 16,0-1 4-16,3-1-3 15,3-6 1-15,3-2-2 16,6-6 2-16,3-3 2 15,2-2-3-15,4-15-1 16,-1-6 0-16,-3-1 0 16,0-5 0-16,-4-5-1 15,-2-5-3-15,-4-10-8 16,-3 2-3-16,-5-3-22 0,-4 3 8 16,-5 14 26-1,-1 11 3-15,-1 14 4 0,0 8 14 16,0 0 7-16,-12 20-11 15,-4 11 3-15,2 9 19 16,5 1-10-16,2-4-8 16,7 0 2-16,0-5-12 15,0-7-2-15,6-4-2 16,6-4-1-16,2-7-3 16,2-8 2-16,3-2 0 15,-1 0-2-15,4-2-2 16,4-14-3-16,2-4-24 15,-4-2 19-15,-3-2-1 16,-14 1-49 0,-5 6 37-16,-2 4 20 0,0 9 3 15,-6 4 6-15,-8 0 23 0,-2 7 20 16,2 11-21-16,1 3-5 16,6-1-10-16,2 0-9 15,2-2-4-15,2-1 0 16,1-4 0-1,0-3-4-15,0-2-43 0,3-3-85 16,15-1-53-16,7-4-43 16,6 0 69-16</inkml:trace>
  <inkml:trace contextRef="#ctx0" brushRef="#br1" timeOffset="106120.87">16699 15815 215 0,'0'0'887'0,"0"0"-882"0,0 0 39 0,0 0 49 0,0 0-79 0,0 0-1 0,-8 62 15 16,8-35-16-16,0-4 7 15,-3-2-8-15,2-4 1 16,-2-7-4-16,0-5-1 15,3-2-6-15,0-3-1 16,0 0 1-16,0 0 1 16,0-10 8-16,7-9-5 15,9-12-5-15,0-2-9 0,-3 1-3 16,2 3-12 0,-4 5 14-16,-4 12 4 15,-1 5 5-15,-5 2 1 0,-1 5 0 16,0 5-4-16,0 13 4 15,0 7 17-15,0-2-4 16,0 2-4-16,0-3-2 16,0-3 2-16,0-1-7 15,0-8-2-15,0-4 1 16,5-2-1-16,1-4 1 16,5 0 7-16,3-1-5 15,3-16-3-15,7-5-3 16,-1-7-15-16,1 0-15 0,-1 0 3 15,-7 4 11-15,-4 5 16 16,-2 10 0 0,-7 7 3-16,-1 3 1 0,-2 0 4 15,0 0 2-15,0 0-4 16,0 15-2-16,0 7 16 16,0-1-10-16,0-1-1 15,0-2-4-15,0-4 0 16,3 1 0-16,1-7-1 15,7-2 0-15,5-5 1 0,3-1-1 16,13 0 3 0,2 0-4-16,4 0-5 0,-1-11 3 15,-1-5-22-15,-3-1 10 16,-5-7-72-16,-10 4-11 16,-11 2 68-16,-7 6 29 15,0 5 1-15,-13 1 17 16,-7 3 30-16,-2 3 13 15,1 0-16-15,3 11-10 16,5 5-12-16,1 5-3 16,6 2-14-16,4 0-2 15,2-2-1-15,0-3-1 16,0-5-2-16,11-2 0 16,4-4 0-16,3-5 2 0,6-2-2 15,1 0 0 1,2-10-7-16,1-6-14 0,2-1-5 15,0 1 9 1,1 1 0-16,-3 4 13 0,-6 4 2 16,-9 4 2-1,-7 3 0-15,-5 0-1 0,-1 0 1 16,0 0 0-16,0 4 0 16,0 7 17-1,0 0-3-15,0 1-4 16,2-2-3-16,1 0-4 0,3-5-1 15,1 2-1-15,-1-4 1 16,5-1 0-16,2-2-1 16,3 0 2-16,5 0-3 15,2-9 0-15,1 1-2 0,1-2-16 16,-1 3 4-16,-8 1 3 16,2 2 10-16,-7 4 1 15,-1 0-5-15,-1 0 5 16,-3 0 4-16,2 1-4 15,0 3-4-15,-2 1 4 16,-1-1-1-16,-2-1 0 16,1 0-55-16,1-2-91 15,3-1-142-15</inkml:trace>
  <inkml:trace contextRef="#ctx0" brushRef="#br1" timeOffset="106293.15">18003 15904 878 0,'0'0'470'0,"0"0"-467"0,0 0 38 15,0 0-41-15,0 0-15 0,0 0-514 0</inkml:trace>
  <inkml:trace contextRef="#ctx0" brushRef="#br1" timeOffset="124139.59">15593 15479 209 0,'0'0'105'0,"0"0"-97"0,0 0 64 0,0 0 33 0,0 0-55 0,0 0-7 0,-6-15 0 0,6 13-18 16,0 1-10-16,0-2 9 0,0 3 3 0,0 0-10 16,3-3-2-16,2 3-1 15,4-1-3-15,1 1 0 16,2 0 3-16,9 0-9 15,0 0 1-15,3 0 1 16,1 0 0-16,2 0-5 31,4 0 3-31,1 0-2 16,2 0-2-16,2 0 0 0,1-2 0 0,2 0-1 16,1 0 0-16,0 0 0 15,-1 0 0-15,-1 1 0 0,-4-1 0 16,-1 1 0-16,-2 1 0 15,-3-2 0-15,2 1-1 16,-3 1 2-16,0 0-1 16,0 0 0-1,-2 0 3-15,1 0-3 16,2 0 0-16,0 0-1 16,2 0-1-16,0 0 2 0,-2 0 2 15,4 0 1-15,-1 0-3 16,0 0 0-16,1 0 0 15,-3 0 1-15,1 0-1 16,0 0-1 0,-2 0 1-16,2 0 0 15,0 0 0-15,-2 0 0 16,1-1 0-16,-3-1 0 0,3 1 0 16,-6 1 0-16,0-1-1 0,1 1 1 15,-3-2 0-15,0 1 0 16,3-1 0-16,-1-1-1 15,-1 3-2-15,6-2 3 16,3-2 0-16,2 2-1 16,4-1 1-16,2-1 1 15,-2 4-1-15,4-2 0 16,0 0 0-16,1 2 0 16,0 0 0-16,-3 0 0 15,0 0 0-15,0 0 0 16,-1 0 4-16,-2 0-4 0,-2 0 0 15,-1 0-2 1,0 0 2 0,0 0 0-16,-3-1 0 0,-2-2 0 15,-3 0 0-15,3 2 0 0,1-3 2 16,-3 2-2-16,3 0 1 16,3 0 0-16,2 0-1 15,0-2 0 1,2 2 0-16,0-2 0 0,-2 2 0 15,4-2-1-15,-6 1 1 16,3-1 0-16,-4 0-1 0,-1 0 1 16,-2-2 0-16,2 2 0 15,0 0-4-15,1-2 4 16,1-1 3-16,-3 0-2 16,3 2-2-16,-2-1 1 15,-1 1 0-15,0 0 0 16,4 1 0-16,-2-4-1 15,2 7 1-15,0-2 0 16,6 0 0-16,2 3 3 16,6 0-4-16,1 0 2 15,1 0-2-15,0 0 1 16,-2 0 0-16,-2 3 0 16,-2-3 0-16,0 3 0 15,-1-2 1-15,-2-1-1 0,1 0 0 16,-5 0 0-16,0 0 0 15,-4 0 0-15,-2-4-1 16,0 0 1-16,-3-2 0 16,-2 1 0-16,5-2 1 15,0 3-2-15,1-1 1 16,5 1-1-16,1 2 1 16,0-1 0-16,1 0 0 15,-4 0 0-15,0 2 0 16,2-1 1-16,-1 1-2 0,-1 0 1 15,-3-2 0 1,6 1 0-16,-2 1 1 0,1-2-1 16,1 2 1-1,0-1-1-15,2 0 0 0,-2 0-1 16,-1 0 1 0,-2 0 0-16,-4-2 2 0,2 0-2 15,-3 0 0-15,1 0 0 16,-1-1 0-16,0 0-1 15,1-1 1-15,0-1 0 16,3 3 2-16,-2-3-2 16,7 3-1-16,-2-2 0 15,2 1 1-15,2-1 0 0,4-1 0 16,0 0-1-16,-2 0 1 16,4-1 1-16,-2 4-1 15,-2-2 0-15,-5 0 0 16,0 1 0-16,-3 0 0 15,-4-1 2-15,0 3-2 16,-2-3 5-16,-1-2 0 16,-4 3 0-16,2 1 3 15,-9-1 2-15,-2 1-7 16,1 0 13-16,-8 4-1 16,1-4-3-16,-4 4-4 15,-1 0 7-15,-1-2-3 0,-1 2 1 16,3-1-2-1,-2 0-11-15,3 1 1 0,-1-2-1 16,1 0 0-16,-2 2-1 16,1 0 1-16,-1 0-1 15,4 0 1-15,-2 0 0 16,4 0 1-16,2 0-2 16,2 0 1-16,-1 0-1 15,3 0 1-15,-2 0-1 16,0-4 1-16,-2 4 0 15,1 0 0-15,-2 0 0 16,-2-1 0-16,-2-2 0 16,-2 1 1-16,1-1 0 15,-1 2-1-15,1 0 2 16,4-4-2-16,-2 4 0 16,6-2 0-16,1 0 0 15,1 3 0-15,1-4 1 16,1 3-1-16,-2-2 2 15,4 2 8-15,-4-2-3 16,3 0 4-16,-3 0 1 16,-2 2 8-16,2-2-1 0,-5 0-11 15,1 0 11-15,-2 1 3 16,0 1-10-16,-5 1-2 16,-1-3 1-16,-3 3-1 15,0 0-4-15,0 0 0 16,0 0-3-16,0 0 0 15,0 0-2-15,0 0 0 16,0 0-1-16,0 0-1 0,0 0 1 16,0 0 0-16,0 0-3 15,0 0 3-15,0-3 0 16,0 0 4-16,-1-1-6 16,-2 0 2-16,1-3 0 15,-3 1 0-15,2-2 0 16,-4-3 2-16,6-2-2 15,-2 0 0-15,-3 0 5 16,4-2 0-16,-2 5 7 16,1-2 5-16,0 2-7 15,2 1 4-15,-1 1 7 0,1 3-3 16,-1-1 1 0,2 2 6-16,0 2-2 0,0-1-3 15,0 3 3 1,0-2-7-16,0 2-4 0,0 0-1 15,0 0 0 1,0 0-4-16,0 0-3 0,0 0 1 16,0 0-2-16,0 0-1 15,0 0 2-15,0 0-4 16,0 0 0-16,0 0-1 16,2 0 1-16,9 5 0 15,4 5 1-15,5 1 0 16,-4-1-1-16,4 0 0 15,0 1 0-15,-1-3 0 0,1-2 3 16,-5 3-3 0,3-3 0-16,-4-1-1 0,-4 0-1 15,-3-2 4-15,-4-1-2 16,0-1 0-16,-3-1-1 16,0 0-2-1,0 0 3-15,0 0-6 0,0 8 4 16,0 0 2-16,0 6 0 15,-6 0 2-15,-3 4 1 16,-5 3 3-16,-2-1-1 16,-3 3 2-16,-3 1-5 15,-1 0-1-15,-5 1 3 16,-6 1-4-16,-9 5-1 0,-4 1-6 16,-5 1-171-16,0-5-312 15</inkml:trace>
  <inkml:trace contextRef="#ctx0" brushRef="#br1" timeOffset="128433.62">22207 16738 711 0,'0'0'33'0,"0"0"48"0,0 0 98 0,0 0-47 0,0 0-38 16,0 0-47-16,0 0-34 0,-4 18 23 0,-14 31 94 0,-2 2-87 0,-1-1-14 0,4-2 11 0,0-5-15 15,8-4-13-15,2-3-8 16,2-11-3-16,5-9-2 16,0-6 0-16,0-10 1 15,0 0 4-15,6-26 0 16,14-12 2-16,8-15-5 15,0-7-1-15,-2-7 0 16,3-7 0-16,0 0 1 16,-7 14-1-16,-2 19 2 15,-10 21-1-15,-10 16 0 16,0 4-2-16,0 20-4 16,0 17 5-16,0 16 2 15,3 4 5-15,1-3-2 16,1-2 0-16,1-7-5 15,2-2 0-15,-4-4 0 16,5-8-2-16,-6-8-3 16,0-6 3-16,-3-8-26 15,0-8-52-15,-3-1 4 0,-17-1 4 16,-12-15-48-16,-9-4 53 16,-8-1 52-16,-4 5 12 15,-6 5 3-15,-2 6 7 16,7 1 1-16,7 4 25 15,8 0 2-15,17 0 5 16,8 4-17-16,12-3-10 16,2 2-13-16,5-2 1 15,25-1 1-15,16 0 18 16,14-5-10-16,7-9-9 0,13-5 3 16,2-1-3-16,11-2-2 15,1-2 1-15,-2 1 0 16,-9 3 2-16,-18 3-2 15,-23 3 0-15,-20 11 0 16,-14-2 0-16,-8 1 5 16,-8 1 18-16,-20-1 4 15,-8 4-7-15,-4 0 5 16,3 0-2-16,5 4-8 0,7 5-5 16,8 4-4-16,4 1-6 15,12 2 0-15,1 2-2 16,0 0-2-16,14 2 3 15,3-3 1-15,7 5 0 16,-2-1 0-16,-1-1 0 16,-5-4-1-16,-5 0 0 15,-5-5-1 1,-3-2 1-16,-3-4 0 16,0-3 1-16,-3 2 0 0,-11-4 4 15,-3 0-2-15,2 0 1 16,4 0 2-16,5 0-3 15,6-6 1-15,0-11-1 16,15-9-2-16,18-6-5 0,9-5-4 16,5 0-8-1,-2 1-5-15,-2 5 15 0,-7 2 7 16,-4 6 0 0,-9 5 1-16,-9 5 4 15,-8 6 3-15,-1 2 2 0,-5 5 5 16,0 0 6-16,0 0-6 15,0 0-5-15,-2 0-3 16,-12 12-6-16,-2 6-1 16,1 0-1-16,0 0 0 15,11 2 2-15,2-1-2 0,2-2 0 16,0 3 0 0,6-1 1-16,11 0 0 0,-4-2-2 15,8-1 2 1,-6-1-1-16,-5-3 1 0,-2-2 0 15,-5-4 0 1,0-1-1-16,-3-3 1 16,0 0 1-16,-3 1 3 15,-17-2 0-15,-7 0 4 16,-2-1 0-16,3 0-2 0,7 0-3 16,8 0-3-16,7 0 0 15,4-1-4-15,1-10-39 16,23-3-112-16,9-5-44 15,4 1-21-15,4 5-129 16</inkml:trace>
  <inkml:trace contextRef="#ctx0" brushRef="#br1" timeOffset="129862.02">23043 16887 538 0,'0'0'318'0,"0"0"-198"0,0 0 78 0,0 0-72 0,0 0-48 0,0 0-8 0,4-8-33 0,-4 16-23 0,-3 6 2 0,0 3-3 0,0-2-7 0,3-2-6 16,0 2-3-16,9-5 3 0,7-1 0 0,5-5-1 15,3-4 0-15,5 0-12 16,1-5-25-16,-7-16-15 16,0-3 26-1,-8-1 18-15,-5 1 9 16,-6 4 0-16,-4 7 2 0,0 9 10 15,0 1 18-15,0 3 18 0,-3 0-35 16,-5 11-11-16,3 6-1 16,-1-3 2-16,6 1-3 15,0 0 0-15,3-6 0 16,12-1 0-16,6-2 0 16,4-4 0-16,10-2-1 15,-1 0 0-15,0-12 0 16,-4-6-7-16,-4-1-15 0,-9 1 5 15,-8 1 18 1,-7 7 0-16,-2 4 14 16,0 0 12-16,0 6 15 15,-2 0 8-15,-11 8-40 16,-3 9-2-16,2 3 0 16,1 3 2-16,5-4-5 0,5-2 0 15,0-3-2-15,3-4-4 16,0-4 0-16,0-5 0 15,8-1 2-15,15 0 3 16,7-15 2-16,3-8-5 16,3-6 0-16,-3 0 0 15,-6 5-3-15,-8 7 3 16,-10 7 1-16,-5 9 0 0,-4 1-2 16,0 0 0-16,0 1-2 15,-4 17 3-15,-2 1 4 16,-1-1-3-16,4-5-1 15,3 0 3-15,0-3-3 16,0-5 0-16,0-2-1 16,0-2 1-16,7-1 1 15,6 0 0-15,4 0-1 16,5-9 1-16,1-8 2 16,-1 0-6-16,-7 1 2 15,-2 3 0-15,-5 6 1 16,-5 4 0-16,-3 3 0 0,0 0 0 15,0 0-3-15,0 0 2 16,0 6 1-16,0 7 0 16,-2-3 1-16,2 0 1 15,0 0-1-15,0-2-1 16,0-1 0-16,8 0 1 16,-1-2 0-16,8 3 0 15,2-4 0-15,2-4-1 16,0 0 0-16,1 0-2 15,1 0 0-15,-2-15-3 16,-2-2-1 0,-6 0 4-16,-5 4 1 15,-6 6 1-15,0 1 4 16,0 6 9-16,0 0 7 0,-1 0-3 16,-12 6-11-16,0 10-1 15,-1 0 0-15,9 3-2 0,5-2-1 16,0 0-1-1,0-3-1-15,9 0 0 16,6-4 2 0,10-7-1-16,8-3-1 15,5 0 3-15,6-7-3 16,3-12 0-16,-4-8 0 0,-2-3-1 16,-5-5-2-16,-10 0-4 15,-10 6 1 1,-4 7 6-16,-12 12 1 15,0 4-1 1,-9 6 2-16,-15 0-2 0,-7 4 0 16,-4 14 3-16,3 5 0 0,6 1 2 15,7 1-2-15,7-5-3 0,6 3-1 16,6-5 1-16,0-2-1 16,0-4 1-16,15-6-2 15,7-4-3-15,4-2-15 16,4-8-19-16,0-12-1 15,1-8 7-15,-3-10-5 16,5-11 21-16,-3-11 7 0,-5-8 0 16,-3-1 10-1,-8 9 0-15,-7 14 1 16,-4 20 3 0,-3 16 12-16,0 10 27 15,-3 7-16-15,-14 25-20 0,-3 15 13 0,5 8 0 16,8 3-7-16,-2 1-7 0,0-2-6 15,-3-3 0 1,-1-1-4-16,0-1-19 16,3 0-147-1,0 0-56-15,4-2-143 0</inkml:trace>
  <inkml:trace contextRef="#ctx0" brushRef="#br1" timeOffset="130771.05">22411 17363 705 0,'0'0'120'0,"0"0"-84"0,0 0 139 0,0 0-78 0,0 0-68 0,0 0-24 0,-3 41 69 16,3-7-15-16,0 7-20 0,-5-2-7 0,-1-2-9 0,3-1-9 0,-2-7-14 0,1-4 0 16,2-3 1-16,1-9-2 15,-2-6 1-15,3-3-6 16,0-4-15-16,0 0-31 16,0-14 21-16,3-13 5 15,3-11 13-15,-5-5 13 16,-1-8 0-16,0-2 2 31,0 0 2-31,0 4 3 0,3 7 5 0,2 13 2 0,6 7 25 16,9 10-16-16,10 3-11 15,14 9-6-15,12 0-1 16,11 9 3-16,-3 10 7 16,-10 2 0-16,-13-1-10 15,-15-4-5-15,-20-1 1 16,-6-1 1-16,-30-4 35 15,-22-3 43-15,-17-1-32 16,2 1-12-16,7-2-15 16,11 3-16-16,19 2-5 15,17 1-7 1,8 0-39-16,5 2-134 16,12-5-63-16,21-4-93 15</inkml:trace>
  <inkml:trace contextRef="#ctx0" brushRef="#br1" timeOffset="131608.5">22907 17393 1024 0,'0'0'151'0,"0"0"-151"15,0 0 126-15,0 0-52 0,0 0-39 0,0 0-9 0,-72 40 0 0,66-21-13 0,6 2-9 0,0-2 0 16,11-2-4-16,11-4 0 0,8-5-2 0,3-5-2 0,5-3-23 0,0 0-34 16,2-13-1-16,-2-3 12 15,-9-7-4-15,-6 1 20 16,-13-1 26-16,-10-1 8 16,0 2 7-16,-13 5 12 15,-17 5 32-15,-5 3-12 16,0 6-4-16,0 3 3 0,8 5-19 15,4 14-19-15,6 6-1 16,7 7 0-16,10 1-8 16,0 0-8-16,3-6-66 15,18-6-28-15,5-7-41 16,6-11-10-16,8-3 73 16,6 0 13-16,5-10 76 15,4-5 56-15,-6-5-45 16,-10 3-5-16,-13-1 19 15,-16 5 47-15,-5 4 36 16,-5 5 23-16,0 3-4 16,0 1-29-1,-6 5-32-15,-8 19-35 16,-2 11 32-16,2 11-3 16,4 2-21-16,1 8-15 0,3-1-6 15,1-1-12-15,1-2-3 16,0-9-1-16,-1-7-2 0,2-8-1 15,0-9 1-15,3-10-1 16,0-5-1-16,0-4 0 16,0-4 2-16,0-15-1 15,0-14 0-15,0-9 0 16,0-9 0-16,0-9 1 16,0-6 0-16,0-4 0 15,0 2 0-15,0 3 1 16,0 11-1-16,14 14 0 15,2 13 0-15,3 14-3 0,5 12 3 16,6 1-3 0,2 8-2-16,-3 12 1 15,1 3 0-15,-8 4 3 0,-5-9 0 16,-14-1 0 0,-3-5 1-16,0-2 2 15,-6 0 2 1,-18-1 15-16,-3-4-8 0,-6-1-8 0,3 1-2 15,7 1-1-15,3-6-6 16,10 2-60-16,4-2-89 16,6 2-81-1,0-2-110-15</inkml:trace>
  <inkml:trace contextRef="#ctx0" brushRef="#br1" timeOffset="133182.94">23810 17459 1063 0,'0'0'81'0,"0"0"16"15,0 0 102-15,0 0-115 0,0 0-64 0,0 0-20 0,-5 10 0 0,-1 16 6 0,1 1 3 0,1-1-4 16,1-6-4-16,2-1 1 0,-2-2-1 15,3-7 0 1,0-2-1-16,0-6 0 16,0-2 0-16,14 0 2 15,5-4 6-15,7-17-5 0,1-7-3 16,3-5 3 0,0-3-3-16,-8 1 0 15,-1 4 0-15,-8 7 0 0,-2 11 2 16,-8 7-1-16,-3 6 1 15,0 0-2-15,0 13-8 16,-1 14 8-16,-9 2 6 16,3 4 3-1,0-4-9-15,2-4 5 16,5-5 0-16,0-5-4 16,0-6 2-16,0-3-2 0,5-4 2 15,12-2 3-15,6 0 3 16,4-16-5-1,7-7-4-15,0-3-4 16,-2-1 1-16,-6-3-2 16,-7 5-1-1,-3 7 3-15,-10 8 3 16,-6 7 2-16,0 3-1 16,0 0-1-16,0 4-7 15,-6 16 7-15,-6 3 3 0,3 6 2 0,4-6-5 0,5-3 3 16,0-1-2-16,0-6 0 15,2-2 0-15,14-4-1 16,1-6 4-16,7-1-2 0,1 0-2 16,5-12-3-1,7-5 0-15,2-3-6 0,0-2 6 16,-9-1-21 0,-11-1 6-16,-10 7 7 0,-9 2 2 15,0 6 6-15,-1 2-2 16,-18 4 3-16,-1 2 2 15,-3 1 1-15,5 0-1 16,1 14-1-16,6 3 1 16,5 4 0-16,6-1 5 15,0 1-5-15,9-3 3 16,16-3-1-16,11-2 1 16,15-1-1-16,7-2-2 15,5-2-2-15,1-5-1 16,-7-3 1-16,1 0-3 15,-8 0-12-15,-6-16-6 16,-14-4 9-16,-8-1 3 0,-14 1 9 16,-8 1 2-16,0 6 3 15,-19 2 14-15,-10 6 2 16,-4 5-3-16,-3 0 0 16,3 0 11-16,9 16-13 15,5 2-9-15,7 0-4 16,5 2-1-16,5-4 0 15,2 0 0-15,0-5-4 16,16-1 4-16,8-4-2 0,-3-6-10 16,8 0-16-16,-1 0-2 15,2-12 1-15,0-3 5 16,-5 0 6-16,-1 4 1 16,-12 2 13-16,-8 8 4 15,-1-1 0-15,-3 2 7 16,0 0-2-16,0 2-3 15,0 9 9-15,-3 5 26 16,0 0-23-16,2-1-8 16,1 1-5-16,0-5 4 15,0 0-5-15,0-5 2 16,4-2-2-16,13-4 1 16,2 0 7-16,5-2-8 0,3-11 0 15,1-4-1-15,-4 1 1 16,-6 1 0-16,-3 5 5 15,-8 3-5-15,-4 2 7 16,-3 4 7-16,0 1 25 16,0 0-10-16,0 0-24 15,0 0-5-15,0 6 0 16,0 3 3-16,0-1 5 16,2 0-3-16,1-2-2 15,1-5 2-15,7 4-4 16,-2-5 4-16,1 0-2 15,10 0 7-15,2-5-6 0,3-12-4 16,8-4 1-16,-2-1-2 16,-1 0 1-16,-10 7 0 15,-7 6-1 1,-10 6 2-16,-3 3-1 16,0 0 0-1,0 0 0-15,0 12 3 0,-6 1 16 16,0 1-1-16,3-4-7 15,3-2-6-15,0-1 1 0,0 0-6 16,12-4 1 0,2-2 4-16,2-1-5 15,2 0-6-15,1 0-40 16,-1 0-40-16,2-7-29 0,-1 0-42 16,-9 3-3-16,1 2 18 0,-5 2 25 15,-2 0 55-15,-2 0-9 16,5 0-6-16,-1 0-44 15,-1 0-82-15</inkml:trace>
  <inkml:trace contextRef="#ctx0" brushRef="#br1" timeOffset="133490.87">25884 17591 1282 0,'0'0'38'0,"0"0"56"0,0 0 62 15,0 0-116-15,0 0-40 0,0 0-117 0,36-17-405 0</inkml:trace>
  <inkml:trace contextRef="#ctx0" brushRef="#br1" timeOffset="-180937.62">27830 14589 354 0,'0'0'0'0,"0"0"-6"0,0 0 6 0,0 0 4 0,0 0-4 0,0 0-1 0,0 0-3 0,58 0-12 15,-49 0-81-15</inkml:trace>
  <inkml:trace contextRef="#ctx0" brushRef="#br1" timeOffset="-180648.23">28039 14533 751 0,'0'0'153'16,"0"0"-148"-16,0 0 129 16,0 0 45-16,0 0-94 15,0 0-7-15,-22-56-8 16,22 56-18-16,0 8-34 16,7 19 34-16,7 13 24 15,-1 7-21-15,-4 6-15 16,-6 3-10-16,-3-3-20 15,0 0-6-15,-1-3-4 16,-10 2-8-16,3 0-73 16,8-1-200-16,0-4-143 0</inkml:trace>
  <inkml:trace contextRef="#ctx0" brushRef="#br1" timeOffset="-106962.83">1927 8076 744 0,'0'0'95'0,"0"0"-94"0,0 0 105 16,0 0 10-16,0 0-63 0,0 0-27 0,0 0-12 0,66-71 9 0,-54 45-3 0,-6 0 11 0,-3 5-4 0,-3 4 11 15,0 5 16-15,-20 6 15 16,-11 6-30-16,-5 0-13 16,-4 8-15-16,-2 13 3 15,2 5 2-15,7 0-12 16,3 2-4-16,8 2 1 0,9 0-1 16,5 3 0-16,8-1-2 15,0 1-1-15,21 2 3 16,13-3-1-16,11-3 1 15,10-3 0-15,8 1 0 16,1-5-2-16,6 2 0 16,-6-2 2-16,-10-2-1 15,-14 1 0-15,-17-5 1 16,-18 1-1-16,-5-1 3 16,-41 5 5-16,-23 3 6 15,-19 3 50-15,-22-2 23 16,-10-5-35-16,6-7-16 15,0-5-4-15,18-8-16 16,22 0-6-16,17 0-7 16,21-12 1-16,19 3-3 15,12-5-4-15,0-3-4 16,12-3-25-16,19 1-48 16,9 1-51-16,7 6-18 0,5 5-3 15,6 4-38-15,9 1-41 16,8 2-192-16</inkml:trace>
  <inkml:trace contextRef="#ctx0" brushRef="#br1" timeOffset="-105045.7">2615 8388 622 0,'0'0'168'0,"0"0"-48"0,0-81 57 0,0 44-70 0,0 4-15 0,-12 3-36 0,-6 7 7 0,-4 13 14 0,-8 10-28 0,-1 0-27 0,-5 8-1 0,0 17-10 0,6 5-2 15,9 1-9-15,8 0-1 16,8-4-2-16,5 0 1 16,0-4-1-16,15-5 1 15,6-5-3-15,9-6 4 0,0-7 0 16,1 0-1-1,2-7 1-15,-2-12-1 0,-10-7-2 16,-6-3 2-16,-6 0 2 16,-9 1 0-16,0 8 2 15,0 7 2-15,0 9-1 16,0 3 1-16,0 1-4 16,0 7-14-16,-4 16-1 15,-1 5 14-15,1 0 1 16,4-5-2-16,0-1 2 15,0-6-1-15,1-7-1 16,11-4 1-16,3-5 1 16,7 0 2-1,1-8 5-15,5-15-5 16,-1-6 2-16,-3-3-2 16,-6 1 0-16,0 2 2 0,-9 11-2 15,-5 7-1-15,-1 9-1 16,-3 2 0-16,1 0-2 15,1 6-11-15,1 13 3 16,0 5 9 0,3-1 1-16,-3 1 0 15,3-7 2-15,-3-1-2 16,6-4 0-16,-6-6 0 16,-2-3 0-16,2-3 1 0,-1 0 0 15,7 0 5-15,4-15-3 0,2-8 3 16,1-6-4-16,-2-1-1 15,1 0 1-15,-3 1 0 16,-6 5-2-16,0 12 0 16,-2 6-1-16,2 6-3 15,-6 12-6-15,8 14-2 16,-5 7 12-16,3 3 3 16,-2-7-3-16,3-1 2 15,-2-5 1-15,4-4-2 0,-1-7 0 16,-1-5-1-16,-1-3 1 15,0-2-1-15,1-2 1 16,5 0 2-16,9-17 3 16,6-12-2-16,4-8-2 15,-2-3-2-15,-7 7 0 16,-10 8-1-16,-4 14 2 16,-6 11-1-16,-2 0 0 15,0 18-4-15,0 13-6 16,0 7 10-16,0 1 6 15,0-4-2-15,0-6-4 0,5-4 0 16,8-4 1 0,2-7 0-16,2-6-1 0,2-6 0 15,6-2 0-15,5-4 3 16,6-14-1-16,-5-7-1 16,-4-7-1-16,-7-5 0 15,-10-8 0-15,-7 2 0 16,-3 11-1-16,0 11 1 15,0 18 2-15,-5 3-2 0,-6 36-14 16,0 17 14-16,-2 16 2 16,10 13 5-16,3 3 3 15,0 9-1-15,3 2-5 16,10-9-1-16,-2-6-3 16,-2-14-1-1,-1-11 1-15,-3-14 1 0,1-15-1 16,-6-10 0-16,0-12 0 15,0-5 2-15,0-22 18 16,0-22-6-16,0-25-14 16,-3-25-1-1,-5-21 0-15,0-13 1 0,0 0-1 16,1 20-3-16,5 25 3 16,2 25 1-16,0 19 0 15,8 13 0-15,11 12-2 0,14 12-7 16,7 2 3-16,9 12 2 15,2 18 4-15,-6 5-2 16,-9 6 0-16,-14-1 2 16,-10 0-2-16,-12-5 3 15,0-4-1-15,-21-4 0 16,-13-5 0-16,-8-9 5 16,-7-5-2-16,-2-8 0 15,0 0-3-15,3-14 5 16,7-9 2-16,11 1-4 15,13-1-3-15,7 9 1 16,10 8-1-16,0 1-4 0,13 5-15 16,20 0 13-16,9 15 2 15,6 0 4-15,-3-1-1 16,1-2 1-16,-1-4-1 16,1-4 2-16,-1-4 0 15,-1 0 1-15,-2-8 0 16,2-12-2-16,-3-7 3 15,-2-8-2-15,-8-12-1 16,-7-15-18-16,-10-9-8 16,-8-11 2-16,-6-3-4 15,0 6 16-15,-3 14 0 16,-11 20 12-16,-2 16 1 16,-1 18 2-16,-2 11 2 0,-2 1-1 15,0 27 2 1,2 15 1-16,8 8 2 0,8 5 6 15,3 6-11-15,12 4 17 16,15 0-10-16,6-3-10 16,4-8-1-16,5-11 6 15,4-11-6-15,3-12 0 16,4-12 1-16,2-6 2 16,-3-3-2-16,-5-16 4 15,-12-17-4-15,-12-10-1 0,-15-14 0 16,-8 1-3-1,-8 6 3-15,-19 14 5 0,4 17-2 16,-2 16 2 0,1 3 4-16,2 27-2 15,10 12 7-15,6 11-5 16,6-1 1-16,1-2-3 0,16-5-7 16,7-5 0-16,-2-5-2 15,9-8 0-15,4-8-14 16,10-8-113-16,8-8-19 15,8 0-78-15,-1-11-178 16</inkml:trace>
  <inkml:trace contextRef="#ctx0" brushRef="#br1" timeOffset="-103638.31">4816 8163 632 0,'0'0'485'0,"0"0"-483"0,0 0 224 16,0 0-144-16,0 0-74 0,0 0-7 0,0 55 16 0,10-11 6 0,-4-3-9 0,-3-6 2 15,-3-5-6-15,3-7-2 0,-3-10-7 16,0-5 0-16,3-6 3 16,-3-2-3-16,8-2 14 15,3-18 2-15,6-13-4 16,5-10-13-16,-3-4 0 15,-5 0 0-15,1 7 0 16,-8 12 2-16,-1 12 0 0,-6 9 0 16,3 7 6-1,-1 10-8-15,-1 19-1 0,1 11 1 16,-2 3 6 0,0-4 6-16,3-6-8 0,1-5 3 15,-1-6-6-15,-3-11-1 16,6-4 1-16,-1-7 1 15,4 0 0-15,10-11 4 16,8-15 5-16,-2-11-10 16,2-6 3-16,-6-7-1 15,1 4-2-15,-5 8 0 16,-4 14-1-16,-7 13 0 0,-4 11 0 16,-2 0 0-16,0 19-10 15,0 15 0-15,-5 7 10 16,-1 1 0-1,3-5 1-15,3-5-1 16,0-3 1-16,8-7-1 0,12-3 1 16,12-7 1-1,5-5 0-15,2-7 1 16,7 0-2-16,-1-10 0 16,-8-16 4-16,-1-10-3 0,-9-7-1 15,-9-2-1-15,-9 4 0 16,-8 7-1-16,-1 9 1 15,0 12 3-15,-6 7-1 16,-7 6 0-16,-5 4-2 16,0 19-6-16,2 12 6 0,4 2 0 15,4 1 1-15,8-4 0 16,0-3 1-16,12-4 2 16,14-4 0-16,8-6-3 15,15-8 0 1,14-5 4-16,11-4-1 0,1 0-4 15,-2-7 0-15,-10-14 0 16,-6-6 2-16,-16-6-2 16,-10-9 2-16,-14 0 1 15,-12 4-1 1,-5 8 1-16,0 10 0 0,-19 9-2 0,-10 11-1 16,-7 0-3-16,-3 21 3 15,3 11 1-15,8 7-1 16,7 1 1-16,6-1-1 15,9-2-3-15,6-6 2 16,0-6-1-16,0-4-1 16,14-13 2-16,5-3 1 15,9-5 1-15,7 0 1 16,5-19-2-16,6-8 0 16,1-9-4-16,-6-5-2 15,-2-1 4-15,-8 2 2 16,-10 10 0-16,-9 10 0 15,-7 12 0-15,-5 8 3 16,0 0-3-16,0 13-1 16,-5 16 1-16,-4 4 6 0,3 3 5 15,6-7-2-15,0-5 2 16,0-3-5-16,9-5-3 16,9-6 0-16,8-7 0 15,5-3 1-15,6 0 8 16,5-6-10-1,-2-13-2-15,1-5 4 16,-6-2-4-16,-9-1 5 16,-7 7-4-16,-11 7 3 15,-5 7-3-15,-3 6 2 0,0 0-3 16,-14 15-10-16,-7 9 10 16,-4 4 3-16,8-3 3 0,3-2-3 15,6-4-1-15,2-8 0 16,3-5-2-16,3-4 0 15,0-2-4-15,6 0 4 16,19-6 4-16,11-14 1 16,12-10-3-16,1-4 1 15,-3 0-1-15,-7 9-2 16,-6 9 1-16,-3 13-3 16,-8 5 0-16,-5 27 2 15,-4 13 1-15,-7 2 19 16,0 1-6-1,0-5 15-15,3-9-19 16,1-7-4-16,4-7-1 0,10-10-5 16,10-7 0-16,12-3 0 0,9-23-124 15,6-14-266-15,2-13-293 16</inkml:trace>
  <inkml:trace contextRef="#ctx0" brushRef="#br1" timeOffset="-102319.72">8714 7964 880 0,'0'0'8'0,"0"0"-7"0,0 0 133 0,21-81-29 16,-15 65-49-16,1 3-8 0,-2 5 18 0,-4 3 14 0,1 5-9 0,-2 0-27 16,0 3-35-16,0 28-7 0,0 14-2 15,0 9 40-15,0 1-15 16,0-3-9-16,0-2-12 31,0-5-1-31,19-8 1 0,3-7-3 16,7-14-2-16,2-12 4 0,8-4 1 15,1-16 1-15,2-15 2 0,-8-11 1 16,-8-7-1-16,-7-4 0 16,-8 2-2-1,-1 4 3-15,-7 9-8 16,0 20 1-16,-3 9 0 15,0 9-1-15,0 19-16 0,3 14-3 16,2 15 19-16,-1 7 2 16,5 2 1-16,1 2 1 15,4-7-4-15,-1-9 1 16,1-15 0 0,-6-9-1-16,-3-12-1 0,-4-7 0 15,-1 0-1-15,0-12-57 16,-1-19-181-16,-17-12-115 0,-4-18-252 15</inkml:trace>
  <inkml:trace contextRef="#ctx0" brushRef="#br1" timeOffset="-101919.63">8754 7619 903 0,'0'0'6'0,"0"0"80"0,-107-70 107 0,88 59-115 0,8 6 33 16,6 5-2-16,-3 0-98 0,0 10-9 0,-2 12 5 0,2-1-2 0,1 1 2 15,7-3 2-15,0-2-6 0,13-5-2 0,14-2 4 0,10-7 1 0,10-3-3 0,5-3 2 32,-5-14-2-32,-12-3 2 15,-14-1-1-15,-18-2 6 0,-3-2 10 0,-6 0 1 0,-21 7 39 0,-6 5-51 16,-3 12-9-16,-1 1-10 16,3 25-5-16,2 14-23 15,7 8-205-15,9 0-163 16</inkml:trace>
  <inkml:trace contextRef="#ctx0" brushRef="#br1" timeOffset="-100798.92">11384 7985 739 0,'0'0'75'0,"0"0"-70"0,0 0 125 0,0 0-42 15,0 0-47-15,0 0 28 0,56-19-12 0,-31 2-23 0,1-3-12 0,-4-3 18 16,-4-5-14-1,0 1 26-15,-9 4 3 0,-8 4 5 16,-1 7-16-16,0 4 6 16,-13 7-10-16,-17 1-23 15,-11 9-17-15,-5 14 0 0,1 6 0 32,7 4 0-32,8 1 0 0,9-1-4 15,8-4 3-15,10-2 0 0,3-4-13 16,6-1 9-16,21-4 0 15,7 2 3-15,12-1 2 16,2 3 1-16,-2 0-1 16,-4 3 0-16,-8 2-2 15,-5-2-3-15,-13-2 2 16,-12 0-1-16,-4-7 4 16,-19 0 4-16,-24 0 4 15,-20-5 3-15,-10-1-2 16,-6-2-2-16,10-2 0 15,8 0 15-15,15-3 8 16,22 2-7-16,6-4-23 0,15-1-1 16,3 0-10-16,0 0 2 15,27 0-16-15,21-11-4 16,16-9 6-16,13-5-47 16,3-5 23-16,3-5-15 15,-1-6-13-15,-4-3 24 16,-8 0-4-16,-19 6 31 15,-17 11 24 1,-16 8 1-16,-15 10 21 0,-3 4 64 16,0 3 50-16,0 2-32 0,-8 0-61 15,-10 21-37 1,-1 10 3-16,-5 6 0 0,6 5 2 16,6-1-5-1,6-3-6-15,6-7-2 0,0-6-2 16,0-9 3-16,5-8-38 15,8-8-198-15,2-6-100 16,-3-26-438-16</inkml:trace>
  <inkml:trace contextRef="#ctx0" brushRef="#br1" timeOffset="-100634.85">11750 7641 1064 0,'0'0'1'0,"0"0"119"0,0 0-115 16,0 0-5-16,0 0-4 0,-28 114-62 0,41-62-147 0,5-2 33 16,5 2-262-16</inkml:trace>
  <inkml:trace contextRef="#ctx0" brushRef="#br1" timeOffset="-100066.98">12335 8182 578 0,'0'0'153'0,"0"0"-67"16,52-112 102-16,-47 66-101 16,-5 4 7-16,0 4-66 0,-20 12 24 15,-8 11 19 1,-8 9-35-16,-9 6 17 0,-1 6-39 16,3 19-4-16,7 4-5 15,12 5 3-15,12 3-8 16,12 1-4-16,0 0-1 15,12-4-2 1,20-9 3-16,8-8 3 0,11-11-2 16,4-6 3-16,0-6-2 15,-7-16-2-15,-7-4 1 16,-9 1 3-16,-13 0 4 16,-7 11 7-16,-12 4 9 15,0 8 3-15,0 2 19 16,0 19-42-16,-5 25 13 15,-9 18 12-15,-3 14 9 16,2 14-18-16,2 12 5 0,-3 6-15 16,2 9-1-16,-1-2-4 15,0-10 2 1,-1-13-2-16,1-15-1 0,-4-18-1 16,-1-13 1-16,-1-18 1 15,-1-16 0-15,-6-12 4 16,-8-8 9-1,-6-26-7-15,-7-18 0 0,-2-16-4 16,2-14 0 0,8-14 1-16,10-6-4 15,12 4 2-15,13 13-1 0,6 24-1 16,9 17 0-16,19 15-7 0,6 14 1 16,7 7-3-16,3 8-16 15,4 0-72 1,4 0-98-16,0 0-31 0,1 0-79 15</inkml:trace>
  <inkml:trace contextRef="#ctx0" brushRef="#br1" timeOffset="-99535.77">12590 8111 930 0,'0'0'112'0,"0"0"-7"0,0 0 150 0,0 0-187 0,0 0-68 0,0 0-3 16,0 21 3-16,9 11 22 0,-1-2-13 0,2-5-3 0,-1-5 0 0,1-6-2 16,2-5-3-16,2-6-1 15,6-3 5-15,6 0 1 16,2-22 3-16,2-11-7 16,-3-9 0-1,-2-5 2-15,-5-2-4 0,-7 13 0 16,-4 11 1-16,-8 13-1 15,2 8 9-15,-3 4-9 16,0 6-6 0,0 19-17-16,-3 6 23 0,-1 6 2 15,4-3-1-15,0-2 4 16,0-4-5-16,4-9 0 16,7-8-1-16,1-7 1 15,7-4 1-15,4 0 1 16,-1-18 7-16,7-10-9 0,-3-6 5 15,-5-1-4-15,-3 0 0 16,-6 10 6-16,-4 7-7 16,-5 13 3-16,-3 5 6 15,0 0-9-15,0 5-11 16,0 15-4-16,0 3 15 16,0 4 1-16,0-4 0 15,4-2 1-15,5-4-2 16,-3-7 0-16,0-4-1 15,0-4-2-15,3-2-141 16,-3-4-169-16,-2-21-255 16</inkml:trace>
  <inkml:trace contextRef="#ctx0" brushRef="#br1" timeOffset="-99399.1">13023 7699 551 0,'0'0'455'0,"0"0"-446"0,0 0-2 0,0 0-7 0,0 0 0 0,-41 73-10 0,61-45-95 0,2 0-198 0</inkml:trace>
  <inkml:trace contextRef="#ctx0" brushRef="#br1" timeOffset="-98803.06">13424 7919 523 0,'0'0'331'0,"24"-83"-311"0,-17 39 156 15,-2 1-90-15,-4 5-26 16,-1 12-26-16,0 12 35 16,0 6 35-16,-6 8-30 15,-8 0-20-15,-8 22-46 0,-3 11-8 16,-2 14 0-1,5 10 5-15,7 9 4 16,2 18-3-16,5 12 7 0,8 10-6 16,0 12-7-16,0 2 5 15,13 0-5 1,-2-1 2-16,-2-10-1 0,-6-15 1 16,-3-10-2-1,0-19 1-15,-15-19-1 0,-12-13 1 16,-7-16 3-16,-7-12 3 15,-2-5 1-15,1-18 0 16,5-19 0-16,6-13-8 16,10-18-1-16,8-16 0 15,13-19-1-15,1-12 1 0,32-1-1 16,10 3-4-16,8 13 0 16,-2 18-2-16,0 17 1 15,-4 16 1-15,-5 17 3 16,-4 11 2-16,-5 13 1 15,5 8-1-15,3 1-3 16,6 23-2-16,1 8 3 16,-5 7 3-16,-10 2 3 15,-12-3-1-15,-10-6 4 16,-7-7-2-16,-2-7-2 16,0-4 2-16,-3-5-2 15,-6-7 1-15,0-2 2 16,-3 0-5-16,0-18-45 15,0-12-136-15,2-9-88 16,4-12-7-16,6-8-133 0</inkml:trace>
  <inkml:trace contextRef="#ctx0" brushRef="#br1" timeOffset="-98618.18">13645 7807 511 0,'0'0'153'0,"0"0"-102"0,0 0-25 0,0 0-2 0,0 0 1 0,0 0-23 0,-18 76-2 0,18-54-1 0,10-2-4 16,4-3-293-16</inkml:trace>
  <inkml:trace contextRef="#ctx0" brushRef="#br1" timeOffset="-96798.15">13964 7958 867 0,'0'0'30'0,"0"0"39"0,0 0 98 15,0 0-159-15,0 0-2 16,-82 41 7-16,67-11 17 16,5 2 3-16,5 4-14 15,5-2 4-15,0-2-7 16,18-4-3-16,11-6-7 15,7-6-1-15,5-6 2 16,7-6-2-16,1-4 4 16,2-2-4-16,-3-20 0 15,-1-9-4-15,-5-8 1 0,-5-6-1 16,-10 2 6-16,-12 4-5 16,-15 10 6-16,0 8-1 15,-12 10-5-15,-16 8 17 16,-8 3-12-16,-1 9-6 15,1 13-1-15,6 7 10 16,12 0-4-16,9 0-6 16,5-1 0-16,4-4-1 15,0-3-1 1,0-7-2-16,12-5 4 0,7-7-1 16,9-2 2-16,5-2-1 15,5-21 0-15,0-2-56 16,4-9-11-16,0-6-4 0,-9 1-17 15,-8 4 16 1,-11 12 65 0,-10 13 7-16,-4 9 12 15,0 1 7-15,-4 16-14 16,-12 15 16-16,-1 4 17 16,8 4-29-16,7-2 0 0,2-5 4 15,0-6-9-15,11-8-4 16,3-6 3-16,3-9 2 0,5-3 4 15,4 0-3-15,-1-15-4 16,1-12-1-16,-3-1-1 16,0-9 3-16,-6 0-3 0,-3 1 4 15,-3 10 1-15,-7 8 0 16,0 9 1-16,-4 9 9 16,0 5-15-16,0 21 3 15,-10 11 7-15,3 5 6 16,2-3-4-16,5-2-6 15,0-5 0-15,0-7-1 16,12-5-2-16,4-10 0 16,4-6 2-16,7-4 1 15,4-3-2-15,8-16-1 16,-1-8-3-16,0-10 0 16,-2-11-20-16,-3-4-38 15,-7-2-7-15,-9 6 10 16,-5 14 42-16,-8 14 13 0,-4 13 0 15,0 7 0-15,-7 9-13 16,-9 16 13-16,0 8 16 16,7 5-3-16,9-5-4 15,0 0-7-15,2-6 0 16,16-4 3-16,7-9 3 16,7-9-6-16,11-5 4 15,3 0-1-15,5-9-5 16,-8-14-2-16,-9-8-10 15,-5-11-58-15,-7-12 45 0,0-16 16 16,-4-16-14 0,0-14 14-16,-9-5-6 15,-4 6 11-15,-5 20 4 16,0 29 7-16,0 26 23 16,-11 24 38-16,-8 14-27 15,-5 31-33 1,0 16 0-16,6 8 21 15,11 5-12-15,7-3-11 16,0-2 3-16,1-4 5 0,14-9-11 16,6-8-2-16,7-13 2 0,4-8-3 15,-1-14 0-15,3-13 3 0,1 0 2 16,-1-19-5 0,5-10-5-16,-2-11-25 0,-4-10-10 15,-5-13-14-15,-3-13 7 16,-8-7 34-16,-1 1 11 15,-10 11 2-15,-4 22 1 16,-2 21 7-16,0 17 59 16,0 11 4-16,-15 17-64 15,-1 20-4-15,-4 13 38 16,5 6-31-16,9 1-4 16,5 0 14-16,1-1-9 15,0-3 1-15,4-4-8 16,13-3-3-16,4-8-1 15,5-8 2-15,3-9-2 16,2-10 1 0,2-8 0-16,-2-3 2 15,0-7-2-15,-2-15-1 16,-4-8-1 0,-8-4 0-16,-4 0-2 0,-7 2 3 15,-5 9 2-15,-1 9 5 0,0 7 1 16,0 7 3-16,0 0-11 15,-3 15-1-15,-5 10 1 0,0 3 3 16,7 0 1 0,1-5-2-1,0 0 0-15,0-7-2 0,9-3-2 16,6-6-1-16,3-7 3 0,5 0 2 16,7-3 4-16,2-14-3 15,0-3-2-15,-3-5 1 16,-2-3-1-16,-7-3 2 15,-6 9 1-15,-6 5 0 16,-4 9 7-16,-4 8 39 16,0 0-4-16,-12 17-46 0,-8 17 0 15,-7 16 40-15,2 17-14 16,3 9 20-16,0 19-21 16,5 12 3-16,1 13-5 0,1 1 6 15,-3 0-21 1,-7-13-8-16,-4-20-3 15,-1-20 2-15,5-22-5 16,7-21 6-16,7-14-1 16,-2-11-5-16,-2-10 5 0,-7-19-10 15,-8-14-11-15,-1-9-4 16,-4-11-41-16,0-12-81 16,3-5 28-16,7 0 6 15,14 12 29-15,11 11 65 16,3 10-21-16,23 9-24 15,6 4 23-15,6 4-17 16,-1 3-93-16,-4-3-273 16</inkml:trace>
  <inkml:trace contextRef="#ctx0" brushRef="#br1" timeOffset="-96504.25">15211 7632 960 0,'0'0'0'0,"0"0"0"0,0 0 0 0,126-42 1 0,-73 37-1 0,-5-4-37 15,-8-2-187-15,-17-5-366 0</inkml:trace>
  <inkml:trace contextRef="#ctx0" brushRef="#br1" timeOffset="-96420.08">14841 7460 1191 0,'0'0'2'0,"0"0"80"15,0 0-20-15,0 0-62 16,0 0-19-16,0 0-277 15</inkml:trace>
  <inkml:trace contextRef="#ctx0" brushRef="#br1" timeOffset="-94686.85">2405 9818 577 0,'0'0'52'0,"0"0"-50"0,0 0 129 0,0 0-49 0,0 0 3 0,0 0-8 0,0 0-4 15,0 0 14-15,65 11-5 0,-38-26-42 0,3-5-28 0,-6 0-2 0,-6-5-4 16,-2-2-1-16,-13 1 3 0,-3 1 1 16,-3 5 20-1,-21 8 5-15,-13 10 14 16,-15 2-24-16,-3 20-3 0,-5 14 1 15,0 13 12 1,3 7-17-16,8 3-9 0,9 2-1 16,7-4-2-1,17-4-3-15,10-8-2 0,6-11 0 16,0-9-2-16,9-6-6 16,15-14 7-16,7-3 1 15,15-8 0-15,11-21 3 16,8-12-3-16,1-9 0 15,0-7-11-15,-5-11-15 16,-6-14 13-16,-10-15-7 16,-6-9 14-16,-8 7 3 15,-13 16-1-15,-15 31 4 16,-3 24 3-16,0 26 4 16,-3 9 4-16,-18 35-11 15,-7 22 1-15,0 15 3 16,3 6 8-16,6 2 11 15,7-1-2-15,2-3-13 16,7-8-1-16,3-10-5 0,6-11-1 16,18-12-1-16,7-15 0 15,8-11 0-15,7-16 4 0,3 0-2 16,2-23 2 0,3-7-1-16,-8-9-2 0,-9-7 0 15,-6-7 0 1,-14 5-1-16,-7 8 0 15,-8 15 1-15,-2 13 1 0,0 12 6 16,-12 3-7-16,-8 23 0 16,-5 12-1-16,6 4 9 15,2-2 11-15,4-3-10 16,10-3-8-16,0-8-2 16,3-3 2-1,0-11-2-15,0-1-4 16,9-11-44-16,6 0-155 15,0-11-39-15,1-14-169 0</inkml:trace>
  <inkml:trace contextRef="#ctx0" brushRef="#br1" timeOffset="-94503.48">2919 9601 919 0,'0'0'1'0,"0"0"-1"0,0 0 2 0,-28 87-2 0,50-53-3 0,4 1 2 0,12 4-34 0,-3-6-142 0,1-7-94 0</inkml:trace>
  <inkml:trace contextRef="#ctx0" brushRef="#br1" timeOffset="-94105.73">3355 9746 488 0,'0'0'82'0,"33"-89"86"15,-26 53 0-15,-2 8-54 16,-5 13 11-16,0 7-5 16,0 8 21-16,0 4-85 15,-3 27-52-15,-8 20 10 16,-1 19 42-16,-1 16 0 16,1 12 1-1,-1 22-22-15,-4 18-11 16,-4 20-11-1,-4 10-9-15,2 5-1 0,-5-8-3 0,4-23 0 16,-4-19-2-16,1-26 2 16,0-25 2-16,-1-17-2 15,3-21 0-15,-1-18 0 16,1-16 1-16,-5-5 5 16,2-32 1-16,4-20-6 0,7-19 3 15,7-25-4-15,10-25-1 16,6-17 0-16,28-2 1 15,14 9 0 1,7 23-1-16,6 25-1 16,-1 22 2-1,4 17-8 1,-1 13-2-16,1 5-12 0,5 11-42 16,5 2-47-16,7 4-13 0,1 0-156 15,-15-3-3-15,-9-5-238 0</inkml:trace>
  <inkml:trace contextRef="#ctx0" brushRef="#br1" timeOffset="-92547.06">3864 9762 776 0,'0'0'69'0,"0"0"80"0,0 0 36 0,0 0-85 0,0 0-80 0,0 0-20 0,-39 53 56 0,33 4 9 0,-2 14 0 0,1 10-21 0,-3 17 10 0,-4 16-16 15,1 12-16-15,-5 4-4 16,-6 2-5-16,0-6-10 16,-1-14 0-16,1-16-3 0,0-20 0 15,3-16 0-15,-1-22 1 16,5-17-1-16,1-14 0 16,1-7 8-16,-4-27-1 15,-1-21-5-15,-1-16-2 16,5-14 0-16,7-16 2 15,9-9-2-15,0 0 0 16,9 9-1-16,18 21 1 16,7 15 0-1,11 14-1-15,6 10 1 0,10 3-2 16,6 4 0-16,0 3 2 16,5 2-2-1,-2-3 1-15,0-3 1 0,-6-2 0 16,-3-4 1-16,-11 2 1 15,-16 2-2-15,-16 4 0 16,-15 11-5-16,-3 3 1 16,-11 4 1-16,-14 5-2 15,-8 3 2 1,-3 0 0-16,3 11 2 16,5 5 0-16,9 2-1 15,8 3 0-15,5 2 0 0,6 1-3 16,0 2 4-16,18-1 1 0,3-1 0 15,7-6 0-15,2-2 1 16,3-7-1-16,3-5 0 16,1-4 1-1,5 0 3-15,0-12-4 0,-2-9 0 16,-4-6-2-16,-1-4 2 16,-15-3-17-16,-2 3-6 15,-14 3 16-15,-4 4 4 16,0 8 2-16,0 5 0 15,0 5 0 1,-3 3 1-16,-7 3 0 16,6 0-4-16,-4 0-6 0,-1 9 4 15,1 7 5 1,1 1-5-16,1 1 3 0,3 1 1 16,2 3 2-16,-1-1-1 0,1 5-2 15,-1-1 3-15,2 1-1 16,0-3 3-1,0-4-4-15,0-4 2 0,5 1-2 16,8-7 1-16,8-3 1 0,9-6 0 16,6 0 1-1,5 0 0-15,7-15-1 16,6-5 0-16,1-4-1 16,-6-7-1-16,-6-4-6 0,-17-5-22 15,-10 1 17-15,-16 3 10 16,0 9 3-16,-6 12 1 15,-19 8 7-15,-5 7-7 16,-7 0 13-16,2 21 6 16,4 2-2-16,13 8-1 15,8 2-14-15,10-1 2 0,0-1-4 16,7-2-1-16,11-6 0 16,5-6 2-16,8-7-2 15,9-6-2-15,8-4 2 16,16 0 0-16,2 0 0 15,2-10-51-15,-7-3-3 16,-14-1-66-16,-11 0 84 16,-17 4-10-16,-13 3 46 15,-6 6 7-15,0 1 58 16,-18 0-23-16,-9 11-15 16,2 7 24-16,-2 4-14 15,9-4-19-15,6-3-10 16,3 2 2-16,6-9-7 15,3-2-3-15,0-6 0 16,0 0 0-16,14 0 3 16,11-8 7-16,8-8-4 15,3-6-5-15,-2-3-1 16,2-4-1-16,-3 4-2 16,-6 5-5-16,-8 12 1 15,-12 5 4-15,-2 3-4 16,-2 11 2-16,1 17 5 15,-4 2-1-15,0 1 2 16,0-3-1-16,0-6 0 16,0 1 0-16,6-13-1 0,3 0 2 15,-4-5-2-15,9-5 2 16,3 0-2-16,7-11 1 0,3-9-1 16,-1-5-53-16,0-7 12 15,-2-11-20-15,-3-8 23 16,-2-12 4-16,-4-12 12 15,-2-3-5-15,-8 3 16 16,-5 18 3 0,0 19 9-16,0 20 3 15,0 15 41-15,-7 6-2 16,-7 31-41 0,2 13 46-16,-1 13 26 0,7 6-15 15,6-2-30-15,0 1-6 16,6-7 3-16,11-2-19 0,2-8-4 15,3-6-2-15,-3-3 0 0,1-12-2 16,-7-9-220-16,-10-16-189 16</inkml:trace>
  <inkml:trace contextRef="#ctx0" brushRef="#br1" timeOffset="-92335.82">5645 10043 1156 0,'0'0'3'0,"0"0"-3"0,0 0 66 0,0 0-66 0,97-65 0 0,-40 52-30 0,4-5-233 0,-1-8-653 0</inkml:trace>
  <inkml:trace contextRef="#ctx0" brushRef="#br1" timeOffset="-91157.85">7044 10199 1051 0,'0'0'17'16,"0"0"10"-16,0 0 123 0,0 0-77 15,0 0 8 1,0 0-25-16,88-84-27 16,-35 34-23-16,2-6-1 15,-6-3 2-15,-13-9-1 0,-8-10 8 16,-11-7-10-16,-7-6 1 15,-10 7-2-15,0 19-2 16,0 24 0 0,-7 22 27-16,2 12 9 0,1 7 1 15,-7 26-38 1,-11 23-7 0,-2 17 1-16,-1 18 6 0,7 3 3 15,2 11 2-15,2 12 7 0,-2 11-9 16,-2 4 3-16,1 10 0 15,4 3-6-15,1-5 2 16,3-3-2-16,3-18 2 16,6-12-1-16,0-19-1 0,0-15 0 15,0-16 0-15,18-16-2 16,0-11-4-16,9-19 5 16,7-4 1-16,12-24 7 15,-1-17-7 1,1-13-6-16,-7-10-4 15,-14-9 7-15,-10-6 3 0,-13-9 0 16,-2 3 2-16,-21 2 1 16,-15 7 0-16,-9 8 4 15,-7 12 6-15,-3 14-5 0,1 10 4 16,2 6 7-16,6 4-6 16,9 9-2-16,11 2-11 15,14 7 7-15,8 4-2 16,4-3-5-16,0 1 0 15,0 2-7 1,0-2-6-16,18-6 2 16,20-7 6-16,13-5 5 15,12-9 0-15,5-3-3 0,1-4-8 16,6-4-8-16,1-2-14 16,-6 6-4-1,-20 9-3-15,-15 10 14 16,-22 11 20-16,-11 4 6 0,-2 2 3 0,0 0 3 15,0 0 10-15,0 0-9 16,-11 15-6-16,-3 3 1 16,-3 4-2-1,8 0 0-15,2-1 0 0,5 2 0 16,2-1-1-16,0-4-1 16,7 1 2-16,4-6 0 15,4-2-5 1,3-4 5-16,1-4 0 15,5-3 2-15,0 0 6 16,-3 0-7-16,-8 0-1 16,-4 0-2-1,-6 0 1-15,-3 0-4 0,3 9 0 16,-1-1 5-16,1 3 0 0,-2 2 5 0,-1-1-2 16,2-4-3-1,-1-2-1-15,2-1 1 16,2-1-6-16,2-1-9 15,5-3-141-15,7 0-9 0,7 0-56 16,5-12-84-16,5-7-332 16</inkml:trace>
  <inkml:trace contextRef="#ctx0" brushRef="#br1" timeOffset="-90261.52">8117 10012 407 0,'0'0'672'0,"0"0"-663"0,0 0 212 0,0 0-149 0,0 0-1 0,0 0-40 15,-77-3-25-15,59 30-4 0,9 0 9 0,1 5-4 0,8-5-2 0,0 1 0 16,2-6 3-16,22-1-3 16,4-8-1-16,6-4-4 15,8-9 3-15,3 0-3 16,-3-3 0-16,-8-16 3 15,-4-3-3-15,-11-9 1 16,-10-6 4-16,-7-1-4 16,-2-1 2-16,-5 9-1 15,-13 6 8-15,-1 9-4 16,-5 12 7-16,-1 3-6 16,-4 3-6-1,1 15-1-15,3 3 0 0,7 7-5 16,6-1 4-16,9 0-5 0,3-4-6 15,3 2 3-15,18-7-21 16,7-5-108-16,8-6-22 16,1-7-43-16,5 0-17 15,3-2-150-15,5-16 297 16,0 0 58-16,-3-5 30 16,-12 1-2-16,-13 2 137 15,-7 6 14-15,-8 8 31 16,-7 3 17-16,0 3-14 15,0 0-127-15,0 2-55 0,-7 12 1 16,-8 4 30-16,7 0 0 16,-3-1-29-16,8-2-3 15,0-5-2-15,1-2 3 16,2-6-5-16,0-2-6 16,0 0 0-16,0 0 3 15,14-8 10-15,13-11-3 16,7-7-11-16,4-6-3 15,3-1 2-15,-4 2-3 16,-7 9 0-16,-6 8-1 16,-9 8 0-16,-6 6-2 15,-6 8-17-15,0 14 19 16,0 9 1-16,-3 3 9 16,0-4 6-16,0 0-1 0,0-6-7 15,0-8-2-15,0-5-4 16,0-4 0-16,0-6-1 15,3-1 1 1,1 0 3-16,12-9 6 0,6-15-3 16,3-2-6-16,6-9-1 15,-1-2 0-15,-6 3 0 16,-8 10 2-16,-2 10-2 16,-13 11 0-16,-1 3 1 0,0 13-1 15,0 15 0-15,0 10 11 16,0 0 12-16,0-4-16 15,6-2-7-15,3-2 1 16,-3-6-3-16,6-7 2 16,-1-5-50-16,6-8-184 15,3-4-102-15,12 0-363 16</inkml:trace>
  <inkml:trace contextRef="#ctx0" brushRef="#br1" timeOffset="-89143.26">10550 9574 1219 0,'0'0'36'0,"0"0"-30"16,0 0 64-16,0 0-40 0,-35 125 89 0,23-62-52 0,0 1-31 0,-1-2-7 0,-1 0-14 0,-1-8-8 0,0-2-3 0,5-13-4 0,2-8-1 0,5-11-6 16,2-9-61-16,1-6-69 0,-2-5-10 0,-4-5 58 0,-1-22-5 0,-6-7-82 0,0-6 122 0,0 3 46 0,7 10 8 0,0 10 21 0,3 10 96 0,2 6-26 0,1-1 18 0,0 0-46 15,0 2-44-15,0-1-5 16,12-2-5-16,18-2-1 15,20-5 26-15,17-4-7 16,7-2-18-16,3-4 0 16,-5 1-9-16,2-5 0 15,-11-2-2-15,-11-5 1 16,-13-6 2-16,-20-2 4 0,-8 5 2 16,-11 6-1-16,0 11 21 15,0 15 31 1,-21 2-24-1,-9 27-18-15,-6 17-12 16,-1 10-4-16,7 5 17 16,5-2 7-1,10-4-10-15,7-3 0 0,8-7-4 16,0-10-9-16,11-8-1 16,11-8-3-1,8-13 3-15,7-4 3 16,14-2 1-16,4-17-1 0,-2-7-1 15,3-6 0-15,-7-8-2 0,-8 5 3 16,-8 4 2-16,-13 10-5 0,-9 10 4 16,-8 11-2-16,-3 0-2 15,0 13-5-15,0 13 5 16,3 3 1 0,7-5 4-16,1-2 3 15,9-2 1-15,9-4 6 16,8-5-6-16,10-5 4 0,6-6 4 0,-2 0-8 15,-6-10-7-15,-12-9 1 16,-13-2-1 0,-11-7 5-16,-7-4-5 15,-2-3-1-15,0 6 3 16,-12 6 1-16,-10 16-5 16,-5 7 0-16,-9 2-3 0,3 25 1 15,2 3 2-15,10 3 0 16,13 0 1-16,8-4-1 15,5-1-2-15,23-2 2 16,15-2-1 0,10-8-4-16,8-3-33 0,13-1-203 15,0-4-105-15,12-6-341 0</inkml:trace>
  <inkml:trace contextRef="#ctx0" brushRef="#br1" timeOffset="-87727.88">12996 9959 1099 0,'0'0'20'0,"0"0"-15"0,0 0 97 0,0 0-62 0,0 0-10 0,0 0 9 0,33-38-35 0,4 7 2 0,-4-3-6 0,-8-1 2 15,-10-7 16-15,-12 1 26 0,-3 4-18 0,-9 10 16 0,-15 12 8 16,-10 15-25-16,-11 0-23 16,-7 28 13-1,-3 11-10-15,-4 9 4 16,6 4 4-16,9 1-1 0,6 5-5 16,8-8-3-16,10-3-2 15,10-12-2-15,10-11 0 16,0-11-2-16,23-9 2 0,14-4 1 15,9-7 6-15,5-17-5 16,0-9 0-16,-2-10-2 16,-3-9 1-1,-3-2 0-15,-10 6 4 16,-13 13-4 0,-12 15 3-16,-8 13-4 15,0 7 13-15,-13 13-12 0,-20 24-1 16,-9 9-1-16,-1 11-1 0,10-4 2 15,12 0 0-15,10-10 0 0,9-6 2 16,2-7-4 0,8-14 1-16,20-6 1 15,16-10 4-15,16-4 3 0,12-21-2 16,8-6-3-16,-2-9-2 16,-4-6 0-16,-6-8-1 15,-9-7-1 1,-9-4 2-16,-12 6-2 15,-17 8 1-15,-12 20 1 16,-9 13 0-16,-2 11 7 0,-21 7-6 16,-10 0-1-16,-7 11-6 15,4 10 6-15,6 0-1 0,12 4 1 16,6-3-7-16,8 3 6 16,4 1-6-1,0 1 5-15,9-1-7 0,7 4 6 16,3 0 3-16,0-2-3 15,-2 2 2-15,-2-1 0 16,-1-2 0-16,-7-2 1 16,-4-3 0-1,-3-7-2-15,0-1 2 0,-1-5 3 16,-10-3-3 0,2-3 6-16,3-1-4 0,3-2 2 0,3 0 0 15,0-7-1-15,5-18-3 16,20-8-15-1,14-13 1-15,16-11 9 16,9-9-8-16,4-5 0 16,-6 5-1-16,-8 8 9 0,-15 16 5 15,-15 11 0-15,-14 12 3 16,-6 8 9-16,-4 10 44 16,0 1-14-16,0 0-34 15,-13 6-8-15,-11 16-3 16,-1 5 1-16,-1 2 2 15,10 1-2-15,4 4-3 16,10-1 4-16,2 0-3 16,0-3 2-16,11-4 0 15,10-2 0-15,4 0 0 16,-1-5 0-16,2 0 0 16,-3-2-3-1,1-1 4-15,-7 0-2 16,-6-5 2-16,-6-2 1 0,-5-3-2 15,0 1 2-15,0 0 4 16,-8-1 3-16,-14 1-1 16,-6 0-5-16,-5-2 2 15,6 0-3-15,3-4-1 0,8-1-7 16,4 0-68-16,8 0-13 0,4-11-79 16,3-9-68-16,22-5-7 15,11-7-108-15</inkml:trace>
  <inkml:trace contextRef="#ctx0" brushRef="#br1" timeOffset="-86130.97">14152 9735 989 0,'0'0'47'0,"0"0"120"15,0 0-63-15,0 0-94 0,0 0 35 0,-30 114 32 0,18-75-36 0,5 4-3 16,2-2-30-16,4-6-7 15,1-4 2-15,0-8-3 16,0-8 0-16,10-6 0 16,8-7-1-16,5-2 1 15,5-6 5-15,7-16-5 0,1-6-8 32,-1-7-14-32,-4-4 12 0,-3-8-1 15,-8 0 6-15,-8 9 5 16,-5 9 1-16,-7 9 0 0,0 13 5 15,0 6 18-15,0 1 0 16,-7 11-24-16,-5 13-8 16,2 5 8-16,2 2 1 15,6-4-1-15,2-3-1 16,0-3-1-16,17-5-2 16,8-4 3-16,11-7 1 15,7-4 0-15,5-1 1 16,3 0-2-16,-6-12-3 15,-4-7-8-15,-5-7-21 0,-8 2 13 16,-9-1 8 0,-8 7 12-16,-8 8 0 15,-3 4 9 1,0 3 27-16,0 3-10 0,-6 3-22 16,-11 13-3-16,-4 5-2 0,3 3 2 15,6-4-2 1,3 4 2-16,0-7 1 15,4-1-2-15,0-7 0 0,3-4 0 16,2-2-2-16,0-3 1 16,0 0 1-16,12-6 2 15,13-13 5-15,8-8-7 16,7-6-2-16,4-7 2 16,0 0-4-16,-5 3-12 0,-9 8 9 15,-11 14 2-15,-11 8 5 16,-5 5 6-16,-3 2-6 15,0 4-3-15,0 19 3 16,-6 8 1-16,-7 3 7 16,1-4-1-16,-2 5-1 15,1-6 3-15,2-4-5 16,5-8 4-16,2-7-6 16,3-5-1-16,1-3 0 0,0-2 0 15,0 0 3-15,8-7 12 16,13-11-12-16,8-7-4 15,2-5 0 1,0-5 0-16,2-2-1 16,-3 0-6-16,-5 8-4 0,-4 6 5 15,-10 14 3-15,-7 4 2 16,-2 5-1 0,-2 0 0-16,0 7-9 0,0 13 6 15,-9 8 5-15,1 2 1 16,2-3 0-16,0-7-1 15,6 0 0-15,0-8 0 16,0-5-1-16,3 0 1 16,14-5 0-16,8-2 2 15,9 0 1-15,7 0-1 0,9-5-1 16,1-11 0-16,-3-7-1 16,-5-7-5-16,-6-7-39 15,-12-2 7-15,-11 7 2 16,-12 6 30-16,-2 9 5 15,-2 5 17-15,-13 6 6 16,-3 6-2-16,-3 0-3 16,2 18-6-16,1 5-5 15,4 6-3-15,10 5-1 16,4-1 1-16,0-1 2 16,14-6-1-16,6-5-5 0,9-3 1 15,5-7 0 1,12-4 4-16,11-5-3 15,6-2 1-15,-1 0-1 0,-5 0-2 16,-10-16 0-16,-9-7 0 16,-10-11 3-16,-10-4 7 15,-6 4-10-15,-12 2 1 16,0 12 7-16,-7 10-1 16,-14 6-3-16,-8 4 7 15,-2 1-2-15,-2 14-3 16,8 5 1-16,6 5-2 15,10 0-5-15,4-2 0 16,5 1-1-16,0-5 1 16,9-2 0-16,10-6 2 0,4-4-2 15,5-5-8-15,5-2-54 16,3 0-38 0,1-13-22-16,-1-11-18 0,1-5-20 15,-1-13-20 1,-3-12-75-16,-5-10 13 15,-2-13 239 1,-7-9 3 0,-2-10 123-16,-9 2 86 0,-5 11-54 0,-3 22-37 15,0 25 53-15,-10 19-65 0,3 15 16 16,-7 2-65-16,-2 27-54 16,-5 24 4-16,3 16 45 15,6 14-15-15,8 2 6 16,1-1 16-16,1 1-48 15,1-5 23-15,-2-7-21 16,1-5-12-16,2-14-1 16,0 0-5-16,0-11-101 0,0-10-339 15</inkml:trace>
  <inkml:trace contextRef="#ctx0" brushRef="#br1" timeOffset="-85077.74">4007 11894 257 0,'0'0'149'0,"0"0"-133"16,-3-94 110-16,0 56-26 0,3-6 11 0,-3 0-28 0,0 4-20 15,0 9 27-15,3 11 9 0,-2 12-11 0,2 5-10 0,0 3-2 0,0 17-49 16,0 28-25-16,0 18 4 0,0 15 29 16,-1 3-1-16,-9 0 3 0,-4 1-11 0,1-3-15 0,-1-5-6 0,4-13-2 15,-2-17-3-15,9-16-2 16,-3-17 2-16,6-7 0 16,0-4 2-16,0 0-1 15,0-20 8-15,0-15 4 16,0-14-13-16,0-10 0 15,0-11 0-15,6-9 0 16,3-10 0-16,4-4 0 16,7 6 1-1,4 13 0 1,1 19-1-16,3 21 0 16,1 19-1-16,-1 15-1 0,3 0-3 0,-1 17 4 15,-2 13 1-15,-6 4 0 0,-6 3 7 16,-10 0-2-16,-6-2 4 15,0-2 6-15,-19 1 3 16,-7-5-7-16,-7-2 9 16,-1-4-12-16,3-5-6 15,5-5-1-15,2-6 1 16,8-5-2-16,4-2-3 16,9 0-7-16,3 0-78 0,0-9-78 15,12-5-17-15,19-3-19 16,11-2-53-16,6-3-288 15</inkml:trace>
  <inkml:trace contextRef="#ctx0" brushRef="#br1" timeOffset="-84163.45">4614 11651 693 0,'0'0'179'0,"0"0"-35"16,0 0-13-16,0 0-98 0,0 0 15 0,-89 91 6 0,66-57 1 0,10 1-18 0,1-5-2 0,6-5-15 0,6-4-13 0,0-7-7 16,16-6 1-1,11-5-1-15,9-3 9 0,9-4-2 16,10-15-5 0,2-6 0-16,-5-6-1 0,-9-2-1 15,-13-7 0-15,-13-4 3 16,-16-3 0-16,-1 8 7 15,-15 6-6-15,-7 12 3 16,-5 13-4-16,3 8 2 16,-6 10-5-16,0 22-2 15,6 12-2-15,8 7 0 16,10 0-1-16,6-7-2 16,3-5 3-16,19-8-4 0,7-8 1 15,5-9-8-15,8-12 11 16,4-2-13-16,2-1-2 15,1-18-7-15,-3-6-5 16,-4-6 7-16,-5-2 11 16,-8-5 11-16,-12-2 2 15,-9 7 7-15,-5 6 4 16,-3 15 0-16,0 10 88 16,0 2-10-16,0 21-89 15,-6 22 0-15,-6 17 0 16,2 12 8-16,7 9 4 15,0 9 24-15,3 7-4 16,0 5-11-16,-5-1-7 0,5-1-6 16,0-10-7-16,0-15 1 15,0-19-2-15,0-26 1 16,0-14 0-16,0-12-1 16,0-4 4-16,0-20 19 15,0-17-4-15,6-16-18 16,-1-18-1-16,1-12 2 15,0-19-1-15,1-15-1 16,2-14 1-16,3 5-2 16,4 9 1-16,1 27 0 15,4 29 1-15,-2 25-1 0,-4 16-2 16,4 10 1 0,-5 10-3-16,4 0-3 0,1 18-5 15,2 9 7-15,-2 5 3 16,-10 2 2-16,-7 1 1 15,-2-2 0-15,-8-1 6 16,-14-2-7-16,-3-7 4 16,-5-1-1-16,-6-6-2 15,3-5 2-15,2-3-3 16,-2-8 1-16,8 0-1 16,5 0-2-16,8-17-49 15,9-1-80-15,3-4-30 16,11 4-74-16,19 1-52 15,1 7-385-15</inkml:trace>
  <inkml:trace contextRef="#ctx0" brushRef="#br1" timeOffset="-82031.13">5672 11691 805 0,'0'0'21'0,"0"0"69"15,0 0 74-15,0 0-70 0,0 0-14 0,0 0-45 0,-9-8-28 0,6 40-4 0,-2 4 16 0,2 3 9 0,3-7-11 0,0-5-2 0,0-5-15 16,11-6 3-16,3-6-3 16,2-7 0-16,9-3 0 15,6 0 6-15,4-16-1 16,2-8-2 0,-1-4-2-16,-3-4 0 0,-8-3-1 0,-10 1 1 15,-8 0-1-15,-5 9 2 16,-2 11-1-16,0 9 1 15,0 5 3-15,0 1 0 16,-2 26-5 0,-5 7-7-16,4 4 7 15,3-4-2-15,0-6 2 0,3-6 2 16,9-5-2-16,3-5 0 16,4-7 1-16,4-4 0 15,2-1 6-15,1-1 1 16,5-16 0-16,-1-4-3 15,-2-4-4-15,-3-8 1 16,-5-8 4-16,-5-12-4 0,-4-10 1 16,-3-11-2-16,-5-5-1 15,-3-8 0-15,0 3-1 16,0 15 1 0,0 16 0-16,0 24 0 0,0 17 1 15,0 7 4 1,0 5-5-16,0 30-11 15,0 17-4 1,-6 16 15-16,-4 8 1 16,8 0 0-16,2 2 9 15,0 2-4-15,9-3 2 16,12-7-8-16,4-12-1 0,4-12 0 0,2-10 1 16,5-15-2-16,4-7 2 15,2-9 7-15,1-2-2 0,0-17-2 16,-5-9-3-16,-13-4-2 15,-5-9-3-15,-12-8-10 16,-8 2 10-16,0 1-3 16,-4 15 7-1,-11 11 0 1,1 13 2-16,-3 7 14 16,-4 5-12-16,-3 17-3 0,0 5-1 0,3 1 0 15,9-3 1-15,6-3-2 16,2-3 1-16,4-3-3 15,0-5 1-15,0-2-2 16,0-3-8-16,7-5 11 16,8-1-4-16,6 0 5 0,3-4 1 15,0-13-10 1,4-2-22-16,1 1-14 0,-3 4 4 16,-3 6 17-16,-8 6 16 15,-4 2 3-15,-6 10-4 16,1 12 10-16,0 5 2 15,-1 0 14-15,0-1 1 16,1-4 1-16,3-8-12 16,2-1 2-16,2-9-4 15,5-4-2-15,6 0 7 16,6 0 10-16,3-15-13 16,1-9-6-16,-4-6 1 0,1-7-1 15,-10-13-1-15,-2-6 0 16,-10-8 0-16,-6 0 1 15,-3 2-2-15,0 12 1 16,0 13 2-16,-1 17 2 16,-4 16 2-16,-1 8 8 15,-5 28-13-15,-3 14-4 16,1 12 4-16,5 7 9 16,5-1 0-16,3 0-2 15,0-5 7-15,0-5-7 16,9-8-7-16,4-9 1 15,1-8 0-15,1-7-2 16,-2-13-1-16,5-6 0 16,0-3 2-16,6-10 8 0,9-14-6 15,0-8-2-15,0-6-14 16,-2-6 5-16,-6-3-7 16,-7 7-2-16,-9 10 12 15,-6 14 6-15,-3 12 5 16,0 4 8-16,0 6-2 15,-3 21-9-15,-11 5 1 16,1 7 8-16,7-9-3 16,5-3-2-16,1-5 0 15,0-3-5-15,0-3-1 16,7-5-1-16,2-3 0 16,6-5 1-16,2-3 0 15,6 0 4-15,4-7 1 16,0-10-5-16,4-4-4 15,-2-5-8-15,-3-4 0 0,-3 3-9 16,-4 5 6 0,-11 8 13-16,-1 11 2 0,-7-1 1 15,0 4 2-15,0 4 3 16,0 15-6-16,-4 8 5 16,1 1 11-16,3 0-11 15,0-2 2-15,0-5-1 16,3-3-2-16,12-4-2 15,0-6-2-15,4-1 3 16,8-7 8-16,7 0-2 16,5-7-5-16,1-7-2 15,2-4 2-15,-6-1-3 16,-6-1 0-16,-8 4 7 0,-5-2-7 16,-9 4 1-16,-5 3 2 15,-3 4 0-15,0 2-2 16,0 5 6-16,0 0-4 15,0 0-4-15,0 9-10 16,0 10 3-16,0 6 7 16,0-3 2-16,0 2 3 15,0-6-4-15,12-3 4 16,3-3 1-16,-1-5-1 0,5-5 0 16,-1-2 4-16,4 0-2 15,4-13-2-15,0-3-5 16,-3-3-1-16,-8-4-109 15,-15-4-124-15,-5-5-368 16</inkml:trace>
  <inkml:trace contextRef="#ctx0" brushRef="#br1" timeOffset="-81635.77">6417 11439 1244 0,'0'0'38'0,"0"0"-38"15,0 0 88-15,0 0-88 0,0 0-4 0,104-35-3 0,-26 28 0 0,5 0-51 0,5-1-68 0,0-2-38 0,-4 2-51 0,-13-3-373 16</inkml:trace>
  <inkml:trace contextRef="#ctx0" brushRef="#br1" timeOffset="-81424.16">7200 11326 928 0,'0'0'2'0,"0"0"63"0,0 0-52 0,0 0-13 0,0 0-168 0,0 0-439 0</inkml:trace>
  <inkml:trace contextRef="#ctx0" brushRef="#br1" timeOffset="-79949.21">9414 11418 992 0,'0'0'101'0,"0"0"-100"16,0 0 107-16,0 0-84 16,0 0-23-16,-45 86 53 15,28-33 12 1,0-1-47-16,0-7 4 0,4-4 13 15,4-13-13-15,1-8-19 16,8-9-3-16,-1-5 3 16,1-4-6-1,0-2 4-15,0 0-1 16,12-12 20-16,15-15-5 16,15-11-9-16,2-5-7 0,-2-6 1 15,-2 0-1 1,-4 6 0-16,-9 14 1 0,-9 12-1 15,-11 13 1-15,-5 4-2 16,-2 20-3-16,0 17 4 16,0 8 6-16,-3 7 10 15,-6-4-3-15,3-6-6 0,2-9-4 16,4-3 0-16,0-13 1 16,0-3-1-16,0-9-2 15,10-5 1-15,3 0 8 16,8-4 5-16,9-18-5 15,6-7-4-15,1-5-6 16,-2-6 0-16,0-3 3 16,-6 4-1-16,-5 7 2 15,-8 14-5-15,-9 11 1 16,-5 7-2-16,-2 4-11 0,0 25-13 16,0 9 26-16,-5 7 6 15,2-4-3-15,3-6-2 16,0-6-1-16,3-4 0 15,18-6-1-15,3-5 1 16,8-8 6-16,8-3-2 16,5-3-1-16,7-3 2 15,1-14-5-15,-2-5 0 16,-3-4 0-16,-8-5-2 16,-10-5 2-16,-14-6-12 15,-11-2-1-15,-5 7 8 16,-6 7-5-16,-18 16 9 15,-4 14 0-15,-7 0 1 16,-3 21-1-16,2 14 0 16,8 5 1-16,14 2 0 15,14-1 0-15,0-4 1 0,21-1 3 16,13-5-2 0,11-4 3-16,7-9-2 15,5-5 1-15,4-6 1 16,3-7-2-16,6 0 0 15,9-4-1-15,2-12 3 16,-2-6-5-16,-6-5-2 0,-7-6 2 16,-8-2 4-16,-16 3-2 15,-17 3 0-15,-16 10 5 16,-9 6 1-16,-7 9 7 16,-26 4-7-16,-12 10-5 0,-7 16-3 15,1 7 8-15,5 4 2 16,7-2-6-16,11-1 9 15,10-2-10-15,15-5-3 16,3-6-2-16,0-2 1 16,18-10 1-16,8-6 0 15,7-3 2-15,2 0-2 16,-1-15-4-16,5-6-3 16,2-6-1-16,0-6-3 15,2-3 5-15,-3 2 4 16,-10 6 2-16,-12 7 0 0,-6 13 0 15,-11 4-2 1,-1 4 2-16,0 6-8 0,0 14 3 16,-5 6 5-16,0 4 13 15,2-6-12-15,3 0 6 16,0-6-4-16,0-4-3 16,0-2 0-16,8-5 0 15,8-7 3-15,5 0 5 16,0 0-5-1,9-12 3-15,-2-5-6 0,2-4 2 16,0-5 0-16,3-4-2 16,-2-2 0-16,-4 5 0 15,-7 9 0-15,-10 7 0 16,-7 8 0-16,-3 3-3 16,0 3-9-16,0 14 10 15,0 3 2-15,-8 2 3 16,3-6-3-16,5-3 4 0,0-3-4 15,0-6-1-15,0-3 1 16,0-1 0-16,0 0 1 16,13 0 9-16,9 0-1 15,2-11-2-15,5-7-6 16,3-3 0-16,1-8-1 16,1-2 1-16,2 3 3 15,-9 7-4 1,-11 11 0-16,-7 5-1 0,-5 5-1 15,1 7-5-15,1 11 7 16,3 6 27-16,1-5-15 16,-2 3 3-16,8-7-1 15,-1-5-9-15,7-5 3 16,8-5-1-16,6 0 0 0,9-16 0 16,3-4-7-16,0 0-1 15,-2 3-35-15,-9 1-71 16,-9-1-214-16,-5-5-246 15</inkml:trace>
  <inkml:trace contextRef="#ctx0" brushRef="#br1" timeOffset="-73325.94">1223 14229 377 0,'0'0'19'0,"0"0"92"0,0 0 43 0,0 0-27 0,0 0 4 0,0 0 7 0,-18 18-23 0,17-18-22 16,1-13-46-16,0-9-3 16,0-6-26-16,13-9-2 15,11-7 9-15,4-7 17 16,4-10-5-16,2-7-3 16,3-3-8-16,2 2-12 15,-3 10-8-15,-8 14 1 0,-13 17-5 16,-8 14 3-1,-7 8 3-15,0 6 20 16,0 0-4-16,-13 0-18 16,-15 14-6-16,-2 9-4 15,-4 2 1-15,-1 2 3 16,7 4-1-16,1 1 1 0,6 1 0 16,6 3 0-16,6 1 0 15,9-7-3-15,0-2 1 16,8-4-2-16,19 0-1 15,7-1 5-15,15-4-1 16,7 0 1-16,6-3 0 16,-2 2 1-16,-5-1 0 15,-3-1-1-15,-16 2 0 16,-12 0 0-16,-14-1 0 16,-10 3-1-16,-13 0 2 15,-25 5 6-15,-11 0-3 16,-10-4 1-16,-4-6-1 0,-1-6 8 15,6-6 4-15,4-3 1 16,18-3-5-16,6-15-6 16,10-4-4-16,9-4-2 15,8 3-2-15,3 5-5 16,6 7-1-16,16 7 2 16,2 4 2-16,9 0-2 15,1 10 4-15,8 6 1 16,4-3-1-16,11-5 2 0,4-5 3 15,8-3-3-15,10-20-1 16,6-13 1-16,6-7-13 16,-3-3-22-1,-16 4-6-15,-19-2 8 0,-18 1 16 16,-22 3 1 0,-13-6 16-16,-3 1 0 0,-24 0 2 15,-4 8 1 1,-6 8 2-16,-1 16-1 0,4 10 2 15,-5 2 8-15,6 24-3 16,-1 12-5-16,10 6 9 16,8 9-8-16,8-3 2 0,8-1-6 15,5-7-2 1,20-9-1-16,8-11 1 16,9-8 0-16,1-13-2 0,2-1 0 15,1-11 0-15,-1-14-6 16,-4-8-7-16,-2-3-23 15,-9-4 18 1,-12 1 4-16,-9-1 13 0,-9 6 2 16,0 8 0-1,0 9 2-15,-10 14 5 16,-1 3 5-16,-1 14 3 16,0 17-15-16,0 8 6 0,6-1 0 15,6-4-6-15,0-7 3 16,3-7-2-16,9-8-2 15,6-6 2-15,9-6 1 16,4 0 2 0,5-13 1-16,6-7-5 0,1-4-1 15,-4-1 1-15,-6 3 0 0,-8 1 0 16,-11 7 0-16,-8 7 0 16,-5 4 1-16,-1 3 6 15,0 3-1-15,0 18-6 16,-10 5 5-16,-1 4 8 15,4 2 0-15,4-6-4 16,3-5 0 0,0-5-7-16,0-8 2 15,0-4-1-15,0-2-2 0,0-2 2 16,0 0 4-16,7-10-2 16,8-10 0-16,0-3-3 0,0-1-1 15,-3 4 0-15,0 3-1 16,-5 5 0-16,-4 6 0 15,-1 5 0-15,-2 1-1 16,0 0 0-16,3 0-3 16,0 11 4-16,4 1 1 15,2 3-1-15,3 2 0 16,3-1 0-16,0-1 0 16,3-2 0-16,-3-3 1 15,6-2 4-15,-2-6-4 16,-4-2-1-16,9 0 1 15,-2-5 1-15,6-10-1 16,-2-7-1-16,1-5 0 0,-2-6 1 16,-6-7-1-1,-5 1 1-15,-1 0-1 0,-7 12 0 16,-1 11 0-16,-4 10 2 16,-1 6-1-16,0 12-1 15,0 20-2-15,2 16 2 16,2 0 8-16,8 0-3 15,5-6-3-15,2-9 1 16,8-6-2-16,0-11 0 16,7-7 1-16,2-9-1 15,1 0 1-15,2-11-2 16,4-13-3-16,-1-4 1 0,-6-7-1 16,-5-4-10-16,-10 1-10 15,-9 4 3-15,-7 9 17 16,-5 12 3-16,0 12 0 15,0 1 8-15,-8 27 8 16,-7 19-7-16,-1 14 10 16,5 7 7-16,5 8 0 15,2 7-8-15,4 8 0 16,0 2-14-16,0-6-2 16,0-10 0-16,0-14 2 15,0-12-4-15,-3-13 1 0,-3-15-1 16,1-15 0-1,1-7 2-15,1-11 6 0,0-24-8 16,0-19-14 0,3-18-1-16,0-20-5 15,-3-21-7-15,3-14-4 16,0-10-1-16,0 13-2 16,10 31 15-16,7 30 16 15,5 30 3-15,0 16 0 0,2 13-1 16,2 4 1-1,2 15 1-15,-4 17 0 16,0 8 2-16,-12 4-2 16,-6 1 0-16,-6-2 4 0,0-7-3 15,-17-6 1-15,-8-9 3 0,1-6 1 16,0-7 1-16,-3-8 1 16,2 0-8-1,0-1 0-15,1-19 5 16,4-6-5-16,4-3 1 15,4 2-2-15,5 7-3 16,7 8 1-16,0 11 2 0,0 1-8 16,13 10 6-16,9 10 2 15,4 4 3-15,4-6-3 16,1-4 4 0,6-7-1-16,2-7 2 15,3-2 0-15,7-23-1 16,-4-7-2-16,4-5-2 0,-4-6 1 15,-5-4-1-15,-10-1-1 16,-11-1 1-16,-10-8-5 16,-9-7-6-16,0-8-2 0,-21 2 6 15,-1 11 5-15,0 18 1 16,2 22 1 0,4 19 4-16,-1 16 8 0,1 35-9 15,7 18 20-15,9 9 2 16,0 2 10-16,27-4-17 15,1-5-1 1,8-6-7-16,-2-12-3 16,2-10-3-16,0-15-4 0,-3-15 2 0,1-13-1 15,0-8 4 1,-1-22-2-16,3-16-3 0,-8-8-9 16,-8-10-25-16,-13 0 9 15,-7 6-13-15,0 14 25 16,-7 20 11-16,-1 17 2 15,-4 7 0-15,-4 22 4 16,-1 19 3-16,4 10 12 16,7 4-7-16,6-3 4 15,0-7-14-15,11-7 3 16,5-10-5-16,3-6-1 16,7-7-1-16,17-6-34 15,15-9 13-15,21 0-175 0,12 0-196 16,2-16-293-1</inkml:trace>
  <inkml:trace contextRef="#ctx0" brushRef="#br1" timeOffset="-71698.11">5572 13820 869 0,'0'0'37'0,"0"0"-6"0,0 0 80 0,0 0-51 0,0 0-28 0,25-84 11 15,-14 64 2-15,-5-2-20 16,-3 0-9 0,-3 0 4-16,0-6 0 0,-15 3 8 15,-6 4 12-15,-6 7-16 16,-4 10 12-16,-2 4-11 16,-3 17-9-16,-3 16-2 15,2 11 1-15,0 6-5 16,13 1-2-16,6-1-5 15,6-4-1-15,6-4 2 16,6-11-4-16,0-12 0 16,9-12-3-16,12-7 2 15,9-8 1-15,10-21-1 16,6-14 1-16,8-6-1 16,3-5-1-16,-1-5 1 0,-9-7-5 15,-4-5-2 1,-16-5 0-16,-8-2 4 0,-13 6 4 15,-6 16 0-15,0 19 0 16,0 20 1-16,-6 17 12 16,-6 11-1-16,-4 34-10 15,-6 13 3-15,2 10-1 16,7 0 7-16,8-5-3 16,5-5-4-1,0-5 2-15,8-8-5 16,8-11 0-16,9-8-1 15,5-9-2-15,1-10 2 0,5-7 1 16,5-6 1-16,5-16-2 0,-1-6-2 16,-1-3-7-1,-11-3-8-15,-8 2 6 16,-14 3-2 0,-8 8 9-16,-3 13 4 0,0 8 4 15,0 0 2-15,-18 23-1 0,-9 12-1 16,5 3 5-16,1 0 4 15,15-4-4-15,6-4-8 16,0-1 3-16,12-7-2 16,12-5-2-16,9-3 4 0,6-10-2 15,8-4-1 1,-2-2 3-16,4-16-4 0,0-7-1 16,-8-4-1-16,-10-3-1 15,-4-1-15-15,-15-5-1 16,-12-7 17-16,-2-6-1 15,-23 1 2-15,-8 7 1 16,-4 12 1-16,-2 15-1 16,3 13 0-16,-4 3 2 15,3 26-1-15,1 10 0 16,6 8 2-16,16 4 4 16,6 2 0-16,8 0 2 0,10 0-3 15,17-2 4 1,10-6-9-16,5-7 2 15,7-6 2-15,2-14-1 16,-2-9-2-16,-2-6-1 16,0-8 0-16,-2-17-1 0,0-7-1 15,-8-3 1-15,-7-4-6 16,-11-5-14 0,-8-6-3-16,-8 1 14 15,-3 2 5-15,0 13 4 0,-2 14 0 16,-5 12 7-16,-8 8 10 15,-2 3 0-15,-5 22-12 16,0 10 1-16,7 8 1 16,7 2-6-16,8-3 2 15,0 0-1-15,0-5 3 16,17-4-5-16,2-8 5 16,6-9-3-16,-4-9 0 0,8-7-2 15,-1-3 1 1,5-21 1-16,0-5-2 15,1-6-4-15,-1-5-11 16,1-5-15-16,-7-6 7 16,-3-2-1-16,-11 5-5 15,-5 11 15-15,-5 15 14 0,-3 12 0 16,0 7 9-16,0 3 2 16,-2 0-10-1,-4 18-1-15,-4 4-1 0,10 1 1 16,0 5 0-16,3 1-1 15,24 6 1-15,4-1 2 0,6 2 8 16,2-5-3-16,-9-3 12 16,-12-7-10-16,-8-4-8 15,-10-1 6 1,-6-6 11-16,-32-3 10 0,-24-5-11 16,-12-2-3-16,-7 0-14 15,5-14-1-15,16-5-16 16,16-6-95-16,18-5-107 15,13 1-140-15</inkml:trace>
  <inkml:trace contextRef="#ctx0" brushRef="#br1" timeOffset="-70685.55">7771 13504 530 0,'0'0'406'0,"0"0"-401"0,0 0 167 0,0 0-44 0,0 0-91 0,0 0-26 16,-10 35 12-16,10 3 57 15,0-1-51-15,0-7 1 16,0-3-4-16,0-8-22 16,0-3-1-16,1-6 1 0,2-6-4 15,2-2-1-15,5-2 0 16,5 0 2-16,9-11 2 16,3-10-2-16,4-10 1 15,0-6-2 1,-1-7-2-16,-2 1 1 0,-5 6-8 15,-8 11 6-15,-8 12 2 16,-5 12 1-16,-2 2 7 16,0 10-7-16,0 20-5 15,-6 9 5-15,1 8 8 16,1-4 0-16,4-6-5 16,0-6-2-16,9-8 0 15,10-5 2-15,4-9-2 16,4-8 0-16,2-1 0 15,3-3 2-15,-1-14-3 0,0-7 2 16,-2-5 0-16,-4-5-4 16,-4-5 2-16,-9-3 0 15,-5 2 1-15,-5 8 0 16,-2 10-1-16,0 13 3 16,0 6-1-16,0 3-1 15,0 12-1-15,0 17-6 16,0 8 6-16,0 3 0 15,0-4 1-15,0-5 1 16,16-4-2-16,1-7 6 16,7-8-4-16,4-4 0 15,5-8 0-15,6 0 1 0,4-8 0 16,2-9-2 0,-1-5-1-16,-8-8 1 0,-5-1 0 15,-14-7-1-15,-10-3 1 16,-7 4-1-16,-7 5-2 15,-19 9 2-15,-9 14 1 16,-9 7-1-16,-12 2 0 16,1 11 1-1,4 9-1-15,6 3-1 16,15-2-1-16,14-3 1 16,11-2-6-16,5-2-30 0,6-5-73 15,22-4-30-15,10-5-36 16,9 0-28-16,1-10-155 0</inkml:trace>
  <inkml:trace contextRef="#ctx0" brushRef="#br1" timeOffset="-70503.33">8783 13154 198 0,'0'0'806'0,"0"0"-786"0,0 0 72 0,0 0-17 0,14 83 19 0,-3-23 20 0,5-1-51 0,-1-4-48 16,3-4-4-16,0 1-8 0,-3-7-1 0,-3-7-4 0,-6-10-25 15,-3-10-158-15,-3-11-93 0,0-7-150 16</inkml:trace>
  <inkml:trace contextRef="#ctx0" brushRef="#br1" timeOffset="-70148.92">8966 13441 1045 0,'0'0'169'0,"0"0"-156"16,0 0-2-16,0 0-6 15,100-67-5-15,-49 57 0 16,10-4-83-16,14 0-308 16</inkml:trace>
  <inkml:trace contextRef="#ctx0" brushRef="#br1" timeOffset="-65714.61">9885 13073 986 0,'0'0'26'16,"0"0"-25"-16,0 0 130 0,0 0 12 0,0 0-76 0,0 0-43 0,0 0-24 0,-27 41 2 0,12 28 6 15,-4 12 5-15,0-2-5 16,-4 0-1-16,1-3-3 16,-5-6-3-16,8-13 0 15,2-13 0-15,4-14 1 16,10-15-2-1,3-9-3-15,0-6 2 0,0 0 1 16,0-4 15-16,3-19 9 16,12-8-14-16,-3-9-5 0,-2-4-5 15,-4 0 6-15,0 3 0 16,3 6-5-16,0 16 8 16,-6 9-4-16,1 9-2 15,5 1-3-15,6 11-8 16,5 15 8-16,-1 6 2 15,-1 4 1-15,-5 3-1 16,-2-1-1-16,-5-3 1 16,-6-3-2-16,0-5 1 15,0-3-1-15,-12-4 6 16,-7-6-1-16,-1-4-1 16,-1-5 2-16,-4-5 5 0,-3 0-5 15,3-9-4-15,-3-4-1 16,10-1-1-16,9 4-1 15,2 6-2-15,7 1 2 16,0 3-12 0,0 3 0-16,16 10 3 15,5 5 9-15,-1-1 1 0,5-2 0 16,0-2 0 0,5-8 1-16,6-5-1 0,10-6 6 15,1-17-4-15,3-7-1 16,-2 1-1-16,-9-2 3 15,-11 1-3-15,-16 1 3 16,-3-7-1-16,-9 1 0 0,0-2 0 16,-9 5-1-16,-2 11 0 15,0 10 0-15,-1 11 5 16,-5 4-6-16,-1 25-9 16,-4 11 0-16,4 6 8 15,6-3 1-15,6-5-1 16,6-6-1-16,0-6 1 15,8-3-2-15,9-11 1 16,12-6 2-16,4-6 0 16,7-5 4-16,5-16-3 15,1-7-1-15,-1-6 0 16,-2-7 1-16,-6-9-1 16,-4-9-1-16,-6-10-5 0,-10-9-7 15,-7-11 2-15,-9-3 4 16,-1 4-2-16,0 21 4 15,0 22 5-15,0 25 0 16,-1 14 4-16,-5 6 3 16,-1 24-7-16,-4 23-16 15,-1 16 16-15,2 13 5 16,2 3-4-16,1 1 5 16,2 1-1-16,2-2 0 15,3-5-1-15,0-11-2 16,5-12-2-16,13-14 1 15,1-16-1-15,9-14 0 16,8-7 0-16,5-16 1 16,8-15-1-16,-1-10-1 15,-5-8-4-15,-4-5-8 16,-11 0-4-16,-9 2 4 16,-7 17 10-16,-7 14 3 15,-5 14 2-15,0 7 13 0,0 10-11 16,-17 20 0-16,-1 9-4 15,2 4 6-15,6 1-1 16,8-4 2-16,2-5-7 16,0-6 0-16,18-7 1 15,3-7-1-15,7-7 0 16,5-8 1-16,1 0 1 16,3-13-2-16,-2-8 0 15,-8-6 0-15,-11-6 0 0,-11-4 5 16,-5-9-3-16,-9-2-2 15,-17 6-2 1,-5 9 2-16,1 15 0 16,-1 12 5-16,1 6-3 15,-4 15-1-15,1 15-1 0,6 9-2 16,7 1 2-16,13-1 0 16,7-2 0-16,0-5 0 15,15-3-1-15,13-10-1 16,2-9 2-16,6-7-2 0,6-3 2 15,7-2-1 1,-1-15 2-16,7-7-4 16,-3-6 2-16,-7 5-8 0,-5 1 3 15,-17 9-2-15,-7 9 8 16,-10 6 0-16,-6 0 0 16,0 13 2-1,0 11 4-15,-9 5 17 16,0-1-6-1,-1-3 3-15,5-4-9 16,1-5-3-16,2-3-5 0,2-4-2 0,0-4-1 16,0-2-3-16,0-3-2 15,2 0 5-15,10-5 1 16,12-8 8-16,2-6-8 16,3 0-1-16,-4 4 1 15,-2 2-1-15,-3 7-2 0,-2 6 2 16,-1 0 0-16,-1 1-4 15,1 15 4 1,2-2 0-16,3 2 4 16,2-5-3-16,6-4 3 0,3-5-1 15,5-2-2-15,4 0 2 16,-3-9 1-16,-4-5-1 16,-7-1-3-1,-9 2 4-15,-4-6 0 0,-9-4 3 16,-2-4-4-16,-4-5-1 15,0 4-1-15,-4 6-1 0,-8 10 0 16,-7 12 2-16,-8 0-2 16,-6 23-4-16,-7 12 1 15,1 7 3-15,5 5 3 16,5 3 1-16,7 6-2 16,4 5 0-1,8 7-1-15,2 6 0 0,2 5-1 16,-1 3 3-16,-8 6-3 15,1 1 0-15,-6-1 0 16,-6-6 0 0,-2-7 0-1,-2-12 0-15,3-10-1 16,5-17-1-16,4-13-41 0,13-19-137 16,5-4-120-16,0-24-159 15</inkml:trace>
  <inkml:trace contextRef="#ctx0" brushRef="#br1" timeOffset="-65464.96">12002 13347 1349 0,'0'0'0'0,"0"0"-37"15,0 0 37-15,-33 119 41 0,20-58-13 0,-1-1-11 0,0 0-17 0,-3-3-4 0,4-4-15 0,4-13-200 0,-2-11-111 0,8-19-323 0</inkml:trace>
  <inkml:trace contextRef="#ctx0" brushRef="#br1" timeOffset="-65134.33">11983 13541 950 0,'0'0'20'0,"0"0"0"16,64-76 28-16,-28 56 0 16,4 8 30-16,-4 6-22 0,-9 6-34 15,-8 1 3 1,-9 20-8-16,-7 8 17 16,-3 9 21-16,-3 5-27 0,-16-4 38 15,7 2-39-15,2-9 1 16,10-6-22-16,0-4 3 15,9-10-9-15,13-4 0 16,17-8 1-16,4-3 7 16,9-19 0-16,-2-5-7 15,-7-3 0-15,-12-5 7 16,-11 0 26-16,-16-6 1 16,-4-3 16-16,-12 8-25 15,-18 6-16-15,-10 13 2 16,-6 13-12-16,-1 4 0 15,-2 10-3-15,7 15-9 16,7 8-63-16,11 3-112 16,5 1-113-16,3-3-53 15</inkml:trace>
  <inkml:trace contextRef="#ctx0" brushRef="#br1" timeOffset="-57408.92">13003 13397 681 0,'0'0'158'0,"0"0"-156"0,0 0 107 16,0 0 20-16,0 0-50 0,0 0 17 0,0 0-12 0,-12-38-22 0,9 38-20 0,-3 21-29 15,-7 20-12-15,-2 15 23 0,-6 14 19 16,-1 3-9-16,2 3-8 15,1 0-10 1,1-2-7-16,5-6-4 16,4-11-3-16,6-12-1 15,3-11-1 1,-3-10 0 0,3-11 0-16,0-7 0 15,0-6-6-15,0-2-4 0,0-23 3 16,3-12-8-16,7-17-9 0,-2-6 13 15,-1-14 6-15,0-3 3 0,1-10 2 16,1-3 2 0,4 11-2-16,2 10-1 15,3 20 1-15,-3 18 3 0,0 13-2 0,-3 10-1 16,-1 8-1-16,5 0-3 16,6 0-2-16,4 8 2 15,5 10 2-15,2 1-2 16,-8 3 4-16,-2-3 2 15,-7 1-1-15,-10-1 0 16,-6 0-1-16,0 1 5 16,-21 1 1-16,-18 2 5 0,-10-2-4 15,-3-1-3-15,1-4-4 16,9-4 2 0,8-2-2-16,13-6 1 0,8-3-1 15,7-1 0-15,6 0-5 16,0 0-61-16,13-11-86 15,18-10-17 1,10-4-44-16,7-2 26 16,-1 2-62-16,1 3-43 0</inkml:trace>
  <inkml:trace contextRef="#ctx0" brushRef="#br1" timeOffset="-57080.23">13284 13372 552 0,'0'0'191'0,"0"0"-183"0,0 0 102 16,0 0-45-16,0 0-43 0,0 0-13 0,-15-8-6 0,15 8 1 0,0 0-4 0,0 0 5 0,-2 0 18 0,2 0 20 0,-1 0-5 0,1 0-7 0,0 0-19 16,0 0 4-16,0 0-11 0,-2 0-5 0,2 0 0 0,0 0 0 0,0 0 0 0,0 0-1 0,0 0 0 15,0 0 1-15,0 0-1 0,0 0 0 0,0 0-4 0,0 0 0 0,0 0-61 0,0 0-77 0,0 5-37 0,0 0-334 0</inkml:trace>
  <inkml:trace contextRef="#ctx0" brushRef="#br1" timeOffset="-54163.15">12836 13785 258 0,'0'0'94'0,"0"0"-89"0,0 0 48 16,0 0 7-16,0 0-38 0,0 0-5 15,-28 27 28-15,28-27-29 16,0 0 3-16,0 0 14 15,0 0 22-15,0 0-2 16,0 0-7-16,0 0 3 16,0 0-13-16,0 0 2 15,0-3 6-15,0-3 14 0,3-7-23 16,6-2 14 0,7-5-6-16,2-4-17 15,8-5 6-15,3-7 13 16,4-5-3-1,3-2 5-15,3-11 4 16,-2-6-1 0,0-6 4-16,-2-2-33 0,-7 11 0 15,-9 13-7 1,-10 18 0 0,-6 16 25-16,-3 8 18 15,0 2-12 1,-13 4-40-16,-23 19-5 0,-13 15-1 15,-8 5-2-15,7 6 2 0,8-1-2 16,6-3 2-16,6 1-1 0,5-2 2 0,7-2 0 16,3-5-1-16,6-4-1 0,4-9 2 15,4-8-2 1,1-6-1-16,0-4-1 16,0-6-5-16,15 0 9 15,9-1 2-15,7-18 6 0,14-7-3 16,7-6-4-16,2-6 2 15,-2 4-1 1,-10 5-1-16,-16 7-1 16,-12 9 0-16,-9 7 0 0,-5 5 3 15,0 1 1-15,0 0-2 0,0 0-2 0,0 0 0 16,-8 14-5-16,-7 6 2 16,-3 8 0-16,5-3 3 15,2 0-1-15,7-3-2 16,4-4 0-16,0-5 0 15,1-5-2-15,17-6-4 16,6-2 9 0,8 0 5-16,8-13 0 0,2-7-5 15,4-6 0-15,2 0 2 16,1-5-1-16,-1-5-2 16,-7 0 1-16,-10 6-2 15,-9 2 4-15,-11 10 1 16,-6 8-2-16,-5 4 0 15,0 3 4-15,-3 1-5 16,-13 2-2-16,-3 0-2 16,-1 0 2-16,-1 0 0 0,6 9 0 15,3-1-2 1,5 0 1-16,4 0-5 0,1 2 3 16,2 3-8-16,0 2 10 15,0 0-2-15,6 3-4 16,9-3 3-16,0 2 1 15,3 0 1 1,-2 2-4-16,-1 2 1 16,0 0 2-16,-3 1 1 15,-6-5 1-15,-5 1 0 0,-1-8-1 16,0-2 2-16,0-4 1 16,0-3 1-1,0-1 0-15,0 0 2 16,0 0 5-16,9-7 2 15,11-12-5-15,6-11-4 0,9-8-1 16,1-6 1-16,1-6-1 0,1 1 2 16,-3 4-1-16,-8 8 0 15,-8 12 0-15,-11 11 0 16,-5 8 3 0,-3 6 3-16,0 0 10 15,0 0-10-15,0 0-6 0,-15 7-1 16,-3 9-2-16,0 5 2 15,5-1 0-15,5 1-4 16,7-1 4-16,1 0-3 16,0-2-3-16,4-1 5 15,12 1-3-15,1 0 1 0,4-1 1 16,0 1 3-16,-5-4 0 16,-1 3 0-16,-6-5-4 15,-3-1 4-15,-6 0 0 16,0 1 4-16,-4 0 4 15,-17 0-4-15,-3-2-2 16,-2-1 1-16,4 0-1 16,6-3-2-16,8-3-4 0,5-3-36 15,3 0-44 1,3-10-33-16,18-11-9 0,9-11-13 16,6-4-3-16,1-7 11 15,3 1 0-15,-6 1 61 16,-4 9 64-16,-7 9 6 15,-4 8 39-15,-11 8 83 16,-5 4 15-16,-3 3 13 16,0 0-68-16,0 14-61 15,-3 8-11-15,-6 6 49 16,-2 4-17-16,1 2-24 16,2-3-8-16,2-2-3 15,6-3-2-15,0-10-5 16,0 0 0-16,0-8-2 15,12-5-4-15,6-3 6 16,3 0 7-16,6-11 0 0,3-10-7 16,1-3 0-1,-1-6-4-15,-2-1-2 16,-7 0 0-16,-6 4 6 16,-5 12 0-16,-8 9 0 0,-2 6 2 15,0 0 5-15,0 7-7 16,-12 10 0-16,0 6 0 15,3-2 8-15,2-3-6 16,6-4-2-16,1-2 0 16,0-4-2-16,0-2-2 15,10-5 3-15,5-1 1 16,4 0 4-16,6 0 0 16,2-10-3-16,-1-3 1 15,1-2-2-15,-7 5 7 16,-6 0-7-16,-5 8-2 15,-9 2 2-15,0 0 0 0,0 0-5 16,0 12 4-16,-15 8 1 16,0 3 13-16,3-5-2 15,3-4-7-15,6-7-2 16,0 0-2 0,3-6 1-16,0-1 2 0,0 0 0 15,0 0 20-15,3 0 2 16,12-11 4-16,7-3-12 15,4-7-14-15,2-2-2 0,-4-1 2 16,3 3-2 0,-8 6-1-16,-4 4-1 0,-9 9 0 15,-1 2-3-15,-5 0-17 16,0 10 21-16,0 7 1 16,0 2 16-16,0-3-14 15,0 0 2-15,0-5-5 16,3-3 0-16,0-2 1 15,1-4 0-15,5-2-1 16,1 0 6-16,6 0 11 16,3-14-11-16,3-4-5 15,2-3 0-15,0-7-1 16,4-2 0-16,-5 7 2 16,-1 1-2-16,-10 10 0 15,-8 6 1-15,-2 6-2 0,-2 0-7 16,0 9-5-16,0 9 13 15,-9 4 3-15,0-2 0 16,3-4-2-16,3 1 0 16,3-8-1-16,0-2-1 15,0-4-2-15,7-3 3 16,10 0 8-16,8 0 3 16,5-11-10-16,1-4 1 15,1-2-2-15,-4-3 1 16,-4-4-1-16,-6-1 0 15,-3-1-3-15,-6 3 3 16,-6 6-1-16,-3 8 2 16,0 4 0-16,0 5 6 0,-5 0-3 15,-14 7-4-15,-1 10 0 16,1 3 5-16,8 0 1 16,10-2-3-1,1-1 3-15,3-3-3 0,19-2 4 16,6-4 2-16,5-7-2 15,5-1-4-15,4 0 3 16,2-4-2-16,1-7 1 16,-1-3-2-16,-1-4-3 15,-4-2 1-15,-7-4 1 16,-5-2-1-16,-8 0 2 16,-8 4 1-16,-6 7-2 0,-5 6 3 15,0 8 14-15,-10 1-2 16,-13 1-17-16,-7 16-4 15,-1 6 4 1,4 1 0-16,6 1 0 16,6-3 1-1,7-3-1-15,5-5-3 0,3-4 2 16,0-4-7-16,9-6 8 16,12 0-4-16,2-5-16 0,5-11-39 15,2-4-1-15,-3-6-12 16,0-3-2-16,-4-7 39 15,-4-10 15-15,-3-8 18 16,-6-9 2-16,-4-6 6 16,1 3-2-16,-4 15 10 15,-3 17 12-15,0 21 35 0,0 13 46 16,0 15-107-16,-13 30 4 16,0 12 3-16,1 10 18 15,3 0-14-15,3-4-9 16,1-5 1-16,-2 0-3 15,-5-3 0-15,-2 0-8 16,-8-1-152-16,-3-5-128 16,-3-5-376-16</inkml:trace>
  <inkml:trace contextRef="#ctx0" brushRef="#br1" timeOffset="-50530.13">23507 14707 725 0,'0'0'66'0,"0"0"-59"0,0 0 110 0,0 0-17 0,0 0-28 0,0 0 14 0,0 0 0 0,0 0-15 16,0 0-2 0,0 0 7-16,-2 0-28 15,-4-10-6-15,-1-3-32 0,-8-6-2 16,-2-2-2-16,-7-1-2 16,-5 1 5-16,-7-1 0 15,-10-2-3-15,-10 2 1 16,-5 1 0-16,-9 5 8 15,0 5-9-15,-5 3 0 16,1 4 1 0,-4 4 1-16,-1 0-1 15,-3 2-2-15,0 12-1 0,-3 5-1 16,-4 3 2-16,-1 5-1 16,2 2 0-16,7 6 3 15,1-1 1-15,3 4 0 16,6 5 0-16,2 8 1 15,8 5-7-15,11 8 0 0,3 3-1 16,4 0 0-16,6 0 1 16,-1 2-1-16,4-5 0 15,4 3 0-15,2-2 1 0,6-4-2 16,5 2 0 0,5-6 1-16,9-2 0 15,3 1-1-15,0-5 1 16,3-1 0-16,18-6 0 15,4-2-1-15,5-4 0 0,11-5 0 16,5-2 3-16,3-6-1 16,6-2 1-16,5-3-3 15,3-2 2-15,1-3-1 16,-3-2 2-16,2-2-3 16,-5-9 0-16,5 2-2 15,-1-4 2-15,5 0 0 16,2 0 0-16,1 0 0 15,-3-6 0-15,-1 0 0 16,1 0 1-16,1-2-1 0,-2 1 1 16,1-3 0-1,-3-3-1-15,1-4 3 16,2-6-2-16,4-1 0 16,5-3 3-16,2-5-4 0,-2-1 0 15,-6-7-1-15,0-5 1 16,-7-4 0-16,-6-4 1 15,-3-4 4-15,-8-4 5 16,-8-3 9-16,-3-6-7 16,-7-3 2-16,-6-5-2 15,-6 3-2-15,-6-6-1 16,-9-1-2-16,-1-1 7 16,-7 5-6-16,-23 5-4 15,-12 5-1-15,-16 10-3 16,-17 3 0-16,-16 6-2 15,-20 9 2-15,-15 11-24 16,-10 12-151-16,-8 7-335 0</inkml:trace>
  <inkml:trace contextRef="#ctx0" brushRef="#br1" timeOffset="-46421.72">22613 14457 708 0,'0'0'45'0,"0"0"-44"0,0 0 55 0,0 0 31 0,0 0-31 0,0 0-26 0,0 0-9 0,0 0-3 0,16-16-4 15,-16 16-6-15,0 0-2 16,0 0-2 0,0 0-1-16,0 0 4 0,3 5-4 15,-1 4 8-15,2 2-1 16,-1 0-6-16,2-3 0 16,-1-2-2-16,4-1 0 15,-1 2 2-15,7-4 8 16,2-1 6-16,9-2 15 0,2 0-4 15,0-2-16 1,2-8 10-16,-3-6 3 16,0 0-3-16,-4-7-5 15,2-4 6-15,-5-3-11 16,1 1-7-16,-5 2 0 16,-2 9-6-16,-7 5 0 15,0 7 0-15,-4 6-10 0,-2 0-31 16,0 0-86-16,0 0-51 15,0 11 21-15,-8 5-2 16,-11 3-215-16</inkml:trace>
  <inkml:trace contextRef="#ctx0" brushRef="#br1" timeOffset="-45997.91">22664 14404 314 0,'0'0'245'0,"0"0"-221"0,0 0 59 0,0 0 60 0,0 0-90 0,0 0 1 0,31-40-3 0,-31 40-24 0,0 0-3 0,0 7-15 0,0 12 10 16,0 5 50-1,0 2-10-15,-3-2-7 0,0-3-30 16,3 2-2-16,0-5 13 16,0-1-6-16,0-5-17 15,0-2 2-15,6-3-1 16,3-4 2-16,4-3 22 16,5 0 38-16,9 0-8 15,5-13 3-15,0-6-8 16,3-6-21-16,-1-6-14 15,5-5-12-15,-4-1-7 16,-3 2-5-16,-7 11 2 16,-13 9-3-16,-4 9-7 15,-8 6-89-15,0 0-160 16,-9 15-164-16,-27 7-274 0</inkml:trace>
  <inkml:trace contextRef="#ctx0" brushRef="#br1" timeOffset="-44114.17">14647 12503 97 0,'0'0'64'0,"0"0"-29"0,0 0-26 0,0 0 3 0,0 0 1 0,0 0-9 0,0 0 6 15,12-18-2-15,-4 14 5 16,2-3-12-16,2 1 1 15,2-1-2-15,-1 4 0 16,1-5 0-16,-3 2-2 16,0 1 0-16,-2-1-13 15,1-1-22-15,-4 3 12 16,-1 3-24-16</inkml:trace>
  <inkml:trace contextRef="#ctx0" brushRef="#br1" timeOffset="-43176.3">14728 12419 6 0,'0'0'8'0,"0"0"6"0,0 0 9 0,0 0-2 0,0 0-10 0,0 0-8 15,-1-1 12-15,-1-1 26 0,2 2-12 0,0 0-6 0,0-1-3 16,0 1 4-16,0 0-4 16,0 0-2-16,0-1 7 15,0-1 18-15,0 2-10 16,0 0-14-16,0-1-9 16,0 1 3-16,0 0-13 15,0 0 0-15,0 0-6 0,0-2-8 16,3 2-32-16,0 0-44 15,0 0-91-15</inkml:trace>
  <inkml:trace contextRef="#ctx0" brushRef="#br1" timeOffset="-40500.39">1608 15694 544 0,'0'0'102'0,"0"0"-55"0,0 0 112 16,-25-71-39-16,23 66-16 0,-1 3 11 0,2 2-25 0,1 0-33 0,0 11-33 15,0 22-8 1,0 21 17-16,-5 20 61 0,-1 15-43 16,-10 5-14-16,2 9 2 15,-5-3-25 1,4-4 1-16,10-12-7 16,1-19-8-16,4-12 0 0,0-17 2 15,0-13-2-15,0-13-2 16,0-10-4-16,4-1-8 15,1-29 9-15,1-14 3 16,0-14-9-16,0-11-2 16,-6-10-8-16,0-8 12 15,0-5 2-15,0 3 4 0,0 3 3 16,0 13 3-16,3 8-2 16,10 16 0-16,1 16 4 15,-4 12-1-15,4 8-1 16,3 6-1-16,3 7-2 15,10 0 0-15,4 15 0 16,6 13 6-16,-4 5-3 16,-6 2-1-16,-10 7 3 0,-12-3-4 15,-8 4 7 1,0-5-5-16,-19 2 6 0,-6-6-2 16,-5-3-6-16,2-6 4 15,2-5-3-15,-1-7-2 16,9-10 0-16,0-3 4 15,2 0-4-15,4-10-9 16,3-5-14-16,9 0-52 16,0 2-108-16,15-1 5 15,18 1-17-15,9-2-61 16,5 1-261-16</inkml:trace>
  <inkml:trace contextRef="#ctx0" brushRef="#br1" timeOffset="-39581.26">2135 15765 429 0,'0'0'507'0,"0"0"-504"0,0 0 213 0,0 0-101 0,0 0-33 0,0 0-19 0,-78 25-47 0,66 10 10 16,5 7 9-16,1-3-12 0,4-2-8 0,2-5-3 0,0-5-7 0,9-6-5 0,12-11-1 0,12-6-1 0,6-4 1 0,10-19 1 16,2-10 1-16,-4-6-1 0,-11-1 0 15,-9 4 0 1,-15 4 1-16,-12 1 6 16,-6 1-3-16,-19 2 1 15,-8 11 0-15,-6 6-3 16,0 7 1-16,2 7-1 0,-2 21-2 15,8 11-1-15,7 9 1 16,6 7 0-16,12 6 0 0,6 4-1 16,0-3-2-16,9-4 1 15,15-13-1-15,4-13-1 16,14-12 0-16,1-17 1 16,5-3 3-16,7-23-2 15,0-20 0-15,1-13-1 16,-3-4 3-16,-7 0-1 15,-10-1 1-15,-12 9 0 16,-6 4 0 0,-8 14 1-16,-4 14 3 15,-6 13 2-15,0 7 17 16,0 17-8-16,0 26-10 0,0 17 37 16,-6 18 4-16,-4 10-17 15,4 10-12-15,2 7-4 16,-7 3-4-16,1 5-8 15,-2-6 4-15,-6-4-4 16,1-12-1-16,0-18-1 16,3-23 1-16,11-21 0 15,-4-25 1-15,7-10 4 0,0-37-2 16,7-24-3-16,8-23-6 0,0-18-3 16,0-16-3-16,0-10 1 15,1-1 1-15,5 11 2 16,6 23 6-1,3 27 2-15,-6 30 1 16,3 17-1-16,-11 11 0 16,5 12-3-16,-3 4-3 15,1 2 0 1,1 17 5 0,-1 10 1-16,0 8 0 15,-7 6 3-15,-6 8-3 0,-6 4 1 0,0 0 1 16,-4 0-1-16,-14-7 0 0,-3-5 0 15,-4-5 1-15,-1-7-2 0,-2-6 5 16,-2-4-5-16,-3-8 0 16,5-9 1-16,1-4 1 15,3-1 0-15,3-22-2 16,2-8 0-16,10-6-30 16,6-4-64-16,3 5-29 15,12 2-57-15,15 9-37 16,1 9-152-16</inkml:trace>
  <inkml:trace contextRef="#ctx0" brushRef="#br1" timeOffset="-37642.08">3455 15871 565 0,'0'0'118'0,"0"0"-115"0,0 0 120 0,0 0-57 0,0 0 20 0,0 0 11 0,0-30-10 0,-3 30-13 0,3 0-7 0,0 0-16 0,0 2-21 0,-6 14-6 16,1 8 5-16,-1 10 26 16,-4 4-18-16,1 3-13 15,0 0-10-15,-1-3 3 16,4-2-9-16,0-9-1 15,3-7 3 1,1-5-5 0,2-9-3-16,0-6 1 15,0 0 0-15,0-14-2 0,6-14 7 16,12-16-2-16,8-9-5 0,2-4-1 0,2-3 2 16,0 9-2-16,1 8 0 15,-4 12 0-15,-8 19-1 16,-7 12-2-16,-1 0-5 15,-1 20 8-15,-4 11 4 16,3 9 4-16,-6 1 3 16,3 0 2-16,-5-2-7 15,2-1-5-15,-1-5 6 16,-1-6-4-16,1-7-1 0,-1-9-2 16,1-7 0-16,1-4 0 15,1 0 0-15,4-18 3 16,11-16 4-16,2-12-4 15,3-7-3-15,0 2-1 16,0 1 0-16,-2 12 0 16,-4 13 1-16,-3 15-1 15,-5 10-2-15,-5 9-13 16,2 21 16-16,-4 9 2 16,-3 4 3-16,0-1 0 15,0-2-4-15,3-5 0 16,8-5-1-16,5-6-1 0,2-7 0 15,9-10 0-15,1-7-1 16,5 0 2-16,6-23 7 16,2-3-7-16,1-10 0 15,4-3-3-15,-2-8 1 16,-7-4-19 0,-10 2-6-16,-15 4 19 0,-12 13 5 15,0 14 3-15,-15 11 5 16,-13 7-1-16,-7 6-1 15,-2 19 3-15,1 10-1 16,9 9 5-16,5 1 1 16,13 5-2-16,9-2 3 15,0-2-10-15,18-1-2 16,18-7 0-16,13-7 2 0,11-12 1 16,4-10 0-1,3-9-3-15,0-13-2 16,0-18 2-16,3-9 1 0,2-7-1 15,1 0 0-15,-9-6 0 16,-8 0 0-16,-18 14 0 16,-18 5 1-16,-12 12-1 15,-8 15 3-15,-5 5 0 16,-18 2 1-16,-8 10-4 16,-9 19 0-1,-1 3 1-15,4 1 1 0,7 1 1 16,5-1-1-16,7-4 1 15,9-4-3-15,9-4-1 16,0-5 0-16,13-7-1 16,10-8-1-16,1-1 0 15,10-9-5-15,-3-13-2 16,2-4-16-16,-3-1 2 16,-3 2 4-16,-6 7 14 0,-3 7 2 15,-8 6 3-15,-7 5-6 16,3 7-6-16,-6 14 13 15,3 7 6-15,-3 3-3 16,0-1 7-16,0 1-5 16,8-4-3-16,-1-6-1 15,0-5-2-15,-1-7 1 16,2-9-1-16,2 0-2 16,4-6 3-16,2-17 0 0,-1-7 1 15,6-4-2-15,-3 1-12 16,3 3 2-16,-5 9 3 15,-7 9 8-15,-6 8 0 16,0 4-8-16,-3 0 8 16,0 8 4-16,0 5 10 15,0 2 4-15,0-1-3 16,3-3-15-16,0-2 1 16,0-2-2-16,-1-6 2 15,-1-1 0-15,6 0-1 16,1 0 0-16,4-14 1 0,7-10 0 15,2-7-1 1,3-3-4-16,1 4-7 0,-5 7-1 16,-5 15 9-16,-5 8 2 15,-7 14 1-15,0 17 22 16,0 10 26-16,-3-4 0 16,0-2-14-16,3-7 15 15,-3-2-40-15,8-6-5 16,0-7-4-16,-2-5 0 15,5-5-20-15,5-3-122 16,20 0-144-16,15-5-178 16,19-7 158-1</inkml:trace>
  <inkml:trace contextRef="#ctx0" brushRef="#br1" timeOffset="-37053.62">6500 15762 716 0,'0'0'145'0,"0"0"-105"0,0 0 184 0,0 0-69 0,0 0-117 0,0 0-26 0,-55 115 31 0,40-55 13 0,2-4-11 0,-1-6-20 0,8-7-9 0,1-11-5 15,5-10-2-15,0-12 0 0,5-10-8 16,16-4 2-16,9-24 1 16,11-11 2-16,1-11-6 15,3-2 0-15,-3-7 4 16,3 3-4-16,-2 5 1 15,-4 13-2-15,-11 16-1 16,-4 14 2-16,-8 8 0 16,-4 22 2-16,-1 15 11 15,-8 9 18-15,-3 4-9 16,0-5-5-16,-8-3-8 16,-5-7-4-16,-1-7-5 15,2-3 0-15,-1-13-4 16,1-8-56-16,0-4-110 15,-1-16-93-15,-5-17-88 16,-2-7-329-16</inkml:trace>
  <inkml:trace contextRef="#ctx0" brushRef="#br1" timeOffset="-36742.28">6497 15385 1093 0,'0'0'15'0,"0"0"-8"15,0 0 123-15,-94 80-96 16,86-52-14-16,5-6 2 0,3-3-16 16,3-4-4-16,20-8 0 15,10-5 2 1,7-2 1-16,5-10 1 0,-1-15-4 16,-6 0 1-16,-11-3 0 15,-17-1-1 1,-10 3 6-16,0 0-2 0,-22 14-4 15,-6 8 1-15,-5 4-3 16,-2 16-4-16,7 19 2 16,5 12-2-16,10 5-16 15,13 8-73-15,5-3-101 16,20 7-62-16,14-3-326 16</inkml:trace>
  <inkml:trace contextRef="#ctx0" brushRef="#br1" timeOffset="-35772.06">7968 15963 721 0,'0'0'22'0,"0"0"80"0,0 0 44 0,0 0-69 0,0 0 9 0,0 0 9 0,-61 4-52 15,61-4 14-15,0 0-14 0,0-9 17 0,12-16-39 0,9-9-19 0,2-2-1 0,-6 4 0 16,-6 3 0-16,-11 1 2 0,0 9 1 16,-11 1-3-16,-11 10 4 15,-8 8-3-15,-6 7-1 16,-6 25-1-16,-7 12-5 16,1 12 4-16,2-3-1 15,7 3 2-15,8-6-1 16,9-3 1-16,6-8 0 15,8-9-1-15,8-15-3 16,0-11-7-16,13-4 1 16,18-25 10-16,11-19 8 15,12-12-6-15,4-12-2 16,9-8-1-16,2-12 1 16,-1-6 0-16,-11-6 0 0,-12-2-6 15,-18 2 0-15,-18 13 0 16,-9 20 3-16,0 28 3 15,0 22 3-15,-2 17 9 16,-14 27-12-16,-2 27-8 16,-9 25 5-16,6 10 2 15,3 3 1 1,5-5-1-16,7-5 1 0,3-7 0 16,3-12 0-16,0-16-3 15,22-18 0-15,9-11-4 16,5-16 5-16,9-2-1 15,3-20 3-15,-2-16 4 16,2-8-4-16,-6-3 0 16,-8 2 0-16,-10 5 3 0,-11 15 1 15,-8 11 0-15,-5 12 5 16,0 4 7-16,-5 28-12 16,-17 13-3-16,-2 8 1 15,0 0 2-15,9-11-2 16,6-6 0-16,2-8-2 15,7-11 0-15,0-6-1 16,0-9-12-16,0 0-49 16,15-13-136-16,1-15-61 15,2-13-285-15</inkml:trace>
  <inkml:trace contextRef="#ctx0" brushRef="#br1" timeOffset="-35172.07">8389 15408 1151 0,'0'0'0'0,"0"0"4"0,0 0-4 0,-76 77 6 0,76-55-6 0,0-2-2 0,9-4-1 0,19-1 3 0,8-9-6 0,8-6-40 0,1 0-70 0,4-2 8 15,-2-12 20 1,-3-7-1-16,-3-5 33 0,1-9 41 15,-5-4 15-15,-4-7 60 16,-11-5 42 0,-1 0-15-16,-10 2 6 0,-6 12 2 15,-5 13-11 1,0 16 34 0,0 8 14-16,-3 12-59 0,-13 27-68 15,-3 17-1-15,1 22 24 0,1 9 21 16,7 13 8-16,4 19-3 15,1 10-14-15,-5 21-6 16,1 11-19 0,-6-2-7-16,-1-4-5 15,-2-19 0-15,4-20-2 16,-2-22-1-16,1-22 0 0,-1-17 1 16,-4-21-1-16,-4-20 1 0,-4-14 1 15,-6-12 2-15,-5-30-4 16,-3-19 0-1,8-21 0-15,9-19-5 0,11-14 5 16,14-5-4-16,12-1 3 16,25 13-5-16,14 20-2 15,9 16 0-15,4 18 2 16,9 7-2 0,-3-2-12-16,3-1-1 15,5 1-11-15,-4-2-31 0,-3 0-58 16,-3-1-73-16,-5-1-103 15,-12 2-327-15</inkml:trace>
  <inkml:trace contextRef="#ctx0" brushRef="#br1" timeOffset="-34820.43">9205 15327 1046 0,'0'0'54'0,"0"0"113"0,0 0 51 0,0 0-145 0,0 0-17 0,0 0-38 0,-67 123 22 0,58-39 15 16,9 12-17-16,0 15-7 0,0 11-1 0,0 10-14 0,0 3-7 15,0-11-4-15,7-11-5 0,4-18-1 0,-1-20 1 0,-4-12-1 0,-6-15-1 0,0-17-1 0,0-11 0 16,-15-17-9-16,-7-3 4 15,-6-27 0 1,-5-21-2-16,-5-21 9 16,1-21 1-16,4-24 1 15,12-16 0-15,17 7-1 16,4 12 0-16,30 31 0 0,12 22-3 16,10 17 3-16,4 11-9 15,7 12-34-15,3 10-101 16,-2 8-128-16,-1 0-104 15</inkml:trace>
  <inkml:trace contextRef="#ctx0" brushRef="#br1" timeOffset="-33736.17">9827 15711 768 0,'0'0'17'0,"0"0"-14"0,0 0 87 0,0 0-8 15,0 0-2-15,0 0-43 0,-9 32 1 0,34-48 27 0,16-15 7 0,5-10-37 0,8-5-15 0,-7-1-6 16,-6 0-4-16,-8 2-4 0,-11-4-1 0,-10-3 7 0,-6-1-6 31,-6-2-4-15,0 6 2-16,0 14-3 0,0 12 7 0,-3 12 40 0,-2 11 16 0,-2 6-45 16,-8 32-19-16,-6 22-2 0,-6 22 2 0,-1 18 1 0,4 15 0 0,-3 18 4 0,-1 11 6 0,2 15-7 0,-1 9-1 15,5-5 4-15,3-1-5 0,8-21 0 0,7-22 0 0,4-28-2 0,0-24 1 0,15-25 0 0,7-21-1 16,2-21 0-16,12-6 4 0,6-30 2 0,5-18-2 0,5-11-3 0,-4-11-1 0,-2-8 0 0,-8-8 3 0,-10-3-3 0,-11-1 1 0,-16 5 0 0,-1 6 1 0,-28 16 3 0,-14 12 0 0,-10 15 1 0,-8 16 19 15,-1 8-11-15,1 10-1 0,3 5 4 0,8 3-7 0,12 0-2 0,18 0-7 0,8 3-1 0,11 2-2 0,0 3-8 0,6-2-1 0,21 0 8 0,12-6 2 0,10 0-2 0,12-10 2 0,11-12-1 0,8-8-5 0,5-8-11 0,4-4-1 0,-1-2-3 0,-11 7 4 0,-20 10 6 0,-25 13 7 0,-16 8 4 0,-15 6 1 16,-1 0 3-16,-9 6 3 0,-9 14 1 16,-6 7 10-16,0 1 8 15,4 3-3-15,9 0-9 16,1 1-2-16,10 2-4 0,0 0-3 16,0-1-1-16,4-2 0 15,8-5 1-15,6-9-4 16,4-2-1-16,4-10 1 15,4-5 1-15,5 0-1 16,3-21 0 0,3-4-63-16,0-3-35 15,-2-4-63 1,4-5-34-16,2-3-73 16,-2-1-118-16</inkml:trace>
  <inkml:trace contextRef="#ctx0" brushRef="#br1" timeOffset="-33200.42">11019 15714 715 0,'0'0'126'0,"0"0"-3"16,0 0 51-16,0 0-131 0,0 0-22 16,0 0 40-16,-60 90-12 15,50-61-13-15,4-3-14 16,5-4 5 0,1-4-17-16,0-6 3 0,10-5-2 15,9-2 1-15,7-5 1 16,2 0-5-16,6-17-3 15,4-2-5-15,3-5 0 16,0-4 0-16,-2-1 0 16,-5 4-4-16,-1 6-2 15,-12 5 6-15,-7 7-1 16,-9 7 1-16,-4 0-7 16,-1 10-5-16,0 10 12 0,0-1 9 15,3 1-1-15,0-3-5 16,2-3 4-1,1-1-4-15,6-4 0 16,-2-3 3-16,4-3 0 16,-1-3 0-16,6 0-2 0,1 0-1 15,2-13 1-15,0-3-1 16,3 2-3-16,-5-4 1 16,0 3 3-16,-7 3-4 15,2 5 0-15,-6 4-3 16,3 3 0-16,-2 0-1 0,2 6 4 15,-1 4 0 1,5-2 0-16,-1-2 1 16,3-2-1-16,9-4 3 0,-2 0-2 15,8 0-1-15,-3 0 0 16,-6 0-1-16,-3 0-11 16,-2-3-108-16,-8 2-49 15,-2-1-108-15,-8 0-267 16</inkml:trace>
  <inkml:trace contextRef="#ctx0" brushRef="#br1" timeOffset="-31778.35">6301 17376 851 0,'0'0'5'0,"0"0"19"0,0 0 126 0,0 0-114 0,0 0-21 0,0 0 4 0,-1-28 6 0,25 5 32 16,9-10-15-16,10-7-20 0,-3-4-1 15,-1 4-13-15,-7 8 4 16,-12 4-10-16,-14 3 0 16,-6 8 4-1,-6 3 1-15,-25 8 1 0,-9 6 32 16,-17 14-23-16,-7 24-7 31,-2 10-5-31,3 11 2 0,5 6 0 0,11 2 7 16,11-5-3-16,9-9 3 15,18-9-8-15,9-11-6 16,0-14-5-16,24-9 0 16,13-10 5-16,7-6 0 15,8-17 4-15,6-14-4 16,1-1-2-16,-2-4 2 15,-3 3 1-15,-12 8-1 16,-14 10-3-16,-16 12 2 0,-9 9 1 16,-3 2 2-16,-9 25 1 15,-13 9-3-15,-7 10 6 16,6-7 1-16,6-1-4 16,9-7 0-16,8-7-3 15,0-5 0-15,8-8-4 16,22-7 4-16,6-4 4 15,6-10 3-15,7-20-4 16,1-1-1-16,1-8 0 16,4-4-1-16,-1-4 0 15,1-5 1-15,-10 3-2 16,-8 9-2-16,-13 9 2 0,-13 13 0 16,-6 11 0-16,-5 7 5 15,0 0 4-15,-8 6-5 16,-9 13-3-16,-4 6-1 15,5 7 0-15,1-1 0 16,6 1 0-16,9 1-2 16,0 1 1-16,0-4 0 15,9 1 1-15,6-4-1 16,3-1 0 0,-5-5 1-16,1-1 0 15,-5 0 0-15,1-10 0 0,-4-3-1 16,0-2 1-16,-3-2 0 15,-3-3-2-15,0 0 2 16,5 0 2-16,3-9-1 16,1-12-1-16,5-9 0 15,4-5-2 1,2-11 2-16,9-5 2 16,5-5-2-16,8 0-1 15,-2 7 0-15,0 6 1 0,-8 16 0 16,-13 13 0-16,-7 9 2 0,-9 2-1 15,-3 3-1-15,0 0 7 16,0 0-4-16,0 7 8 16,-10 8-6-16,2 3 3 15,-1 4-2 1,2 5 2-16,0-2-8 16,4 6 5-16,3-5-5 15,0 0 0-15,10-3-2 0,9-3 2 16,8-5-1-16,3 0 1 15,4-2-1 1,-2-3 1-16,-7 1-3 16,-3-1 3-1,-11 2 0-15,-8-2-3 0,-3 4 3 16,-5 0 1-16,-23 2 3 0,-6 6 6 16,-7-2 0-16,-2 0 18 0,6-3-14 15,4-4-12-15,14-6-2 16,11-3 0-1,8-4-10-15,0 0-64 16,21-8-123 0,15-14-8-16,7-5-56 0,2-3-333 15</inkml:trace>
  <inkml:trace contextRef="#ctx0" brushRef="#br1" timeOffset="-30246.11">7601 17231 981 0,'0'0'20'0,"0"0"168"0,0 0-99 0,0 0-80 0,-48 106 26 0,38-53 13 0,2-3-21 0,5-5 9 0,3-4-12 0,0-6-19 0,0-7 0 0,8-9-5 0,7-10-4 16,7-9 4-16,2 0 1 15,7-8-1-15,1-14-6 16,-1-4-34-16,-3-4 6 31,-1 1 5-31,1-3 18 0,-5 4 11 0,-5 9 0 16,-8 8 4-16,-5 5 13 15,-5 6 11-15,0 0-6 16,0 6-5-16,0 12 9 16,0 4 6-16,0 5-14 15,0-1-12-15,0-1-1 16,0-3 0-16,10-3-3 15,-1-6-2-15,2-8 1 16,3-2 0-16,5-3 0 16,1-3 1-16,4-12 1 15,3-8-3 1,0-2-2-16,0-2-4 16,5-2-12-16,-9 6-5 0,-5 9 6 15,-11 7 10-15,-4 5 5 0,-3 2 2 16,0 3-7-16,0 12 7 15,-4 6 6 1,-5 1 9-16,-1-1-5 16,2-1-7-16,-1-4 2 0,4 0-2 15,1-6-2 1,2-7-1-16,2-1 0 0,0-2 0 16,0 0 10-16,2-15-3 15,10-5-7-15,7-2 0 0,-4 2-2 16,0 4 2-16,-4 6 0 15,-7 7 0-15,-1 3-1 16,-1 0-2-16,1 1-3 16,0 12 6-1,-2 5 4-15,3-1 1 16,-2-2-2-16,-2-1 0 0,3 0-1 16,-3-4-1-16,1 0 1 15,1-8-2-15,-2 1 0 16,3-3 3-16,-3 0-2 15,3 0 2-15,6 0 0 16,3-10 3-16,3-6-5 0,6-4-1 16,-1-6 0-16,6-6-5 15,1 0-12-15,0 4-21 16,-7 7-5 0,-6 8 39-16,-5 10 4 0,-6 3 0 15,-2 1 1-15,-1 21 5 16,0 6 18-16,0 5 9 15,-8 0-9-15,2 1-3 16,-2 0-7-16,8-3-5 16,0-6-3-1,0-4-6-15,0-8 1 0,15-6 1 16,7-4 0-16,13-3 5 16,11 0 5-16,16-10 15 15,4-4-23-15,0-6-4 0,-8 1 1 16,-13-2 0-1,-10-2-2 1,-15 0-3-16,-10-3 4 16,-10 1 0-16,0 6 2 15,-16 5 2-15,-3 8 9 16,-7 6 46-16,4 3-37 0,-2 21-5 16,5 5-3-1,4 5 5-15,7 1-7 16,8 0-1-16,0 1-6 15,6-6-2-15,12 0 2 16,12-8 4-16,10-4-3 16,13-6 3-16,16-6 15 0,12-6-20 15,10 0 0-15,10-3-2 0,9-13 1 16,-2-4-3-16,-5-6 0 16,-16-6 0-16,-28-4-6 0,-26-6 1 15,-19 3-7-15,-14 7 8 16,-5 12 4-16,-23 10 3 15,-12 10-1-15,-12 3 1 16,-8 17 0-16,-1 10 8 16,4 10-3-16,11-1-5 15,13 7-3-15,12-6 0 0,12-2-1 16,9-9 0-16,0-7-1 16,17-6 0-16,8-13-1 15,8-3-5-15,5-3-25 16,4-19-8-16,-1-5 4 15,-7-6-5 1,3-5-1-16,-10-7-6 16,-2-8 3-16,-4-9 18 15,-4-13 16-15,-4-10 12 0,-4-1 0 16,-4 15 3-16,-4 25 7 16,-1 29 24-16,0 17 38 15,-6 35-55-15,-8 29-5 16,-3 17 17-16,2 10-7 15,3 1-6-15,7-5-8 16,1-11-8 0,1-9-2-16,0-17-7 0,3-11-125 15,0-11-164-15,22-11-113 0,29-14-415 16</inkml:trace>
  <inkml:trace contextRef="#ctx0" brushRef="#br1" timeOffset="-28498.66">10552 17373 951 0,'0'0'67'0,"0"0"-62"0,0 0 177 0,0 0-82 16,0 0-75-16,0 0 11 0,-48-17-2 0,48 59 55 0,0 3-24 0,0 2-16 16,-3-1-14-16,-10-3-1 15,0-8-18-15,5-5-11 16,3-10 1-16,5-10-3 15,0-7-3-15,0-3-1 16,17-2 1-16,13-19 7 16,10-9-4-16,3-9-2 15,1-2 1-15,0 2-2 0,-5 4-2 16,-6 12 1 0,-11 12 0-16,-8 11 0 0,-11 4-7 15,-3 21 5-15,0 9 3 16,0 1 1-16,-9 0 2 15,0-3 2-15,-3-3-2 16,11-5 0-16,1-10-2 16,0-5-1-16,0-5 0 15,13-4 0-15,14 0 3 16,4-16-3-16,2-12 0 16,4-8 0-16,1-6-1 15,-1-3-5-15,4 1-5 16,-8 11 0-16,-13 10 7 0,-10 13 3 15,-5 10 0-15,-5 5-5 16,0 22 2-16,-2 7 4 16,-5 8 2-16,-2-3-2 15,9-3 5-15,0-1 1 16,13-3-3-16,14-6 0 16,6-7 1-16,10-4-4 15,8-6 0 1,4-9 3-16,2 0-1 0,1-12-2 15,-4-10 1-15,-5-3 2 16,-10-8-3-16,-8-5 0 16,-10-6 0-16,-11 1 0 15,-7 0 0-15,-3 10 2 16,-4 9 0 0,-20 11 0-1,-3 13-1-15,-6 0-1 16,-4 19 0-16,3 9 1 0,2 5-1 0,9 6 3 0,10 0 0 15,13 2-3-15,0-3 1 16,25-3-1-16,12-7 1 16,9-10 1-1,8-6-1-15,2-12 3 16,2 0-4-16,4-14 0 16,3-11-1-1,4-9-1-15,0-4 2 16,-8-3-6-16,-9-1-5 0,-13-7 5 15,-9 5 5-15,-13 2 0 16,-9 9 1-16,-8 9 3 0,0 14 3 16,-11 10 4-16,-17 2 1 0,-10 18-6 15,-3 10 0-15,2 3 2 16,2 3 0-16,6 2 0 16,5-1-3-16,6-2-4 15,10-8 1-15,10-4-1 16,0-9 0-16,5-7-4 15,14-7 3-15,4 0 0 16,8-12 1-16,1-9-2 16,5-4-7-16,-5-4 2 15,6-1-1-15,-4 1-3 16,-9 5-5-16,-5 7 11 16,-8 8 4-16,-9 6 1 0,-3 3 0 15,0 3 0-15,0 15 1 16,-6 6 3-16,-4 1 12 15,2-2-6-15,2-4-7 16,6 0-1-16,0-7-1 16,0-6-1-16,0-4 2 15,6-2 0-15,12 0 0 16,0-13-2-16,4-7 1 16,5-4-1-16,0 2 0 15,3-5-1-15,-2 3-1 16,-1 3 2-16,-8 3-2 15,-2 10 2-15,-13 4 1 16,1 4-1-16,-5 0-6 16,0 16 5-16,0 2 1 0,0 2 0 15,-8-1 3 1,-2-3-3-16,2 0 1 16,7-7-1-16,-1-3 0 0,2-4 0 15,0-2 0-15,0 0 0 16,6-6 4-16,12-10-3 15,2-4-1-15,4-5 0 16,2 3 1-16,4-7-1 16,3 1-7-16,-2 8 7 15,-4 7 0-15,-9 11 0 16,-4 2 0-16,-4 1 1 16,-3 20 5-16,-4 5 15 0,-3 5 13 15,0 1 4 1,-1-1-1-16,-8-5-14 15,3-5-10 1,3-9-10-16,3-6-1 16,0-5-2-16,0-1-3 0,5-4-12 15,12-12-60-15,0-1-77 0,2 0-240 16,-4 1-213-16</inkml:trace>
  <inkml:trace contextRef="#ctx0" brushRef="#br1" timeOffset="-28324.18">13333 17469 1279 0,'0'0'357'0,"0"0"-259"0,0 0 3 0,0 0-83 0,0 0-18 0,0 0-33 16,9-1-211-16,1 1-621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41:55.264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2709 2476 482 0,'0'0'23'0,"0"0"-5"0,-18-82 29 0,15 61 39 0,3 1 88 0,0 0-116 0,0 3 26 0,0 3 35 16,0 8 17-16,0 4-7 0,0 2 26 15,0 2-64-15,0 34-73 16,0 18-7-16,0 26 79 15,10 23-47 1,-5 16 12-16,1 22-14 0,-3 13-6 16,-3 11-14-16,3 1-8 0,-3-7 2 15,0-13-3-15,0-23-8 16,-3-24 0-16,-3-23-3 16,-2-22 1-1,1-19 1-15,1-11-3 0,3-13-1 16,3-11-4-16,0 0-38 15,0-29-99-15,9-20-122 16,9-18-220-16,3-12-445 16</inkml:trace>
  <inkml:trace contextRef="#ctx0" brushRef="#br0" timeOffset="426.47">3340 3176 1128 0,'0'0'82'0,"0"0"-52"16,0 0 180-16,40-80-137 15,-40 78-28-15,0 2 53 16,0 0-17-16,-11 0-35 16,-18 2-26-16,-8 13-14 15,-2 6 4-15,6 2 13 16,3-1-4-16,8 3-13 15,10-1 2-15,9 2-7 16,3 1-1-16,1 1-1 16,21 0 0-16,10 6 1 15,7-2-1-15,9 3-2 0,4 0 5 16,0 1-5-16,-1 3 2 16,-8-3 1-16,-7-1 0 15,-14-4 0-15,-17-6 0 16,-5 0 1-16,-27-2 6 15,-27 4 4-15,-19 1 27 16,-15-3-7-16,-6 0-19 16,9-10-9-16,18-7-3 15,21-4 0-15,26-4-31 16,20-12-105-16,3-16-215 16,29-14-398-16</inkml:trace>
  <inkml:trace contextRef="#ctx0" brushRef="#br0" timeOffset="883.22">4984 2599 1256 0,'0'0'17'0,"0"0"-15"0,0 0 166 0,0 0-148 0,-25 145 89 0,41-50-33 15,1 11-32-15,-5 9 9 16,-2 4-23-16,-7-7-21 16,0-14-4-16,0-11-4 15,-3-17-1-15,0-15-2 16,0-11 0-16,0-15-28 15,-9-15-125-15,-7-14-77 16,-4 0-50-16,-7-29-228 16</inkml:trace>
  <inkml:trace contextRef="#ctx0" brushRef="#br0" timeOffset="1541.27">4668 3334 1196 0,'0'0'80'0,"0"0"-25"16,0 0 146-16,0 0-159 15,0 0-39-15,125-6 37 16,-44-1-7-16,10-5-28 16,1-13-5-16,-4-13 0 15,-9-13-2-15,-13-21-26 0,-15-13-49 16,-14-5 7-16,-16 8 5 16,-11 17 65-1,-8 26 5-15,-2 16 35 0,0 16 39 16,0 7-5-16,-7 34-67 15,-7 19-6-15,5 22 59 16,-1 9-13-16,10 8-20 16,0 7-6-16,0 1-4 15,5-6-9-15,3-9-2 16,9-8-4-16,-3-11 0 16,3-15-2-16,1-13 0 15,1-17 0-15,-4-15 1 16,9-6-1-16,10-27 12 15,5-18-1-15,7-11-10 16,-7 0 0-16,-8 9-2 0,-10 14 0 16,-10 16 1-1,-10 12 0-15,-1 5 0 16,0 11-12-16,0 14 5 16,0 9 7-16,0 0 5 15,6-2-3-15,12-2 1 0,7-3-3 16,8-7 1-16,9-9 1 15,7-10 0-15,14-1-1 16,-1-19 1-16,-5-10-1 16,-9-12-1-16,-12-7-1 15,-9-7-3-15,-18 2-5 16,-4 9 8-16,-5 15 1 16,-5 18 0-16,-16 11 0 0,-11 17-1 15,-5 22 1-15,-3 14 12 16,16 9 15-16,12 2-6 15,12-1-9-15,12-2-3 16,25-3-4-16,23-8-5 16,21-6-3-16,21-9-23 15,12-16-179-15,2-19-400 16</inkml:trace>
  <inkml:trace contextRef="#ctx0" brushRef="#br0" timeOffset="3343.16">7795 3071 816 0,'0'0'14'0,"0"0"-13"0,0 0 69 0,0 0 5 0,0 0-41 0,27-71 22 15,-26 66 25-15,1 1 22 16,-1 1-28-16,1-2 0 16,-2 5 15-16,0 0-39 15,0 0-2-15,1 0-20 16,4 21-17-16,7 16-7 15,0 16 52-15,-2 1-25 16,0 2-10-16,-2 3-6 0,-2-6-6 16,-1-2-3-16,-1-9-6 15,-3-8 3-15,-1-10-4 16,0-10 1-16,0-8-1 16,0-6 2-16,2 0 5 15,-2-6 11-15,0-24 47 16,1-17-47-16,4-13-17 15,4-8 0-15,4 5-2 16,2 9 2-16,0 15 0 16,-6 13-1-16,0 15 0 15,-4 11 0-15,5 0-3 16,5 21-10-16,7 14 12 16,3 11 1-16,-2 6 2 15,-1 3-2-15,-2-1 0 16,-4-1-1-16,-1-6 1 15,-3-11 1-15,-3-9-1 16,0-11 0-16,-6-7-2 16,1-8 3-16,1-1-1 0,4-16 10 15,9-22-4-15,7-20-4 16,11-13-2 0,4-5 0-16,3 4 0 15,-2 17-2-15,-10 17 2 0,-7 18 0 16,-11 15-3-16,-1 5 0 15,-1 21-7-15,4 14 6 16,-2 9 4-16,5 2 2 16,0 3-1-16,4-4 3 15,6-1-1-15,11-7-2 16,9-5 1-16,9-10-2 0,9-10 1 16,5-9 0-1,-1-3 0-15,-3-12-1 16,-1-12 2-16,-6-12-1 15,-7-9 4-15,-8-13-3 16,-8-1 0-16,-17 3-2 0,-13 7 0 16,-7 8-1-16,-13 14-1 15,-17 10 2-15,-7 11-5 16,-4 6 2-16,-5 11-3 16,7 23 4-16,3 12 2 0,10 9 3 15,11 4 0-15,15 3 1 16,3-4 0-16,27-3-1 15,19-4-1-15,12-9 0 16,24-9-1-16,9-7 4 16,14-12-5-16,9-14-2 15,1 0-2-15,-5-28 2 16,-14-15 0-16,-16-11-3 16,-24-12 1-16,-19-7 1 15,-20 4 1-15,-15 10 2 16,-5 11 1-16,-19 10 2 0,-15 18-2 15,-11 8 1-15,-4 12 0 16,-5 9 5-16,2 27 1 16,7 12-2-16,14 6-1 15,10 8-3-15,13 1-2 16,8-3 3-16,14-4-5 16,21-11 2-16,7-10-4 15,5-14 3-15,2-16-7 16,1-5-14-16,0-24 9 15,-3-18 9-15,-3-11 0 16,-7-10 4-16,-7-3 1 16,-9 7-1-16,-12 10 1 0,-2 17 0 15,-7 13 3 1,0 13 2-16,0 6 8 0,-10 6-14 16,-2 20-2-16,-4 7 2 15,5 8 4 1,11-3-3-16,0 1 0 0,6-1-1 15,16-6 0-15,8-7-1 16,11-6 0 0,5-12 1-16,10-7 2 0,-2 0 2 15,1-19-4-15,2-13 0 16,-9-7 0-16,-5-4-2 16,-12 3-3-16,-10 7 5 15,-10 11 0-15,-5 10 3 16,-6 9-2-16,0 3 0 15,0 3-1-15,-6 16-9 16,-5 6 9-16,1 5 2 16,5-3-1-16,4-3 0 0,1-3-1 15,0-6 0-15,0-8-3 16,9-6 0-16,9-1 3 16,10-4 1-16,8-17 2 15,7-15-3-15,8-1 0 16,-1 2 1-16,-6 4-1 15,-10 13 0-15,-10 11 0 16,-6 7 0-16,-2 5 0 16,2 15 0-16,2 7 5 15,-4 0 4-15,1-1 0 0,0-8-8 16,3-2 0-16,-4-5-1 16,3-5-4-1,8-6-106-15,12 0-226 0,15-12-250 16</inkml:trace>
  <inkml:trace contextRef="#ctx0" brushRef="#br0" timeOffset="3852.07">12544 2249 1054 0,'0'0'86'0,"0"0"-60"0,-91-24 205 16,51 56-86-16,-11 24-87 0,-6 31 21 0,-1 29-12 0,0 20-16 0,4 22 4 0,9 12-18 15,10 3-6-15,13-3-15 16,19-15-10-16,8-16-6 16,40-21-3-16,21-24-3 15,17-25-9-15,11-25-78 16,2-23-88-16,-7-21-197 15,-13-18-189-15</inkml:trace>
  <inkml:trace contextRef="#ctx0" brushRef="#br0" timeOffset="4378.28">12939 3127 1527 0,'0'0'59'0,"0"0"-52"16,-79 65 176-16,57 0-113 15,1 18-9-15,4 15-12 16,1 16-30-16,-1 11-2 16,-3 9-3-16,-3 0-10 15,1-6-2-15,4-10-2 16,0-16 0-16,2-17-3 16,-2-21 3-16,6-22-1 0,4-19-24 15,4-15 6-15,0-8-59 16,4-33-41-16,0-26 37 15,11-30-27-15,10-34-17 16,8-28 69-16,-2-36 38 16,1-10 19-16,0 6 0 15,-1 23 3-15,-2 35 12 16,-2 28 50-16,2 24-9 16,1 22 27-16,2 19-10 15,3 18-38-15,5 18-11 16,12 5-17-16,3 33-3 15,1 16 4-15,-10 15-3 16,-19 6-5-16,-15 0 6 0,-11-2-5 16,-30-5 7-1,-13-7-5-15,-14-9 1 0,-3-10 3 16,4-9-2-16,4-11-2 16,13-8 0-16,16-10-3 15,15 0 0-15,11-21-4 16,7-16-71-16,32-9-97 15,22-7-86-15,17-2-101 16,17 3-208-16</inkml:trace>
  <inkml:trace contextRef="#ctx0" brushRef="#br0" timeOffset="5193.13">13624 3008 657 0,'0'0'358'0,"0"0"-318"0,0 0 162 0,0 0-59 0,0 0-65 0,0 0 3 0,-92 100 18 0,54-50-34 0,7 2-27 16,10-3-20-16,12-4-11 16,9-5-3-16,3-11-4 15,24-7-2-15,10-14 0 16,14-8 2-16,7-4-1 16,5-24 0-16,-5-13-5 15,-10-10-14-15,-15-8 9 16,-13-2 4-16,-18 4 1 15,-2 12 6-15,-21 11 3 16,-16 13 0-16,-8 17-3 0,-4 4 0 16,1 27 0-16,6 15-3 15,11 11 1-15,16 3-2 16,13 3-1-16,2-2-3 16,17-5-66-16,17-15-76 15,9-11-7-15,8-16 8 16,11-10-45-16,7-7 28 15,5-22 100-15,1-12 20 16,-7-11 19-16,-7-8 27 16,-15 3 38-16,-14 9 96 15,-15 13-44-15,-11 13 100 16,-6 15 19-16,0 7-33 16,-15 30-97-16,-12 25-21 15,-4 25 32-15,-6 23-32 0,3 21-10 16,1 24-20-16,0 15-11 15,0 2-7 1,2-8-4-16,1-20-5 16,5-19 0-16,5-28-1 15,4-29 0-15,8-30-1 0,4-21 1 16,4-13-2-16,0-39 2 16,7-23 0-16,14-27 1 15,2-30-2-15,-1-25 1 16,2-33-2-16,0-15-2 15,5 5 0-15,4 18 0 0,3 37-1 16,2 29 5-16,-1 31 0 16,3 21 0-16,-1 20-1 15,0 20 1-15,5 14-3 16,4 24 2-16,4 24 1 16,-4 12-1-16,-9 5-5 15,-12 2 6-15,-20-7-3 16,-7-4-2-16,-22-11 5 15,-23-5 5-15,-10-14-3 16,-6-3-2-16,1-10 1 16,9-9-1-16,8-4-3 15,12-2 2-15,8-15-31 16,13-5-61-16,10-2-114 16,0 3-50-16,18-2-114 0,12 2-477 15</inkml:trace>
  <inkml:trace contextRef="#ctx0" brushRef="#br0" timeOffset="5539.21">14958 2513 916 0,'0'0'42'0,"-5"-75"57"0,5 57 114 0,0 4-94 0,0 10-5 0,8 4-66 0,18 25-38 15,15 24 30-15,14 30 56 0,6 20-28 16,-1 20-2-16,-11 12-16 15,-14 9-19 1,-24 8-17-16,-14-10-7 16,-46-12-5-16,-31-16-2 0,-28-24-3 15,-16-15-33-15,2-18-182 16,13-26-380-16</inkml:trace>
  <inkml:trace contextRef="#ctx0" brushRef="#br0" timeOffset="7406.06">16746 3142 1003 0,'0'0'8'0,"0"0"46"0,0 0 66 0,0 0-94 0,0 0-15 0,0 0 26 0,-6 2 31 0,19-19-32 16,15-14-4-16,12-14-12 0,6-12-3 0,-2-10-14 0,-10-8 7 0,-6-13-2 0,-7-11-1 0,-10 1-3 0,-7 4-1 0,-4 23 1 0,0 26 2 0,-1 19 25 15,-8 14 33-15,0 12 0 16,-3 10-30-16,-8 43-34 15,-3 31-2-15,-9 38 2 16,1 26 9-16,-4 25 9 16,4 18 0-16,0 15-10 0,-1 9-7 15,1 3-1-15,1-9-3 16,0-13 2 0,5-31-1-1,7-33 2-15,9-37 0 16,9-27 1-16,0-30-1 15,13-21-1-15,22-17 1 16,13-32 0-16,15-25-1 0,8-21-1 0,1-13-9 16,-10-12-16-16,-14-14 6 15,-11-7 9-15,-17-6 10 0,-15 3 2 16,-5 12 3 0,-19 18 7-16,-22 22 8 0,-10 19 19 15,-9 15 5 1,-1 12-9-16,6 11-6 0,8 8-7 15,11 3-10-15,14 7-10 16,8 0-1-16,11 0-2 16,3 0 0-16,0 0-8 15,17 2-5-15,22 3 10 16,18-4 6-16,16-1-10 16,12-14-9-16,5-12-29 15,7-9-6-15,-5-8-36 0,-2-1-1 16,-19 4-9-1,-22 5 41-15,-22 6 56 16,-16 8 3-16,-11 7 49 16,0 6 67-16,0 3-9 15,-11 5-23-15,-5 3-45 16,-6 19-30-16,-1 13 1 16,2 5 7-16,6 4 0 0,6 3-6 15,9 1-3-15,0-5-6 16,14-1-2-16,8-9-4 15,7-7 1-15,2-7-37 16,10-11-116 0,1-8-109-1,4-8-97-15,4-21-256 16</inkml:trace>
  <inkml:trace contextRef="#ctx0" brushRef="#br0" timeOffset="8248.39">17908 3083 1261 0,'0'0'20'0,"0"0"226"0,0 0-155 0,0 0-53 0,-90 86 24 0,75-38-28 0,10-1-22 0,5 1-7 0,6-6-3 16,20-8-2-16,10-6 1 0,6-12-1 16,8-8 0-16,8-8 0 15,9 0-1-15,-5-19-8 16,-4-11-49 15,-18-15 9-31,-16-6 15 0,-16-6 18 0,-8 5 14 0,-8 10 2 16,-25 12 13-16,-12 17 12 0,-10 13 24 15,-2 1-15-15,2 26-4 16,13 13-16-16,11 5-7 16,10 7-5-16,17-1 0 15,4 1-2-15,9-11-2 16,22-7 1-16,4-11-1 15,11-12-4-15,6-11-37 16,3-5-1 0,8-22 8-16,8-10 21 15,4-12 13-15,-5-8 1 16,-2-5-1 0,-15 3 4-16,-18 9-2 0,-15 19 5 0,-11 16 9 15,-6 12 50-15,-3 3-19 0,0 24-35 16,-12 17-7-16,2 11 20 15,0 2-6-15,6-2-8 16,4-7-4-16,0-7-4 16,6-8-1-16,8-9 0 15,2-13-1-15,8-8 1 16,7-2 4-16,11-25 1 16,1-13-5-16,9-11 0 15,-4-8 0-15,3-3 2 16,-9 4-2-16,-8 13 3 15,-12 17-3-15,-8 14 0 16,-10 9 2-16,-4 5-2 16,0 16-10-16,0 11 9 0,0 5 1 15,0-1 4-15,0-5-4 16,0-5 0-16,0-7 0 16,0-4 0-16,0-6-1 15,12-4-2-15,6 0 3 16,7-11 6-16,5-14-5 15,4-8-1-15,1-9 0 16,-1-1 2-16,-1 10 0 16,-12 9 5-16,-6 12-5 15,-7 12-2-15,-1 20 1 16,-1 24 1-16,1 12 32 0,-5 5 0 16,-2-6-24-16,1-5-7 15,7-7-3-15,8-10-2 16,9-8-4-16,14-14-109 15,9-11-295-15,10-17-331 16</inkml:trace>
  <inkml:trace contextRef="#ctx0" brushRef="#br0" timeOffset="9034.04">21334 2839 1195 0,'2'-87'12'0,"4"22"-10"0,1 24 205 0,-7 28-93 0,0 13-53 0,0 13-34 0,0 36-21 16,-19 20 15-16,-7 16 34 0,-3 1-33 0,3-6-1 0,6-4-3 15,10-12-8-15,9-15-9 16,1-14-1-16,9-13-1 16,16-14-4-16,13-8 5 15,9-23 5-15,10-21 0 16,-2-14 1-16,-4-13-4 0,-12-1 2 15,-12 4 2-15,-11 17-1 16,-10 21 0-16,-6 18 8 16,0 12 24-16,0 9-31 15,-2 34-6-15,-7 16 0 16,2 13 6-16,7-5-6 16,4-6 1-16,25-10-1 15,16-8 0-15,13-15 0 16,7-15 2-16,7-13-2 15,-5-2 0-15,-8-28-1 16,-18-12-4 0,-13-17 0-16,-19-15 5 15,-9-9 1-15,-7-4 4 16,-20 7-4-16,-6 20-1 16,-1 20 0-16,4 25-2 15,0 15-2-15,0 30-8 0,2 17 1 0,15 16 3 16,13 2-3-16,27-7-36 15,28-8-43-15,12-11-83 16,12-16-70-16,-1-21-92 16,2-3-341-16</inkml:trace>
  <inkml:trace contextRef="#ctx0" brushRef="#br0" timeOffset="10026.54">22623 2373 465 0,'6'-106'302'0,"-6"35"-203"0,0 35 138 0,0 31-22 0,-4 14-76 0,-8 40-125 0,-3 24 18 0,-4 21 65 16,8 14-28-16,1 6-30 0,5 4 1 0,4-2-18 0,-2-14-12 16,3-13-8-16,0-20-2 0,0-19 0 15,0-20 0-15,0-17-3 16,9-13 0-16,15-14 3 15,7-29 5-15,5-19-5 16,4-14-2-16,-4-5-2 16,-2 8 0-16,-7 16 0 15,-9 24 2-15,-8 17 4 0,-7 12-1 16,-3 4-1 0,0 28-7-16,0 13 7 0,0 12 8 15,0-1 5-15,2-3-7 16,14-2-2-16,8-8-1 15,3-8-1-15,13-10-1 16,8-10-1-16,16-9 7 16,5-2-4-16,-3-10-3 15,-4-27 0-15,-13-12-7 16,-8-15-12-16,-11-13 5 16,-8 1 10-16,-12 8 2 15,-8 18 3-15,-2 15-1 16,-5 16 4-16,-10 19 4 15,-7 11 0-15,-5 28-3 16,2 12 0-16,5 11 3 16,10 5 6-16,9 5-6 15,1-2-2-15,11-4-5 16,13-6 1-16,2-12-2 16,8-11 0-16,3-15-5 15,3-14 5-15,5-8 0 0,3-13 4 16,-1-22-4-16,-2-14-3 15,-3-13 1-15,-2-15 2 16,-2-8-1-16,-5-7-1 16,-8 12-11-16,-5 14 6 0,-10 20 2 15,-7 21 5-15,-3 15 2 16,0 10-2 0,0 0-5-16,-3 21-6 15,-7 6 9-15,1 4 2 0,7-1-2 16,2 1 0-16,0 3 2 15,0 2 0-15,0 2 0 16,-3 4 0-16,-3 3 1 16,1 2 0-16,4-1 1 15,1-7 1-15,0-4-1 16,12-9 0-16,10-5-2 16,10-7 5-16,6-6-2 15,4-8-1-15,10 0 0 16,2-14 1-16,1-12-1 15,-7-7 0 1,-6-13-1-16,-8-13 2 0,-10-13-2 16,0-5 2-16,-11 3-2 15,-8 19 0-15,-5 21 1 0,0 21 8 16,-23 13 22-16,-6 35-20 16,-4 16 7-1,6 18 14-15,10 5 5 0,15 0-11 16,2-8-6-16,0-6-10 15,8-12-11-15,18-10 0 16,11-9-2-16,23-10-35 16,28-14-123-16,13-5-261 15,11-21-624-15</inkml:trace>
  <inkml:trace contextRef="#ctx0" brushRef="#br0" timeOffset="10627.64">26720 2654 398 0,'0'0'147'0,"0"0"75"0,39-105 41 0,-30 66-56 0,-1 0-62 0,-4 12-10 0,-3 4-40 0,-1 10-26 16,0 7-24-16,0 6 6 15,-7 0-16-15,-21 6-21 16,-17 15-11-16,-12 11-2 16,-7 6 7-16,-2 5 3 15,10 4-1 1,11 2 3-16,16 0-7 0,18 0-5 16,11 0 2-16,28 4-3 15,27-3 0-15,19-3 1 16,7-4-1-16,-2-4-3 15,-13-5-11-15,-21-6-49 16,-18-6 14-16,-20-3 21 16,-7-2 18-16,-22 1 10 0,-24-4 2 15,-20 3 24-15,-15-5 18 16,-5-3-3-16,-4 4-20 16,4-1-9-16,8 2-6 15,17 3-4-15,19-5-2 16,21 2-5-16,21-2-1 0,14-6-83 15,37-6-28 1,24 0-96-16,18-21-93 16,9-23-77-16</inkml:trace>
  <inkml:trace contextRef="#ctx0" brushRef="#br0" timeOffset="12522.25">27459 2776 539 0,'0'0'414'0,"42"-88"-286"16,-42 55 205-16,-5 5-174 15,-22 11-9-15,-13 9-80 16,-12 8-31-16,-8 10-15 16,-3 23-5-16,7 13-4 15,5 7-4-15,14 2-5 0,14 0-6 16,11 0-2-16,12-7 0 16,3-10-2-16,21-12 1 15,9-15-4-15,12-11-2 16,7-3-3-1,14-25-5-15,4-10-10 0,-6-9 2 16,-3-6 7-16,-15-2 11 16,-14-1 7-16,-13 11 0 15,-14 12 4-15,-5 13 6 16,-2 14 15-16,-19 6 11 16,-5 21-27-16,-7 14-8 15,3 13 1-15,10 3 0 16,14-2-2-16,6-5-2 15,5-4 1-15,23-9 1 0,9-7-3 16,13-11 2-16,6-10-2 16,7-3-14-16,3-17-14 15,2-13-5-15,-2-9 19 16,-4-8-25-16,-9-4 22 16,-13 4 15-16,-10 5 5 15,-14 12 4-15,-7 13 1 16,-9 9 17-16,0 8 22 15,-1 4-26-15,-19 26-15 16,0 9-3-16,-6 10 5 16,8-1-3-1,4-2 2-15,3-3-3 16,5-8-1 0,4-8 0-16,2-10 1 15,0-7-1-15,0-10 0 0,6 0 2 0,17-8 10 16,12-20-3-16,9-7-7 15,7-8-1-15,1-7 4 16,-3-5-5-16,-3-1-2 16,-8 11 2-16,-13 9 0 15,-12 17 4 1,-10 13-4-16,-3 6 0 0,0 11-7 16,-3 20-14-16,-7 11 21 0,-2 4 2 15,5-6-1-15,2-4 1 16,4-4-1-16,1-7-1 15,0-5-3-15,1-5 2 16,15-8 1-16,5-5 0 16,9-2 2-16,6 0-2 15,7-11-7-15,1-12-15 0,0-5-2 16,-5-9-4 0,-8 2 27-16,-10 4-1 0,-10 10 2 15,-7 6 6-15,-4 13-4 16,0 2 11-16,0 0-12 15,-10 21 1-15,0 7 3 16,7 5-2-16,3-2-1 16,5-5 0-16,18 0-2 15,4-6 0-15,7-7 1 0,2-8-1 16,4-5 0-16,0-2-3 16,-2-20 1-16,-1-9-2 15,-2-9-4-15,-5-8 8 16,-1-6 1-16,-5-1 1 15,-5 6-1-15,-8 14 4 16,-8 17 0-16,-3 14 16 16,0 12 9-16,-22 39-26 15,-9 26-2-15,-7 36 30 16,-1 21-4-16,4 16 2 16,1 11-4-16,1 2-15 15,3-4-3-15,2-13-6 16,4-15-2-16,6-22 0 15,0-23 0-15,8-29-2 0,1-25-7 16,3-28 2 0,6-12 4-16,0-29-6 15,0-21 7-15,19-21 0 0,8-21-1 16,11-22 3-16,7-17-5 16,11-21-1-16,7-10-4 15,1-6-2-15,-3 13 6 16,-9 23 3-16,-14 38 3 15,-15 40 4-15,-12 34 0 16,-5 19 4-16,-3 13-2 16,4 17-6-16,7 26-9 15,4 17 9-15,-2 12 0 16,-4-1 0-16,-11-1 0 16,-1-4 0-16,-4-10 0 15,-15-8-1-15,-7-15-1 16,-2-11 2-16,-2-13 0 15,2-9 1-15,5 0 1 16,2-9 1-16,9-11 0 0,2-6 0 16,6-2-1-16,4 2 2 15,0 4-2-15,0 3-2 16,0 8 0-16,0 5 0 16,4 5 0-16,6 1-4 15,12 1-3-15,9 16 7 16,13 3 1-16,3-3 0 0,3-3 0 15,8-7 1-15,1-5-2 16,8-2 0-16,-1-18-4 16,-5-19-20-16,-3-18 4 15,-5-20 7-15,-1-18 1 16,-3-16 5-16,-1-14 2 16,-5-2 3-16,-11 8-1 15,-12 24 0-15,-16 31 3 16,-4 29 3-16,-4 24-3 15,-22 12-4 1,-5 36-5-16,-5 19 9 0,2 19 8 16,14 9 4-16,20 8 0 15,0 7 2-15,20-1-4 16,12-6-8-16,6-9-1 16,2-17-1-16,-1-18-1 0,1-17-2 15,-5-19-6 1,1-14 4-16,1-3-2 15,0-31 3-15,2-10 4 0,-3-16 0 16,-4-5 0-16,-6 5 2 16,-11 9 0-16,-7 16 0 15,-8 19 3-15,0 16 2 16,-14 6-5-16,-16 26 1 16,-3 9 2-16,5 7 13 15,12 4-4-15,11-7-4 16,5 2-2-16,2-5-3 15,17-8-5-15,6-9 0 16,10-6-7-16,11-7-40 16,12-3-21-16,9-9-116 0,6 0-162 15,7-16-171-15</inkml:trace>
  <inkml:trace contextRef="#ctx0" brushRef="#br0" timeOffset="12914.19">31298 2446 1167 0,'0'0'95'0,"0"0"-78"0,0 0 164 0,0 0-125 0,0 0 45 0,0 0-43 0,-93 115-18 0,87-60-9 16,6-1-9-16,0-4-13 16,3-6-6-1,15-7-2-15,2-9-1 0,-1-8-1 16,0-11-2-16,2-9-21 15,4 0 0-15,5-19 11 16,5-12-2 0,-1-8 10-1,9-13 5-15,2-5 1 0,4-8 0 0,1 8 1 16,-9 9-1-16,-11 17 7 16,-12 16-1-16,-12 6 19 15,-2 9-3-15,-1 3-23 16,-3 30 0-16,2 12 0 15,-2 8 11-15,0 2-7 16,0-5-1-16,-9-5-3 0,-3-6-1 16,-5-9-1-16,-5-5-9 15,-8-9-134-15,-4-13-185 16,-1-3-196-16</inkml:trace>
  <inkml:trace contextRef="#ctx0" brushRef="#br0" timeOffset="13214.54">31344 1917 1178 0,'0'0'75'0,"0"0"13"16,0 0 62-16,-91-23-96 16,70 36-14-16,10 14-28 15,11 3-4-15,3 5 2 16,26-1-2-16,11-4-3 15,9-8-2-15,1-6 0 16,-1-14 0-16,-6-2 1 16,-3-21 5-16,-10-15 11 15,-15-15-2-15,-15-4 14 16,-15 2-24 0,-39 7-8-16,-26 15-8 0,-29 20-5 15,-22 11-126-15,-13 34-239 16,-12 20-512-16</inkml:trace>
  <inkml:trace contextRef="#ctx0" brushRef="#br0" timeOffset="15578.66">6825 6078 733 0,'0'0'99'0,"0"0"-71"0,0 0 72 0,0 0 6 0,0 0-45 0,0 0-29 0,21-22 6 0,0 4 15 0,6-4-22 15,-5-4-15 1,-1 2-5-16,-9 3-2 15,-6 3 10-15,-6 2 33 0,-8 6 24 16,-20 6-34-16,-15 4-9 16,-15 14-20-16,-2 22 0 15,2 14 6-15,4 9 17 16,13 8-6-16,8 8-10 16,7 2-11-16,8-1 0 15,11-3-6 1,7-8-2-16,0-10-1 0,21-11 0 15,22-15-5-15,17-18 1 16,17-11 4 0,16-5 0-16,14-23-3 15,4-10-5 1,2-8-27 0,-1-11-56-16,-11-8 13 0,-13 0-37 15,-25 6 51-15,-27 16 26 0,-24 12 32 0,-12 15 6 0,-8 12 30 16,-20 4 35-16,-6 20-14 15,-5 19-15 1,-4 16 23-16,5 10-22 16,9 4 6-16,7-2-10 0,12 0-18 15,10-9-9 1,3-8 1-16,27-11-7 0,15-16-4 16,10-12 4-16,7-11 0 15,7-12 0-15,-3-20 0 16,-5-11 0-16,-9-9 2 15,-10-7-2-15,-12-5 5 16,-18-8-2-16,-9-2 1 0,-3 1-3 16,-17 8 1-16,-14 18 0 15,-3 16 2 1,-5 18 2-16,-6 13 1 0,0 9-7 16,2 19 1-16,6 7-1 15,10-1 0-15,13-2-2 16,14-6-4-16,0-2 1 15,16-11-2-15,18-9-19 16,12-4-29-16,9-17-15 16,5-14-32-16,-3-12 5 15,4-15 18-15,3-11 9 16,6-17 43-16,-1-8 26 16,-10-11-3-1,-14-3 1-15,-12 3-6 0,-12 11 6 0,-15 19 3 16,-6 27 2-16,0 21 42 15,-5 23 71-15,-8 8-9 16,-3 40-88-16,2 17-8 16,2 20 56-16,6 13-15 15,6 16 7-15,0 19-1 16,2 14-38-16,12 6-10 16,0-5-9-16,7-19-3 0,1-26 1 15,5-31-1 1,5-25-4-16,3-23 5 0,7-20 1 15,10-8-2-15,9-31-5 16,6-20 6-16,4-20-40 16,-6-15 35-16,-5-18-26 15,-11-18 14-15,-10-15-14 16,-12-10 4-16,-15 5-1 16,-12 29 14-16,0 30 16 15,-9 39 1-15,-9 31 18 16,-2 21 34-16,-2 14-7 15,-2 32-43-15,3 20 6 16,2 14 23-16,14 9 2 16,5 15 3-16,0 10-16 15,8-1-6-15,11 4 0 0,4-11-10 16,2-11-1 0,8-16-2-16,3-17-2 0,4-18 1 15,6-19 1-15,8-16 2 16,7-9 0-16,11-20-2 15,14-18 4-15,7-11-4 16,-5-15-2-16,-15-7-12 16,-16-8-16-16,-24 0-13 15,-23 12 19-15,-10 17 22 16,-24 19 0-16,-22 18 7 16,-8 13 10-16,-6 8 19 15,4 24-5-15,13 9-9 16,10 5 10-16,16 4-6 15,14 3-8-15,3 3-8 16,18-4-6-16,21 1-2 16,6-8-2-16,8-7 0 15,5-12-7-15,-5-9-23 16,7-13-69-16,4-4-64 0,7-8-28 16,7-22 61-16,2-15-121 15,-3-14-232-15</inkml:trace>
  <inkml:trace contextRef="#ctx0" brushRef="#br0" timeOffset="16661.8">10114 6073 1057 0,'0'0'15'0,"0"0"157"0,-83 5-81 0,53 20-2 0,8 7 4 0,3 11-34 0,10 7-7 16,7 1-8-16,2 6-18 15,0-2-13-15,15-10-9 16,9-6 1-16,2-11-4 15,2-10-1-15,5-13-1 16,4-5 1-16,6-15 1 16,2-21-1-1,1-16-13-15,-7-17-4 0,0-16 4 16,-8-19 5-16,-2-23 4 16,-1-20 3-16,-3-9 1 15,-4-2 1-15,-4 22 0 16,-11 31 2-1,-6 41 2-15,0 31-1 16,0 23 3-16,0 17 9 0,-11 38-16 16,-1 25 0-16,-3 21 6 0,0 15 2 15,3 6 7-15,3 14-3 16,5 8-6-16,-4-5-5 16,6-6-1-16,2-17 0 15,0-20 0-15,14-18 1 16,10-25-1-16,3-17 0 15,3-18-1-15,4-8 1 16,10-23 4-16,6-16 1 16,1-13-4-16,0-12-2 15,-8-10 0-15,-3-8 0 16,-9-4-8-16,-11 8-2 16,-7 14-1-16,-13 20 8 0,0 19 3 15,-22 15 2-15,-8 10-1 16,-9 6 0-16,3 27 0 15,-2 9 6-15,12 10 6 16,10 6-1-16,13 0 1 16,3 3-5-16,14-3 3 15,11-1-4-15,11-6-5 16,7-7 0-16,6-12 3 16,11-10 1-16,14-10-4 15,9-12 3 1,12 0-3-16,3-12 0 15,2-14 1-15,-3-12-2 16,-13-12 2-16,-14-11-2 0,-19-8 0 16,-20 2-4-16,-19 8 3 15,-12 8 1-15,-6 14 0 0,-25 9 1 16,-15 13 0 0,-7 12-1-16,-2 3 7 0,3 14 7 15,10 10-5-15,8 6 6 16,10 3-10-16,12 3-3 15,3 2-1-15,9 2-1 16,0-5 1-16,19-1-1 16,10-6-1-16,2-9 0 0,6-9-35 15,2-10-15-15,4 0-17 16,-1-20-28-16,3-15-23 16,-5-13-31-16,-4-21 59 15,0-21 31-15,-5-17 39 16,-2-22 21-16,-9-13 1 15,-3-1 5-15,-10 10 4 16,-7 26 19-16,0 39 60 16,-12 33 16-16,0 23 9 15,-1 14-49-15,-2 39-20 16,-6 26-24-16,6 23 40 16,5 10-20-16,10 10 3 15,0 5-5-15,13 14-20 16,1-2-9-16,0-2-7 0,-9-11-3 15,-5-16-1-15,0-21-25 16,-3-20-82-16,-13-22-79 16,1-21-91-16,-6-14-75 15</inkml:trace>
  <inkml:trace contextRef="#ctx0" brushRef="#br0" timeOffset="16834.09">10367 5770 1453 0,'0'0'0'0,"0"0"-77"0,0 0 77 0,0 0 9 0,-12-84-9 0,109 57-15 0,37-3-109 0,32-4-96 0,10 0-195 0</inkml:trace>
  <inkml:trace contextRef="#ctx0" brushRef="#br0" timeOffset="18691.34">14862 6331 1071 0,'0'0'49'0,"0"0"12"15,0 0 31-15,0 0-71 16,69-103 3-16,-24 56 17 16,5-12 0-1,1-18-10-15,-3-11 0 0,-2-5-12 16,-9 7-11-16,-10 15-3 15,-13 21 5 1,-14 17 23-16,0 13 58 16,-18 14-25-16,-19 6-57 15,-4 2-5-15,-4 22-3 0,-1 11 0 16,9 3 0 0,7 5 0-16,9 5 0 0,11 6-1 15,8 7 0-15,2 3 0 16,15 1 0-16,21-1-1 15,13-4-2 1,8-2 2-16,7 1 0 16,-3-2 2-16,-6-6-2 0,-13-8-1 15,-15-8 2-15,-13-10-4 16,-14-6 0-16,-9-3-1 16,-30-4 5-16,-24-7 4 0,-19-5 1 15,-13 0-1-15,-10 0 6 16,-7-4 17-16,3-7-7 15,9 1-13-15,24 5-5 16,32 2 2-16,24 3-2 16,17 0-2-16,3 0-9 15,15 12-15-15,21 5 24 0,19-2-7 16,12-3 0 0,17-7-16-16,10-5-11 15,7 0-10-15,16-1-25 16,6-15-26-16,16-8 32 0,6-7-48 15,-2-13-15 1,-10-13 24-16,-23-14-38 0,-26-8 118 16,-30-1 22-1,-26 11 14-15,-23 13 103 0,-5 8 81 16,-26 13 6 0,-16 7-87-16,-7 13-38 0,-12 14-21 15,-6 1-22-15,3 22-9 16,7 13-7-16,6 8-6 15,15 5-10-15,14 8-4 16,16-2-2-16,6 1 1 16,13-2-1-16,25-11 0 15,8-8 2-15,10-14-7 0,3-18-6 16,3-2-26-16,6-22-3 16,-3-20 12-1,-2-10 0-15,-10-11 14 0,-15-3 14 16,-14 4 2-16,-15 9 7 15,-9 13-2-15,0 16 14 16,-8 14 29-16,-11 10-19 16,-1 22-18-16,3 18-7 15,3 9 1-15,8 4-5 16,6-3 2-16,3 1-1 16,21-7 2-16,6-8-3 15,11-11-4-15,6-14 4 16,10-11 0-16,7-4 4 0,3-23-1 15,-1-9-1-15,-7-11-2 16,-7-3 0-16,-13-2-2 16,-9 3 4-1,-11 5-1 1,-11 11 4-16,-7 12-2 0,-1 11 4 16,0 10 14-16,0 5-21 0,0 27-3 15,-7 12 3-15,-5 12 6 16,3-1 0-16,3-2-2 15,1-3-4-15,4-8 1 16,1-10 1-16,0-12-2 0,0-8 0 16,0-10 0-16,12-2 0 15,15-16 7-15,9-15 1 16,10-11-5 0,2-5-2-16,-1-2 3 15,-3 2-4-15,-10 9-2 16,-12 13 2-16,-9 12 0 0,-9 10 4 15,-4 3 5-15,0 21-9 16,-6 15-1 0,-8 7 1-1,-3 4 6-15,2-3-4 16,0-3 0-16,7-6-2 16,4-11 2-16,4-10-2 15,0-7 0-15,0-7-3 0,7 0 3 16,23-17 7-16,12-15-4 0,7-9-3 0,2-6-3 15,4-6 3 1,-1-1-3-16,-1 3-3 16,-7 8 2-16,-14 16 3 15,-16 11 2-15,-9 16-3 16,-7 3 1-16,0 25-8 0,0 10 9 16,0 7 4-16,0-7-2 15,0-1 4-15,11-8-5 16,7-6 3-1,11-4 1-15,4-9-2 16,9-9 0-16,8-1-2 0,5-9 2 16,2-13-1-16,-2-7-2 0,-9-9 2 15,-4-3-2 1,-9-14 0-16,-14-6 0 16,-2 3 0-16,-16 5 0 15,-1 14 0-15,-9 22 0 0,-15 15 0 16,-7 7 0-16,-5 33 0 15,-1 13 11-15,10 12 11 16,12 1 13-16,15-4-20 16,0-2 4-16,22-4-7 15,16-9-12-15,11-8 0 16,6-11 0-16,12-10-12 16,9-16-96-16,6 0-97 15,9-27-251-15</inkml:trace>
  <inkml:trace contextRef="#ctx0" brushRef="#br0" timeOffset="19639.09">20799 5811 146 0,'0'0'368'0,"0"0"-236"0,70-91 47 0,-52 42-57 16,-2-8-13-16,-8-9-7 0,-2-3-64 0,-6 4 21 0,0 10-9 0,-15 17 14 0,-11 15 11 15,-7 17 37-15,-13 6-75 0,-12 35-25 0,-6 14 7 0,1 16 18 0,11 3-4 16,10 5-6-16,16-5-13 0,12-3-8 0,12-10-6 0,2-11 2 0,21-13-2 0,23-13-2 0,15-17 2 0,12-1 3 16,7-25-2-16,-3-11-1 0,-6-11-3 0,-11-10 1 0,-12-3-2 15,-16-1 4-15,-16 7 1 16,-13 19 1-16,-1 15 1 15,-17 20 2-15,-17 15-5 16,-12 33-6-16,-2 22 6 16,3 12 6-16,13 4 1 0,15 1 1 15,16-3 1-15,1-14-8 16,28-12-1-16,15-20-3 16,8-16 1-16,10-16 2 15,9-6 2-15,2-26 2 16,-2-18-4-16,-4-14 0 15,-3-13 1-15,-7-11 3 0,-7-8-3 16,-2-1 0 0,-7 11 0-16,-12 18-1 15,-10 23 2-15,-8 20-1 0,-8 17 0 16,-2 2-1 0,0 17-10-16,0 18-5 0,0 12 15 15,1 9 0 1,18-1 5-16,3 3-5 15,11 0 1-15,3 2-1 16,2-2 0-16,-2-7 2 0,-10-11-1 16,-10-12-1-16,-15-12 0 15,-1-5 1-15,-34-3 5 16,-26-8 18-16,-23 0 3 16,-19-2 2-1,-11-12-19-15,-2-4-9 0,6 0-1 16,18 1 2-16,30 3-1 0,27 6-1 15,24 4-11 1,10 4-78-16,33 0-137 0,30 0-1 16,21-2-71-16,16-13-579 15</inkml:trace>
  <inkml:trace contextRef="#ctx0" brushRef="#br0" timeOffset="19890.59">22710 4873 1257 0,'0'0'30'0,"0"0"259"0,0 0-206 0,0 0-81 0,-34 136 66 0,23-26-16 0,5 6-17 0,5 0-7 15,-3-1-16-15,3-11-9 16,-6-8-3-1,-4-17-1-15,4-19-6 0,-2-18-11 16,5-21-75-16,4-17-127 16,0-4-91-1,0-27-121-15</inkml:trace>
  <inkml:trace contextRef="#ctx0" brushRef="#br0" timeOffset="20566.38">22494 5534 1113 0,'0'0'48'0,"0"0"218"15,0 0-115-15,0 0-106 16,0 0-42-16,131-55-3 16,-50 43-1-16,8-4 1 15,-7-6-2-15,-9-5 0 16,-9-9-12-16,-10-10-40 16,-11-14 38-16,-7-10 11 15,-15-4 5-15,-6 4 3 16,-9 12-1-16,-6 24 5 15,0 19 15-15,-3 15 32 16,-21 28-28-16,-7 28-20 16,-7 22 1-16,11 6 14 15,8 3 2-15,9-11-2 16,4-10-6-16,3-13-8 0,3-13-6 16,0-15-1-1,6-12-1-15,13-13 1 0,10 0 10 16,9-17-4-16,10-11 0 15,3-8-5-15,-5-8-1 16,-4-1 0 0,-13 5 0-16,-6 12 0 0,-11 13 1 15,-9 14 0-15,-3 4-1 16,0 30-6-16,-11 15 6 16,-3 11 34-1,1-1-10-15,9-8-8 0,4-4 4 16,0-11-10-16,17-11-1 15,6-11-8-15,12-10 7 16,12-3-1-16,9-19 1 16,8-14-4-16,3-11-3 15,-5-7 0-15,-8-12 0 0,-3-4-1 16,-15 1 2-16,-15 12 3 16,-14 17-4-16,-7 19 3 15,-7 18-3-15,-29 9-1 16,-10 30 1-16,-5 13 4 15,2 10-1-15,17-1 6 16,12-6-7-16,12-8-3 16,8-10-4-16,12-7 3 15,19-13-1-15,15-3-10 0,14 5-32 16,-5 5-40-16,-13 9-85 16,-21 11-279-1,-21 7-708-15</inkml:trace>
  <inkml:trace contextRef="#ctx0" brushRef="#br0" timeOffset="21557.49">13730 9086 384 0,'0'0'588'0,"0"0"-585"0,0 0 85 0,0 0 85 0,0 0-62 0,0 0-50 0,9-18-12 0,25-9-25 0,12-10-16 0,4-5-1 0,-3-7-3 0,-5-4-1 15,-10-2-2 1,-12-6 3-16,-12 2 1 16,-8 10-2-16,-11 10 4 0,-20 20 25 31,-18 17 16-31,-12 4-46 0,-9 34 21 0,1 13-15 16,5 17-2-16,5 4 10 15,9 7-6-15,8 0-2 16,9-6-6-16,12-13-2 15,18-14 0-15,3-16-4 16,26-16-2-16,22-12-2 16,17-3 8-16,17-28 0 15,8-13 3-15,2-7-6 16,-7-10 3-16,-12-2 0 0,-16 0 0 16,-17 12 0-16,-17 18 4 15,-13 14-1-15,-8 19 12 16,-2 9 25-16,-3 32-28 15,-14 22 0-15,-4 26 36 16,-4 12-11-16,-2 23-2 16,-6 16-19-16,-7 8-14 15,-7-5 2-15,-9-13-2 16,-2-22-2-16,-5-30 1 16,0-18 2-16,10-27-1 15,14-21-1-15,15-12 5 16,18-37-3-1,6-27-3-15,31-26 0 0,26-19-2 0,15-23-8 16,14-12-8-16,11-7-7 16,5 7-2-16,2 27 2 15,-7 35 16-15,-16 37 9 16,-11 31 1-16,-24 14-1 16,-13 28 1-16,-12 19 12 15,-9 9 21-15,-9 4-5 16,-3 1-6-16,0-6-9 15,0 1-6-15,-11-7 1 16,-2-11-9-16,3-11 0 16,2-12-2-16,3-15-26 0,-1-6-68 15,-5-27-70-15,-3-18-234 16,-1-14-33 0</inkml:trace>
  <inkml:trace contextRef="#ctx0" brushRef="#br0" timeOffset="21831.28">14315 8632 1192 0,'0'0'9'0,"0"0"-1"0,0 0 109 0,-63 79-48 0,63-52-7 0,0-3-37 0,15-2-2 0,15-5-8 0,13-1-7 16,5-9-4-16,4-7 1 0,-7 0-5 0,-8-12 0 0,-13-13 0 15,-11-11 13-15,-10-3-8 16,-3-1 1-16,-4 6 4 16,-17 12-1-16,-4 12 13 15,-7 10-11-15,0 8-11 16,3 27-8-16,6 9 4 16,7 12-32-16,12 6-66 15,4 1-92-15,0 0-60 16,20-8-143-16</inkml:trace>
  <inkml:trace contextRef="#ctx0" brushRef="#br0" timeOffset="22788.65">14756 8907 948 0,'0'0'159'16,"21"-106"-78"-16,-13 76 190 15,-5 12-144-15,0 12-16 16,0 6-59-16,4 21-48 15,0 16 4-15,3 18 37 16,0 9-17-16,0-2-9 16,1 1 1-16,2-8-14 15,-1-10-6-15,2-11-2 0,-1-10 2 16,2-11 0 0,3-12 1-16,6-1-1 0,2-17 4 15,6-16-3 1,-2-13-1-16,-3-11 0 0,-3-8-3 15,-4-7 3-15,-3 4-4 16,-5 16 2 0,-6 19 1-16,-3 18 1 15,-3 15 0-15,0 1 0 16,0 24-18-16,0 15 13 16,0 2 5-16,4-2 3 0,11-5-3 15,3-5 1-15,6-7-1 16,6-9 0-16,12-6 0 0,14-8 0 15,13 0 4 1,13-15-1-16,1-9-2 0,-3-5-1 16,-14-5-5-16,-19-4-12 15,-19-2 6-15,-20 3 1 16,-8 4 6-16,-18 11 4 16,-21 11 0-1,-9 11 0-15,-5 5 1 0,-3 26 0 16,8 10 10-16,13 4-9 15,11 6 7-15,15-3-1 16,9-3-7-16,4-3 0 16,19-6-2-16,11-8 1 15,6-10 0-15,7-12 0 16,6-6 0-16,4-2-2 0,0-20-8 16,2-6 3-1,5-11 1-15,7-3 6 0,8-5-1 16,-5-2 1-16,-6 2 1 15,-19 13 0-15,-21 9 3 16,-14 14 5-16,-13 8 0 16,-1 3 13-16,0 0-18 15,0 20-1-15,-12 12-1 16,-4 5 15-16,4 2 0 16,3-6-10-16,2-3-2 15,3-7-4-15,4-9 3 16,0-9-4-16,0-4-2 15,0-1 1-15,20-9 1 16,10-15 2-16,8-9 3 16,7-7-3-16,0-5-2 0,2-4 0 15,0 5-1-15,-8 15 1 16,-11 15 0-16,-9 14 0 16,-7 15-6-16,-3 22 6 15,-3 10 2-15,-3-2 0 16,-1-2 3-16,-1-9 1 15,5-11-6-15,3-7-2 16,11-11 1 0,15-5-9-16,35 0-60 0,36-15-66 15,39-7-84-15,25-7-272 16</inkml:trace>
  <inkml:trace contextRef="#ctx0" brushRef="#br0" timeOffset="23347.41">19614 7747 1025 0,'0'0'75'0,"0"0"-73"0,-1-73 280 0,-13 67-120 0,-4 6-77 0,-15 18-32 0,-14 28-31 0,-14 19 12 0,-7 13 20 0,0 10-11 0,-4 12-14 0,1 13-1 0,-14 21-4 0,-8 13-12 16,-4 8 3-16,5 2-6 0,17-5-3 0,21-10-5 0,24-8-1 0,24-12 0 15,6-13-4-15,27-19-1 0,11-15-30 16,9-14-29 0,4-16 1-16,10-22-28 15,5-23-100-15,10-9 16 16,5-25-139-16,10-13-194 0</inkml:trace>
  <inkml:trace contextRef="#ctx0" brushRef="#br0" timeOffset="24558.9">19963 8536 707 0,'0'0'94'0,"0"0"-82"15,0 0 110-15,0 0-85 16,0 0-22-16,0 0 34 16,-1-54-15-16,1 50 21 15,0-2 3-15,0-4 14 16,1-3-2-16,4-4-53 16,5-5 21-16,-4-2 12 0,0-3-5 15,-3-4-13-15,0 3 12 16,-3 4-10-16,0 4-17 15,-9 11 39-15,-19 5-18 16,-13 4-24-16,-15 12-5 16,-11 18 1-16,-5 7 15 15,3 7-1-15,5 2-6 16,12-1-1-16,13-3-4 16,14-4-10-16,17-7-3 15,8-6-2-15,10-8-3 16,22-8 3-16,16-9-1 15,9 0 1-15,11-22-6 0,3-8-19 16,-2-11-8 0,-8 2 14-16,-16-7 12 0,-10 6 4 15,-19 14 5-15,-10 8 0 16,-6 14 8-16,0 4 1 16,-11 25-7-16,-14 19-1 15,-5 15-1-15,5 3 12 16,14-2-4-16,10-5-5 15,1-7-3-15,15-10 0 16,16-10 0-16,10-13 4 16,9-15-2-16,7 0 1 15,3-24-2-15,1-10 1 16,-6-10-1-16,-1-9 0 16,-8-7 0-16,-6-6 0 0,-10-2 2 15,-10 4 1-15,-13 3-4 16,-7 17 3-16,0 13-2 15,-7 14 1-15,-16 12 2 16,-4 5-2-16,-2 6-2 16,-1 15-3-16,6 5 2 15,7 1-3-15,11-1 3 16,6 1-1-16,0 2-1 16,22 0 3-16,7 1 0 15,8 0 1-15,-4 4-1 0,-7-3-1 16,-5 5-4-16,-7-4-5 15,-9-2 7-15,-5-3 0 16,0-3-3-16,-6-2 5 16,-7-4 1-16,1-7 0 15,0-3 0-15,7-4 1 16,2-4-1-16,3 0 1 16,0 0 0-16,0-16-1 15,20-16-9-15,6-11-2 16,13-14 8-16,8-9 1 15,8-15 2-15,8-12 0 16,-1-4 1-16,-2 6-2 16,-10 11 0-16,-12 21 1 15,-13 23 2-15,-10 15 2 0,-8 7 26 16,-7 12 14 0,0 2-10-16,-7 1-34 0,-16 21 2 15,-9 10-2-15,-5 11 5 16,7 3-5-16,12 3 2 15,6 3 0-15,11-3-2 16,1 0-2-16,11-5 1 16,19-1-5-16,13-5 6 15,14-1-3-15,9-4 1 16,-2-3 0-16,-6-5-3 16,-17-5-5-16,-16-4 2 15,-16-5 2-15,-9-1-1 16,-20-2 7-16,-23 0 5 15,-9-1-3-15,-5-2 4 0,3-1-2 16,14 2-4 0,9-3 0-16,8-1-1 0,14-2-45 15,9 0-78-15,0 0-81 16,20-19-74-16,14-11-128 16,9-13-237-16</inkml:trace>
  <inkml:trace contextRef="#ctx0" brushRef="#br0" timeOffset="25926.02">21334 8086 1030 0,'0'0'63'0,"0"0"61"0,0 0 79 0,0 0-70 0,0 0-110 0,0 0-13 0,-55 95 27 0,43-33-16 16,6-4 1-1,6-6-14-15,0-8-5 0,12-11-3 16,3-9 0-1,6-13-3-15,6-11 1 0,4 0-13 16,8-20-37-16,1-13-8 16,2-8-10-16,-6-11-1 15,-5-7-8-15,-9-2 61 16,-5 4 16-16,-11 10 2 16,-6 16 0-16,0 16 12 15,0 8 75-15,0 7 7 16,-4 14-81-16,-6 21-7 0,1 13 7 15,2 6 2-15,7-2-11 16,0-5-3-16,6-6-1 16,14-6 2-16,12-10-2 15,7-8 0-15,4-11-1 16,-1-6 0-16,6-6-20 16,-3-22-17-16,-4-9-1 15,-6-12 32-15,-7-9 1 16,-13 0 6-16,-3 7 0 15,-8 15 7-15,-1 15 4 16,-3 15 61-16,0 6 3 16,-4 18-73-16,-11 17 8 15,-3 14-3-15,0 4 0 0,6-4 3 16,-1-2-5 0,1-7-1-16,0-9-3 0,6-7 2 15,1-8-3-15,5-9 0 16,0-4 1-16,0-3 3 15,0 0 7-15,21-20 2 16,6-7-12-16,10-13 1 16,4-5-1-16,5-10-1 15,-6 4-2-15,-1 4 2 16,-12 16 0-16,-12 14 3 16,-9 11 5-16,-6 6 15 15,0 23-14-15,0 16-6 16,-12 16 34-16,-5-1-22 15,0-2-1-15,3-5-4 16,1-9-2-16,2-8-5 0,4-10-2 16,1-6-1-16,6-9 0 15,0-5 0-15,0 0 3 16,0 0 7-16,13-19-1 16,14-6-5-16,7-11-4 15,5-9 0-15,0-6-1 16,1-6 0-16,-1 2 1 15,-7 11 0-15,-10 15 1 16,-12 15-1-16,-8 8 2 16,-2 6-2-16,0 6-8 15,0 22-8-15,-8 11 16 16,-2 6 2-16,-2-8-1 16,11-7-1-16,1-4 2 15,0-10-2-15,0-9-2 0,8-4 2 16,10-3 0-16,9 0 0 15,8-4 3-15,0-14-3 16,5-6-2-16,-2-7 1 16,-2-11-9-16,-4-5-2 15,-2-4-4-15,-3 4 6 16,-13 8 4-16,-4 9 5 16,-10 12 0-16,0 9-2 0,-3 4-2 15,-15 5 2 1,-3 7-6-16,0 18 4 0,0 8 5 15,8 7 0 1,7 1 0-16,6 0 2 0,0-5 1 16,19-7 0-16,7-7-3 15,7-6 0-15,10-5 4 16,11-5-1-16,8-5-1 16,7-1 0-16,-2 0 0 15,5-18-2-15,-7-8 4 16,-4-11-1-16,-10-10 0 15,-12-3-3-15,-11 0 0 16,-20 6 3-16,-8 13-1 16,0 6 1-16,-11 10 4 15,-19 11 1-15,-7 4-7 0,-6 4 6 16,-1 17-2 0,8 10 8-16,10 6-8 0,10 2 1 15,7 2-2-15,7 1-3 16,2-4 2-16,0-6-3 15,11-6 0-15,5-8-4 16,7-5 4-16,3-7-1 16,6-6-18-16,-1 0-34 15,2-1-32-15,-2-17-95 16,-5-4-72-16,-6-6-143 16,-6-9-344-16</inkml:trace>
  <inkml:trace contextRef="#ctx0" brushRef="#br0" timeOffset="26518.67">23325 7284 848 0,'0'0'30'0,"0"0"147"0,0 0 8 0,0 0-93 0,0 0 20 0,0 0-53 0,0-38-3 0,0 38 5 0,0 0-12 15,0 0-5-15,0 0 1 16,0 0-11-16,0 0-6 16,0 0-2-16,0 0-8 15,0 0 2-15,0 0-6 16,0 0 3-16,0 0-2 15,0-2 6-15,0 2-8 16,0 0-3-16,0 0 1 16,0 0-2-16,0 0 1 15,0 0-5-15,0 0 2 16,0 0-4-16,0 0-2 16,0 0 3-16,0 0 1 15,0-2-2-15,0 2-2 0,0 0 1 16,0 0 1-16,0 0-1 15,0 0 2-15,0 0-1 16,0 0-3-16,0 0 0 16,0 0 0-16,0 0 0 15,0 30 0-15,0 20-4 16,8 20 4 0,-2 14 4-16,4 9-4 0,-6 7 0 15,1 6 0-15,-4 4 0 16,3 0 0-16,-4-8 0 15,0-9 0-15,0-15 0 16,0-22 0-16,0-14-18 16,-5-16-90-16,-8-18-145 15,4-8-401-15</inkml:trace>
  <inkml:trace contextRef="#ctx0" brushRef="#br0" timeOffset="27078.99">24212 7326 243 0,'0'0'650'16,"0"0"-647"-16,0 0 85 0,0 0 58 0,108-41-40 0,-65 78-35 0,8 23 48 0,-2 24 3 15,-6 17-3-15,-10 17-60 16,-18 15-5-16,-15 17-15 16,-14 13-9-16,-33 0-22 15,-19-6-6-15,-12-20-1 16,1-26-1-16,11-21-8 16,14-25-63-16,19-18-88 15,20-20-173-15,13-22-175 16</inkml:trace>
  <inkml:trace contextRef="#ctx0" brushRef="#br0" timeOffset="27363.26">25148 7875 1501 0,'0'0'34'16,"0"0"-27"-16,0 0 93 15,0 0-71-15,0 126 74 16,0-27-51-16,-6 11 4 16,-2 12-13-16,-5 1-30 15,-5-2-2-15,-3-9-6 0,-4-18-5 16,-4-16-1 0,4-23-3-16,9-20-18 15,5-16-29-15,7-19-45 16,4 0-66-16,0-30-39 0,3-18-99 15,12-14-48-15,7-18-239 16</inkml:trace>
  <inkml:trace contextRef="#ctx0" brushRef="#br0" timeOffset="27621.18">25125 7932 872 0,'0'-75'116'16,"-4"20"138"-16,4 14-71 15,0 14-38-15,7 9-41 0,23 8-86 16,14 10-16-1,14 5 0-15,6 24 1 0,0 10 3 16,-7 6 0-16,-14 0 0 16,-15-1-1-16,-14-4-1 15,-14-7 2-15,-8 2 1 16,-32-7-1-16,-12-3 6 16,-11-4-7-16,2-5-5 15,4-3-1-15,10-2-1 16,14-5-1-16,12-5-58 15,10-1-86-15,11-6-75 16,14-17-108-16,20-8-341 16</inkml:trace>
  <inkml:trace contextRef="#ctx0" brushRef="#br0" timeOffset="28013.17">25815 7714 1141 0,'0'0'39'0,"0"0"125"15,0 0-71-15,0 0-45 16,-3 80 72-16,-11-33-54 16,-1 3-22-16,2 1-17 15,4 0-12-15,8-2-10 0,1-5-5 16,0-6 0 0,17-13 0-16,10-10-1 15,8-13-1-15,8-2-2 16,9-22-4-16,5-11 5 15,-7-10 2-15,-2-7-1 0,-15-4 2 16,-14 0 1-16,-13 4 1 16,-6 8-1-16,-19 12-1 15,-20 13 0-15,-10 13 0 16,-6 4-3-16,-2 22-3 16,8 15 5-16,9 8 0 15,11 4-1-15,16 5 2 16,13 0-22-16,0-6-87 15,13-5-62-15,12-13-46 16,11-13-78-16,15-7 6 0,10-10 258 16,11 0-494-1</inkml:trace>
  <inkml:trace contextRef="#ctx0" brushRef="#br0" timeOffset="28533.14">26535 7811 817 0,'0'0'199'0,"0"0"-35"15,0 0 110-15,0 0-182 16,0 0-67-16,0 0 15 16,-71 111 60-16,47-17-35 15,1 16-12-15,3 17-26 16,-4 11-10-16,4-3-1 16,-4 2-8-16,2-11-5 15,2-11-2-15,1-23-1 16,9-22-1-16,2-26 1 15,5-17-3-15,3-15 3 16,0-12-1-16,0-12-1 16,15-24-12-16,3-16-17 0,0-18-3 15,3-18 15-15,-2-16 9 16,2-20 0-16,1-19 6 16,0-15 2-16,1-4 2 15,-2 9-1-15,-4 21 2 16,-1 30 0-16,-2 29 0 15,3 21 2-15,6 19-1 16,8 12-1-16,9 9-1 16,8 12-3-16,4 0 0 0,-4 22 2 15,-5 12-2-15,-5 8 2 16,-8 5-2-16,-7 2 3 16,-14-4-2-1,-9-9 1-15,-10-1 1 16,-23-9 0-16,-10 1 4 0,-8-6 0 15,-3-3-2-15,-1-4-1 16,6-6-1-16,3-3-7 16,21-2-37-16,15-3-172 15,10 0-144-15,30-22-193 16</inkml:trace>
  <inkml:trace contextRef="#ctx0" brushRef="#br0" timeOffset="30168.45">27359 7538 1204 0,'0'0'33'0,"0"0"40"0,0 0 73 0,0 0-127 0,0 0 52 0,-6 117 10 0,-6-64-45 0,0 0-5 15,0-3-11-15,1-7-7 0,3-9-7 0,0-9-2 0,4-10-4 0,2-7-2 16,1-8 2-16,1 0 1 16,0 0 11-16,0-16 6 15,12-18-11-15,12-8-7 16,8-11 0-16,9-7-1 31,8-2 1-31,4 3 2 0,-5 12 0 16,-6 15 1-16,-19 14 2 15,-13 13 15-15,-7 5-4 0,-3 17-16 16,0 18-5-16,0 12 5 16,0 3 0-16,-3 3 1 0,-6-3-1 15,3-3 1-15,2-8-1 16,2-10 0-16,1-7 0 16,1-10 0-16,0-6 0 15,0-6 0-15,1 0 6 0,20-12 4 16,9-14-6-1,9-11-3-15,6-10 0 0,4-6 0 16,1-8 2-16,3 0-3 16,-9 8 1-16,-11 16 2 15,-15 13-3-15,-9 16 2 16,-8 6-2-16,-1 2 0 16,0 27-17-16,-14 11 4 15,0 10 13-15,2 1 2 16,8-5-2-16,4 1 2 15,1-2-2-15,22-9 2 16,8-3 0-16,8-10 3 16,5-10-3-16,4-8 0 15,4-3 0-15,7-2-2 16,-3-21-2-16,-2-8-5 16,-5-10 4-16,-1-10-1 15,-6-6-3-15,-5-1 1 16,-9 3 4-16,-14 12 0 15,-13 10 2-15,-1 9-4 16,-21 11-2-16,-10 10-3 16,-5 3 3-1,3 13 2-15,5 16 2 0,10 6 2 16,12 3-2-16,6 4 2 0,5 0 3 16,22-4-2-16,10-1-1 15,6-8 2-15,8-5 0 16,6-8-2-16,4-9 0 0,8-5 2 15,6-2-2-15,10-4 4 16,5-16-3-16,-3-9 1 16,-5-8-2-16,-14-7 2 15,-13-6-1-15,-13 4 2 16,-16 8-3-16,-15 7 0 16,-11 6 0-16,-10 9 0 15,-24 4-7-15,-11 11-1 16,-7 1 0-1,3 13 6-15,7 12 0 16,6 6-1-16,9 0-1 0,9 2 3 16,8-3-1-16,5-5 2 15,5-3 1-15,0-4-1 16,8-6 0-16,11-3 0 16,9-7 2-16,7-2-1 15,4 0-1-15,4-19-1 0,-3-9 1 16,-1-5 0-16,-2-6 0 15,-4-1 3-15,-9 5-1 16,-8 7 0-16,-8 15 4 16,-8 5-1-16,0 8 3 15,0 0-8-15,-23 19-15 16,-5 9 14-16,-5 11 0 16,7 0 1-16,7-3 3 15,5-3-2-15,5-3 2 16,7-8-3-16,2-4 3 15,0-7 5-15,8-3-4 0,17-5 8 16,11-3 4-16,8 0-6 16,6-16-4-16,5-7-2 15,5-4-1-15,-1-7-3 16,4-5-3-16,-5-2 0 16,-7 5 3-1,-10 4 1-15,-12 12 1 0,-14 7 1 16,-10 7 2-1,-5 6 3-15,0 0-8 16,0 16-6-16,-4 12-5 0,-5 11 10 16,0 0 1-16,-1-3 0 15,4-5 0-15,-1-4 0 16,2-9 4-16,3-5-4 0,1-9-4 16,1 1 4-1,0-5 0-15,0 0 5 0,0 0 5 16,15-9 1-16,12-10-10 15,10-12-1-15,8-2 0 16,4-6-1-16,11-8 2 16,11-3 0-16,4 5-1 15,-3 9-1-15,-13 17 1 16,-20 12 0-16,-15 7-1 16,-8 20-4-16,-5 18-6 15,-2 11 7-15,-6 4 0 16,-3-4 1-16,-3-7 0 15,-11-3 2-15,1-10 0 0,0-7-1 16,4-4 1 0,2-8-1-16,3-5 1 15,3 1-17-15,-1-2-118 0,2-4-179 16,0 0-167-16</inkml:trace>
  <inkml:trace contextRef="#ctx0" brushRef="#br0" timeOffset="30357.22">30944 7570 917 0,'0'0'38'0,"0"0"1"0,0 0-16 0,0 0-23 0,0 0-149 0</inkml:trace>
  <inkml:trace contextRef="#ctx0" brushRef="#br0" timeOffset="31161.24">31545 7395 643 0,'0'0'0'0,"-84"-7"0"0,37 7 86 0,-1 0-2 0,5 0-29 15,6 0-5-15,7-2-4 0,9-2-17 0,4 0 18 0,7-6-9 0,3-2 24 0,2-8 13 16,5-11-1-16,0-2 7 0,0-11-52 0,0-7 23 0,0 0 14 31,5-8-36-31,4-4 4 0,2 3 2 0,5 1-12 0,4 6-7 0,5 11-3 0,4 8-12 0,1 10 2 0,-2 9-2 0,-2 8-4 0,1 7 3 16,-2 0-2-16,0 22-2 0,-3 15 0 0,-5 13 1 0,-5 17 1 0,-12 14 0 0,0 6 1 16,-20-1 1-16,-12-1 4 15,-6-9 2-15,-2-9-4 0,1-6 3 16,3-9-3-16,5-8-2 15,3-8-1-15,6-1 0 16,0-4 0 0,-1-2 0-16,-1 3-10 15,-5 8-185-15,1 4-120 0,4 6-147 16</inkml:trace>
  <inkml:trace contextRef="#ctx0" brushRef="#br0" timeOffset="31600.1">30914 8428 831 0,'0'0'205'0,"0"0"-85"0,0 0 128 0,0 0-104 16,0 0-85-16,0 0 14 15,2 0-24-15,-2 0-8 16,0 0-5-16,0 0-14 16,0 0-14-16,0 0-8 15,0 2 0-15,0 12-3 16,0 5 3-16,0 1 0 16,-2 0 2-16,-1-3-1 15,3-5-1-15,0 3 0 16,0-6 2-16,0-2 0 0,0-1 6 15,8 0-6 17,7 0 4-32,8-4 2 0,1-2-5 0,0 0-2 15,-4-4 7-15,-6-7-4 0,-5-3 11 16,-7 1-4-16,-2-2 1 16,-5 1-12-1,-21 2-5-15,-18 6 3 0,-14 6-11 16,-15 6-99-16,-9 18-356 15,1 6-843-15</inkml:trace>
  <inkml:trace contextRef="#ctx0" brushRef="#br0" timeOffset="172656.34">3622 12871 634 0,'0'0'33'0,"0"0"82"16,0 0 32-16,9-82-92 0,-6 75 49 16,-3 6 17-16,0 1-34 15,0 0-22-15,0 0-4 16,0 19-28-16,0 25-28 15,-6 20 20-15,-10 18 38 16,-7 9-25-16,1 6 10 16,-5 3-23-16,5 2-7 15,2-10-8-15,1-5 0 16,1-13-4-16,3-14-1 16,6-10-2-16,-1-13 0 0,4-9 2 15,3-12-1 1,1-6-2-16,2-7-2 0,0-3 1 15,0 0 1-15,0-17 2 16,0-20 1-16,12-24-5 16,6-21 0-16,7-23 0 15,5-18 0-15,3-11 0 16,4 0 2-16,4 6-1 16,0 20-1-16,-2 18 0 15,-6 28 0 1,-3 24 1-16,-8 20-1 15,-4 15 0-15,3 9-5 16,3 30 4-16,0 21 1 0,1 19 9 16,-7 14 7-16,-6 14 14 15,-7 9 0-15,-5 5 0 16,0 1-14-16,0-6-8 0,0-12 3 16,0-11-5-16,-5-11-2 15,5-9-4-15,0-7 0 16,0-14 0-1,0-14 0-15,0-12-3 0,0-15-2 16,0-5-31-16,0-3-60 16,-3-16-6-16,-6-21-135 15,-9-21-82-15,-7-12-99 16</inkml:trace>
  <inkml:trace contextRef="#ctx0" brushRef="#br0" timeOffset="172877.96">3319 13552 1006 0,'0'0'9'0,"0"0"164"0,0 0-64 15,0 0-71-15,0 0-21 16,0 0-4-16,-21-11-8 16,51 4 14-16,12-5 41 15,12-6-26-15,10-2-20 16,9-2-13-16,3 5-1 15,6 1 0-15,-4 8-7 16,2 2-143-16,-10 2-118 16,-7 1-47-16</inkml:trace>
  <inkml:trace contextRef="#ctx0" brushRef="#br0" timeOffset="173367.46">4413 13321 910 0,'0'0'15'16,"0"0"63"-16,0 0 16 16,0 0-74-16,0 0 15 15,0 0 26-15,10-24-2 16,-10 24-1-16,0 0 14 16,0 0-10-16,0 0-18 15,3 0-8-15,-3-2 1 16,0 1-14-16,0 1-1 0,0 0-6 15,0 0-3-15,0 0-5 16,3-1-8-16,-3 1 2 16,0 0 2-16,0 0-4 15,0 0 0-15,2 0-1 16,-2 0 1-16,0 0 0 16,0 0 0-16,0 0 0 15,0 0-3-15,0 0 6 16,0 0-7-16,0 0 3 15,0-2 1-15,0 2 1 16,0 0-1-16,0 0-4 16,0 0 4-16,0 0 0 15,0 0-2-15,0 0-2 0,0 0-1 16,0 0-12-16,0 0-3 16,0 0-13-1,0 0-15-15,0 0-25 16,0 6-15-16,-5 5-6 15,-8 0-63-15,4 0-106 0,0-5-184 16</inkml:trace>
  <inkml:trace contextRef="#ctx0" brushRef="#br1" timeOffset="176316.84">3491 13158 704 0,'0'0'0'0,"10"-77"21"0,-7 57 178 0,-3 9-103 0,0 4-18 15,0 4 31-15,0 3-22 16,0 0-40-16,0 15-16 16,0 25-19-16,0 19 62 15,-3 20-7-15,-13 13 11 16,-5 10-12-16,-3 6-38 15,-3 1-8-15,3-5-9 16,4-11-6-16,3-15-1 16,9-23-2-16,3-22-2 15,5-18 0-15,0-13-3 16,0-2 3-16,4-33 8 16,11-21 8-16,10-22-8 0,2-14-8 15,4-8 7 1,-1-10-3-16,0-16-3 0,1-15 3 15,2-5-2-15,2 2 0 16,-1 20 0-16,2 36-2 16,-8 31 0-16,-7 33 1 15,-1 22-1-15,0 18 0 16,7 31 1-16,0 21 17 16,0 17-1-16,-9 22-4 15,-2 16 10-15,-7 11-12 16,-7 8-3-16,-2-5-5 15,-5-11 0-15,-11-10 0 0,-1-18 0 16,3-17-3 0,0-23 0-16,8-20 0 15,1-17-1-15,4-17-3 0,1-6-36 16,0-19-58-16,-6-25-121 16,-4-19-88-16,-14-15-74 15</inkml:trace>
  <inkml:trace contextRef="#ctx0" brushRef="#br1" timeOffset="176518.34">3300 13604 1019 0,'0'0'59'0,"0"0"60"0,0 0 113 0,0 0-176 16,0 0-56-16,0 0-7 15,61-28 7-15,19-1 3 0,10-2-2 16,4-1-1-1,3 4-1-15,3 1 0 0,-6 5-8 16,-3 4-98-16,-3 1-113 16,-19 7-83-1,-16 1-116-15</inkml:trace>
  <inkml:trace contextRef="#ctx0" brushRef="#br1" timeOffset="176941.45">4271 13330 293 0,'0'0'396'16,"0"0"-216"-16,0 0 37 15,0 0-71-15,0 0-31 16,0 0 23-16,-63-33-84 15,32 54 0-15,-9 8 5 16,7 8-5-16,2 4-7 16,4 3-4-16,9-1-10 0,5 0-9 15,13-8-11-15,0 0-9 16,8-5-3-16,18-8-1 16,12-5-2-16,9-9 2 15,5-8 2-15,12 0-2 16,0-18 0-16,5-15-3 15,-3-10-1-15,-5-14-34 16,-9-10-19-16,-6-14 0 16,-15-11 24-16,-9-14-23 15,-12-3 28-15,-9 15 28 16,-1 22 3-16,0 28-3 16,-1 23 13-16,-5 18 12 15,0 9 27-15,-3 36-48 16,-2 21 4-16,1 22 33 0,1 9-6 15,3 4 3 1,3 5-5-16,0 2-20 0,-4-8-8 16,4-8-4-16,3-13-1 15,0-16-1-15,0-18-2 16,0-15-7-16,0-17-92 16,0-10-74-16,10-15-138 15,1-24-48-15</inkml:trace>
  <inkml:trace contextRef="#ctx0" brushRef="#br1" timeOffset="178169.95">4692 13400 387 0,'0'0'725'0,"0"0"-724"0,0 0 28 0,0 0-23 0,89-23 0 0,-41 18-6 15,0-1 0-15,-7 4-4 16,-5-4-11-16,-4 1-41 15,-14 2-9-15,-8 0 55 16,-7 3 10-16,-3 0 12 16,0 0 103-16,-5 15-24 15,-9 9-12-15,-3 5 29 16,4 5-11-16,-1 4-37 16,8 0-9-16,-1 2-10 15,6-3-23-15,1-6-10 16,0-5-7-16,7-5 1 0,6-5-2 15,8-8-1-15,7-4 1 16,2-4 2-16,8-6-1 16,-1-19 2-16,2-8-3 15,-2-13 0-15,-6-3-11 16,-8-2 3-16,-7 11 1 16,-8 15 7-16,-7 13 1 15,-1 12 7-15,0 0 6 16,-3 18-12-16,-9 12 5 15,2 6 12-15,5 4 7 16,5-2-13-16,0-1-3 16,0-4-1-16,11-6-7 0,8-4-2 15,5-6 1-15,4-7 3 16,5-6-4-16,3-4 0 16,6 0 4-16,1-15-3 15,0-10 1 1,-4-8-1-16,-9-7-1 0,-9-1-2 15,-9 2 1-15,-5 6 1 16,-2 12 2-16,-5 6-2 16,0 11 4-16,0 2 5 15,0 2-4-15,0 0-5 16,0 2 0-16,-5 8 0 16,-2 3 10-16,-2-2-4 15,4-5 0-15,-1-2 4 16,3 0-4-16,0-2 8 0,2-2-8 15,-1 0 5-15,0 0 2 16,-4 0-3-16,-2 0-2 16,-3-2-8-16,3-2 4 15,0 1-2-15,-1 2 0 16,3 1-2-16,-9 3-1 16,-4 20-5-16,-2 9 5 15,3 6 0-15,5-2 0 16,1-3 2-16,9-2-2 15,3-4 0-15,0-5-1 16,0-4 1-16,13-9-2 16,5-6 3-16,6-3 0 15,7-11 3-15,7-14 0 16,-1-8-3-16,-6-9 0 0,-5-2-6 16,-10-4 3-16,-4 4-1 15,-5 10-1-15,-4 14 3 16,-1 10 2-16,-2 10 1 15,0 5-1-15,0 26-11 16,-6 8 11-16,-6 11 0 16,9-2 2-16,3-6-1 15,0-1-1-15,0-8 0 16,16-5 0-16,7-7-1 16,10-11 0-16,10-10-1 15,12 0 2-15,9-27 0 16,2-11 3-16,-2-11-3 15,-3-14 0-15,-14-18-7 0,-12-16-9 16,-15-21-1 0,-11-18-2-16,-9-11 8 0,0 3 1 15,-14 21 7-15,-5 38 0 16,7 39 6-16,0 32 4 16,5 26 8-16,-4 47-10 15,2 29 8-15,6 29 34 16,3 7-25-1,0-5 8-15,12 3 0 0,6-6-9 16,0-6-13-16,7-5-8 0,-1-9 0 16,7-4-7-1,-4-13-33-15,4-12-127 16,1-20-254-16,-4-25-434 0</inkml:trace>
  <inkml:trace contextRef="#ctx0" brushRef="#br1" timeOffset="178868.37">7192 13752 1064 0,'0'0'4'0,"0"0"78"0,0 0 87 0,0 0-136 16,-35 103-5-16,27-10 81 0,-1 15-49 15,0 6 24-15,-4 6-13 16,1-4-31-16,0-6-21 31,6-18-10-31,3-17-6 0,3-21-2 0,0-20-1 16,0-15 0-1,0-13-5-15,0-6 5 0,0-15 0 16,0-27 14-16,-2-23-13 16,-2-24-1-16,-1-17-2 15,4-22 2-15,1-18 2 16,0-10-1-16,18 9-1 16,12 23 0-16,10 33 1 15,2 37-4-15,4 24 1 16,9 20 1-16,8 10-1 15,4 21 0-15,1 12 1 0,-12 14-2 16,-15 3 3-16,-21 5 0 16,-20 1 0-16,-9 3 1 15,-36-7 4-15,-13-4 2 16,-13-9-1-16,-6-12-4 16,4-10 1-16,10-13 0 15,13-4-2-15,17-10-1 16,18-20 0-16,15-8-50 15,18-7-127-15,31 1-59 16,14 6-32-16,-1 8-100 0</inkml:trace>
  <inkml:trace contextRef="#ctx0" brushRef="#br1" timeOffset="179670.19">7883 13736 1020 0,'0'0'84'0,"0"0"53"0,-97-6 47 16,69 25-101-16,1 7-22 16,8 5-12-16,5 2-23 15,14-6-11-15,0 1-10 16,15-7-4-16,22-6-1 16,13-8 5-16,12-7-1 0,4-5 2 15,7-19-5 1,-6-6 1-16,-10-4-2 15,-20-5-3-15,-19-5 3 16,-18-6 2-16,0 4-2 0,-29 3 5 16,-12 14-2-16,-4 14-2 15,-4 15 0-15,4 8-1 16,6 26-4-16,11 10 0 16,10 6 1-16,18 4-1 15,0 0-6-15,25-1 7 16,19-6-13-16,11-11-56 15,6-13-77-15,3-13-16 16,0-10-42-16,-4-8-57 16,-3-25-50-16,-8-14 280 0,-12-12 34 15,-10-6 41 1,-10 5 80-16,-7 9 65 0,-7 18-22 16,-3 16 13-16,0 17-41 15,0 15-35-15,0 32-85 16,0 31 133-1,0 25-38-15,0 14-40 0,0 13-4 16,0 3-32-16,0-1-14 16,0 0-12-16,1-15-8 15,-1-23 3-15,0-21-6 16,0-29 5-16,-1-19-2 16,-6-21 2-16,1-7-1 15,-2-35 5-15,5-25-7 16,3-25 0-16,0-27-1 15,0-26-5-15,6-20-5 16,2-14-8-16,0 15 3 16,3 31 2-16,1 33 13 0,6 43 1 15,2 21 0-15,5 14-1 16,10 15-2-16,7 3-2 16,6 16 3-16,1 12 2 15,-12 5 0-15,-11 2 0 16,-17 5-1-16,-9 0 2 15,-20 3 2-15,-23 1 3 16,-15-4 0-16,-5-2-2 16,-5-7-4-16,-1-1-2 15,6-11-1-15,11-7-96 0,19-11-175 16,18-1-172-16</inkml:trace>
  <inkml:trace contextRef="#ctx0" brushRef="#br1" timeOffset="181280.56">9793 13950 843 0,'0'0'14'0,"-18"-93"6"0,18 52 149 16,0 10-107-16,4 7 10 15,2 9 28-15,0 8-31 0,2 7-33 16,6 2-20-16,3 26 4 16,2 12 52-16,-4 8-23 15,-3 1-8-15,-6-3-18 16,-3-4-1-1,-3-9-17-15,0-2 3 0,0-8-4 16,0-7 2-16,0-10-4 16,0-2-2-16,0-4 0 15,0 0 10-15,0-16 6 16,5-16 5-16,8-16-20 16,5-9-1-16,0 0 0 15,-2 9 0-15,-1 18 0 16,-6 14-1-16,-4 10 1 15,-2 6-2-15,5 15-13 16,3 14 13-16,1 15 2 0,1 1 7 16,-5 0-4-16,-1-5 4 15,1-5-4-15,1-7-2 16,-3-9-1-16,4-8 1 16,3-4-1-16,4-7 0 15,8-4 2-15,8-23 1 16,6-16 2-16,1-15 0 15,-4-9-4-15,-6-5 2 16,-8 6 0-16,-7 16-3 0,-7 19 3 16,-7 20-1-1,-1 9 11-15,0 2-13 0,0 27-20 16,-3 14 14-16,-6 15 6 16,6 1 2-16,3-4 0 15,0-5 4-15,6-5-4 16,18-9 0-16,6-8-1 15,10-6-1-15,12-12 7 16,14-8-6-16,10 0 0 16,6-13 1-16,0-13-2 15,-10-8-3-15,-9-3 2 16,-17-7 1-16,-21-3 1 16,-13 0 5-16,-12 4-3 15,-5 6 4-15,-20 8-5 16,-6 5 0-16,-4 10-1 15,1 6 1-15,-3 8-2 16,4 2 0-16,5 22 3 0,8 8-2 16,6 9 3-16,12 6-4 15,2-1-1-15,19 1 1 16,23-9-2-16,10-7 2 16,11-6 2-16,10-13-2 15,8-7 0-15,2-5 1 16,-2-1 0-16,-7-18-1 15,-10-8 2-15,-11-5-2 16,-12-7 5-16,-15-6-4 16,-17 1 5-16,-9 6 0 0,0 8-3 15,-16 10 0-15,-10 12-2 16,-11 8-1-16,-3 2-1 16,1 23 1-16,1 10 0 15,7 6 5-15,10-1-3 16,12-1-2-16,9-4-1 15,0-8-7-15,15-4 7 16,12-8-2-16,3-8 2 16,1-7 1-16,4 0-1 15,0-12-1-15,3-15-2 16,3-4-8-16,-3-10-4 16,-5 3-1-16,-11 3-6 15,-7 13 23-15,-12 13 0 16,3 6 2-16,-6 3-2 0,0 10-4 15,-8 16-4-15,1 9 8 16,-2 0 4-16,4-5-4 16,4-3 1-16,1-5-2 15,0-7 1-15,0-5 0 16,0-5 0-16,1-3-1 16,10-2 1-16,1 0 2 15,7-11 1-15,6-12 0 16,1-7-3-16,2-7 3 15,-1-2-2-15,-1 2-1 0,-3 9 1 16,-9 10-1-16,-5 9 1 16,-8 9-1-1,4 0-1-15,1 19-6 0,3 13 7 16,1 9 25 0,-1 3-3-16,-1-6 3 0,0-2-2 15,3-10-15 1,-2-6-1-16,3-7-7 0,-3-3 0 15,4-6-2-15,2-4 2 16,2 0 0-16,6-6-7 16,3-14-93-16,11-12-105 15,2-7-110-15,10 0 102 16</inkml:trace>
  <inkml:trace contextRef="#ctx0" brushRef="#br1" timeOffset="183159.58">13341 13655 857 0,'0'0'15'0,"0"0"145"0,0 0-18 0,0 0-41 0,0 0-49 0,0 0-33 0,0 0-17 16,-17 11 50-16,7 39 16 16,1 0-50-16,3 0 0 15,4-5-6-15,2-3-2 16,0-11-6-16,15-10 0 16,8-10-2-16,5-6 0 15,9-5 4-15,4-10-5 16,0-17 3-16,-3-8-1 15,-10-7 3-15,-9-6-5 16,-7-2 2-16,-7 5 2 16,-5 8 3-16,0 12-4 15,0 13-4-15,0 12 10 16,0 7-10-16,0 30-5 0,0 15 5 16,0 7 8-16,7 0-6 15,16-5-1-15,11-7 0 16,5-7-1-1,5-13 2-15,0-13-2 0,-3-13 1 16,-5-1 0-16,-6-16 3 16,-6-14 3-16,-11-8-1 15,-2-9 1-15,-4-5-3 16,-7-5 0-16,0 6-2 16,0 7-2-16,-7 14 2 15,1 15-2-15,1 9 4 0,1 6-4 16,-4 11-21-16,0 17 8 15,0 9 13-15,8 0-3 16,0-5 1-16,2-2-4 16,15-7-3-16,6-8-14 15,4-11-14-15,4-4-20 16,2-7-13-16,1-13 2 16,2-7 25-16,-8-4 35 15,-5-6 4-15,-4-3 0 16,-8-1-3-16,-5 4 2 15,-4 11 5-15,-2 7 1 16,0 18 8-16,0 2 23 0,-8 31-27 16,-6 15-1-1,1 11 34-15,5 5-9 16,4 2 2-16,4-2-13 16,0-9-9-16,3-8-6 0,14-11-3 15,2-11 0-15,4-13 0 16,6-11 3-16,7 0 0 15,10-23 7-15,3-12-9 16,5-13-1-16,-5-9-2 16,-7-17-34-16,-6-12-33 15,-10-15 27-15,-5-15 11 16,-9-13-30-16,-7-3 50 16,-5 11 5-16,0 31 3 15,0 37 3-15,-6 36 18 16,-3 22 49-16,-5 43-59 15,-1 25-4-15,2 17 56 0,7 6-19 16,6 0-12-16,0-5 16 16,3-2-13-1,9-4-27-15,3-11-3 0,7-10-2 16,8-15 0-16,6-17-1 16,4-17-1-16,3-15 2 15,2-15-1-15,-3-28-13 16,1-12-45-16,-10-14 11 15,-6-11 30-15,-12-12-6 16,-3-14 21-16,-6-13-7 16,-6-1 2-16,0 9 8 15,-6 31 3-15,-1 35 1 16,-7 36 43-16,-1 26 6 0,-6 44-52 16,2 25 36-16,7 13 12 15,10 1-15-15,2 0 16 16,6-7-27-16,8-3-8 15,-1-8-6-15,4-10-9 16,-4-14 0-16,-3-17-3 16,0-16-5-16,-3-16-82 15,-7-9-157-15,0-16-136 16</inkml:trace>
  <inkml:trace contextRef="#ctx0" brushRef="#br1" timeOffset="183316.37">14195 13096 1201 0,'0'0'4'0,"0"0"52"0,0 0-56 16,0 0-16-16,0 0-17 16,47 93-252-16,-6-67-320 15</inkml:trace>
  <inkml:trace contextRef="#ctx0" brushRef="#br1" timeOffset="184218.28">16110 13004 1119 0,'0'0'17'0,"0"0"-2"15,-14 77 28-15,14-5 71 16,0 8-23-16,0 6 18 16,0 2-57-16,1-1 3 15,-1-3-17-15,0-5-18 16,0-12-13-16,-4-14-2 16,-3-20 1-16,4-15-6 15,0-13 0-15,3-5 4 16,-3-13 14-16,-2-27 5 15,2-18-23-15,0-13-2 16,3-2 1-16,8 6 0 16,12 14-3-16,3 17 4 0,4 21-8 15,6 15 2-15,7 8 1 16,3 26-6-16,2 14 11 16,1 7 3-16,-7 3-2 15,-5 3 0-15,-7-1 0 16,-12-6-1-16,-15-6 4 15,0-10-4-15,-28-13 0 16,-14-9 3-16,-6-12 0 16,-7-4 1-16,-5-14 1 15,2-16-3-15,7-9-1 16,7-4-1-16,14 5-1 16,15 13-1-16,9 12 0 15,6 8 1-15,7 5-17 0,23 0-7 16,12 18 25-16,12 2 3 15,5-1-2-15,10-2 0 16,7-5 1-16,9-10 2 16,3-2-1-16,-4-6-1 15,-11-12-1-15,-16-2-1 16,-14-9 1-16,-15-2 4 16,-16-11-5-16,-12-11 6 15,-2-4-4-15,-23 0-2 16,-2 13 0-16,-2 16 0 15,2 17 0-15,1 11 1 16,1 22 1-16,5 20-1 0,9 7 6 16,8 3 2-1,3-3-5-15,21-3 5 0,14-4-5 16,16-5-1-16,10-9-3 16,12-10 0-16,3-8-16 15,15-9-168-15,11-1-205 16,7-8 6-16</inkml:trace>
  <inkml:trace contextRef="#ctx0" brushRef="#br1" timeOffset="185003.37">18097 13284 1425 0,'0'0'4'0,"0"0"203"0,0 0-111 0,0 0-70 0,0 0-23 15,0 0-3-15,32 69 38 16,-22-22-24-16,-4-1-4 16,-6-2 4-16,0-5-6 15,0-7-4-15,0-11-3 16,0-9-1-16,0-4 0 16,0-6-2-16,0-2 2 15,6-2 1-15,13-23 7 16,8-11-8-16,7-12 0 15,-1-5-3-15,-6 0-4 0,-2 7-3 16,-10 14 6 0,-2 14 4-16,-8 11 0 0,-4 7 0 15,-1 0 0-15,0 25-20 16,3 9 18-16,0 10 2 16,0-4 0-16,2-5 1 15,4-6-1-15,0-5 1 16,0-10-1-16,8-4 0 15,3-10-1-15,10 0 1 16,8-4 3-16,6-17 0 16,1-9 0-16,-1-8-5 15,-3-8 2-15,-8-4-4 16,-7 5-4-16,-9 8 3 16,-10 15 3-16,-4 12 2 15,-3 10 0-15,0 1-3 0,-4 30-18 16,-11 12 21-1,1 8 11-15,7-4 1 0,5-6-10 16,2-7 5-16,0-3-4 16,5-10-2-16,12-5-1 15,0-9 0-15,8-7 4 16,5 0-3-16,5-8 5 16,1-14-6-16,-2-10-3 15,-1-9-8-15,-3-10-24 16,-2-7 9-16,-4 4-14 15,-8 8 11-15,-9 18 20 16,-2 16 9-16,-5 12 0 0,0 4 0 16,-10 26 0-16,-8 12 5 15,3 2 22-15,6 1-10 16,6-6-1-16,3-7-5 16,0-6-9-16,1-4 2 15,12-8-4-15,0-4 0 16,9-6 0-16,4-4-1 15,12 0-28-15,3-3-72 16,5-16-80-16,0-10-85 16,-1-12-85-16</inkml:trace>
  <inkml:trace contextRef="#ctx0" brushRef="#br1" timeOffset="185616.37">19417 13164 749 0,'0'0'245'0,"0"0"-213"0,0 0 151 0,0 0-52 0,-91 25-10 0,69 4-63 0,7 6 8 16,4 6-22-16,7 1 3 16,4 3-21-16,0-1-18 15,17-3 0-15,6-7-5 16,7-7-2-16,3-10-1 16,10-8-1-16,6-6 0 15,7-3-11-15,2-1-66 16,-6-21-66-16,-6-14-39 15,-5-14 64-15,-11-10-9 16,-5-4 68-16,-14 6 52 16,-11 12 8-16,0 16 53 0,0 12 51 15,-11 11 7 1,0 7-47-16,-3 0-20 0,1 2-10 16,1 13 32-16,2 3-40 15,9 4 4-15,1-2-10 16,0 3-2-16,0-2-5 15,13-3-7-15,2-2-6 16,4-2 5-16,-2-6 0 16,1-2 0-16,-5-6-1 15,-1 0-1-15,1 0 1 16,-3-1-1-16,-3-12 0 16,-3-5-3-16,-2-3-7 15,2-5-6-15,-1-1-10 16,-1-3-2-16,-2 3 6 15,1 2-8-15,-1 9 5 16,0 6 17-16,0 5 2 16,0 3 1-16,0 2 0 0,0-1-1 15,0 1 1-15,0 0 0 16,0 0 1-16,0 0 0 16,0 0-1-16,0 0-2 15,0 0-18-15,0 0-26 16,-1 0-70-16,-4 8 23 15,1 2-79-15,4-1-80 16,0-2-201-16</inkml:trace>
  <inkml:trace contextRef="#ctx0" brushRef="#br1" timeOffset="187301.37">19304 13199 441 0,'0'0'80'0,"0"0"53"0,0 0 5 15,0 0-62-15,0 0 10 16,0 0-20-16,10-65-9 15,-7 56 46-15,-1 2-42 0,1-1-3 16,-3 3 22-16,1 0-20 16,-1 1-12-16,0 3 22 15,0-1-14-15,3 2-10 16,-3 0-8-16,0 0-18 16,0 0-6-16,0 0-14 15,0 16-8-15,0 12 8 16,0 12 7-16,-7 5 23 15,2-1-5-15,-1 6 3 16,0 0-12-16,0-2-6 0,2-4-4 16,4-5 0-16,0-8-2 15,0-7-2-15,4-4 1 16,8-6-3-16,7-6 0 16,6 0 6-16,6-6-3 15,6-2-2-15,3 0-1 16,1-6 0-16,0-9-3 15,-5-6 3-15,-4-7-9 16,-3-9-2-16,-2-7 2 16,-3-1 2-16,-3-1 1 15,0 3-1-15,-6 7 5 16,0 3 2-16,0 5 0 16,-1 3-1-16,0 5 1 15,2 2 0-15,-1 3-2 16,2 3 0-16,-1 2-1 0,-3 3-1 15,1 4-1-15,-6 3 1 16,3 0-1-16,-3 3-1 16,-4 12-1-16,1 3 4 15,-3 0 3-15,-2-3 0 16,3-5 0-16,-3-2 0 16,1-5 0-16,-1-3 1 15,0 0 0-15,0 0 4 16,0 0 8-16,0-13 0 15,0-5-12-15,0-5-1 0,0 1 0 16,0 1 3 0,-11 1-3-16,2 8-5 0,-2 7 3 15,-9 5-3-15,-5 9 0 16,-5 22 5-16,2 11-2 16,4 7 4-16,9 7 4 15,7 1 1-15,8-5-3 16,0-2-2-16,6-8-1 15,15-7-1-15,5-10 0 16,4-7 0-16,2-11 1 16,7-7-1-16,1 0 5 15,5-20-4-15,1-8-2 16,-2-12-9-16,0-11-23 16,-5-10 15-16,-3-10-20 15,1-12-3-15,-2-15-23 0,-4-10-1 16,-7-4-20-16,-5 12 30 15,-8 24 8-15,-7 32 43 16,-4 23 4-16,0 21 23 16,-4 8-23-16,-17 33 12 15,0 21 20-15,-3 8 22 16,9 7-26-16,3 1 19 16,3-1-4-16,0-2-22 15,0-6 1-15,2-6-9 16,4-8-7-16,0-8-4 15,3-8-1-15,0-13 4 16,0-11-4-16,0-6 0 0,3-9 0 16,12 0 12-16,7-20 3 15,5-8-14-15,9-11-1 16,-2-5-2-16,-1 1-1 16,-5 10-11-16,-7 12 6 15,-9 12 7-15,-5 9 0 16,-1 0-7-16,-1 26-2 15,3 10 9-15,-5 3 16 16,5 1-4-16,0-3 1 16,2-6-4-16,5-7-9 15,0-10 0-15,6-7-1 16,7-7-60-16,17-3-246 16,13-20-145-16</inkml:trace>
  <inkml:trace contextRef="#ctx0" brushRef="#br1" timeOffset="189204.14">21822 13100 1095 0,'0'0'4'0,"0"0"48"0,0 0 35 0,0 0-79 0,0 0 56 0,0 0-18 0,-61-38-38 0,25 71 5 15,-1 9 34-15,7 5 0 16,14-3-22-16,8-4-7 0,8-3-5 15,8-6-3-15,26-3 3 16,12-5-7-16,19-10 8 16,16-12-6-16,14-1-5 15,2-7 1-15,-2-17-4 16,-13-6-1-16,-12-8 0 16,-15-11 1-16,-20-13 0 15,-13-11 0-15,-13-15-1 16,-7-9-2-16,-2-7-2 15,0 14 1-15,0 17 4 16,-6 25 1-16,-2 27 2 16,-1 21-1-16,-9 31-2 0,-1 27-6 15,-2 18 6-15,6 9 7 16,7 1-2-16,8-3 10 16,0-3 3-16,20-5-13 15,9-12-4-15,12-8 2 16,7-11-2-16,7-15-1 15,5-13 2-15,4-10 1 16,3-6 1-16,-4-10-2 16,-8-17-4-16,-9-11 2 15,-12-13-11-15,-10-12-6 16,-10-2 3-16,-8 4 8 16,-6 19 6-16,0 17 1 15,0 16 3-15,-6 9-4 16,-14 23-1-16,4 16 1 0,-2 12 7 15,10 1 1-15,8-1-3 16,0-6 0-16,20-2-1 16,8-7-3-16,9-10 1 15,7-7 0-15,6-8-1 16,7-11 4-16,-4 0 1 16,-1-17-6-16,-8-12 1 15,-8-7 1 1,-11-13 1-16,-11-14 0 0,-13-6-3 15,-1-4-2-15,-12 11 0 0,-19 18-1 16,-13 21 2 0,-10 19-3-16,-7 5 4 0,7 29-4 15,3 12 4-15,17 9 1 16,12 4 3-16,12 0 1 16,10-2-5-16,2-6 0 15,22-4 1-15,9-10-1 16,7-5-2-1,6-14 2-15,2-10 4 0,6-4-4 16,-4-7 0-16,-5-19 1 16,-1-5-2-16,-7-11-1 15,-6-12-5-15,-1-12-1 16,-9-11 1-16,-5 4 1 16,-5 9 2-16,-5 17 2 15,-5 20 2-15,-1 17 4 16,0 7-1-16,0 3-3 0,0 8-8 15,0 18-14-15,7 11 21 16,5 7 2-16,6 0-2 16,0-2 1-16,5-1 0 15,-1 0 0 1,-4-4 0-16,0-1 0 0,-6-4 0 16,-5-5 0-16,-1-8 0 15,-6-5-1-15,0-3 0 16,-1-5 0-16,-14-4 1 15,-6-2 4-15,-2 0 5 16,1-11-5-16,1-9 4 16,5-1-6-16,3 0 1 0,5 5 0 15,2 4-1-15,6 8 0 16,0 2-4-16,0 2 1 16,0 0-10-16,0 9-11 15,14 6 22-15,5 2-1 16,5-3 1-16,5-4 0 15,1-3 1-15,9-7 0 16,3 0 1-16,10 0 0 16,2-3-2-16,-5-9 2 15,-6-4 0-15,-13-9-2 16,-7-13-16-16,-6-10 5 16,-4-8 5-16,-8-1 1 15,-5 9 2-15,0 13 3 16,0 16 0-16,0 16 0 0,-14 3-4 15,-7 23-9 1,-2 17 13-16,7 10 0 0,5 1 8 16,11 0 0-16,0-4-3 15,0-8-1-15,18-3-4 16,3-10 4-16,6-7-3 16,4-8 0-16,7-9 0 15,5-2 3-15,3-1-1 16,2-17 0-16,-6-2-3 15,-3-9-1-15,-11-8 0 16,-7-6-23-16,-9-9 6 16,-2-2 6-16,-9 8 3 0,-1 13 9 15,0 14-3-15,0 13 2 16,-7 6 0-16,-5 4-10 16,0 17 3-16,0 4 8 15,8 0 2-15,4-3 0 16,0-4-3-16,0-1 2 15,9-2-2-15,4-1 2 16,-1 3 3-16,1 2-4 16,3 7 1-16,-2 4 1 15,0 0 5-15,2 3-5 16,2-4 0-16,3-2-2 16,0-5-1-16,1-5 0 15,1-8-155-15,-1-9-191 16,5 0-380-16</inkml:trace>
  <inkml:trace contextRef="#ctx0" brushRef="#br1" timeOffset="190097.37">25892 12507 923 0,'0'0'42'0,"0"0"56"0,0 0 121 0,0 0-70 0,0 0-83 16,0 0-60-16,0 30-4 15,-10 48 86 1,-2 9-29-16,0 1-15 16,-4 0-19-16,2-1 11 0,-1-4-18 15,2-12-13-15,1-13-4 16,4-14-1-16,5-15-2 16,2-11-2-16,1-9-56 15,0-6-56-15,0-3-33 16,7-6 15-16,-1-21-29 15,0-11-12-15,-6-10 71 0,0-4 25 16,0-2 58 0,0 5 21-16,0 5 56 0,3 8 40 15,15 3-32-15,8 6 18 16,11 5-48-16,9 0-5 16,12 6-12-16,6 3-4 15,0 7 10-15,-2 6 9 16,-13 0 15-16,-9 10-27 15,-13 7 4-15,-12 3 1 16,-9 5 14-16,-6 5 13 16,0 3 22-16,-9 0-1 15,-5 2-26-15,4-3-25 16,6-2 2-16,4-4-16 16,3-4 4-16,24 0-9 15,13-5 1-15,15-9 3 0,12-8 4 16,5 0-5-16,-7-1-6 15,-7-17 2 1,-13-7 3-16,-13-6 1 16,-12-8 4-16,-13-5 8 15,-7-1 10-15,-7 3-12 0,-18 9-14 16,-8 11-2-16,-6 9-5 16,-4 12-5-16,5 1-1 15,0 11-57-15,10 16-73 16,10 4-99-16,15 0-36 15,3-6-118-15</inkml:trace>
  <inkml:trace contextRef="#ctx0" brushRef="#br1" timeOffset="190358.34">27602 12472 1074 0,'0'0'27'0,"0"0"101"0,0 0 38 16,0 0-157-16,5 76 14 15,-8-1 96-15,-2 5-61 16,2-2-32-16,0-6 3 16,-2-3-22-16,1-8-7 15,2-7-1-15,2-13 0 0,-1-10-14 16,1-12-114-16,0-7-86 15,0-12-40-15,0 0-126 16</inkml:trace>
  <inkml:trace contextRef="#ctx0" brushRef="#br1" timeOffset="191417.75">27535 12814 928 0,'0'0'34'0,"0"0"142"0,0 0-63 15,0 0-104-15,112-46-8 16,-53 36 0-16,1-3 2 16,0-3-2-16,-6-5 0 0,-7-5 0 15,-6-9 0-15,-9-9 7 16,-5-5-4-16,-5-4 2 16,-6 2 3-16,-6 10-1 15,-7 11 16-15,-3 13 9 16,0 8 18-16,0 9 14 15,0 1-65-15,-16 28-4 16,-4 10 4-16,1 14 29 16,4 6-1-16,6 3-10 15,4-5 19 1,4-4-9-16,1-13-20 0,0-8-7 16,0-6 3-16,6-9-1 15,10-5-1-15,4-6 5 16,8-6-1-16,6 0 3 15,8 0-3-15,3-18-4 16,2-3 2-16,-5-1-4 0,-4 5 2 16,-10 3-4-16,-12 8 2 15,-8 6-1-15,-4 0 0 16,-1 10-14-16,2 15 15 16,4 7 5-16,-2 1 5 15,4-1 1-15,0-3 2 16,6-3-5-16,4-7-4 15,6-1 5-15,4-8-3 16,6-7 0-16,4-3 1 0,-4 0-4 16,2-12 3-1,-2-10-1-15,-1-8-4 0,0-6 1 16,-3-8 0 0,-8 1-1-16,-9 7 0 0,-8 10 0 15,-7 12-1-15,-1 11 0 16,-10 3 0-16,-19 10-4 15,-2 15 4-15,1 6 11 16,12 2-7-16,14 0 13 16,4-4-2-16,0-5 6 15,21-5-11-15,7-5 1 16,6-7 2-16,8-4 10 16,15 1-5-16,2-4-7 15,-3 3 10-15,-13-3-3 16,-10 0-6-16,-15 0 2 0,-8 0 8 15,-2 0-12-15,-7 0 5 16,-1 0 9-16,0 0-12 16,0 0-12-16,0 0 0 15,0 0 0-15,0 0 0 16,0 0 0 0,0 0 0-16,0 0 0 0,0 0 0 15,0 0 0-15,0 0 0 16,0 0 0-16,0 0 0 15,0 0 0-15,0 0 0 16,0 0 0-16,0 0 0 16,0 0 0-16,0 0 0 0,0 0 0 15,0 0 0 1,0 0 0-16,0 0 0 0,0 0 0 16,2 0 0-16,-2 0 0 15,3-3 0-15,-3 3 0 16,0 0 0-16,0-1 0 15,0-2 0-15,0 3 0 16,1 0 0-16,-1 0 0 16,3 0 0-16,-3 0-36 15,1 0-119-15,2 11-181 16,4 3-341-16</inkml:trace>
  <inkml:trace contextRef="#ctx0" brushRef="#br1" timeOffset="192516.67">13429 15615 875 0,'0'0'15'0,"0"0"-15"0,0 0 121 0,0 0 19 0,0 0-120 15,0 0-16-15,-2 0-3 16,2 45 88-16,-5 7-18 15,-6-2-28-15,-1-8 4 16,-2-5 7-16,4-9-30 16,5-8-13-16,2-9 4 15,2-5-7-15,1-6-3 16,0 0 8-16,0 0 13 16,0-12 2-16,12-17 5 15,9-13-31-15,4-10 0 16,3-8 3-16,1-8-5 15,-1-7 2-15,0 0-2 0,-5 3 2 16,-1 9 0-16,-4 17-1 16,-9 17-1-16,-3 17 0 15,-3 12 4-15,0 8-4 16,6 29-15-16,0 20 15 16,1 13 9-16,1 6-5 15,-4 3 1-15,1 0-1 16,2-7-2-16,3-10-1 15,1-12 0-15,2-12-1 16,-2-11-1-16,-6-10-1 0,0-11 1 16,-5-6-1-16,-3 0 2 15,2 0 2-15,1-6 1 16,1-8-3-16,-1-5-4 16,0-2-10-16,-1 4-20 15,-2 1-8-15,0 3-18 16,0 4-30-16,0 4-29 15,0-1 15-15,0 3-49 16,-8-1-3-16,2 4-15 16,-4 0-68-16,-4 0-117 15</inkml:trace>
  <inkml:trace contextRef="#ctx0" brushRef="#br1" timeOffset="195242.18">13416 15818 499 0,'0'0'104'0,"0"0"-75"0,0 0 116 0,0 0-52 15,0 0-48-15,0 0 38 16,-53 13 23-16,54-29-25 16,17-9-64-16,8-9-3 15,4-6 15-15,1-4 18 0,6-5 7 16,-6-8 13-16,-1-1-13 15,-6-2-6-15,-6 3-20 16,-4 12-1-16,-7 11-8 16,-7 17 4-16,0 9 20 15,0 8 2-15,0 0-13 16,-9 0-25-16,-12 21-5 16,-4 8-2-16,-4 7 0 15,7-1 0-15,7 1 0 16,6 0 0-16,8-1 0 15,1 0 1-15,1-1-2 16,19-2 1-16,8 0-5 0,5-3 4 16,3 2 1-16,1-2-2 15,1 0 3-15,-3-5-1 16,-8-2 2-16,-8-4-2 16,-7-5 0-16,-9-5 0 15,-3-3-2-15,0 2 2 16,-21 1 1-16,-12 0 7 15,-7-4-2-15,-6-3-2 16,-1-1 1-16,-2 0 2 16,3-1-3-16,4-5 2 15,13 6-5-15,12-3-1 16,8 3 0-16,9 0-1 16,0 0-7-16,2 0-4 0,22 0-10 15,10 7 17 1,15-5-6-16,9-2-24 0,8 0-5 15,7-4-13-15,8-10-18 16,8-4-21-16,8-6 15 16,2-6 4-16,-8-7 12 15,-16-3-1-15,-16 1 57 16,-24-1 5-16,-18 4 4 16,-17 6 30-16,0 5 39 15,-15 9 23-15,-13 9-1 16,-4 3-29-16,-8 4-42 15,1 0-6-15,-4 20 12 16,2 3-5-16,-1 8-5 16,6-1 4-16,6-4-6 0,11 2-9 15,10-3-7 1,9-4-2-16,4-3 0 0,24-5-1 16,10-5 1-16,9-7 3 15,4-1-2-15,1 0-1 16,-1-14-3-16,1-8-36 15,-10-6-8-15,-8-5 25 16,-10-2 13-16,-13 5 8 16,-8 8 1-16,-3 9 8 15,0 7 5-15,-2 6 30 16,-11 1-12-16,-5 18-31 16,0 5 2-16,5 3 3 15,11 2-4-15,2-3 1 16,2-4-1-16,18-1-1 15,7-9 0-15,7-4 0 16,4-8 0-16,2 0 0 16,5-3 1-16,-2-14-1 15,5-6-2-15,-3-4-15 0,-4-4-6 16,-6-4 0-16,-9 3 2 16,-9 7 17-16,-8 8 4 15,-7 8 2-15,-2 9 11 16,0 0-7-16,-5 16-3 15,-9 12 1-15,-2 4 20 16,3 1-14-16,2-4-7 16,2-7 13-16,6-4-9 15,0-7-3-15,3-6-3 16,0-4 1-16,0-1-1 0,0 0-1 16,15 0 5-16,8-13 6 15,5-6-5 1,2-8-5-16,0-4 1 15,-2-2-2-15,-6 4-2 0,-5 5 2 16,-7 9 0-16,-5 10-1 16,-5 5 0-16,0 1-5 15,0 19-9-15,0 10 13 16,0 1 4-16,0-2-2 16,4-1 1-16,5-3-1 15,3-6 0-15,0-4 0 16,3-7 0-16,4-4 0 0,5-4 1 15,4 0 1-15,2-5 0 16,0-13-1 0,-2-2-1-16,-6-4-11 15,0-5 1-15,-7 7-20 0,-9 3 26 16,-3 10 4-16,-3 6 4 16,0 3-2-16,0 0-2 15,0 16-25-15,0 13 25 16,1 4 5-16,7 1-3 15,1-7-2-15,7-4 0 16,6-4 0-16,5-9 1 16,6-1 0-16,1-8-1 0,1-1 3 15,-1-1-3-15,-4-16 0 16,-3-7-6-16,-5-10-11 16,-5-5 9-16,-5-8 8 15,-5-2 0-15,-4 8 1 16,-3 13 0-16,0 15 6 15,0 10 9-15,0 3-5 16,0 32-11-16,-8 24 0 16,3 21 25-16,2 19 6 15,3 16-4-15,0 9 13 16,0 5-5-16,0-4-7 16,0-13-20-16,0-13-7 15,0-20-1-15,0-22 0 16,0-22 0-16,0-18 0 15,0-14 0-15,0 0 3 0,0-20 6 16,0-20-7-16,-6-13-2 16,1-21-3-16,2-14 1 15,3-19-10-15,0-21-6 16,8-7-11-16,9 2-19 16,3 20 1-16,7 26 29 15,-2 34 7-15,-1 22 10 16,0 15-3-16,-2 10-3 15,2 6 4-15,0 7-2 16,-4 18-2-16,-3 8 6 0,-5 4 1 16,-5-1-2-1,-5-2 2-15,-2-4 1 0,0-5 1 16,-10-9-3 0,-7-3 5-16,-5-5-2 0,-3-6 2 15,-4-2 3 1,4-2-2-16,-2-15-1 0,3-2-1 15,6-2-2-15,8 5 0 16,5 6-1-16,5 6 3 16,0 2-2-16,0 2-1 15,0 0-14-15,18 9 2 16,6 4 12-16,9 2 0 16,3-6 3-16,4-5-1 15,5-4-2-15,4 0 4 16,2-20-4-16,2-7 2 0,-1-8 0 15,-5-7-3-15,-7-9 1 16,-12-10-2-16,-8-8-20 16,-14-12 4-16,-6-12-8 15,-1-1 4-15,-16 10 8 16,-1 16 7-16,1 28 7 16,3 23 2-16,-3 17 1 15,-5 19 1-15,1 30-4 16,4 20 29-16,13 13 10 15,4 5-13-15,14-4 8 16,18-3-7-16,7-7-5 16,7-6-12-16,2-13 1 0,3-14-6 15,-2-15-1-15,-4-15-3 16,-1-10 4-16,3-7-4 16,0-18 5-16,-8-13-6 15,-7-8-3-15,-19-12-10 16,-11-8-25-16,-2 3 3 15,-8 13 9-15,-10 18 22 16,-1 20 2-16,-2 12 1 16,0 0 0-16,-1 30 1 15,4 7 9-15,12 5-3 16,6 2 13-16,3-4-14 16,19-7-1-16,3-4-2 15,10-5-2-15,11-8 0 16,12-2-7-16,15-5-21 0,11-5-160 15,12 1-69-15,11-5-81 16</inkml:trace>
  <inkml:trace contextRef="#ctx0" brushRef="#br1" timeOffset="196804.19">17867 15287 1115 0,'0'0'40'0,"0"0"29"0,0 0 34 0,0 0-61 16,0 0 80-16,-12 78-56 15,14-45-20-15,4-1-30 16,0-4-9-16,-5-2 4 16,2-6-7-16,-1-5-3 15,-2-4 0-15,5-7-1 16,-3-1 0-16,-1-3 1 15,8 0 6-15,5-14 2 16,7-16-3-16,4-11-6 16,0-7-2-16,-3-1-1 15,1 9 2-15,-3 8 2 16,-8 10 2-16,-5 13-3 16,-4 4 6-16,0 5 0 15,-2 0-6-15,4 14-11 16,4 15 11-16,3 8 9 0,-2-2-1 15,1-4-1-15,0-6-2 16,2-3-4-16,-1-7-1 16,1-4 0-16,2-3 4 15,6-5-3-15,2-3 4 16,4-2-1-16,3-15 0 16,1-12-3-16,-5-9 1 15,-2-4-2-15,0-2-1 16,-14 4 1-16,2 12 0 15,-7 13 1-15,-4 7 1 0,-1 6-1 16,0 2-1 0,0 4-10-16,0 23-8 0,0 9 18 15,-1 7 1-15,-1-3 1 16,2-1 0-16,0-7-1 16,0-4-1-16,3-6 3 15,8-8-3-15,2-6 1 16,10-4-1-16,8-4 5 15,9 0-1-15,2-7-1 16,7-12-1-16,-4-6-2 16,1-9-1-16,-6-1 1 15,-7-6 2-15,-9 2-2 16,-15 7-2-16,-5 12 2 16,-4 10-1-16,0 9 1 15,0 1-4-15,-4 1-4 0,-11 13 0 16,-3 8 8-16,2 4 0 15,10 2 1-15,6 0-1 16,0 0 4-16,16 1-2 16,12-7 1-16,13-2 3 15,15-3-2-15,13-1 1 16,11-5-2-16,4-1-2 16,3-5 0-16,-1-5 3 15,-2 0-4-15,-10-11 1 16,-12-14 0-16,-22-8-1 15,-12-13 3-15,-13-1 1 16,-12 6-4-16,-3 7 1 16,-11 9-1-16,-14 10 0 15,-8 9-2-15,-3 6 1 0,0 3-1 16,3 20 2-16,4 6 0 16,8 0 1-16,2 2-2 15,13-1 1-15,1-6 0 16,5 1 0-16,0-7 0 15,5-8 0-15,6-2-2 16,11-5 0-16,6-3 2 16,6 0 0-16,4-8-8 15,-1-13-11-15,-4-5 4 16,-3-3 3-16,-3-1-1 0,-11 7 10 16,-9 5 3-16,-4 10 2 15,-3 8 2 1,0 0 4-16,0 10-8 15,-7 18 0-15,-4 9 3 0,6 1 8 16,5-3-2 0,0-3-4-16,4-7-3 0,6-6 1 15,3-7-2-15,0-8 2 16,3-4 2-16,8 0 0 16,1-11 1-16,4-10-2 15,-3-4-2-15,0-6 1 16,0-7-1-16,-3 1-1 15,0-2-1-15,-8 11 2 0,-7 10-2 16,-3 11 0 0,-5 7 0-16,0 0-4 0,0 14-14 15,-9 10 16 1,-3 5-2-16,1-2 4 0,1-3 0 16,6-4 1-16,-1-7 2 15,2-5-3-15,3-7 1 16,0-1-1-16,0 0 0 15,0 0 9-15,0 0-2 16,11-3 1-16,8-13-2 16,6-4-6-16,5-5 0 15,5-4 1-15,2-3-1 16,5 1 0-16,1 3 0 16,-4 9 0-16,-8 5 0 15,-6 13-4-15,-4 1 0 0,-3 9 0 16,-1 11 4-16,-2 7 7 15,-1 0-1-15,-3-1 1 16,0-1-3-16,-1-7-1 16,-3-2-3-16,-1-6 0 15,-4-4 0 1,-2-3-23-16,0 0-175 0,-3 0-225 16,-12-3-442-16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45:35.06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2287 1402 843 0,'0'0'128'0,"0"0"-121"0,0 0 182 0,0 0-62 16,0 0-65 0,0 0-26-16,0 0 10 0,-25 13-7 15,30-17-24-15,7-13 8 16,2-4-1-16,-1-2-12 16,-5 0-3-16,-7 9 5 15,-1 2 7-15,0 3 34 16,-6 3 0-16,-19 3-33 15,-11 3-2-15,-13 5-16 16,-2 16 0-16,0 6 2 16,9 0 2-16,8 1 0 15,9 2-6-15,7 4 0 0,6-1 0 16,12-1 0-16,0 3-7 16,15 4 6-16,22 0-1 15,2 1-1-15,12 0-3 16,7-2 6-16,2-1-3 15,-2-2-8-15,-9-3 6 16,-12-4 4-16,-16-4-8 16,-15-7 9-16,-9 3-3 15,-33-6 3-15,-25 4 10 16,-19-5 2-16,-8-1 34 16,-5-6 9-16,2-6-15 15,6 0-12-15,15 0-11 16,15-5-13-16,19-6 0 0,14-3-4 15,10 6 0-15,9-3-8 16,3 1-28-16,13 2-66 16,23 0-6-16,12 2-22 15,8 3-85-15,7 3 15 16,4 0-72-16,2 0-243 16</inkml:trace>
  <inkml:trace contextRef="#ctx0" brushRef="#br0" timeOffset="1874.59">2761 1783 755 0,'0'0'181'0,"0"0"-76"0,54-98 41 0,-36 65-95 0,-9 8-17 16,-6 9 9-16,-3 5 45 16,-3 10 53-16,-24 1-55 15,-7 0-44-15,-8 14-16 16,1 10-13-16,3 8 1 15,5 5-7-15,9 2-3 16,5 1 1-16,8-2-5 16,7-6-1-16,4-5 0 15,13-8-6-15,12-13 6 16,14-6-6-16,3 0-9 16,3-19-28-16,-3-11-22 15,-8-4 10-15,-4-4 25 16,-11-2 14-16,-7 1 16 15,-7 5 1-15,-5 9 7 16,0 12-1-16,0 9 19 0,0 4 53 16,-8 13-54-16,-1 16-24 15,-4 8 0-15,7 4 7 16,4-6-7-16,2-4 1 16,3-6-1-16,15-6 0 15,9-9 0-15,6-4 0 16,6-6 0-16,8 0 1 15,6-16 3-15,-1-5-3 16,-6-2-1-16,-4-3-1 16,-14 0-5-16,-8 3 4 0,-9 7 2 15,-6 4 3-15,-5 10-1 16,0 2 11-16,0 4-6 16,-3 19-3-16,-5 9 0 15,-3 5 9-15,0-4-4 16,5-3-5-16,3-6-1 15,-1-6-2-15,4-7-2 16,0-3 1-16,0-6-2 16,10-2 2-16,11 0 0 15,6-15 2-15,3-8-2 16,0-4-2-16,-5-7-3 16,-3 1-1-16,-5 4 1 15,-7 7 1-15,-2 9 4 0,-5 8 0 16,-3 5 4-16,0 0-4 15,0 11-8-15,0 10 7 16,0 6 1-16,0-3 4 16,0-2-2-16,3-6-2 15,4-1 1-15,3-7-1 16,4-3 0-16,7-4 0 16,0-1 5-16,6 0-5 15,-2-3 1-15,2-10-4 16,-5-4 0-16,-2-3-4 15,-1-4 3-15,-1-5-4 16,-3 7 7-16,-3 2-1 16,-2 8 0-16,-5 9 0 0,-4 3 0 15,-1 10-5-15,0 17 0 16,0 4 7-16,0 1 2 16,0-4-1-16,0-5 0 15,2-3-1-15,10-8 0 16,4-7 0-16,8-5 0 15,4 0 2-15,5-7 1 16,0-13-3-16,-2-6 1 16,-1-3-1-16,-9-1 0 15,-3-3-1-15,-9 3-1 16,-2 9 2-16,-7 5 2 16,0 8-1-16,0 8 9 0,-4 1 5 15,-13 27-6 1,-2 16-3-16,2 14 13 15,1 14 4-15,7 13-5 0,3 10 11 16,6 7-2-16,0-1-20 16,0-4-3-16,0-10-3 15,0-17-1-15,0-15 1 16,0-18 0-16,0-17-1 16,-7-10 0-16,4-10 2 15,-3-10 10-15,3-23-5 16,1-15-6-16,2-19-1 15,2-19 0-15,14-18 0 16,7-16 0-16,2-10-2 16,5-2-2-16,1 8-11 15,2 23-10-15,-3 30 2 0,-6 30 16 16,-9 25 7-16,4 16 0 16,0 0-7-16,4 29-1 15,7 10 8-15,-5 8 0 16,-3-1 0-16,-11-1 1 15,-5-5-1-15,-6-8 0 16,0-6-3-16,-14-6 3 16,-8-9 1-16,-2-6 3 15,-3-5-2-15,2 0 1 16,1-15-1-16,2-10 0 16,2-4 1-16,7-3-1 15,2 1-2-15,5 4 0 16,3 7 0-16,3 11 1 0,0 4-1 15,0 5-1 1,3 12-11-16,14 13 6 0,10 6 6 16,1 0 2-16,8-4 0 15,0-7 1-15,7-9-2 16,6-11 4-16,11 0-2 16,13-14 0-16,3-13-3 15,3-9 0-15,-15-9-3 16,-10-8 2-16,-15-8 0 15,-11-10-2-15,-13-9-1 16,-9-9 2-16,-6 3 0 16,-3 15 1-16,-15 22 2 0,-4 27 1 15,-5 22-1-15,-3 20 2 16,-1 32 4-16,2 22 20 16,11 4 9-16,10 4-8 15,8-3-3-15,16-7-15 16,12-7-7-16,14-6 0 15,4-12-2-15,7-14-1 16,3-13 0-16,2-13 0 16,-1-7 1-16,-5-13-1 15,-7-16-1-15,-9-13-10 16,-11-6 4-16,-6-12 1 16,-11-3 5-16,-8 14-2 15,0 13 3-15,0 23-1 16,-12 13 1-16,-10 17-6 15,-2 19 6-15,3 9 3 0,6 3 7 16,12-2-2-16,3-7-3 16,9-3-4-16,33-4-1 15,31-7 0-15,25-6-7 16,31-6-89-16,29-10-145 16,16-3-432-16</inkml:trace>
  <inkml:trace contextRef="#ctx0" brushRef="#br0" timeOffset="3503.45">6752 1557 996 0,'0'0'72'0,"0"0"-37"0,0 0 223 0,0 0-160 16,0 0-98-16,0 0 0 16,0 0 0-16,-21 59 63 15,24-16-30-15,-3 3 1 16,0-7 1-16,0-6-16 16,5-4-10-16,-2-11 0 15,0-8-4-15,0-6-3 16,0-4-1-16,1 0 2 15,14-15 6-15,6-14 4 16,4-13-6-16,6-3-7 16,-5-2 5-16,-8 7-5 0,-2 9 1 15,-8 13 0 1,-7 11 2-16,-1 7 12 0,-3 0-12 16,0 18-3-16,0 13 0 15,-3 11 2-15,-3-1 8 16,3 0-5-16,3-7-4 15,0-3 1-15,0-10-1 16,9-9-1-16,9-5-1 16,6-7 1-16,4 0 5 15,8-21-3-15,0-9-1 16,0-12 0-16,-3-5 1 16,-5-6-1-16,-6 5 0 15,-10 13 1-15,-5 14 1 0,-5 13-2 16,-2 8 4-1,0 4-5-15,-7 25-16 0,-7 14 16 16,2 9 5-16,5 0 2 16,7-4-1-16,16-5-5 15,17-6 1-15,12-5-1 16,13-10-1-16,8-9 1 16,5-11 0-16,1-2 0 15,-2-7 1-15,-6-18 0 16,-9-9-2-16,-12-6 0 15,-11-7-2-15,-16-2 2 16,-8 4 0-16,-8 9 0 16,0 7 3-16,-17 15-3 15,-8 6 0-15,-2 8-1 0,-3 10 1 16,2 19 0-16,7 9 0 16,9 1 3-16,12 6 1 15,8-1-3-15,29-5 1 16,12-6 0-16,14-7-1 15,13-8 0-15,5-12 1 16,8-6-2-16,4 0 2 16,-1-4-2-16,-7-16-2 15,-10-9-2-15,-19-6 2 16,-14-8 2-16,-21-1 0 16,-14 7 1-16,-7 5 1 15,-10 11 0-15,-24 9 2 16,-8 9-2-16,-10 3 3 0,-2 11 2 15,5 16 8 1,7 4-6-16,14 6-4 0,10 1-4 16,10-1 0-16,8-5-2 15,8-5 1-15,17-5-1 16,11-9-2-16,1-8-12 16,2-5-14-16,3-9-1 15,-2-18 16-15,5-4 6 16,-2-7 5-16,-3-1 2 15,-10 2 1-15,-9 7 0 16,-10 17 1-16,-8 7 1 16,-3 6 8-16,0 0-4 15,0 19-5-15,-11 8 2 16,0 5 4-16,3-1-4 0,5-1 2 16,3-5-5-1,0-5 3-15,0-7-3 0,17-5-2 16,3-7 2-16,10-1 4 15,8-3-3-15,3-20-1 16,4-6 4-16,-1-4-2 16,-2-5-2-16,-6 0 2 15,-6 5 0-15,-8 10-2 16,-6 8 2-16,-11 9-2 16,-2 6 0-16,-3 6-3 15,0 17-6-15,0 8 9 16,0 4 4-16,0-7-2 15,0-2 2-15,0-7-1 0,3-5-2 16,0-4 0 0,3-6 0-16,0-4 0 0,3 0 3 15,7 0 1-15,8-12 0 16,3-6-4-16,4-7 3 16,-1 0-2-16,3-3-2 15,0 10 1-15,-8 2 2 16,-8 12-3-16,-6 4 2 15,-3 8-2-15,0 22 0 16,-2 5 9-16,-5 2-5 16,-1-1-2-16,0-10-2 15,0-7-1-15,4-4-36 16,19-10-139-16,23-5-299 16,26-2-105-16</inkml:trace>
  <inkml:trace contextRef="#ctx0" brushRef="#br0" timeOffset="4124.1">11953 1367 469 0,'0'0'61'0,"0"0"100"0,0 0 42 0,0 0-66 0,0 0 36 15,0 0-14-15,54 4-9 16,-56-4-30-16,-17 0-16 16,-20 0-54-16,-22 0-24 15,-18 0-4-15,-17 0-4 16,-1 3-2-16,-12 10 4 16,-23-1-4-16,-20 0-2 15,-4 1-13-15,16-2 10 16,34-2-1-16,44-5-3 15,32-3-2-15,21 1-5 16,9-1-13-16,4 2 0 16,20-3-9-16,12 0-39 0,8 0-55 15,-2-2-65-15,-3-13-50 16,-1-9-42-16,-1-2-98 16</inkml:trace>
  <inkml:trace contextRef="#ctx0" brushRef="#br0" timeOffset="4438.64">11309 1061 627 0,'0'0'139'16,"0"0"11"-16,0 0 99 15,0 0-114-15,0 0-6 0,0 0-18 16,-47-62-41-16,9 62-30 16,-10 11 5-16,-12 9-1 15,-7 2 1-15,-11 5-2 16,-2 0-4-16,-2 5-10 15,-3 1-11-15,11 4 5 16,15-1-14-16,18-2-6 16,21-3-3-16,15 0-2 15,5 0-5-15,18 2 6 16,19-1 1-16,10 1 0 16,8-1 0-16,4-1-1 15,3 3-4-15,8 0 5 0,9 3-9 16,13 1-38-16,11 0-37 15,15 1-134-15,9-2-81 16,9-7-90-16</inkml:trace>
  <inkml:trace contextRef="#ctx0" brushRef="#br0" timeOffset="4948.5">13481 1214 1266 0,'0'0'43'0,"0"0"-39"0,0 0 208 16,0 0-112-16,0 0-87 16,0 0 3-16,-66 143 52 15,35-64-32-15,-1 2 8 16,1 2-18-16,3-6-16 15,5-8-3-15,4-10-6 16,7-18 0-16,6-16 1 16,3-9-4-16,3-15 2 15,0-1-7-15,1-31 5 16,15-18-8-16,7-20-1 16,6-12 8-16,2-16 3 15,8-15-1-15,1-11 0 16,6-1 1-16,-2 20 0 0,-4 27 0 15,-14 32 0-15,-10 28 4 16,-7 17-4-16,1 17 0 16,5 30-4-16,4 22 4 15,1 16 8-15,1 15-2 16,-1-1 4-16,-1 1 0 16,-2-12-6-16,-3-8-2 15,-2-16 1-15,-8-11-3 16,-4-15-1-16,0-13-18 15,0-11-82-15,-6-10-106 16,-9-4-89-16,-7-9-68 16,-9-18-429-16</inkml:trace>
  <inkml:trace contextRef="#ctx0" brushRef="#br0" timeOffset="5121.92">13179 1576 982 0,'0'0'118'0,"0"0"5"0,0 0 141 0,0 0-197 15,0 0-64-15,0 0-3 16,112-27-1-16,-25 27 0 16,4 0-9-16,5 0-32 15,0-5-84-15,-3-6-21 16,-8-3-43-16,-5-5-25 16,-6 1-132-16</inkml:trace>
  <inkml:trace contextRef="#ctx0" brushRef="#br0" timeOffset="5562.94">14206 1377 723 0,'0'0'99'16,"0"0"51"-16,0 0 23 16,0 0-87-16,0 0-18 15,-112-14-1-15,76 42-14 16,2 6 12-16,8 7-10 16,4 1-9-16,10 3-20 15,12 1-12-15,0-3-8 16,17-5-4-16,14-8-1 15,6-10 1-15,8-9-4 16,1-11 1-16,3 0-51 16,-1-20-20-16,3-12-20 0,-5-11 35 15,5-9 9-15,-5-11 25 16,-4-12 7-16,-6-14 5 16,-8-7 11-16,-9 2 3 15,-8 11-2-15,-8 19 5 16,-3 22 31-16,0 20 22 15,0 17 2-15,-6 5 47 16,-10 33-92-16,-4 14-8 16,-1 23 26-16,8 10 2 15,2 5-3-15,7 2-13 16,2-5-6-16,2-12-14 16,-1-11 0-16,1-10-1 15,-5-14-2-15,4-11-82 16,-1-12-105-16,2-11-54 15,0-1-78-15,0-12-269 0</inkml:trace>
  <inkml:trace contextRef="#ctx0" brushRef="#br0" timeOffset="6837.84">14539 1405 871 0,'0'0'83'0,"0"0"31"0,0 0 33 0,0 0-104 0,0 0-29 0,103-28-4 15,-80 37-3-15,-2 4 1 16,-3 3 10-16,-6 7 3 16,-3 2 4-16,-7 3-5 0,-2 1 6 15,0-1 7-15,0-2-15 16,0-4-11-16,0-4-5 16,0-5-1-16,0-7 0 15,7-4 1 1,9-2 1-16,7 0-3 0,3-15-1 15,3-6-16-15,1-4-2 16,-2 0 14-16,-1-4 2 16,-5 3 3-16,-2 3 5 15,-10 10-4-15,-5 4 6 16,-4 6 7-16,-1 3 8 16,0 5-22-16,0 13-14 15,0 7 14-15,-1 2 0 16,-1 1-2-16,2-4 2 0,0-1 3 15,3-5-3-15,19-2-1 16,11-4 1-16,9-2-1 16,7-4-25-16,3-5-27 15,-1-1 4-15,0-4-25 16,-6-16 3-16,-7-7 30 16,-8-7-1-16,-9-3 41 15,-6-2 1-15,-7 4 10 16,-8 1 11-16,0 10 21 15,-3 6-13-15,-18 5 7 16,-6 12 13-16,-6 1-23 16,-3 11 4-16,2 14 0 0,4 4-5 15,8 2-2-15,10 1-6 16,6-1-8-16,6 0-4 16,0 0-4-16,12-6 0 15,9-6 1-15,0-5 1 16,7-7-3-16,0-6 0 15,4-1-10-15,-1-1-30 16,-1-14 12-16,-2-8 9 16,-1-7 5-16,0-8 2 15,-3-10-1-15,-3-6 10 16,0-14-2-16,-1-8 4 16,-3-4-4-16,-1 5 0 0,-5 15 2 15,-5 17 3-15,-5 18 1 16,-1 14-1-16,0 11 22 15,-4 0 4-15,-16 23-23 16,-2 6 0-16,1 12 18 16,6 5-10-16,9 5 0 15,0 10 3-15,5 0 1 16,1-2-4-16,0-2-7 16,7-8-4-16,8-2 1 15,3-7 2-15,4-1-3 16,5-10 0-16,3-7-1 15,8-7 1-15,-3-8-1 16,1-6-3-16,-5-1 0 16,0 0-1-16,-5-11-1 15,-4-5 5-15,-1-6-8 16,-6-2 1-16,0-2 1 16,-4-2 2-16,2 0 0 0,-3 0-5 15,5 3-3-15,-4 1 1 16,-1-1 3-16,2 3-12 15,0-2-12-15,0-1 14 16,6-5 6-16,1 0 9 16,1-6 4-16,1-6 2 15,-1 0-2-15,-2-2 5 16,0-2 7-16,-4 0 6 16,-5 5 12-16,-2 1 10 15,-6 3 20-15,1 3-15 16,-2 4-21-16,0 5 30 15,0 6 14-15,0 1-41 16,-5 10-11-16,0 2 0 0,2 6-6 16,-8 0-7-16,-8 32-3 15,-7 17 0-15,-1 20 4 16,4 9 15-16,8 7-4 16,6 6 0-16,6 0 8 15,3 0-4-15,0-3-16 16,0-11-1-16,15-5-2 15,3-6 1-15,6-8-1 16,1-8-31-16,2-14-144 16,0-12-144-16,10-15-356 15</inkml:trace>
  <inkml:trace contextRef="#ctx0" brushRef="#br0" timeOffset="8901.71">17709 1441 547 0,'0'0'127'0,"0"0"-122"0,0 0 123 0,0 0-11 16,0 0-63-16,0 0 8 15,0 0 35-15,28-92-14 16,-6 60-28-16,7 4-7 16,1 3 16-16,-8 7-9 15,-4 10-12-15,-6 8-3 16,-2 1-30-16,-4 33-9 16,-1 10 11-16,-5 13-3 15,0 4 4-15,-9-8 1 16,-10 0-2-16,-1-8-4 15,5-10-6-15,11-8 1 16,1-10-3-16,3-13 0 16,0-4 0-16,7-2 4 0,18-20 5 15,10-10 1-15,1-8-3 16,1-6-3-16,-4 1 3 16,-2-5-2-16,-1 7 1 15,-6 12 2-15,-9 13-2 16,-8 14 1-16,-7 4-7 15,0 16-2-15,0 18-9 16,0 4 11-16,0 5 2 16,0-5 0-16,0-4 0 15,0-6 0-15,0-1-2 16,0-10-3-16,2-5 3 16,5-8 1-16,4-4 0 0,11 0 1 15,9-11 2-15,8-11 2 16,4-13-6-16,-1-3 1 15,-3-3 0-15,-3-6 0 16,-7 8-1-16,-6 5 3 16,-11 14-2-16,-6 9 4 15,-6 9-4-15,0 2 4 16,0 17-5-16,-6 15 0 16,-4 11 1-16,-1 1 12 15,8 0-5-15,3-2 5 16,0-1-8-16,12-1-4 15,13-7-1-15,8-4 0 16,10-8 1-16,7-8 0 16,2-11-1-16,1-2-3 15,0-2-3-15,-2-18 0 0,-6-7 5 16,-1-7-3-16,-5-9 4 16,-8 0 1-16,-5-5 5 15,-11 4-5-15,-7 6 5 16,-8 8-2-16,0 8 1 15,-13 9 1-15,-10 7 6 16,-8 6-2-16,-9 0-6 16,4 22 1-16,2 6-4 15,6 6 5-15,10 1-5 16,12 3 1-16,6 0 0 16,11 0-2-16,19-3 3 15,15-6-2-15,6-7-1 0,5-5 0 16,9-15 0-16,-3-2-6 15,1 0-4-15,3-13-2 16,2-11 9-16,4-5 3 16,1-5 1-16,-10-7-1 15,-17 1-2-15,-16 2 2 16,-14 5-1-16,-13 4 3 16,-3 12 0-16,-13 6-2 15,-13 7 1-15,-12 4-1 16,-6 5 8-16,1 18-2 15,5 7 0-15,5 0-5 16,14 3-1-16,3 0 0 16,10-4-1-16,6-1-2 0,0-5 1 15,6-7 1-15,12-8-5 16,7-5-17-16,1-3-7 16,11-7 19-16,0-16-2 15,-1-5 4-15,2-6 0 16,-5-3 7-16,-7-1-1 15,-2 5 2-15,-10 10 1 16,-11 9 0-16,1 11 3 16,-4 3 3-16,0 4-6 15,-10 17-3-15,-4 6 3 16,2 5 2-16,8-5 0 16,4-1-2-16,0-4-2 0,3-3 2 15,10-7 0 1,5-6 0-16,9-5 0 0,7-1-1 15,11 0-1-15,0-11 2 16,1-9-2-16,-3-5-5 16,-1-6 6-16,-8-3-4 15,-8 5 5-15,-7 3 1 16,-8 12 1-16,-7 8 0 16,-4 6 11-16,0 0-9 15,-12 9-4-15,-1 15 0 16,-8 0 2-16,6 2-1 15,-2-4 0-15,11-5 0 16,0-3-1-16,5-7 2 16,1-3-2-16,0-3-2 15,0-1 1-15,20 0 1 0,9-8 1 16,6-12 2-16,6-5-2 16,4-5 1-1,0-1-1-15,-5 3 2 0,-7 8 0 16,-14 6 0-1,-10 11 0-15,-7 3 19 16,-2 10-16-16,0 17-5 0,0 8 16 16,0 1-4-16,0-4-8 15,0-4-5-15,0-6 0 16,0-6-3-16,0-5-20 16,15-3-105-16,16-7-174 15,12-1-62-15,14 0-116 16</inkml:trace>
  <inkml:trace contextRef="#ctx0" brushRef="#br0" timeOffset="9139.61">21011 999 971 0,'0'0'194'0,"0"0"-183"0,-83-30 194 0,42 46-114 0,-1 23-28 16,-1 14 2-16,2 15-15 15,9 13-18-15,3 6-5 16,7 1-12-16,11-3-11 16,8-4-3-16,3-4-2 15,30-7 1-15,15-9-1 0,9-15-33 16,4-7-155-16,5-14-101 16,-1-12-20-16,6-13-271 15</inkml:trace>
  <inkml:trace contextRef="#ctx0" brushRef="#br0" timeOffset="9665.73">21309 1482 878 0,'0'0'100'16,"0"0"41"-16,0 0 133 15,0 0-157-15,0 0-96 16,0 0 17-16,-83 64 25 16,60 7-20-16,10 7-15 0,-3-2-7 15,2 3-6 1,3-8-13-16,3-3 1 0,3-11-3 15,1-9 2 1,2-15-5-16,-1-12 3 0,3-13-23 16,0-8-24-16,0-4-48 15,6-19 30-15,9-14-59 16,0-11 51-16,1-13 44 16,-2-14 11-16,2-12 10 15,-6-15 8 1,0-4 2-16,-2 6 4 0,-2 12 35 15,0 27 45-15,0 16 17 16,2 15-38-16,7 14-7 16,4 6-20-16,4 10-26 15,9 4-12-15,4 23-2 0,1 11-1 16,-2 7 0-16,-9 2 3 16,-9 0-3-16,-14-7 2 15,-3-6 1-15,-6-8 0 16,-18-3 0-16,-6-9 4 15,-2-3 1-15,-3-4 2 16,5-6-5-16,5-1 1 16,10 0-6-16,10 0-3 15,5 0-71-15,0-7-52 16,16-11-74-16,16-1 13 16,11-2-23-16,5-6-42 15,7-1-132-15</inkml:trace>
  <inkml:trace contextRef="#ctx0" brushRef="#br0" timeOffset="10438.53">21688 1408 503 0,'0'0'195'0,"0"0"7"0,0 0-4 0,0 0-35 0,0 0-65 0,0 0-51 0,60-30-45 0,-60 57 8 16,-5 3 63-16,-1 4-32 16,2-3-21-16,4-4-5 15,0 1-5-15,0-3-6 16,9-6-3-16,4-5 1 15,5-7 1-15,3-7 2 16,0 0-1-16,1-18 0 16,-1-8 0-16,-4-9-1 0,-7-5 0 15,-6 0-1-15,-4 3-2 16,0 7 5-16,-1 9-3 16,-14 10-2-16,-5 11 0 15,-5 4-9 1,-2 21-6-16,2 8 15 0,6 5-3 15,8-2-5-15,10 3 6 16,1-6-13-16,6-3-66 16,19-4-64-16,6-7-10 15,11-7-39-15,3-10-13 16,5-2 54-16,-5-10-77 16,-3-13 230-16,-9-9 3 15,-3-5 204-15,-6-1 30 16,-10 1-82-16,-3 8 25 15,-8 11-26-15,-3 7 3 0,0 11-25 16,0 14-112-16,-17 26-10 16,-8 24 7-16,-5 17 19 15,-1 10-9-15,1 8-5 16,3 5 2-16,5 0-11 16,8-4-8-16,3-10-5 15,0-13 0-15,7-14 0 16,2-18-3-16,2-20-6 15,0-19-34-15,0-6 19 16,2-25 18-16,11-17 5 16,3-12-4-16,-5-13 5 0,1-8-3 15,-2-12 3-15,2-10-1 16,8-12 2-16,2-3-2 16,6 8 1-16,-1 15 0 15,2 23 1 1,-2 22 0-16,-2 19 3 0,2 13-3 15,2 8-1 1,6 4-4-16,2 14 1 0,-1 13 2 16,-6 8-3-16,-11 4 1 15,-8 2 3-15,-11-1-2 16,-3-6 1-16,-24-6 1 16,-9-6 2-16,-6-9-1 15,-2-2 4-15,2-4-2 0,6-5-3 16,6 0 0-1,8-2-42-15,8 0-224 0,11-7-105 16,3-11-336-16</inkml:trace>
  <inkml:trace contextRef="#ctx0" brushRef="#br0" timeOffset="10648.53">22595 1065 1052 0,'0'0'11'0,"0"0"39"0,0 0 76 0,69 89-54 16,-41-7 61-16,2 9-53 0,-9 6-34 15,-9-6-12 1,-12-7-20-16,-26-8-14 0,-41-9 0 16,-39-8-68-1,-34-16-234-15,-33-7-361 0</inkml:trace>
  <inkml:trace contextRef="#ctx0" brushRef="#br0" timeOffset="11964.61">15529 1374 548 0,'0'0'63'0,"0"0"-38"0,0 0 103 0,0 0-50 15,0 0-6-15,0 0 27 16,5 3-16-16,8-13-21 15,1 0-26-15,-3-5-8 16,-3-6 13-16,-1-1-8 16,-4-1-1-16,-1-1 5 15,-2 6 5-15,0 4-22 16,0 3 0-16,-14 5 2 16,-3 5-6-16,-5 1-7 15,-4 0-7-15,-4 18 4 16,-2 8-2-16,3 5-4 15,-1 7 7-15,1 4-3 16,3 2 6-16,3 0-7 16,7-3 9-16,6-6-7 15,5-1-4-15,5-7 4 16,0-8-5-16,0-1 0 0,18-10 2 16,4-8 0-16,5 0 4 15,7 0-4-15,-2-17 2 16,0-5-3-16,0-9 1 15,-4-1-1-15,-4-5 0 16,0-7 1-16,-5 1 3 16,-5 8-2-16,-8 11-1 15,0 11-2-15,-6 11 9 16,0 2 3-16,0 28-12 16,-4 8-5-16,-6 9 5 15,4-3 12-15,6-1 1 0,0-7 4 16,12-4-7-16,20-6-3 15,11-8-2-15,12-12-5 16,11-4-3-16,7-8-97 16,2-22-277-16</inkml:trace>
  <inkml:trace contextRef="#ctx0" brushRef="#br0" timeOffset="20485.48">2980 4348 676 0,'0'0'75'0,"0"0"15"0,0 0 73 0,0 0-60 15,53-82-24-15,-38 60-9 16,-3 1-5-16,-2 1-3 16,2 1 10-16,-6 2-30 15,-3 6 4-15,0 1 3 16,-3 6-19-16,0 3 3 15,0 1-9-15,0 0-17 0,0 20-7 16,0 17 1-16,-9 13-1 16,-6 11 12-16,-1 6-2 15,-1 0 7-15,1 3-6 16,1-7-7-16,3-7-3 16,6-9-2-16,3-12 2 15,3-11 0-15,0-7-1 16,0-8-2-16,0-6 1 15,0-3-5-15,9 0-8 16,6-10-51-16,6-12-68 16,7-4-79-16,-4-3-15 15,-3 2-81-15,-3 1-341 0</inkml:trace>
  <inkml:trace contextRef="#ctx0" brushRef="#br0" timeOffset="21029.97">3367 4392 435 0,'0'0'109'0,"0"0"-92"0,0 0 168 0,0 0-86 15,0 0-32-15,46-71 35 16,-41 61-13-16,-1 0-10 16,-2 4 9-16,-2 4-17 15,0 2 9-15,0 0-10 16,0 0-24-16,-11 0-1 16,-13 5-31-16,-7 10-11 15,3 1 2-15,1 3 12 16,7-3-9-16,4 2-3 15,7-2 1-15,7 3-6 16,2-1 0-16,0 1-2 16,14 3 0-16,13 0-2 0,7 1 2 15,8 3 0-15,1-1 1 16,-1-1-2-16,-2-2 2 16,-7-4 0-16,-12-5-3 15,-9-3 4-15,-12-3 0 16,-9-1 4-16,-33 0 10 15,-22-2-6-15,-12-4 28 16,-8 0 19-16,5 0-19 16,15 0-13-16,16-4-7 15,18-2-9-15,17 3-7 16,13 1-4-16,0 2-28 16,30 0-139-16,19 0-64 15,11 0-52-15,2-2-228 0</inkml:trace>
  <inkml:trace contextRef="#ctx0" brushRef="#br0" timeOffset="21387.41">4763 4034 907 0,'0'0'20'0,"0"0"136"0,0 0 26 16,0 0-47-16,0 0-48 15,0 0-78-15,0-16-4 16,-4 68 84-16,-14 6-20 15,6 3-23-15,-4 6-9 16,-2 2-27-16,10-2-9 16,2-2-1-16,3-9 0 15,3-12-4-15,0-9-9 16,0-13-115-16,0-10-134 16,6-12-52-16,-6 0-223 15</inkml:trace>
  <inkml:trace contextRef="#ctx0" brushRef="#br0" timeOffset="22026.66">4438 4379 860 0,'0'0'72'0,"0"0"56"15,0 0 42-15,0 0-154 16,0 0-14-16,0 0-4 16,132-18 2-16,-58 10 0 15,-1-3-1-15,-4-5-1 16,-6-5 2-16,-13-6-1 15,-9-7 1-15,-13-5 2 16,-7-5 2-16,-11 0 4 16,-5 8 5-16,-5 10 5 15,0 12 68-15,0 14 8 0,0 4-38 16,-11 30-50-16,-7 15-4 16,2 14 2-16,1 0 10 15,3-1 9-15,6-2 3 16,6-7-14-16,0-4-9 15,3-10 3-15,15-11-5 16,-2-10-1-16,2-11 3 16,5-7-2-16,5-4 13 15,2-15-9-15,1-11 2 16,-1-5 0-16,-6 0-3 16,-2 2 1-16,-8 11-2 15,-7 9 1-15,-6 10 1 0,-1 3 17 16,0 0-22-1,0 15-9-15,5 5 9 0,1 3 2 16,3-4-2-16,9-2 0 16,0-5 3-1,7-4-3-15,2-8 2 0,10 0 2 16,-2-2-1-16,3-14 1 16,-2-8-3-16,-8-5 1 15,-2-5-2-15,-11-3 3 16,-11 2 2-16,-4 7-5 15,0 11 3-15,-7 15-3 16,-14 2-2-16,0 19-2 16,2 12 4-16,4 6 4 15,9-2 14-15,6-2-7 16,6-1-5-16,25-5-3 0,17-6-2 16,16-9-2-16,18-12-140 15,18-4-391-15</inkml:trace>
  <inkml:trace contextRef="#ctx0" brushRef="#br0" timeOffset="22969.35">7298 4315 760 0,'0'0'18'0,"0"0"75"0,0 0 93 0,0 0-118 16,0 0-29-16,0 0 35 15,61-49-13-15,-34 29-12 16,-2 0-7 0,-5-1-1-16,-5 1 4 0,-6 2-10 15,-8 1 15-15,-1 4 9 16,-9 4-9-16,-19 4-30 16,-14 5-11-16,-10 0-9 15,-5 14 9-15,5 10-4 16,6 3-3-16,10 2 9 15,8 0-10-15,8 2-1 16,11-1 0-16,9-1-3 16,6 1-2-16,29-2 4 15,18 1-5-15,16 1 4 0,14-3 1 16,5 0-1-16,-2-3 2 16,-7-4 0-16,-18-5 0 15,-22-2-13-15,-22-6-1 16,-17-4 14-16,-19-2 1 15,-39 1 9-15,-26 0-8 16,-18 0 13-16,-11-2 12 16,5 0 6-16,11 0 13 15,13 0-16-15,20 0-11 16,25 0-10-16,17 0-8 16,14 0-1-16,8 0-6 15,0 0-12-15,21 6-19 16,16-1 5-16,13-5-48 15,14 0-7-15,12 0-54 0,15 0-88 16,6 0-39-16,6-1-132 16</inkml:trace>
  <inkml:trace contextRef="#ctx0" brushRef="#br0" timeOffset="24839.65">8099 4492 594 0,'0'0'651'0,"0"0"-642"0,-7-101 238 0,5 70-151 0,2 7-40 16,0 5-29-16,-1 9-7 16,-9 4 3-16,-9 6 8 15,-12 0-12-15,-12 2-10 16,-2 16-1-16,-1 7-1 0,9 5 1 16,5 3-7-16,10-1-1 15,10-1-1-15,9-3-2 16,3-5-5-16,14-4 1 15,14-8 4-15,6-10 3 16,8-1-3-16,1-1 1 16,3-23-9-16,-4-4-4 15,-6-6 12-15,-8-1 1 16,-7 2 1-16,-12 5 1 16,-6 9 2-16,-3 8 1 15,0 6 0-15,0 5 1 0,0 0-4 16,-6 12-3-1,-1 14-3-15,2 4 6 0,5-2-1 16,0-1-5-16,11-4 5 16,12-7-2-16,9-4-3 15,5-11 5-15,8-1-7 16,10-4 4-16,6-17-3 16,4-4 1-16,-7-2-11 15,-14-4 4-15,-11 1 8 16,-16 3 4-16,-10 2 2 15,-5 11 6-15,-2 5 1 16,0 6 2-16,0 3 9 0,-3 14-19 16,-9 11-3-1,3 8 2-15,0-1 2 16,6 3-1-16,3-6 0 0,0-2-1 16,0-6 0-16,10-9-1 15,5-4 0-15,6-8 2 16,10 0 0-16,4-14 4 15,5-9-2-15,0-7 1 16,2 0-3-16,-9-1 0 16,-9 2 3-16,-11 6 1 15,-5 4 1-15,-7 6-2 16,3 7-2-16,-4 4 7 16,0 2-8-16,0 0-1 15,0 12-10-15,0 7 9 16,0 6 2-16,0-3 0 0,0 0 0 15,0-6-5-15,5-2 4 16,4-7-1-16,7-3 1 16,2-4 2-16,12 0 0 15,3-1 0-15,3-12-1 16,1-6 0-16,-3-2-4 16,-11-1-12-16,-5-2 3 15,-9 1 11-15,-8 5 2 16,-1 2 2-16,0 6-1 15,0 4 4-15,0 5 0 16,-3 1-5-16,-1 13-1 16,-4 12-4-16,5 7 2 0,3-1 3 15,0-1-5-15,3-1 5 16,14-7-1 0,8-6-2-16,8-8-1 15,10-8 4-15,2 0-3 0,5-10-6 16,-6-12-32-16,-10-9 8 15,-5-5 15-15,-13-3 16 16,-4 0 2-16,-11 5 10 16,-1 7 0-16,0 10 3 15,0 9 28-15,-1 8 7 16,-11 18-39-16,-6 27-3 16,-6 19-6-16,-4 22 12 15,8 9 2-15,1 15 4 16,2 8-9-16,6-4-5 15,5-3-4-15,4-15-2 16,2-14 2-16,0-17 0 16,0-21 2-16,0-19-2 0,0-18-5 15,0-7 5-15,5-25 9 16,2-23-6-16,5-21 3 16,0-20-5-1,4-17-1-15,4-13 0 0,4-9-4 16,1 5 2-16,3 13 2 15,-2 20-3-15,-1 27 3 16,-4 18 0-16,0 22 0 16,-6 10-1-16,1 13-1 15,5 0-6-15,2 21 5 0,0 11-2 16,1 7 4-16,-9 3 1 16,-8-3 0-1,-7 1-1-15,0-6 0 0,-22-8 0 16,-6-7 0-16,-5-8-2 15,0-7 3-15,0-4 1 16,3 0-1-16,7-8 3 16,2-7-2-16,10-5-1 15,4 0 2-15,7 4-2 16,0 1 0-16,0 9 0 16,0 1-2-16,0 1 0 15,15 4-1-15,7 0-3 16,8 0 2-16,10 0 2 15,8 4 0-15,9-4 1 16,4 0 1-16,3-1 0 0,2-16-1 16,-7-6 1-16,-8-10-11 15,-6-9-17-15,-12-8 7 16,-8-13 6 0,-10-10 6-16,-3-10 4 0,-8 0 5 15,-4 9-5-15,0 23 5 16,-4 20 0-16,-8 20 8 15,0 11-6-15,-6 20-2 16,-1 25-2-16,-2 14 2 16,12 6 3-16,6 2 4 0,3-3 1 15,9-6-1 1,15-7-6-16,11-6-1 0,7-8 3 16,6-12-2-1,3-10 4-15,1-9-5 0,3-6 1 16,-8-4 2-16,-6-18-3 15,-14-7 0-15,-6-8 1 16,-9-3 0-16,-12-1 1 16,0 6 0-16,-7 9-2 15,-12 14 2-15,-3 12-1 16,-3 9-1-16,2 27 8 16,1 7 7-16,10 4 4 15,12 3-4-15,0-3-3 16,21-4 1-16,12-8-8 15,6-6-5-15,8-10 0 0,2-9 0 16,4-10-110-16,11 0-240 16,0-29-179-16</inkml:trace>
  <inkml:trace contextRef="#ctx0" brushRef="#br0" timeOffset="26575.43">12392 4309 602 0,'0'0'327'0,"-2"-86"-322"0,2 56 173 0,0 13-70 0,0 8-35 0,0 8 7 15,0 1-11-15,0 13-42 16,0 19-26-16,0 11 18 16,0 6 19-16,0-1-9 15,0-7 0-15,0-4-16 16,0-5-6-16,0-9-6 15,0-10 0-15,2-7-1 16,1-6 0-16,7 0 6 16,7-19 17-16,3-13 2 15,7-9-6-15,0-4-14 0,-6-5 10 16,0 0-5-16,-5 4 2 16,-4 11-4-16,-7 14 5 15,-2 13-3 1,-3 8-5-16,0 11-5 0,0 23-8 15,0 11 8-15,0 7 0 16,-3 2 1-16,3-8-1 16,0-5 0-16,0-7 0 15,9-10-1-15,7-7 1 16,3-10 0-16,7-7 0 16,5-4 4-16,9-21-1 15,-2-8 0-15,1-9-2 16,-8-5 4-16,-3-4-2 15,-10 0-2-15,-7 6 5 16,-5 8-4-16,-5 14-1 16,-1 11 2-16,0 7 8 15,0 5 2-15,0 18-13 0,0 14-13 16,-4 11 13-16,1 3-1 16,3-2 2-16,1-3-1 15,20-2 0-15,9-9-4 16,7-6 4-16,11-9 2 15,10-7 2-15,9-8-4 16,3 0 0-16,-3-10 0 16,-8-14-2-16,-9-7 2 15,-11-8 5-15,-6-9-3 0,-11-1 1 16,-11 3 0-16,-11 6 0 16,0 8-2-16,-2 11 2 15,-8 9-3 1,-5 12 1-16,-2 0-1 0,-5 12-3 15,1 20-1-15,3 5 3 16,5 4-2-16,10-2 0 16,3-2 0-16,16-3 3 15,21-6-3-15,13-5 3 16,15-11 0-16,7-3 0 16,7-9 0-16,3 0 1 15,-6-11-1-15,-4-11 2 16,-14-5 2-16,-7-5 0 0,-10-7 1 15,-12-2-2-15,-13 4-2 16,-9 6 4-16,-7 10 1 16,0 7-4-16,-14 7-1 15,-11 7-1-15,-10 0 0 16,-4 20 0-16,0 7-4 16,6 6 4-16,5 2-1 15,11-1 1-15,6-3 0 16,9-1-5-16,2-7 2 15,2-3-2-15,16-10 1 16,4-6 4-16,8-4 0 16,2 0 0-16,2-12 4 15,2-10-4-15,0-6 0 16,-1-4-1-16,-5 1-1 16,-9 6 2-16,-8 9 0 0,-8 5 0 15,-5 9 3-15,0 2-1 16,0 4-2-16,-2 18-16 15,-9 6 13-15,3 6 3 16,5-3 0-16,3-5-3 16,0-1 1-16,8-5 2 15,9-6-1-15,6-5 4 16,5-9-1-16,14 0 1 16,3-6 0-16,4-16-1 0,-3-2-1 15,-4-7 2 1,-6-2-2-16,-8-3 1 15,-6 4-1-15,-11 9 1 16,-5 12 2-16,-6 6 0 0,0 5-4 16,0 12-1-16,-8 12-1 15,-6 7 2-15,0 4 1 16,5-5 0-16,2-5 0 16,2-5-1-16,5-4-1 15,0-8 1-15,0-4-1 16,0-4-1-16,2 0 2 15,14-3 3-15,11-16 9 16,6-6-12-16,3-6 0 0,-1-2 0 16,1-2 4-1,-3 8-3-15,-9 9 0 0,-11 9 0 16,-7 9 1-16,2 5-2 16,2 22 4-16,5 5-3 15,-1 6 12-15,2-6-6 16,0-6-5-16,5-6-2 15,1-5-1-15,4-11-3 16,-2-4-80-16,7-6-185 16,5-21-277-16</inkml:trace>
  <inkml:trace contextRef="#ctx0" brushRef="#br0" timeOffset="27448.48">17003 4032 1016 0,'0'0'19'0,"0"0"-16"0,63-97 95 0,-27 66-50 16,0 3 3-16,1 5-2 16,-15 8-12-16,-8 6-1 15,-11 6 21-15,-3 3 47 16,-11 0 9-16,-20 0-66 16,-17 13-42-16,-9 8 10 15,-1 4 12-15,7-1-1 16,8 1 3-16,10 2-10 0,14 0-8 15,9 3-10-15,10 2-1 16,4 0-5 0,26 0 4-16,13 0 1 15,8 1-1-15,7-2-3 0,0 1 3 16,2 2-2-16,-6-5 3 16,-14-2-2-16,-15-7 1 15,-16-5-2-15,-9 0 3 16,-21-5 4-16,-25 2 5 15,-15-5 0-15,-5-1-3 16,-4-4-1-16,0-2-2 0,13 0-1 16,13 0 0-1,18 2-2-15,17-2-1 0,9 0-3 16,0 0-18-16,30 0-39 16,24-2 10-16,20-13 6 15,17-7-60-15,10-9-10 16,1-11 2-16,6-1 38 15,-14 1 10-15,-17 6 32 16,-26 7 29-16,-22 4 4 16,-16 11 31-1,-12 6 125-15,-1 5 10 0,0 3-39 16,0 0-92-16,0 7-26 16,0 14 1-16,-10 5 8 15,6 0-4-15,2 0-11 0,2-1-2 16,0 1-2-16,0-7-6 15,6-3-102-15,6-8-194 16,-5-8-99-16</inkml:trace>
  <inkml:trace contextRef="#ctx0" brushRef="#br0" timeOffset="27593.5">17718 3720 1190 0,'0'0'8'0,"0"0"19"0,0 0 86 0,0 0-113 16,0 0-27-16,0 0 18 16,9 128-134-16,10-63-76 0,-1-2-31 15</inkml:trace>
  <inkml:trace contextRef="#ctx0" brushRef="#br0" timeOffset="28152.74">18060 4260 825 0,'0'0'32'0,"79"-53"160"16,-39 25-55-16,-4 2-56 16,-9-3-17-16,-13 0 9 15,-9 1 4-15,-5 2-1 16,-16 8-5-16,-20 9-44 16,-11 9-12-16,-5 6 2 0,-1 22-3 15,9 9-5 1,10 6-8-16,10 2-1 15,13-2-2-15,10-3 0 0,1-10 2 16,11-7-8-16,12-11 5 16,10-10-1-16,5-2-13 15,5-10 6-15,8-15 1 16,-2-6 9-16,-6-3 0 16,-9 2 1-16,-11 7 0 15,-13 7 9-15,-7 10 1 16,-3 8 30-16,0 13-22 15,0 29-14-15,0 23 5 16,0 23 15-16,7 15-4 16,3 15 9-16,6 9-17 0,-3 0-7 15,-8-2-4-15,-5-9-1 16,-5-14 0-16,-24-17 0 16,-12-20-3-16,-12-22 3 15,-4-20-2-15,-9-19-1 16,-7-4 2-16,-1-27-1 15,-10-22 1-15,5-14 1 16,6-11 1-16,16-11 0 16,20-5 0-16,23-1-1 15,14 7 0-15,21 6-9 16,21 12-26-16,12 14-13 16,10 7-46-16,3 6-70 15,3 5-84-15,3 1-51 0,5-1-187 16</inkml:trace>
  <inkml:trace contextRef="#ctx0" brushRef="#br0" timeOffset="28714.16">18460 4010 1301 0,'0'0'7'0,"0"0"266"0,0 0-162 0,0 0-105 0,0 0-6 16,0 0 0-16,11 61 13 15,4-19-5-15,2 1 2 16,-2-6-2-16,2-2-6 16,0-7-2-16,4-7 0 0,-1-7-3 15,2-10 3 1,1-4-7-16,3-7-12 0,-1-24 5 16,5-9 6-1,-5-7 4 1,-5-5 4-16,-1 7 0 0,-8 10 2 15,-1 13 0-15,-6 12 2 0,-2 8 13 16,-2 2-17-16,0 17-1 16,0 12 1-16,0 6 3 15,3 1-2-15,7-1 1 16,7-2 0-16,2-5-2 16,5-3 0-16,1-8 1 15,2-8-1-15,2-7 0 16,-1-2-4-16,0-10-3 0,-4-18 4 15,2-9 1-15,-6-8 0 16,-1-1 2-16,-6 6 0 16,-4 8 1-16,-5 14 1 15,-2 8 5-15,-2 10 10 16,0 0-17-16,0 22-3 16,0 11 3-16,0 6 4 15,1 0-3-15,8 2 2 16,3-4-3-16,1-6 0 15,-2-4-1-15,-2-5-7 16,3-8-87-16,-2-8-183 16,5-6-45-16,0-4-274 15</inkml:trace>
  <inkml:trace contextRef="#ctx0" brushRef="#br0" timeOffset="29047.52">19092 3723 913 0,'0'0'114'0,"0"0"-110"0,-96-2 149 0,76 30-101 0,9 7-10 15,11 1-20-15,0-1-7 16,6-6-8-16,16-7 7 16,1-7 4-16,7-9 2 15,4-6 19-15,-5-3-9 0,-6-18 1 16,0-7-5-1,-11-9 31-15,-5-5-14 0,-7-2-21 16,0 1-8-16,-2 7-11 16,-11 11-3-16,-1 12-3 15,-5 13-10-15,-1 7-1 16,0 27-24-16,-4 11-34 16,13 5-45-16,4 5 8 15,7-3-18-15,0-4-58 16,14-7-30-16,8-6-118 15</inkml:trace>
  <inkml:trace contextRef="#ctx0" brushRef="#br0" timeOffset="29623.56">19277 4073 508 0,'0'0'311'16,"0"0"-233"-16,86-63 99 0,-48 29-66 16,2-5-50-16,2-6-8 15,-5-9-21-15,-7-5-16 16,-9-7 1-16,-9 1 3 15,-8 8 9-15,-4 14 25 16,0 20-6-16,0 11 6 16,-6 12 2-16,-10 10-40 15,-1 24-13-15,-3 22 3 0,4 11 0 16,5 12 10 0,8 13 11-16,3 10-11 15,0 12 5-15,0 8-9 16,13 6-5-16,10 6 2 0,3 4-1 15,4-4-2-15,-4-2-4 16,-3-9-1-16,-6-22-1 16,-12-14-1-16,-5-25-1 15,-8-24-3-15,-20-20 1 16,-10-18 3-16,-4 0 2 16,-4-32 0-16,1-10 6 15,8-15-6-15,10-12 1 16,11-12-2-16,16-21-5 15,0-14 5-15,34-10-6 16,17-2-28-16,9 8-16 16,4 18-23-16,-5 19 27 15,-4 23 33-15,-8 22 13 0,-7 17 1 16,-7 12 13-16,-3 9 12 16,-5 4 10-16,-5 18-6 15,-5 7-4-15,-5 2-2 16,-6 0-7-16,-2-4-8 15,-2-1 1-15,0-5-8 16,0-5-1-16,0-5-1 16,0-4 0-16,0-4-2 15,0-3-68-15,0-1-77 16,0-23-65-16,0-11-193 16,0-14-69-16</inkml:trace>
  <inkml:trace contextRef="#ctx0" brushRef="#br0" timeOffset="29748.87">19934 3882 755 0,'0'0'86'0,"0"0"8"0,0 0 65 0,0 0-146 0,0 0-13 15,0 0-11-15,-33 25-1 16,33 7-113-16,17 0-164 16</inkml:trace>
  <inkml:trace contextRef="#ctx0" brushRef="#br0" timeOffset="30887.46">20230 3965 950 0,'0'0'90'16,"0"0"-13"-16,0 0 67 0,-91-14-109 16,75 38-13-16,2 10-1 15,5 5-6-15,8 1 8 16,1 0-5-16,1-2 4 15,19-5-12-15,10-3-3 16,4-6 5-16,14-7-10 16,5-5 5-16,3-10-5 15,4-2 3-15,-1-2-2 16,-4-17-1-16,-3-10-2 16,-7-7 2-16,-9-11 8 15,-9-3-7-15,-12 0 2 16,-8 8 1-16,-7 11-4 15,-3 12 2-15,-16 13 24 0,-9 6-17 16,-5 10-8-16,0 19 2 16,5 7-4-16,8 1-1 15,8 1 0-15,6-1 0 16,6-7 0-16,0-2 0 16,6-10 0-16,14-6-2 15,5-6 1-15,3-6 1 16,8 0-6-16,3-8-7 15,1-13-6-15,0-5 2 16,-1-7 7-16,-6-1 7 16,-5-5 3-16,-8 7 2 15,-10 9 4-15,-5 9-2 16,-4 11 10-16,-1 3 22 16,-1 5-29-16,-17 21 0 0,-2 9-7 15,6 0 1-15,6-3 2 16,5-2 1-16,3-5-4 15,0-9 1-15,2-1 0 16,14-9-1-16,2-3 5 16,9-3 4-16,4 0 2 15,5-18-4-15,5-2-7 16,0-7 3-16,-1-3 4 16,-4-2 0-16,-9 1 0 15,-8 4 12-15,-11 9-4 16,-4 8-4-16,-4 7 8 15,0 3-9-15,0 7-10 0,-1 14-3 16,-8 5 1-16,3 0 2 16,4-2 0-16,2-4-1 15,0-6 1-15,0-4-1 16,6-5 0-16,6-5 1 16,9 0 6-16,3 0-3 15,3-7 1-15,2-11-3 16,4-5-2-16,-3-6 0 15,0-5 1-15,-3-5 0 16,-3 1-2-16,-5 5 2 16,-5 12 1-16,-10 10 0 15,2 11-1-15,-6 5-3 16,0 28-24-16,0 8 27 0,0 5 2 16,0 0-2-16,0-13 0 15,6-4-1-15,5-11 2 16,5-6 0-16,11-9 3 15,6-3 7-15,10 0-5 16,3-19-6-16,-6-9 0 16,-5-11 2-16,1-9-2 15,-2-11-3-15,-1-10-3 16,-3-9 5-16,-7-12 1 16,-6-7-5-16,-8 11 5 15,-5 12 3-15,-4 28-3 0,0 29 5 16,0 17-5-16,-12 19-1 15,-16 34-4-15,-2 23 5 16,6 10 3-16,12 0-1 16,5-3-2-1,3-5 0-15,1-4-3 0,-1-7 3 16,1-9 0-16,2-10-67 16,-2-14-229-16,3-18-170 15</inkml:trace>
  <inkml:trace contextRef="#ctx0" brushRef="#br0" timeOffset="31749.25">21815 3876 1241 0,'0'0'22'0,"0"0"82"0,0 0-48 0,0 0-13 15,118-30-39-15,-66 30-4 16,-3 0-16-16,-6 0 1 15,-10 0-89-15,-3-7-42 16,-8-15 26-16,-7-13 32 16,-7-5 68-16,-1-14 16 15,-4 1 4-15,-3 0 13 16,0 11 35 0,0 15 57-16,0 15-21 0,-3 12 14 15,-9 8-65-15,-6 29-33 0,-4 16 38 16,6 11 46-1,7 0-45-15,7-3-10 16,2-7-9-16,0-4-11 16,8-5-1-16,6-9-7 0,2-8 2 15,4-11 0-15,1-7-1 16,6-8 3-16,6-2-2 16,3-7 2-16,-2-18-5 15,0-7 0-15,-4-7-2 16,-9 1 2-16,-9 4 0 15,-4 10 2-15,-7 10 4 16,-1 11 8-16,0 3 39 16,0 9-53-16,-9 21-12 0,-3 9 12 15,0 4 0-15,6 1 1 16,6-6-1-16,0-4 0 16,0-8 0-16,15-5-3 15,5-9 3-15,2-6 2 16,3-6-1-16,5-2 0 15,-2-17-1-15,1-11 1 16,-4-5-1-16,1-7 2 16,-6-1-1-16,-5 8 2 15,-5 10-1-15,-3 10 7 16,-7 10-6-16,0 5 1 16,0 13-4-16,-18 29-18 0,-9 19 18 15,-3 17 0-15,6 9 1 16,6 13 4-16,15 15 10 15,3 14-8-15,8 15-3 16,1 3-3-16,-2 0-2 16,-7-5 2-16,0-17-2 15,-16-17-2-15,-4-29-51 16,-4-30-17-16,-2-27 36 16,-4-22 27-16,3-21 8 15,-6-27 22-15,2-20 39 16,2-16 17-16,10-14-30 15,10-11 8-15,9-10-32 16,18 1-16-16,15 8-1 16,15 10-7-16,10 12-2 15,15 13-7-15,18 8-58 0,19 5-111 16,20 12-76-16,36 6-27 16</inkml:trace>
  <inkml:trace contextRef="#ctx0" brushRef="#br0" timeOffset="32637.45">24161 3811 1036 0,'0'0'56'0,"0"0"-56"16,0 0 146-16,0 0-97 0,57-88-33 0,-51 70 1 0,-6-5 52 15,0 0 12-15,-16 2-61 16,-14 9-4-16,-10 12 2 16,-9 1 3-16,-10 28 3 15,1 9 5-15,4 7-5 16,10 0-6-16,14-1-4 15,13-6-9-15,14-6-5 16,3-3 0-16,18-8-2 16,18-6 2-16,10-11 6 15,11-4 1-15,-6-1-6 16,3-20 0-16,-14-8-1 16,-2-11-6-16,-8-13 5 15,-7-11-11-15,-5-17 4 0,-6-8-7 16,-2-2 9-16,-3 0 3 15,-4 14-5-15,2 22 8 16,-5 19 0-16,0 24-3 16,0 12 2-16,-1 25-6 15,-19 24-9-15,1 14 16 16,-1 11 0-16,10 1-2 16,5 0 2-16,5 3 0 15,3-7-2-15,18-10 1 16,13-8-5-16,7-9 2 15,12-11 4-15,7-8-1 16,4-15 1-16,2-10-7 16,-9-2-52-16,-6-22-8 15,-10-13 11-15,-11-10 41 0,-9-10 12 16,-8-4 3-16,-7 4 14 16,-6 11 16-16,0 16 37 15,0 16-1-15,0 11 15 16,-1 5-55-16,-12 27-26 15,1 11 0-15,-1 8 3 16,8-6-2-16,5-4-1 16,0 1-1-16,0-9-4 15,8-5 3-15,3-5-20 16,0-5-149-16,2-10-88 16,0-5-28-16,4-9-256 15</inkml:trace>
  <inkml:trace contextRef="#ctx0" brushRef="#br0" timeOffset="32762.41">24733 3334 844 0,'0'0'1'0,"0"0"-1"0,0 0 0 0,0 0-8 16,-46 87-119-16,53-44-231 15</inkml:trace>
  <inkml:trace contextRef="#ctx0" brushRef="#br0" timeOffset="34574.93">25086 3534 909 0,'0'0'101'16,"17"-120"-95"-16,-11 58 176 16,4-1-145-16,-4 6-32 15,-1 10 10-15,-5 13-11 16,0 12 6-16,0 14 20 15,-2 8 16-15,-18 6-24 16,-9 25-21-16,-1 13 0 16,6 11 8-16,7 5-7 15,7 7 11-15,10 10 6 16,0 14 11-16,8 9-5 16,14 12-5-16,-1 2-12 0,3 0-3 15,-2 1-2 1,-8-2-1-16,1-4-2 15,-8-9 1-15,-1-4 3 0,-1-7-4 16,-4-11 0-16,5-9-2 16,-6-19 1-16,0-17-2 15,2-16 2-15,-2-14-13 16,9-3-14-16,10-10-32 16,7-21 46-16,5-15-7 15,3-14 2-15,-8-8 13 16,-1-9 6-16,-9-5 4 15,-8-3 9-15,-8-3 27 16,-8 1 41-16,-22 3-43 0,-11 9 28 16,-7 10-3-1,-1 10-32-15,8 14-7 0,11 13-10 16,14 11-3-16,10 7-11 16,6 4 0-16,0-1-2 15,22-1-8 1,14-6-16-16,13 3-39 0,4-7-23 15,5-4-17-15,-4-10 12 16,-2-13-11-16,-6-11-17 16,-3-10 1-16,-8-5 3 15,-6 4 28-15,-12 5 85 16,-7 11 4-16,-7 9 67 0,-3 11 40 16,0 12 9-1,-3 6 18-15,-5 6-39 0,-1 7-41 16,-4 10-35-16,-1 25-18 15,-1 14-1-15,3 15 21 16,9 17 25-16,3 13-6 16,0 14 1-16,15 3-16 15,3 0 0-15,2-3-4 16,4-9-17-16,-3-3-4 16,6-16 0-16,0-8-1 15,4-13 1-15,-1-11-1 16,-1-16-1-16,-4-12-7 15,-1-16 7-15,-3-4-1 16,1-14-1-16,-3-17-2 16,-5-13 3-16,-5-10 3 0,-7-12 0 15,-2-10 1 1,0-9 0-16,-7-1 2 16,-12 7-2-16,-10 14 2 0,-3 16 2 15,-5 19-1-15,1 11-2 16,7 11-1-16,7 8 1 15,3 0-2-15,5 14-6 16,2 4-2-16,8 3 0 16,4-1 1-16,0 1 4 15,16-1-1-15,7-3-2 16,5-3 2-16,5-6-24 16,1-5-24-16,-1-3-14 15,-2 0 33-15,-5-11-12 16,-4-9 16-16,-6-5 24 0,-5-8 5 15,-8-5 3-15,-3-4 1 16,0 0 0-16,0 3 2 16,-6 11 8-16,-4 4 5 15,0 5 2-15,4 9-9 16,2 2-6-16,2 4 6 16,2 4-12-16,0 0 0 15,0 0-6-15,0 3-5 16,0 8 8-16,0 1 1 15,0 1-1-15,8-5 1 16,6-2 0-16,2-2 2 16,3 3 0-16,1-7-3 15,-1 0-3-15,-3 0-25 16,1 0 6-16,-5-7 17 0,-1 0 1 16,-3-2 7-16,-6 5 2 15,-1 1 0-15,-1 1 4 16,0 2-1-16,0 0-5 15,0 0-2-15,0 0-2 16,0 14 2-16,0 2 1 16,0 3 2-16,6-1 0 15,4 1-1-15,1-5-1 16,6 0 1-16,3-6 0 16,5 0 1-16,5-6 1 15,3-2-2-15,0 0 1 0,1 0 0 16,1-13-1-16,-5-2 3 15,-2-5-2-15,-6-6 5 16,-8-2-6-16,-4 0 10 16,-9 3 3-16,-1 5 4 15,0 6 17-15,0 7-4 16,-11 4-9-16,2 3-14 16,-5 0-7-16,-1 18-3 15,3 5 0-15,2 2-3 16,4 1 4-16,6-1 2 15,0-2-5-15,3-2 4 16,16-5-3-16,5-4-2 16,3-4-2-16,4-3-29 15,2-5-26-15,4 0 37 16,1 0 19-16,-2-13-5 16,-2-1 5-16,-4-4 7 0,-6 2 2 15,-7 0 11-15,-6 7 11 16,-5 3 45-16,-3 3-17 15,-3 3 16-15,2 0-38 16,-1 0-23-16,6 0-7 16,4 3-1-16,8 9 1 15,-1 0 1-15,4-1-1 16,-1-3 0-16,3-1-1 16,5-4 1-16,-2-3-2 0,-2 0 4 15,-3 0-1 1,-5 0-1-16,-4 0-1 0,-7 0-3 15,-3 0-14-15,0 0-122 16,0 0-100-16,2-13-305 16</inkml:trace>
  <inkml:trace contextRef="#ctx0" brushRef="#br0" timeOffset="36177.71">28512 3567 1191 0,'0'0'74'0,"0"0"-68"0,0 0 149 0,0 0-107 0,81-75-48 15,-38 56 0-15,-1-2-4 16,-6-2 4-16,-8-5 0 16,-6-12 0-16,-11-7 2 15,-10-8 1 1,-1-8-1-16,-4 4 4 0,-13 8-4 16,-1 16 0-16,3 15 7 15,-1 16 5-15,-1 4 5 16,-5 17-19-16,-3 21 1 15,4 9 1-15,8 14-2 16,5 13 5-16,8 12 0 16,0 12 11-16,0 14 17 15,14 8-11-15,3 7-10 0,5 0 5 16,1-2-7-16,3-14-8 16,3-13 2-16,3-15-4 15,1-17 0-15,-2-19 0 16,0-13-2-16,-4-17 0 15,0-17-1-15,-2 0 2 16,1-25 1-16,-4-11-2 16,-4-13 2-16,-5-11 3 15,-5-12-2-15,-4-6 2 16,-4-5-3-16,-9-1 3 16,-19 4 2-16,-12 8 0 15,-14 10-4-15,-9 8 2 16,-4 9 16-16,5 12-1 0,10 8-9 15,16 10-3-15,17 9-6 16,12 5 0-16,7 0-2 16,2 1-8-16,28 0-4 15,19 0 12-15,13 5 0 16,9-3 2 0,1-2-9-1,2-3-2 1,-1-18 1-16,0-7-5 0,-9-7 4 15,-12-10-10-15,-13-5 4 0,-17-2 16 16,-13 4 1-16,-9 10 3 0,0 13 4 16,-7 8 0-16,-6 9 9 15,2 6-6-15,2 2-10 0,-1 2-3 16,5 15-2-16,2 4 0 16,3 4-2-16,2 1 5 15,17-2 1-15,1-1 0 16,2-1 1-16,-1-5 0 15,-3-2 0-15,-4-3 3 16,-3-4-3-16,-2-4 0 16,0-2 0-16,-2-1 4 15,2 0-2-15,3 1 4 16,0 3-2-16,2 2-2 16,5 3-2-16,2 4 0 15,4 5 2-15,-4-2-1 16,2-1-1-16,-3 0 0 15,0-2 0-15,-1-6 0 16,2-4 0-16,-1-4 4 0,0 0 2 16,3-2-3-16,-1-15-1 15,1-3 0-15,0-6-2 16,0-7-1-16,-4-3 0 16,-1-3-5-16,-6 1-4 15,-7 5 9-15,-5 8 1 16,0 8 1-16,-5 5 4 15,-13 6-2-15,-9 6-3 16,-10 0 0-16,0 9 0 16,2 13 3-16,6 5-2 15,10 7 0-15,8 1 3 16,9 6-4-16,2 1 1 0,9 2-1 16,17-2 0-16,3-9 0 15,4-6-2 1,2-9 2-16,3-8 0 0,0-7 1 15,0-3 0-15,-2-3 0 16,-3-16-2-16,-3-7 2 16,-5-11-2-16,-6-4 1 15,-8-3 0-15,-6-2 1 16,-5 4 2-16,0 8-2 16,-11 6 1-16,-13 7-1 0,-7 4-1 15,-5 11-2-15,-4 6 1 16,-2 0 0-16,5 4 1 15,7 13-3 1,5 3 0-16,8 3-1 0,7-1 1 16,7 3 0-16,3 0-5 15,0-3 3-15,19 0-1 16,6-4-5-16,5-4-60 16,5-6-18-16,3-1-37 15,5-3-87-15,1-4-62 16,1 0-359-16</inkml:trace>
  <inkml:trace contextRef="#ctx0" brushRef="#br0" timeOffset="36817.3">30273 3396 1022 0,'0'0'24'0,"0"0"215"0,0 0-80 0,0 0-55 0,0 0-93 15,0 0-11-15,23 13 0 16,-23 24 9-16,0 5 2 15,2-1-2-15,-1 0 0 16,1-4 5-16,2-8-10 16,1-8-4-16,-2-8 1 15,0-7-1-15,0-5 3 16,4-1-2-16,5-1 16 16,6-19-5-16,3-7-6 15,1-7-3-15,2-4 3 16,-2 0 1-16,-3 3-7 0,-3 8 5 15,-6 11 1-15,-7 9 11 16,0 5-1-16,-3 2-15 16,0 0-1-16,0 14-9 15,-1 7 9-15,-5 4-1 16,3-2-2-16,1 0 3 16,2-7 0-16,0-2-1 15,0-4-1-15,2-3 1 16,10-3 1-16,4-4 0 15,6 0 4-15,4 0-1 16,6-12 1-16,3-8-2 16,4-3 2-16,0-4-3 0,0-1 0 15,-6 5-1-15,-10 7 3 16,-10 8-3-16,-10 8 5 16,-3 0-5-16,0 0-6 15,0 19-8-15,0 8 14 16,4 4 1-16,0-4-1 15,4-3 0-15,2-5 0 16,3-6 1-16,3-1-1 16,4-7 5-16,4-5-1 15,3 0 4-15,1 0-6 16,-1-11 0-16,-3-2 1 16,-5 1-1-16,-5 2-2 0,-4 1 0 15,-4 5 2 1,-3 2-2-16,-3 2 0 15,6-3-8-15,2-4-54 0,5-4-205 16,4-1-177-16</inkml:trace>
  <inkml:trace contextRef="#ctx0" brushRef="#br0" timeOffset="39152.04">10097 6278 964 0,'0'0'11'0,"0"0"16"0,0 0 144 0,0 0-89 0,0 0-52 16,0 0-27-16,0 0-3 16,-3-34 0-16,30 14 6 15,-3-1-3-15,-5-1 3 16,-7-6 0-16,-8-6 30 15,-4-1-18-15,-4 0 4 16,-17 7 76-16,-12 8-71 16,-10 13 28-16,-5 7-43 15,-10 10-11-15,-3 21 7 16,7 10-3-16,6 5-3 16,7 3 2-16,11 0 0 15,10-5 0-15,10-5-4 0,10-6-3 16,0-9-3-16,24-6 5 15,7-8 0-15,7-10 1 16,9 0-2-16,3-11-2 16,2-13 0-16,-5-5 2 15,-6-3 2-15,-8-1 0 16,-11-2 0-16,-8 5 2 16,-10 9 5-16,-4 7-6 15,0 8 15-15,0 6-2 16,-12 18-8-16,-4 17-6 15,-4 10-2-15,-2 4 0 16,11-3 4-16,8-6 0 16,3-4-1-16,0-8-1 0,20-6-1 15,10-10 0-15,10-10 1 16,2-2 3-16,8-5-2 16,-2-19 0-16,-2-7 3 15,-5-7-2-15,-7-6 3 16,-6-3-2-16,-4-6 1 15,-9 1-1-15,-7 5-1 16,-4 13 4-16,-4 12-4 16,0 11 6-16,-4 9 17 15,-7 2-4-15,-4 8-21 0,-9 18-5 16,-1 3 2 0,4 4-1-16,2-2 2 0,5-2 0 15,8 3 2 1,5-3 0-16,1 1-3 0,0-2 2 15,6-2-1 1,9-3 2-16,3-1-3 0,1-5 3 16,-2-4 0-16,-6-5-1 15,0-4-5-15,-5-2-4 16,-3-2-19-16,-3 0 19 16,4 0 10-16,-4 0 7 15,3-9-2-15,0-6-5 16,8-7-3-16,5-3 2 15,2-3 0-15,10-8-1 16,4-3 0-16,4-5 2 16,8-6-3-16,-2 3-10 15,-3 0 12-15,-4 6 1 0,-12 13 0 16,-10 10 0-16,-10 14 8 16,-3 2 14-16,0 2 7 15,0 0-7-15,0 0-10 16,-13 11-12-16,-5 9 2 15,-3 4-2-15,-1-1 3 16,11 4-3-16,7-2 0 16,4 3 1-16,0 1-1 15,6 3-1-15,18 2 0 16,4 0 1-16,2 2-2 0,4-7 2 16,-4-3 0-1,-2-5 0-15,-8-3-1 0,-7-10 1 16,-8-2 0-16,-5-4-2 15,0 1 2-15,-18 2 2 16,-12-1 1-16,-10 1 3 16,-7 0-5-16,0-3-1 15,0-1 0-15,9-1 0 16,8 0-20-16,15 0-65 16,10-1-19-16,5-11-66 15,15-8-83-15,17-7-57 16,12-9-158-16</inkml:trace>
  <inkml:trace contextRef="#ctx0" brushRef="#br0" timeOffset="40749.43">11089 6017 481 0,'0'0'631'0,"0"0"-611"0,0 0 211 16,0 0-214-16,0 0 12 15,0 0-5-15,-3 105 27 16,3-66-18-16,0 0 16 15,2-4-26-15,14-3-17 16,2-7 1-16,3-6-4 16,4-6-3-16,5-9 2 15,6-4 0-15,1-2 3 0,-1-20-5 16,-6-7 3 0,-3-5 2-16,-10-5-3 15,-6-4-2-15,-8 1 3 16,-3 4 3-16,0 9 2 15,0 13-5-15,0 9 16 16,-3 7 15-16,-5 1-34 0,1 26-8 16,0 7 6-16,1 5-2 15,6-1 5-15,0-1-1 16,1-5 0-16,15-2 0 16,7-6-3-16,8-7 2 15,12-7-1-15,10-9 1 0,5-1 1 16,5-6-7-1,-4-13-10-15,-2-6-2 0,-11-7-10 16,-15-1 17-16,-15-4 10 16,-9 3 2-16,-7 9 8 15,0 5 1-15,-4 14 23 16,-4 6 37-16,-8 2-69 16,-1 22-1-16,-4 8-4 15,-4 5 5-15,7 1 0 16,2 0 2-16,5-4-1 15,8-5-1-15,2-7 1 16,1-5-2-16,0-9 0 16,0-3-1-16,1-5 2 15,13 0 0-15,5-16 1 16,9-11 8-16,5-11-6 0,3-3 0 16,0-5-2-1,-2 7 0-15,-7 2-2 0,-8 13 1 16,-8 12 0-16,-8 8 3 15,-3 4-3-15,0 4-9 16,3 20-4-16,-3 7 13 16,3 3 6-16,-3 1-5 15,0-3 2-15,0-2-3 16,0-5 1-16,0-4-1 16,0-8 0-16,0-6 0 15,0-7 0-15,0 0 0 16,0 0 7-16,7-8 2 0,8-13-3 15,4-13-6-15,5-5-2 16,2 0 1-16,-2 1 0 16,-5 4 0-1,-4 7 1-15,-5 11 1 0,-5 6 2 16,-2 5 0-16,-3 5-3 16,1 0-1-16,-1 15-14 15,0 9 8-15,0 5 7 16,0 2 0-16,0-1 0 15,3-2 1-15,3-2-1 16,5-7 0-16,-1-4 0 16,2-7 1-16,4-6-1 15,3-2 0-15,4 0 0 16,6-12 3-16,5-9-1 16,2-5-1-16,5 0-2 15,-5-4-1-15,-6-1 1 16,-9 5-6-16,-12-4-1 0,-9 10 6 15,0 4-1 1,0 5 2-16,-12 5 1 0,-1 6-3 16,-8 0 0-16,6 10-3 15,-7 14 2-15,5 6 4 16,2 1 3-16,6 1 2 16,9-1-4-16,0 0 2 15,9-2-3-15,15-7 1 16,10-1 0-16,21-5 2 15,13-8 0-15,14-4-2 0,9-4 0 16,0 0 0 0,-6-2 2-16,-8-14-3 15,-16-5 2-15,-17-7-2 0,-14-3 2 16,-19-5-2-16,-11 1 7 16,0 3-5-16,-17 7-2 15,-7 7 1 1,-1 12 2-16,-5 4 4 15,-3 2-7-15,3 13 0 0,0 12-1 16,3 6 1-16,6 3 0 16,7 0 0-16,9 0 0 15,5-2-2-15,0-4 2 16,6-4 0-16,12-7 0 0,6-6-5 16,4-7-8-1,3-4-15-15,5 0-14 16,2-13-62-16,-1-9-14 0,0-8 30 15,-4-7-9-15,-6-10 30 16,-8-8 30-16,-4-7 17 16,-6-13 12-16,-4-5 8 15,-4-5 0-15,-1 6 1 16,0 10 4-16,-6 20 7 16,-2 19 48-16,0 14 16 15,0 16 22-15,-1 5-55 16,-4 29-33-16,5 13-1 0,1 16 39 15,5 5-3 1,2 4-5-16,2 3-9 0,19 0-22 16,8-6-2-16,7 0-7 15,9-7-4-15,7-9-41 16,5-9-185-16,6-16-45 16,1-15-408-16</inkml:trace>
  <inkml:trace contextRef="#ctx0" brushRef="#br0" timeOffset="41276.56">14091 6017 1273 0,'0'0'0'0,"0"0"0"0,-30 72 125 0,23-8-19 0,4 11-28 16,1 8-5-16,1 5-32 15,-2-2-20-15,-3-2-7 16,-6-6-11-16,6-6-3 16,0-12-1-16,1-14 1 15,2-12-2-15,0-11-12 16,3-13-99-16,0-10-82 16,0-6 36-16,3-24 21 15,8-15-94-15,5-13 140 0,1-15 59 16,-1-13 23-1,-5-11 10-15,-2-9 46 16,-2-1 39-16,-3 11 23 16,2 19 2-16,0 23 35 0,2 19 24 15,-1 16-69-15,2 12-25 16,5 7-56-16,10 5-18 16,8 21-1-16,6 8 11 15,-3 8-8-15,-12-3-3 16,-5 3-1-16,-12-4 1 15,-6-3 0-15,0-4 2 16,-24-6 0-16,-7-4-1 16,-7-4 2-16,-2-5 0 15,1-4 1-15,7-2-4 16,9-5-2-16,11 0-4 0,8-1-85 16,4 0-71-1,0-10-15-15,20-8-183 0,13-5-348 16</inkml:trace>
  <inkml:trace contextRef="#ctx0" brushRef="#br0" timeOffset="41639.37">14589 6076 1203 0,'0'0'5'0,"0"0"81"0,0 0-16 15,0 0-43-15,0 0-17 16,-28 96 51-16,26-51-42 0,2-3-13 15,2 1 0 1,19-5 3-16,11-6-4 0,7-7-5 16,6-9 4-16,4-7-4 15,-4-9 0-15,-9-8-4 16,-6-22 4-16,-12-14-11 16,-12-7 10-16,-6-8-4 15,-8 1 5-15,-17 5 2 16,-5 13-2-16,-1 11 0 15,1 15 1-15,0 13-1 16,0 1-2-16,2 25-8 16,8 12 4-16,4 8 5 15,9 5-4-15,7-1-3 16,0-1-4-16,12-3-75 16,11-12-58-16,9-7-32 0,5-9-19 15,5-11-129-15</inkml:trace>
  <inkml:trace contextRef="#ctx0" brushRef="#br0" timeOffset="42119.73">15007 6279 223 0,'0'0'490'16,"57"-91"-458"-16,-35 56 107 15,-7 11-34-15,-6 13 18 16,-8 11-15-16,-1 4-23 16,0 27-85-16,0 20 31 15,0 18 44-15,0 14-1 0,-3 14 21 16,-2 9-31-16,3 7-24 15,1 7-24-15,-1 4-7 16,2-6-1-16,0-14-7 16,0-17 0-16,0-24-1 15,0-22 0-15,0-18-1 16,2-18 0-16,1-6 1 16,2-31 14-16,0-15-10 15,2-19-4-15,1-11-1 16,0-17 0-16,-1-12 1 15,0-11-1-15,1-8 0 16,1 0-1-16,2 0-3 16,2 14-3-16,0 21 8 15,0 27 0-15,5 23 0 16,-1 19 0-16,4 14 0 0,2 7-6 16,4 6 0-16,7 21 1 15,-1 14 5-15,2 5-1 16,-10-1 1-16,-8 3 0 15,-10-8 0-15,-7-6 0 16,-1-9 3-16,-22-7-2 16,-15-4 13-16,-12-5-10 15,-13-3-3-15,-1 2-1 16,3-4-13-16,9-4-235 16,10 0-369-16</inkml:trace>
  <inkml:trace contextRef="#ctx0" brushRef="#br0" timeOffset="43949.82">16174 6184 1214 0,'0'0'41'0,"0"0"-39"0,0 0 131 0,0 0-59 15,0 0-71-15,0 0 10 16,53 101 34-16,-47-36-30 16,-4-5-8-16,-2-3 16 15,0-9-18-15,0-9-5 16,0-9 2-16,-5-11 0 16,4-11-1-16,-1-8-1 15,2 0 3-15,0 0 22 16,0-14 38-16,11-14-39 15,7-7-23-15,4-13 1 16,2 4 1-16,-3-1 0 16,1 9 1-16,-7 11 8 0,-5 11-3 15,-5 8-3 1,-5 6 8-16,0 0-16 0,0 18-6 16,0 11 4-16,0 7 2 15,0 1 2 1,-2-4-1-16,1-1 2 0,-1-10-1 15,2-4-2-15,0-9-1 16,0-5 1-16,0-2 2 16,10-2 3-16,9-2 1 15,10-16 3-15,7-3-5 16,3-8-2-16,0-1 2 16,-3-4-1-16,-5 1-3 15,-5 8 0-15,-12 9 0 16,-8 8 0-16,-4 8 6 0,-2 0-6 15,0 0-5-15,0 16-14 16,0 6 12-16,2 4 7 16,4 4 2-1,4-7 2-15,3-3-4 0,4-4-1 16,10-3 1 0,6-4 2-16,10-7 5 0,5-2-6 15,1 0-1-15,-3-8 0 16,-3-12-2-16,-5-6-5 15,-4-8-2-15,-9-7-3 16,-6-3 7-16,-9 4 1 16,-10 8 2-16,0 10 2 15,0 6 0-15,-10 6-2 16,-9 10-4-16,-6 0-1 16,-6 11 4-16,-1 15 1 15,5 6 2-15,9 3-1 16,10 4 0-16,8 0 1 0,5-1 0 15,27-3-2-15,14-5 1 16,18-5 2-16,18-6-1 16,11-6 0-16,7-7-2 15,0-6 2-15,-5 0-2 16,-8-15 1-16,-13-11 1 16,-16-12 2-16,-16-5 1 15,-13-8 0-15,-16-2 6 16,-13 5-8-16,0 9 0 15,-12 8 8-15,-18 9-4 16,-10 13-1-16,-9 9-2 16,-2 7 3-16,3 21-1 0,7 7 6 15,11 2-7-15,12 1 1 16,10 2-3-16,8-6-2 16,0-3 0-16,5-6 0 15,14-8-1-15,4-7-8 16,3-6-7-16,4-4 8 15,3-5 1-15,0-16 7 16,1-4-3-16,-1-8 4 16,-3-2-2-16,-5 1 2 15,-7 4 0-15,-7 7 3 16,-7 11-3-16,-4 6 1 0,0 6 4 16,0 0-5-1,0 10-11-15,-4 11-1 0,-2 5 12 16,6 4 0-16,0-7 1 15,0-2-1-15,13-1 0 16,8-6 0-16,4-5 0 16,8-6-3-16,4-3-4 15,2-4 0-15,4-16-5 16,-1-8-1-16,0-1 8 16,-2-6 0-16,-5 1 5 0,-12 3 0 15,-8 7 0 1,-10 8 2-16,-5 9 5 0,0 7 8 15,0 0-11 1,-17 19-4-16,-5 9 0 0,-5 6 10 16,5 1-6-16,7-2-1 15,2-4-1-15,4-3-1 16,7-8-1-16,2-7 0 16,0-6-2-16,0-5 2 15,24 0 3-15,6-5 9 16,10-16-11-16,3-9 3 15,-2-5-4-15,-1-6 0 16,4-1 1-16,-6 3-1 16,-5 8 2-16,-13 15 1 15,-10 7 3-15,-9 9 12 0,2 0-14 16,0 21-4 0,2 14 0-16,1 9 25 0,2-5-17 15,-3 0-6 1,4-8-2-16,-1-1 0 0,0-9-2 15,1-5-23-15,0-5-88 16,9-9-184-16,9-2-102 16</inkml:trace>
  <inkml:trace contextRef="#ctx0" brushRef="#br0" timeOffset="44339.37">19307 6207 529 0,'0'0'511'0,"0"0"-497"0,0 0 174 0,0 0-75 0,-39-82-59 16,18 49 9-16,-1 0-7 15,4-4-1-15,1-1 9 16,11 1-30-16,6 1 0 15,0 3-7-15,8 0-19 16,19 7-7-16,6 8-1 16,3 9-1-16,-1 9-5 15,2 0 3 1,-7 24-1-16,0 12 4 0,-9 7-6 16,-8 7 5-16,-10-5-1 15,-3-3 2-15,-10-4-1 0,-14-1 2 16,-1-6 0-16,-4 0-1 15,4-2 0-15,7 3-2 16,-1 5 0-16,4 3-82 16,4 7-232-16,4 2-128 15</inkml:trace>
  <inkml:trace contextRef="#ctx0" brushRef="#br0" timeOffset="44626.14">19238 6825 819 0,'0'0'152'0,"0"0"-35"15,0 0 27-15,0 0-65 16,0 0-52-16,0 0 83 16,-24 40-48-16,23-26-22 15,1-3-5-15,0-1-19 16,9-4-7-16,10-3 4 15,2-3 3-15,8-2 9 16,-3-13-5-16,1-7 2 16,-8-3 6-16,-8-1 6 15,-11 1-16-15,0 7-18 16,-31 2-8-16,-16 6-87 16,-17 7-284-16</inkml:trace>
  <inkml:trace contextRef="#ctx0" brushRef="#br0" timeOffset="77157.37">20109 5015 341 0,'0'0'19'0,"0"0"85"0,0 0 10 16,0 0-103-16,0 0 38 0,0 0 16 15,0 0-14 1,-17-2 19-16,15 2 2 0,1 0-4 16,1 0-4-16,-3 0 6 15,3 0-7-15,0 0-11 16,0 0-16-16,0 0-5 16,0 0-10-16,0 0 1 15,16 0 20-15,5 0 13 16,6 0-26-16,6 0-9 15,4 0 1-15,2-4-10 16,4-2 0-16,9 6 5 16,5-5-2-16,8 0-7 0,7 1 3 15,2 3-4 1,-2-3 0-16,9-1-2 0,1 2-2 16,12-5 3-1,7 0 7-15,7 2-5 0,-5-1 0 16,4 2 3-16,-8-3-4 15,-4 6-1-15,-1-6 2 16,5 6-3-16,-3-4 3 16,6 0-2-16,-2 0-3 15,0 0 7-15,1-3-3 16,1 4-1-16,-7-1-1 16,-4 1 5-16,-3-1-6 15,-3 0 6-15,1 2-4 16,-3-2 3-16,3-1-2 15,-1-1-3-15,1 3 0 0,-6-3 0 16,1 1-3-16,-5-3 0 16,6 1 0-16,-3-3 3 15,1 2-2-15,-1 0 4 16,-4-2-2-16,4 4 1 16,-6-1-1-16,-1 2-1 15,-6 1 1-15,-2-1 1 16,-3 1-1-16,0-1 1 15,5-1-4-15,1-1 5 16,6 2-5-16,-3-2 0 16,-1 0-1-16,-1 1-1 15,0 0 2-15,-3 1 0 0,-2-2 1 16,-6 2-2-16,-5 2 1 16,-3-1 0-16,-1 2 1 15,-2-1 0-15,-3-1-1 16,-2 4 1-16,-1-2-1 15,-5 0 1-15,-2 2 0 16,-1 0 1-16,-8-1-1 16,-3 0 0-16,-5 1 3 15,-6 0-2-15,-2 2 2 16,-5 0 4-16,-2 0-5 16,-1 0 4-16,0 0-3 15,0 0-4-15,0 0 11 16,0 0-9-16,0 0-2 15,0-2 4-15,0 2-3 16,0 0 1-16,0 0-3 0,0 0 1 16,0 0 0-16,0 0-1 15,0 0-2-15,0 0 0 16,0 0-34-16,-7 0-114 16,-21 0-87-16,-26 0-45 15,-25 9-2-15,-33-2-191 16</inkml:trace>
  <inkml:trace contextRef="#ctx0" brushRef="#br0" timeOffset="78420.63">21453 5272 232 0,'0'0'68'0,"-111"6"8"0,69-6-6 16,5 0-39-16,7 0 40 16,10 0-3-16,4 0 17 15,7-6-18-15,5 3 45 16,2-2-46-16,-1 1-4 15,3 3 9-15,0-2-20 0,0 1-17 16,0-1-18-16,14-3-8 16,9 2-1-16,7-3 6 15,6 0-2-15,10-3 8 16,8 0 13-16,12-3-13 16,14-1 7-16,14-3-2 15,24-5 0-15,17 0-2 16,23 0-3-16,16-1-2 15,8 2-4-15,8 2-8 16,4-4 5-16,7 4-2 16,9-3-5-16,8-1 11 15,3-1-14-15,-5 4 0 16,-10-1 2-16,-15 2 4 16,-18 1-4-16,-16 1-2 0,-23-1-1 15,-18 3-1-15,-14 1 2 16,-17-2 0-16,-15 4 2 15,-10 1-2-15,-14 1 2 16,-12 7 4-16,-14 2 4 16,-8 1 0-16,-9 0-6 15,-3 0 18-15,0-2-2 16,0 2-13-16,0 0 8 16,0-3 0-16,0 3-5 15,0-1-3-15,0 1-3 16,0 0-1-16,0-2 0 0,0 2-3 15,0 0 2 1,0-3-1-16,0 3 0 0,0 0-1 16,0 0 2-16,0 0-1 15,0 0-1-15,0 0 1 16,0 0 0 0,0 0 0-16,0 0 2 0,0 0-6 15,0 0 8-15,0 0-5 16,0 0 0-16,0 0 0 15,0 0 0-15,0 0 0 16,0 0-3-16,0 0 3 16,0 0 0-16,0 0 1 15,0 0-3-15,0-1 4 16,0 1-2-16,0 0 0 16,0 0 2-16,0-2 1 15,0 1-2-15,0 1-1 0,0 0-1 16,0 0 1-16,0 0-1 15,0 0 4-15,0 0-5 16,0 0 2-16,0 0-1 16,0 0 1-16,0 0 3 15,0 0-3-15,0 0 0 16,0 0 0-16,0-2 0 16,0 2 0-16,0 0-2 15,0 0 2-15,0 0 0 16,0 0 0-16,0 0 0 15,0 0 2-15,0 0-2 0,0 0-2 16,0 0 2 0,0 0 0-16,0 0 0 0,0 0 0 15,0 0 0-15,0 0-1 16,0 0 1-16,0 0 1 16,0 0-1-16,0 0 0 15,0 0 0-15,0 0-1 16,0-1 1-16,0 1 0 15,0 0 1-15,0 0-1 16,0-1-2-16,0 1 2 16,0-2 2-16,0 2 0 15,0-1-1-15,0-2-1 0,-3 2 1 16,3-3 0 0,-5-2-1-16,-4 0-17 0,-3-4-123 15,-2 0-50-15,-6 5 68 16,-10 4-173-16,-4 0-137 15</inkml:trace>
  <inkml:trace contextRef="#ctx0" brushRef="#br0" timeOffset="79840.67">11495 4771 422 0,'0'0'102'0,"-111"31"-97"0,58-16 48 0,-2-1 35 15,8-1-17-15,6 0-3 16,6-3-7-16,7-4-16 16,3-1 17-16,10-2-16 15,0-2 7-15,9-1 4 16,-2 0 10-16,7 0-8 16,1 0-13-16,0 0-5 15,0 0 3-15,0 0 5 16,0 0-19-16,22 0-13 15,31-9-5-15,35-3 27 16,37-4 0-16,36-3-17 0,31-4 8 16,26 4-3-16,15 0-13 15,15 5-14-15,-11 2 2 16,-8 5 2-16,-19 1-1 16,-18 2 2-16,-17 2-5 15,-23-1-2-15,-21 3 0 16,-24 0 0-16,-22-1 2 15,-24-2 1-15,-23 0 0 16,-17 2 3-16,-14-1 0 16,-7 2 2-16,0 0 16 0,0 0 10 15,0 0-26 1,0 0 2-16,0 0-2 0,0 0-6 16,-1 0 0-16,1-1 2 15,0 1-2-15,-2 0-3 16,2 0 2-16,0 0-4 15,0 0 5-15,0 0 0 16,0 0-1-16,0 0 1 16,0-2 0-16,0 1 1 15,0 1-2-15,0-1 1 16,0 1 0-16,0 0 3 16,0 0-3-16,0 0 0 15,0 0 0-15,0 0 1 16,0 0 0-16,0 0-1 15,0 0 0-15,0 0 0 0,0 0 1 16,0 0-1-16,0 0 1 16,0 0-1-16,0 0 0 15,0 0 3-15,0 0-3 16,0-2-1-16,0 2 1 16,0 0 4-16,0 0-3 15,0-2-1-15,0 0-1 16,-13-2-1-16,-4 0-1 15,-14 4-4-15,-15 0-13 16,-5 0-80-16,-3 4-135 0,5-1-152 16,15 0-445-1</inkml:trace>
  <inkml:trace contextRef="#ctx0" brushRef="#br0" timeOffset="82060.28">12459 6993 794 0,'0'0'30'0,"0"0"9"0,0 0 112 0,0 0-40 0,0 0-48 0,0 0-17 0,-6 0-14 16,6 0-2-16,0 0-6 16,0 0-5-16,0-2-14 15,0 2-2-15,0 0 5 16,15 0-8-16,21 0 9 15,23 0 33-15,28 0 0 16,22 0-14-16,32 0-11 16,30 0 3-16,30 0 22 0,29 5-29 15,13 2-7 1,13 4-2-16,-2 5 2 0,1 4 1 16,-6 1-7-16,-8 0-2 15,-18-2 2-15,-15 1 2 16,-17-4 2-16,-23-3 10 15,-23-5-6-15,-21-1 22 16,-26-3 12-16,-22-2-24 16,-20-2 1-16,-19 0 8 15,-10 0 8-15,-12 0-20 0,-7 0-1 16,-6 0 5-16,-2 0-5 16,0 0-2-16,0 0 2 15,0 0-6-15,0 0-4 16,0-2 2-16,-2 0 1 15,-1 0-7-15,2 1 2 16,-1-1 0-16,2 2-4 16,-2-1 4-16,2 1-2 15,0 0 0-15,0-2 0 16,0 2 0-16,0 0 0 16,0 0 0-16,0 0 0 15,0 0 0-15,0 0 0 16,0 0 1-16,0 0 0 0,0 0-1 15,0 0 3 1,0 0-3-16,0 0 1 0,0 0-1 16,0 0 0-16,0 0-2 15,0 0 2-15,0 0 0 16,0 0 0-16,0 0 0 16,0 0 0-16,0 0 2 15,0 0-1-15,0 0 0 16,0 0 4-16,0 0-5 15,0 0 0-15,-2 0 0 16,1 0 4-16,1 0-1 16,-2 0-2-16,-1 0 1 0,3 0 1 15,0 0 0 1,-1 0-3-16,1 0 2 0,-2-1 0 16,2 1-2-16,-1 0 2 15,1 0-1-15,0 0-1 16,0 0 3-16,0 0-3 15,0 0 0-15,0 0 1 16,0 0 0-16,0 0 0 16,0 0 2-16,0 0-3 15,0 0-2-15,0 0 2 16,0 0 1-16,0 0-1 16,0 0 0-16,0 0 0 15,0 0 1-15,0 0 0 16,0 0-1-16,0 0-2 15,0 0 2-15,0 0 2 16,0 0-2-16,0 0-1 16,0 0 0-16,0 0 2 0,0 0-2 15,0 0 1-15,0 0 0 16,0 0 1-16,0 0-1 16,0 0 0-16,0 0-1 15,0 0 1-15,0 0 0 16,0 0 1-16,0 0-1 15,0 0 0-15,0 0-2 16,0 0 2-16,0 0-1 16,0 0 1-16,0 0 1 15,0 0-1-15,0 0 2 0,0 0-5 16,0 0 4 0,0 0-1-16,0 0 0 0,0 0 1 15,0-1-1-15,0 1 0 16,0 0 0-16,0 0 0 15,0 0 0-15,0 0 0 16,0 0 0-16,0 0 1 16,0 0-1-16,0 0-1 15,0 0 1-15,0 0 0 16,0 0 0-16,0 0 1 16,0 0-1-16,0 0 0 15,0 0 0-15,0 0 1 16,0 0-2-16,0 0 1 0,0 0 0 15,0 0-1 1,0 0 2-16,0 0-1 0,0 0 0 16,0 0 1-16,0 0-1 15,0 0 0-15,0 0 0 16,0 0 0-16,0 0 0 16,0 0 0-16,0 0 0 15,0 0 1-15,0 0-1 16,0 0 0-16,0 0 0 15,0 0 0-15,0 0 0 16,0 0 0-16,0 0 1 16,0 0-1-16,0 0 0 15,0 0 0-15,0 0 1 16,0 0-2-16,0 0 1 0,0 0 0 16,0 0 0-16,0 0 0 15,0 0 0-15,0 0 0 16,0 0 0-16,0 0 0 15,0 0 1-15,0 0-1 16,0 0 0-16,0 0 2 16,0 0-2-16,0-1 0 15,0 1 1-15,0 0-1 16,0 0 2-16,-2 0 0 16,1-3 0-16,-2 3 20 15,0-2 6-15,0 0 0 16,-2-1-22-16,-2 1-6 15,2-1 0-15,-1 2 0 16,2 0 0-16,-1-2 0 16,-2 1 0-16,4 0 0 0,-1 1 0 15,-1 1 0-15,4-1 0 16,-2-3 0-16,-1 4 0 16,-2-2 0-16,-7-2 0 15,-10-7 0-15,-15-8 0 16,-10-10-43-16,-9-8-102 15,7-6-149-15,13 0-131 16,11 2-101-16</inkml:trace>
  <inkml:trace contextRef="#ctx0" brushRef="#br0" timeOffset="84531.49">2815 9940 429 0,'0'0'14'0,"0"0"51"0,0 0 20 16,0 0-44-16,0 0 6 16,0 0 6-16,0 0 14 15,-12 0-8-15,12 0 4 16,0 0 3-16,0 0 8 0,-3 0-10 15,0 0-5-15,1-5 1 16,-4-2-31-16,-2-3 10 16,0-4 7-16,-1-2-12 15,-1-4-11-15,1 1 0 16,0-6 3-16,0-2-2 16,-3-2-15-1,9-4 6-15,-3 6-4 0,3 6-4 16,3 8 11-16,0 8 6 15,0 4-5-15,0 1-16 16,0 0-3-16,0 6-19 16,6 14 14-16,15 4 5 15,-3 4 1-15,7 2-1 16,2-3 0-16,6-2 0 0,1-4 0 16,8-2 2-16,6-8-2 15,4-4 1-15,4-3 2 16,-5-4 3-16,-2 0-4 15,-7 0-2-15,-7-7-2 16,-4-5 2-16,-6-8 2 16,-4 4 4-16,-4-2 1 15,-6 1-2-15,-6 2 0 16,-2 6 4-16,0 2-6 16,-3 7 14-16,0 0 12 15,0 0-16-15,0 0-13 16,-3 16-10-16,-15 18-3 0,-13 18 13 15,-5 14 1-15,-9 9 1 16,-10 6 1-16,3 7 1 16,-6 2-2-16,4 7-1 15,2-5-2-15,6-7 2 16,2-12-1-16,8-9 3 16,2-10-3-16,4-9 0 15,5-14 0-15,13-11 2 16,6-10-2-16,0-9 3 15,6-1 5-15,0-9 8 16,0-26 1-16,0-14-17 16,0-8-2-16,9-1 2 15,3 15 0-15,-2 10 1 0,-2 12 0 16,-4 8 2-16,-1 13-3 16,3 0-1-16,5 4-11 15,8 18 7-15,5 9 5 16,0 2 3-16,7 3-2 15,1 0 4-15,6-2-5 16,4-5 2-16,7-3 2 16,2-8-3-16,4-9 2 15,-6-2-2-15,-7-7-1 16,-6 0 0-16,-6-10-2 16,-5-9-3-16,-7-5-68 15,-9-3-117-15,-3-3-86 16,-6 1-87-16</inkml:trace>
  <inkml:trace contextRef="#ctx0" brushRef="#br0" timeOffset="84907.23">2649 10258 397 0,'0'0'317'0,"0"0"-298"0,0 0 141 15,0 0-45-15,0 0-52 16,0 0 6-16,-3-2 3 15,3 2-6-15,0 0-4 16,11 0 29-16,11 0-8 16,11 0-8-16,9-2-25 15,7-5-19-15,9-2-18 16,0 3-10-16,3 3-3 16,-4 2 0-16,4 1-11 15,-10 0-96-15,-3 0-160 16,-5 0-67-16,-4 1-197 0</inkml:trace>
  <inkml:trace contextRef="#ctx0" brushRef="#br0" timeOffset="85378.79">4101 10293 35 0,'0'0'676'0,"0"0"-674"0,0 0 185 0,0 0-68 16,0 0-53-16,0 0 5 15,-14-22-5-15,14 22-10 16,0 0-5-16,0 0 15 15,0 0-24-15,2 0-12 0,16 0 9 16,6 0-2-16,4 0-20 16,5 0-8-16,3 0-9 15,-2 3-3-15,-4 10-19 16,-5-1-227-16,-7-2-122 16,-9 0-525-16</inkml:trace>
  <inkml:trace contextRef="#ctx0" brushRef="#br0" timeOffset="85525.76">4168 10494 881 0,'0'0'88'16,"0"0"-85"-16,0 0 21 0,118-18 26 16,-24-5-41-16,22 1-9 15,7-2-174-15,-6 3-431 16</inkml:trace>
  <inkml:trace contextRef="#ctx0" brushRef="#br0" timeOffset="89157.17">7164 9216 314 0,'0'0'96'0,"0"0"-86"0,0 0 122 0,0 0-35 0,0 0-38 0,0 0 28 16,3-9-8-16,0 6-10 15,-3 3 16-15,1 0-10 16,-1-1-2-16,0 1-6 16,0 0-6-16,0 0 5 15,2 0 0-15,-2-3-7 16,0 3-16-16,1 0 4 15,-1 0-5-15,0 0 1 16,0-1-9-16,2 1-6 16,-2 0 0-16,0 0-5 15,0 0-4-15,0 0 1 16,0-2-12-16,0 2 2 16,0 0 0-16,0 0-4 0,0 0 1 15,0 0-1-15,0 0-1 16,0 0 2-16,0 0-1 15,-19 19 3-15,-17 14-4 16,-12 17-2-16,-15 8 1 16,-7 7 2-16,-6 1-2 15,-4 3 3-15,-1 2-6 16,2-2-1-16,12-9-1 16,16-5 1-16,15-18-4 15,14-14 4-15,10-9 0 16,6-6 1-16,6-5-1 15,-2-3 0-15,2 0 0 0,0 0-1 16,0 0-2-16,0 0 3 16,-1 0-1-16,1 0 1 15,0 0-9-15,0 0-18 16,0 0-37-16,0 0-47 16,0-3-66-16,7-12-87 15,4-5-97-15,4-5-269 16</inkml:trace>
  <inkml:trace contextRef="#ctx0" brushRef="#br0" timeOffset="89663.28">6525 9263 1029 0,'0'0'38'0,"0"0"79"0,0 0 93 0,0 0-92 0,0 0-75 16,0 0-9-16,-7-12 2 15,5 12-3-15,2 0 0 16,0 0-2-16,0 0-6 16,0 3-8-16,12 10 6 15,12 3 27-15,7 7-18 16,7 8 1-16,4 6-15 15,7 7 0-15,6 7-1 0,3 6-4 16,2 1 1-16,-2 1 8 16,-1 1-11-1,-2-6-10-15,-3 1 3 0,-5-12-1 16,-6-10 11-16,-10-7-12 16,-9-9 3-16,-8-8-2 15,-5-5-3-15,-6-4 0 16,-1 0 0-16,-2 0 0 15,3 0 0-15,-3 0 0 16,3 0 0-16,-3 0 0 16,0 0 0-16,4 0 0 15,-4 0 0-15,3 0 0 16,-1 0 0-16,-2 0-20 16,0-7-56-16,0-5-42 0,0-3-102 15,0-1-56 1,-5 1-116-16,-5-3-294 15</inkml:trace>
  <inkml:trace contextRef="#ctx0" brushRef="#br0" timeOffset="91920.54">6172 9038 25 0,'0'0'527'0,"0"0"-489"0,0 0 105 0,0 0-20 0,0 0-43 0,0 0-13 16,0 0 18-16,-6-7-8 15,6 7-11-15,0 0-4 16,0 0 1-16,0-2-11 15,0 2 15-15,0-1-24 16,0-1-4-16,-2 2-9 16,2 0 6-16,0 0 2 15,0 0-12-15,0 0-6 16,0 0-5-16,-1 0 4 0,1 0-7 16,0 0 2-16,0 0 3 15,0 0-2-15,0 0-7 16,0 0 7-16,0 0-2 15,0 0 0-15,0 0-4 16,0 0 1-16,0 0-2 16,0 0 3-16,0 0-5 15,0-1-2-15,0 1 1 16,0 0-1-16,0-1-3 16,0 1 0-16,0-2 5 15,0 2-5-15,0-3 3 16,9 0-1-16,18-5-2 0,19 0 2 15,18-2-3 1,18 0 0-16,13 4 3 0,13-2 0 16,22 2 0-1,7 2 4-15,9-1-7 0,-4 5-5 16,-15 0 3 0,-15 0 2-16,-21 0-3 0,-20 0 6 15,-17 0-4-15,-20 0 1 16,-16 0 0-16,-9 0 0 15,-6 0 12-15,-1 0 6 16,-2 0 11-16,0 0-5 16,0 0-5-16,1 0-7 15,-1 0-12-15,0 0 0 16,0 0 0-16,0 0 0 16,0 0 0-16,0 0 0 0,0 2 0 15,0-2 0 1,0 0 0-16,0 0 0 0,0 0 0 15,0 1 0-15,0-1 0 16,0 0 0-16,0 2 0 16,0-2 0-16,0 0 0 15,0 0 0-15,0 0 0 16,0 0 0-16,0 0 0 16,0 0 0-16,0 0 0 15,0 0 0-15,0 0 0 16,0 0 0-16,0 0 0 15,0 0 0-15,0 0 0 16,0 0 0-16,0 0 0 16,0 0 0-16,0 0 0 0,0 0 0 15,0 0 0-15,0 0 0 16,0 0 0-16,0 0 0 16,0 0 0-16,0 0 0 15,0 0 0 1,0 0 0-16,0 0 0 0,0 0 0 15,0 0 0-15,0 0 0 16,0 0 0-16,0 0 0 16,0 0 0-16,0 0 0 0,0 0 0 15,0 0 0 1,0 0 0-16,0 0 0 16,0 0 0-16,0 0 0 15,0 0 0-15,0 0 0 0,0 0 0 16,0 0 0-16,0 0 0 15,0 0 0-15,0 0 0 16,0 0 0-16,0 0 0 16,0 0 0-16,0 0 0 15,0 0 0-15,0 0 0 16,0 0 0-16,0 0 0 16,0 0 0-16,0 0 0 15,0 0 0-15,0 0 0 16,0 0 0-16,0 0 0 0,0 0 0 15,0 0 0 1,0 0 0-16,0 0 0 0,0 0 0 16,0 0 0-16,0 0 0 15,0 0 0-15,0 0 0 16,0 0 0-16,0 0 0 16,0 0 0-16,0 0 0 15,0 0 0-15,0 0 0 16,0 0 0-16,0 0 0 15,0 0 0-15,0 0 0 16,0 1 0-16,0-1 0 16,0 0 0-16,0 0 0 15,0 0 0-15,0 0 0 16,0 0 0-16,0 0 0 0,0 0 0 16,0 0-25-16,0 0-46 15,0 0-35-15,5 6-100 16,17 0-173-16,15-3 15 15</inkml:trace>
  <inkml:trace contextRef="#ctx0" brushRef="#br0" timeOffset="94247.48">8225 9699 162 0,'0'0'302'0,"0"0"-285"0,0 0 79 0,0 0 56 0,0 0-49 0,0 0 0 16,0-17 26-16,-3 16-23 16,0 1-35-16,0 0 33 15,-2 0-22-15,2 0-24 16,3 0-5-16,-4 0-15 15,1 0-6-15,3 0 2 16,0 0 1-16,0 0-5 16,0 0 2-16,0 0-5 0,0 0-3 15,0 0-1-15,0 0-6 16,0 0 2 0,0 0-6-16,0 0-7 0,0 0 2 15,0 0-4 1,0 0 0-16,0 0-2 0,10 0-2 15,20 0 0-15,16 0 3 16,14 0-1-16,15-7-2 16,7 2 1-16,6-1-1 15,1 0-1-15,-7 3 0 16,-6 0 1-16,-13 2 1 16,-8-2 3-16,-13 3-3 15,-14 0 0-15,-5 0-1 16,-13 0 0-16,-4 0 1 15,-6 0-1-15,0 0 0 0,0-1 1 16,0 1 4-16,0 0-4 16,0 0 10-16,0 0 1 15,0 0-9-15,0 0-3 16,0 0 2-16,0 0-2 16,0 0 0-16,0 0 1 15,0 0-2-15,0 0 1 16,0 0 0-16,0 0 0 15,0 0 0-15,0 0 0 16,0 0 0-16,0 0 1 0,0 0-2 16,0 0 1-16,0 0 0 15,0 0 0 1,0 0-1-16,0 0-1 0,0 0 3 16,0 0-1-16,0 0 0 15,0 0-1-15,0 0 1 16,0 0-1-16,0 0 1 15,0 0 0-15,0 0 3 16,0 0-3-16,0 0 0 16,0 0 1-16,0 0 0 15,0 0-1-15,0 0 0 16,0 0-1-16,0 0-1 16,0 0 4-16,0 0-2 0,0 0 1 15,0 0-1 1,0 0 1-16,0 0 0 0,0 0-1 15,0 0-2 1,0 0 2-16,0 0 0 0,0 0 0 16,0 0 0-16,0 0 1 15,0 0-1-15,0 0 0 16,0 0-1-16,0 0 1 16,0 0-1-16,0 0 1 15,0 0 0-15,0 0-1 16,0 0 1-16,0 0 2 15,0 0-2-15,0 0-1 16,0 0 1-16,0 0-3 16,0 0 7-16,0 0-6 15,0 0 2-15,0 0 0 0,0 0 2 16,0 0-2-16,0 0-2 16,0 0 2-16,0 0 0 15,0 0 1-15,0 0-2 16,0 0 1-16,0 0 0 15,0 0 0-15,0 0-1 16,0 0 2-16,0 0-1 16,0 0 0-16,0 0-1 15,0 0 1-15,0 0 0 16,0 0 0-16,0 0-2 16,0 0 3-16,0 0-1 15,0 0 0-15,0 0 0 0,0 0-2 16,0 0 2-1,0 0 0-15,0 0 1 16,0 0-1-16,0 0 1 16,0 0-3-16,0 0 4 0,0 0-5 15,0 0 3-15,0 0-2 16,0 0 2-16,0 0 0 16,0 0 1-16,0 0 0 15,0 0-1-15,0 0-3 16,0 0 3-16,0 0 0 15,0 0 1-15,0 0-1 16,0 0-1-16,0 0 0 16,0 0 1-16,0 0 0 0,0 0-1 15,0 0 0 1,0 0 1-16,0 0-5 16,0 0 5-16,0 0 0 0,0 0-2 15,0 0 2-15,0 0 2 16,0 0-2-16,0 0-1 15,0 0 1-15,0 0-1 16,0 0 0-16,0 0 1 16,0 0 0-16,0 0 0 15,0 0-1-15,0 0 1 16,0 0 0-16,0 0 1 16,0 0-3-16,0 0 0 0,0 0 2 15,0 0 1 1,0 0-1-16,0 0 0 0,0 0 2 15,0 0-2-15,0 0 0 16,0 0 1-16,0 0-1 16,0 0 0-16,0 0-4 15,0 0 4-15,0 0 0 16,0 0 2-16,0 0-2 16,0 0-3-16,0 0 3 15,0 0 3-15,0 0-2 16,0 0-1-16,0 0 0 15,0 0-1-15,0 0 1 16,0 0 0-16,0 0 0 16,0 0-1-16,0 0 2 15,0 0-1-15,0 0 0 16,0 0 0-16,0 0-3 16,0 0 3-16,0 0 2 0,0 0-2 15,0 0-4-15,0 0 2 16,0 0 2-16,0 0-5 15,0 0-5 1,0 0-2-16,0 0-3 0,0 0-20 16,0 0-13-16,0 0-38 15,0-3-19-15,0-3-116 16,-4-10-44-16,4-12-76 16</inkml:trace>
  <inkml:trace contextRef="#ctx0" brushRef="#br0" timeOffset="95627.32">17797 6788 270 0,'0'0'31'0,"0"0"-30"0,0 0 6 15,0 0 3-15,0 0-10 16,0 0 0-16,-9 0 0 0,9 0 4 16,0 0 1-16,0 0 0 15,0 0-5-15,0 0 0 16,0 4-1 0,-6-4-48-16,-4 2-231 0</inkml:trace>
  <inkml:trace contextRef="#ctx0" brushRef="#br0" timeOffset="96926.58">10014 9230 532 0,'0'0'50'0,"0"0"46"0,0 0-40 0,0 0 28 0,0 0-30 16,0 0 1-16,0-56 40 15,0 51 2-15,0 2 10 16,0 2-6-16,0 1-24 15,0 0-5-15,0 0-32 16,0 0-4-16,0 0-13 16,0 0-13-16,0 0-2 15,0 11-8-15,0 21-4 16,0 25 4-16,0 24 9 16,0 16 2-16,-16 14 4 0,-4 6 9 15,-4-1-9-15,0 0-10 16,1-7 2-1,3-9-6-15,-1-13 11 16,7-18-7-16,5-18-4 0,2-14 1 16,3-9 6-16,2-9-2 15,2-11-2-15,0-6-4 16,0-2 0-16,0 0 0 16,0-6-4-16,0-20 2 0,13-11-65 15,2-20-84 1,6-11 17-16,-3-9-114 15,-3-8 23-15,-4-1-71 16</inkml:trace>
  <inkml:trace contextRef="#ctx0" brushRef="#br0" timeOffset="97434.36">9988 9192 86 0,'0'0'599'0,"0"0"-547"0,0 0 81 0,0 0 27 0,0 0-48 16,0 0-66-16,-10-11-34 0,-1 51-6 16,-1 14 11-16,0 9 6 15,5 5 13 1,1 1 7-16,3-7 0 0,3-6-14 16,0-10-10-16,0-5-4 15,13-8-10-15,2-8-4 16,3-7 11-16,4-9-3 15,4-6-7-15,4-3 12 16,11-11-3-16,4-17-1 16,1-4-7-16,-4-8-2 15,-12-5-1-15,-6-4 0 16,-10-8 5-16,-11 1-1 16,0 1-4-16,-3 10 0 15,0 13 0-15,0 13 1 0,0 10 4 16,-3 9 4-1,1 0 4-15,1 3-13 0,-4 25-18 16,2 14 12-16,0 10 3 16,0-4 3-16,3-6 0 15,0-3 1-15,0-3 0 16,0-4-1-16,3-1 3 16,3-3-2-16,0-3-2 15,-1-4 0-15,2-7 0 16,-4 0-55-16,6-6-163 15,0-5-41-15,3-3-147 16</inkml:trace>
  <inkml:trace contextRef="#ctx0" brushRef="#br0" timeOffset="97842.25">10777 9526 893 0,'0'0'32'0,"0"0"128"0,0 0-90 0,0 0-50 16,0 0-1-16,-86 38 6 15,69-17 13-15,4 4 3 16,2 2-17-16,5 0-6 15,3 0 3-15,3-3 3 0,0-1-18 16,0-4-2-16,11-2 6 16,10-6 15-16,3-3-13 15,14-8 9-15,9 0 0 16,2-6 0-16,-4-12-7 16,-8-6 2-16,-11-3 2 15,-13-4 19-15,-10-6 21 16,-3-1-25-16,-13 1-18 15,-19 6-14-15,-5 9-1 16,-7 15-4-16,-12 7-24 16,-10 18-167-16,-13 17-190 0,-4 4-600 15</inkml:trace>
  <inkml:trace contextRef="#ctx0" brushRef="#br0" timeOffset="99048.97">6075 10678 276 0,'0'0'131'0,"0"0"-131"0,0 0 6 0,0 0 130 0,0 0-94 16,0 0 5-16,0 0 45 16,-2-31 6-16,2 31-37 15,-1 0 33-15,-1 0-11 16,1 0-20-16,1 0-12 16,0 0-24-16,0 0-14 15,6 4 6-15,16 2 4 16,8-1 47-16,9 0-5 0,10-1-29 15,9-1 15-15,20-2-19 16,8 0-9-16,19-1-7 16,24 0-5-16,18 0 16 15,30-7 1-15,11-7-24 16,6 3 4-16,-1-2-7 16,-5 1 6-16,-5 5 2 15,-7-2-6-15,2 0-2 16,-8 2-1-16,-12 1 0 15,-4 0 1-15,-14 2 0 16,-7-2 3-16,-5-3 2 16,-3 4-3-16,1-1 1 15,-2-1-3-15,-5-2-1 0,-3 1 4 16,-1-4-4-16,-4 2 1 16,-1 1 5-16,-6-2-5 15,-5 2 5-15,2-1-5 16,-5 1 0-16,-4 3 3 15,-8-4-4-15,-5 4-3 16,-10-1 2-16,-10-2-2 16,-7 0 3-16,-10 2 0 15,-9 1 0-15,-12-1-1 16,-11 3 0-16,-5 4 1 16,-5-4 0-16,0 2-3 15,0 2-13-15,-18 0-27 0,-28 0-78 16,-23 12-127-1,-19 6 36-15,-15 2-61 0</inkml:trace>
  <inkml:trace contextRef="#ctx0" brushRef="#br0" timeOffset="99748.61">8329 11026 464 0,'0'0'32'0,"0"0"45"0,0 0 56 16,0 0-32-16,0 0-36 0,0 0 33 15,43-25 33-15,-43 25-12 16,0 0-24-16,-10 0-10 0,-13 0-68 15,-6 0-11-15,-13 0 6 16,-3 4 6-16,-19 6-3 16,-5 3 4-16,-14 2-15 15,-7 4 3-15,7 0 2 16,10 0-6-16,10-2 4 16,17-5-1-16,17-4-2 15,13-5-3-15,13 6-1 16,3-1-16-16,0 7 7 15,17 7 8-15,11-5-3 16,15-3 2-16,8-6 2 0,14-6 3 16,4-2-3-1,3-3-1-15,-2-14-12 16,-12 0-12-16,-18-1 13 16,-20 0 11-16,-19 0 1 0,-1 0 14 15,-28-1-5-15,-11 3 12 16,-10 6-21-16,-2 5-2 15,0 5 1-15,8 0-2 16,3 9 1-16,13 7-2 16,6 2-9-16,13-3-18 15,8 2-155-15,5-6-45 16,23-5-28-16,14-6-267 16</inkml:trace>
  <inkml:trace contextRef="#ctx0" brushRef="#br0" timeOffset="100095.42">8993 10716 1135 0,'0'0'38'0,"0"0"-23"0,0 0 114 0,0 0-64 16,0 0-27-16,0 0-38 15,-30 37 1-15,0 16 4 16,-10 19 53-16,-8 18-17 16,-7 7 7-16,0 14-17 0,-5 6-16 15,-3 4 13 1,5-5-23-16,6-9 8 0,10-16-2 16,8-16-4-16,7-14 3 15,5-13-8 1,7-9 4-16,3-10-6 0,3-11 0 15,7-7-2-15,2-8-5 16,0-3-81-16,5-8-121 16,25-27-44-16,12-18-56 15</inkml:trace>
  <inkml:trace contextRef="#ctx0" brushRef="#br0" timeOffset="100637.04">9253 11128 834 0,'0'0'79'15,"0"0"-77"-15,0 0 113 16,0 0 1-16,0 0-36 16,0 0-55-16,0-13-17 15,0 27-7-15,0 10 38 0,0 15 37 16,0 8-38-16,-5 8 35 16,-5 7-29-16,-1 4-1 15,-1 1-3 1,5-3-19-16,2-2-9 0,5-10-12 15,0-11 2-15,0-13-2 16,0-11 0-16,0-10 3 16,0-3-7-16,0-4 9 15,0 0 3-15,0-11 9 16,0-14 0-16,0-12-13 16,-9-11-3-16,-7-2 3 15,-3-6-4-15,-4 3 0 16,-1 10 1-16,4 6-1 15,0 15-3-15,7 8 3 16,4 7 1-16,3 5-1 16,6 2-1-16,0 0-4 15,0 0-10-15,0 5-17 0,7 6-36 16,14-4-136-16,16-5 16 16,5-2-73-16,10-3-319 15</inkml:trace>
  <inkml:trace contextRef="#ctx0" brushRef="#br0" timeOffset="100859.66">9324 11164 1108 0,'0'0'35'0,"0"0"-26"0,0 0 35 0,0 0-18 0,0 0 9 0,118-73-17 15,-64 63-15-15,7 2-2 16,-7 3-1-16,-8 5-10 16,-6 0 0-16,-10 0-133 15,-9 13-98-15,-12 4-169 16</inkml:trace>
  <inkml:trace contextRef="#ctx0" brushRef="#br0" timeOffset="101314.78">9660 11373 1133 0,'0'0'0'16,"0"0"0"-16,0 0 33 15,0 0 78-15,-45 72-50 16,39-41 19-16,0 7-32 15,2-1 10-15,-1 1-28 16,5-5-19-16,0-8 4 16,0-7-4-16,0-7-8 15,0-6 5-15,0-3-7 16,0-2 3-16,0 0 10 0,0 0 13 16,0-21 31-16,6-11-42 15,9-13-16-15,6-7 0 16,9 2-1-16,3 2-4 15,1 13 2-15,-3 13 1 16,-4 10 1-16,-5 12-2 16,0 0 1-16,1 12-1 15,1 13 3-15,-3 6 18 16,2 6-7-16,-3 0 10 16,-2-1 25-16,3-1-36 15,-5-8-5-15,4-7-1 16,1-7-4-16,0-9-2 15,5-4-36-15,6-9-175 0,7-19-245 16</inkml:trace>
  <inkml:trace contextRef="#ctx0" brushRef="#br0" timeOffset="102608.07">20418 9285 549 0,'0'0'63'0,"0"0"-62"0,0 0 116 15,0 0-12-15,38-85-55 16,-32 73 3-16,2 7 10 15,-3 0-8-15,-2 5-4 16,0 0-14-16,3 10-21 0,4 23 40 16,4 17 22-16,-7 17-24 15,-2 13-14-15,-5 3 52 16,0 6-57-16,-5-3-14 16,-2-2-3-16,7-7-7 15,0-10-3-15,7-14-5 16,20-14-3-16,9-11-3 15,7-16 3-15,5-8-1 16,3-4 1-16,1-20 0 16,-3-8-15-16,0-10-96 15,-11-6-74-15,-13-7-136 16,-21-2-299-16</inkml:trace>
  <inkml:trace contextRef="#ctx0" brushRef="#br0" timeOffset="102826.15">20291 9628 850 0,'0'0'2'15,"0"0"-2"-15,0 0 11 16,0 0-8-16,0 0 48 16,0 0-3-16,96 11-24 15,-38-22-12-15,12-2-8 16,9-1-4-16,5 3-3 15,6-1-132-15,-2 2-211 16</inkml:trace>
  <inkml:trace contextRef="#ctx0" brushRef="#br0" timeOffset="103030.6">21642 9554 278 0,'0'0'815'0,"0"0"-812"16,0 0 89-16,0 0-30 16,0 0-61-16,0 0-1 15,74-14 0-15,-38 14-6 16,-3 0 2-16,-11 0-110 16,-10 10-124-16,-12 4-81 0</inkml:trace>
  <inkml:trace contextRef="#ctx0" brushRef="#br0" timeOffset="103169.15">21642 9753 865 0,'0'0'140'15,"0"0"-135"-15,0 0 112 16,0 0-84-16,95-15-32 16,-20-1-1-16,7-2-5 15,13-4-244-15,10-1-416 16</inkml:trace>
  <inkml:trace contextRef="#ctx0" brushRef="#br0" timeOffset="103662.51">24378 8868 1203 0,'0'0'34'0,"0"0"-26"0,0 0 4 15,-123 89 86-15,70-33-38 16,1 5-16-16,-2 3-13 15,8 2-17-15,-3 1-11 16,7-4-3-16,4-9-1 16,11-13 0-16,5-12-1 0,9-11-90 15,1-10-65-15,4-8-70 16,2-12-59-16,6-20-313 16</inkml:trace>
  <inkml:trace contextRef="#ctx0" brushRef="#br0" timeOffset="103843.52">23860 9010 708 0,'0'0'73'0,"0"0"149"16,0 0-39-16,0 0-168 15,0 0-7-15,0 0 93 16,94 87-22-16,-60-39 27 16,2 3-14-16,2 4-58 0,2 4 11 15,0 0-18-15,-1-6-18 16,-3-8-5-16,-5-13-4 15,-2-6-1-15,-9-9-2 16,3-9-75-16,-8-8-112 16,-2 0-32-16,-9-28-94 15,-4-15-319-15</inkml:trace>
  <inkml:trace contextRef="#ctx0" brushRef="#br0" timeOffset="104121.63">23559 8653 941 0,'0'0'5'16,"0"0"113"-16,0 0 3 16,0 0-118-16,0 0 16 15,0 0 75-15,137 25-37 16,-65-22-1-16,2-2 11 15,5-1-44-15,2 0-14 16,-4 0-9-16,-2-1 0 16,1-4-9-16,5 5-144 15,5 0-25-15,8 0-145 16</inkml:trace>
  <inkml:trace contextRef="#ctx0" brushRef="#br0" timeOffset="104433.57">25218 9171 727 0,'0'0'113'16,"0"0"-76"-16,0 0 170 16,0 0-88-16,0 0-53 0,0 0 14 15,-22 3-12 1,41-3 0-16,18-3-37 0,14-6 26 16,6 1-37-16,8-1-10 15,-4 2-8-15,-5 1-2 16,0 0-10-16,-2 1-99 15,-2-2-210-15,-7-4-189 16</inkml:trace>
  <inkml:trace contextRef="#ctx0" brushRef="#br0" timeOffset="105108.2">26156 8885 1123 0,'0'0'13'0,"0"0"5"0,-19 99 148 16,19-44-35-16,0 13-37 15,12 13-7-15,0 12-18 16,3 2-46-16,-6 3-11 16,-3-12-7-16,-6-9-4 15,0-14-1-15,0-18 2 16,-8-11-2-16,2-14 0 15,3-11-3-15,3-9-13 16,0-2-80-16,3-30-30 16,9-16-127-16,4-16 85 15,-2-22-19-15,-2-23-73 0,-5-17 11 16,-4-7 62 0,-3 7 120-16,0 26 67 0,-10 29 281 15,-5 23-58-15,3 22-48 16,3 11-50-16,-1 14-5 15,-1 1-43-15,-2 23-72 16,1 18 43-16,3 11 32 16,3 1-36-16,6 0 19 15,0 1-20-15,0-6-14 16,7 0 0-16,8-4-24 16,9-10-3-16,3-12 2 15,3-9-4-15,6-13 0 16,3-3 4-16,1-21-4 15,-3-15-2-15,-7-8-25 16,-8-9 14-16,-8-2 11 16,-5 4-6-16,-5 11 5 0,-4 17 3 15,0 11 9-15,0 11 14 16,0 4 4-16,-1 7-27 16,-11 19-8-16,1 8 8 15,7 3 10-15,4 0 10 16,0 3-1-16,4-3-15 15,10 1 2-15,2-1-5 16,1-7 1-16,-1-7-2 16,-1-7-1-16,3-9-56 0,1-7-146 15,5 0-117 1,3-13-305-16</inkml:trace>
  <inkml:trace contextRef="#ctx0" brushRef="#br0" timeOffset="105400.57">26770 9126 1074 0,'0'0'34'0,"0"0"37"0,0 0-4 0,0 0 43 0,-44 84-77 16,43-45 0-16,1-3 0 16,0-1-12-16,13-5-8 0,6-11-4 15,7-3-1 1,8-8 5-16,2-8 3 15,1 0-1-15,-2-17 2 16,-7-8 0-16,-9-8 13 0,-10-7-5 16,-4-3-4-16,-5 5-21 15,-8 9-2-15,-21 10-6 16,-16 14-27 0,-12 5-72-16,-13 18-46 0,-12 16-67 15,-12 7-93-15,-13 9-334 16</inkml:trace>
  <inkml:trace contextRef="#ctx0" brushRef="#br0" timeOffset="105823.6">23681 10150 1352 0,'0'0'54'16,"-89"-35"-16"-16,75 26-38 15,12 4 108-15,2 0-42 16,36-2-54-16,38-3-5 0,34-2 17 16,37-4-4-16,36-4-7 15,26 1 4 1,30-1 1-16,21-3-14 15,18-1-4-15,11-3 0 0,-2-1 0 16,-6-3 0 0,-19 1-1-16,-29 2-9 0,-37 1 3 15,-38 2 4-15,-36 0 1 16,-34 5 0-16,-30 3 2 16,-25 4 0-16,-16 8 3 15,-14 2 2-15,-1 3 0 16,0 0-5-16,0 0-1 15,-9 0-17-15,-29 8-83 16,-22 6-162-16,-15 5-58 0,-7 0-242 16</inkml:trace>
  <inkml:trace contextRef="#ctx0" brushRef="#br0" timeOffset="106372.49">25442 10251 828 0,'0'0'67'0,"0"0"-36"0,0 0 162 0,0 0-84 0,0 0 12 0,0 0-48 0,-6-36-38 16,-12 36-27-16,-6 0 2 16,-12 3-5-16,-3 10 12 15,2 3-2-15,4-1 8 16,6 5-10-16,10-1-12 15,8-1 0-15,9 0-1 16,0 5-4-16,19-2 4 16,17 5 0-16,7-1 0 15,5-1 0-15,0-1 0 16,-7-3-1-16,-7-1 1 0,-11-4-1 16,-11 3-1-16,-12 0 0 15,0-1 2-15,-24 3 3 16,-21-5 7-16,-15 3-2 15,-5-2 7-15,-5-4 18 16,7-1-19-16,14-2-10 16,16-3-4-16,15-5 0 15,17-1-42-15,2-4-149 16,32-21-97-16,16-16-56 0</inkml:trace>
  <inkml:trace contextRef="#ctx0" brushRef="#br0" timeOffset="106621.63">25892 10130 1223 0,'0'0'128'0,"0"0"-98"15,0 0-28-15,-27 92 178 16,7-27-65-16,-4 18-57 16,1 15 15-16,-2 12-23 15,-2 4-24-15,-6 1-20 16,0-4 12-16,-4-12-14 15,-3-9-4-15,9-21-1 16,4-13-5-16,9-16 6 16,10-15-1-16,5-13-6 15,3-12-56-15,11-3-84 16,23-21-81-16,14-19-110 0,4-16-307 16</inkml:trace>
  <inkml:trace contextRef="#ctx0" brushRef="#br0" timeOffset="107000.25">26113 10487 1057 0,'0'0'197'15,"0"0"-190"-15,0 0 7 16,0 0 143-16,-19 121-51 16,14-54-48-16,1 4 4 0,2-3-29 15,2-4-20 1,0-3-5-16,0-13-6 0,0-11 1 15,-1-14-1 1,1-8-2-16,0-9 0 0,0-6 1 16,0 0-1-16,-5-21 5 15,-7-11-3-15,-4-11-2 16,-8-9 1-16,-7 0-1 16,-2 4 4-16,1 7-2 15,1 9 1-15,3 13 1 16,4 5-4-16,7 8 3 15,6 4-3-15,6 2 0 16,5 0-1-16,0 0-9 0,0 1-9 16,24 8-92-1,12-4-75-15,11-2-23 0,6-3-90 16,2-10-203 0</inkml:trace>
  <inkml:trace contextRef="#ctx0" brushRef="#br0" timeOffset="107179.46">26241 10433 345 0,'0'0'786'0,"0"0"-785"16,0 0 119-16,5-87-14 15,16 69-18-15,10 2-47 16,8 3-33-16,7-1-3 0,6 5-5 16,-2 3-1-1,-1 4-4-15,-14 2-74 0,-9 0-84 16,-13 13-54-16,-8 7-18 15,-5 8-264-15</inkml:trace>
  <inkml:trace contextRef="#ctx0" brushRef="#br0" timeOffset="107656.23">26483 10734 846 0,'0'0'51'0,"0"0"97"16,0 0 91-16,0 0-64 0,0 0-50 15,0 0-31-15,27-72-44 16,-27 72-30-16,0 9-18 16,0 12 0-16,-5 7 12 15,-5 5 8-15,0 1-14 16,0 3-2-16,-1-5 1 15,3-9-6-15,2-1-1 16,3-9 3-16,0-5-3 16,3-5 1-16,0-3-1 15,0-5 2-15,9-22 8 16,13-8-10-16,8-11 2 16,5-1-1-16,2 3-1 0,-6 10 0 15,-8 9 0 1,-8 12 0-16,-8 8 2 15,-3 5 10-15,2 3-2 16,4 21-9-16,2 8 17 0,4 5 9 16,-1-5-26-16,3 2 8 15,2-8-8-15,6-5 0 16,-1-9-1-16,4-9-2 16,2-3-6-16,2-6-76 15,2-17-167-15,-3-15-298 16</inkml:trace>
  <inkml:trace contextRef="#ctx0" brushRef="#br0" timeOffset="111636.22">19498 9155 479 0,'0'0'0'0,"0"0"-152"0,0 0 152 15,0 0 2-15,0 0 1 16,0 0-3-16,0 0 0 15,86 21 0-15,-80-14 0 16,-1-2 0-16,-2 4 0 16,-2-2-1-16,-1 1-4 0,0-2-24 15,0 1 16-15,0-1 10 16,-4-2 3-16,-1 1-1 16,-4-1 1-16,-7 1-66 15</inkml:trace>
  <inkml:trace contextRef="#ctx0" brushRef="#br0" timeOffset="112344.54">5700 9337 268 0,'0'0'256'0,"0"0"-244"0,0 0 0 0,0 0 73 0,0 0-43 15,0 0-23-15,-3-7-12 16,3 7 5-16,0 0-10 16,0 0 3-16,0 0-2 15,0-1 0-15,0 1 6 16,0 0-3-16,0 0-2 15,0 0-2-15,0 0 2 16,0 0-4-16,0 0-9 16,0-3-104-16,0 1-238 0</inkml:trace>
  <inkml:trace contextRef="#ctx0" brushRef="#br0" timeOffset="129141.18">7328 8388 564 0,'0'0'1'0,"0"0"-2"0,0 0 3 0,0 0 28 0,0 0 7 16,0 0-27-16,0 0-10 15,0-10 0-15,0 10 6 16,0 0 6-16,0 0 16 0,0 0-6 15,0 0 8-15,0 0-3 16,0 0 2-16,0 0-8 16,0 0-2-16,0 0-11 15,0 0 4-15,0 0-4 16,0 0-2-16,0 0-1 16,0 0-2-16,0 0-1 15,0 0 1-15,0 0-2 16,0 0-1-16,0 0 0 15,0 0 1-15,0 0 1 16,0 0-1-16,0 0 0 16,0 0 2-16,0-2 0 0,0 2-3 15,0 0 3 1,0 0-2-16,0 0 4 16,0 0-3-16,0 0 1 0,0 0 5 15,0 0 0-15,0 0-4 16,0 0 2-16,0 0-2 15,0-1-1-15,0 1 4 16,0-1-4-16,0 1 1 16,0 0 1-16,0 0-3 15,0 0 2-15,0 0-3 16,0 0 1-16,0 0-1 16,0 0 1-16,0 0 2 0,0 0-2 15,0 0-1 1,0 0 2-16,0 0 1 0,0-2-1 15,0 2 2-15,0 0 3 16,0-4 3-16,0-2 0 16,0-5-9-16,0-7-2 15,-3-2 0-15,0-5 0 16,-2-1 2-16,5-4 0 16,0-1 2-16,0-4-4 15,0 0 1-15,0 1-1 16,0 5 1-16,3 4-1 15,0 6 0-15,-1 2-1 16,1 9 1-16,0 2 0 0,-3 4 1 16,3 2-2-1,-3-2 1-15,0 2-1 0,0 0 0 16,0 0-3-16,3 0 4 16,0 0-4-16,6 0 4 15,6 0 0-15,6 0 0 16,7 0 0-16,6 0 0 15,7 0 0-15,9 0 0 16,7-1 0-16,4-3-1 16,5-4 1-16,1 1 0 15,5-4 2-15,-1 3-1 16,8-2 0-16,5-2 0 16,-1-1-1-16,3-5-2 15,0 4-1-15,5-2 3 16,0-4-1-16,5 1 1 0,-4 0 0 15,1-1 3-15,-4 3-3 16,-4 0 0-16,-6 3-1 16,-3 1 0-16,-1 1 2 15,-1 0 0-15,-2 1-1 16,-2 0 0-16,-7 0 0 16,-5-3 0-16,-3 2-3 15,-7-1 2-15,-3 3 1 16,-8-1 0-16,-9 3-1 15,-7 2 1-15,-7 1 1 16,-1-1-1-16,-1 2-1 16,4-2 1-16,-4 0 1 0,-3 3-1 15,-4 1 0 1,-1 2-1-16,-4 0 2 0,0 0-1 16,3 0 0-1,0 0-1-15,0 0 1 0,2 0 1 16,4 0 0-16,2 0-1 15,5 5 0-15,1 5 0 16,3 2-1-16,1 4 1 16,-1 5 0-16,-3 4 0 15,2 4 1-15,-5 4 0 16,1 2 1-16,-2 2 0 16,-3-1 0-16,1 1 3 0,-5-1 0 15,-3-1-2 1,0 2 2-16,-1 0-1 0,2-1-2 15,-1-3 4 1,1-1-5-16,1-3 0 0,-1-4 2 16,-1-5 0-16,-1-4 0 15,1-6 0-15,0-4-2 16,-3-3 0-16,0-3-1 16,0 0 0-16,0 0 3 15,0 2-2-15,0-2-1 16,0 0 4-16,0 0-2 15,0-2 1-15,0-7-3 16,-3-1 0-16,-5-5 0 16,1 3 0-16,-2-4-3 15,-3 3 2-15,1-2 1 16,0 0-1-16,-1 5 1 16,3-1-1-16,-3 3 1 0,6 1 0 15,0 4-1-15,4 3 1 16,1-2 0-16,1 2 0 15,0 0 0-15,0 0-3 16,0 0-1-16,-2 6-2 16,2 15 6-16,-3 6-1 15,3-2 2-15,0 0-1 16,0-3 2-16,0-5-1 16,8 1-1-16,-2-6 0 15,0-2 0-15,3-3 0 0,-3-1 0 16,-3-3 2-1,3-3 2-15,-2 0-3 0,6-4 7 16,1-14-1 0,8-5-6-16,-5-1 0 0,-5 0-1 15,3 2 0-15,-8 3-1 16,1 2 1-16,-4 6-5 16,-1 5-94-16,0 4-35 15,0 0-100-15</inkml:trace>
  <inkml:trace contextRef="#ctx0" brushRef="#br0" timeOffset="129970.08">7161 8343 558 0,'0'0'0'0,"0"0"-1"0,0 0 1 0,0 0 1 16,0 0 0-16,0 0 9 15,0 0 40-15,24 43-33 16,-14-29 15-16,2 0 19 16,0-2-34-16,0-1 1 15,3-3-6-15,1-4 8 16,1-2 3-16,2-2-13 16,-1 0 3-16,-6 0 7 15,3-8 4-15,-2-4 8 16,-1-5 0-16,0-4-22 15,5-3-2-15,-4 0-5 16,-4 3-3-16,0 5-2 16,-3 9-17-16,-3 5-131 0,-3 2-294 15</inkml:trace>
  <inkml:trace contextRef="#ctx0" brushRef="#br0" timeOffset="130968.06">6633 10460 17 0,'0'0'18'0,"0"0"-18"0,0 0 1 0,0 0 0 0,0 0 9 16,0 0-7-16,0 0-2 16,0 0 2-16,0 0 1 15,0 0-2-15,0 0-2 16,0 0 0-16,0 0 0 15,0 0 0-15,0 0 0 0,0 0-2 16,-3 0 2-16,3 3-4 16,0-1-1-16,0 1-14 15</inkml:trace>
  <inkml:trace contextRef="#ctx0" brushRef="#br0" timeOffset="172135.93">4347 11546 625 0,'0'0'51'0,"0"0"-48"0,0 0 90 0,0 0-13 0,0 0-22 0,0 0-8 16,0 0-8-16,5 0-20 16,-5 0-5-16,0 0-9 15,0 0-7-15,3 0 1 16,-2 0-2-16,6 2-13 16,4 1-22-16,10-3-169 15</inkml:trace>
  <inkml:trace contextRef="#ctx0" brushRef="#br0" timeOffset="177356.8">11832 12947 845 0,'0'0'9'0,"0"0"126"0,0 0-72 0,0 0 32 0,0 0-13 16,-55-81-40-16,46 60-3 15,0 3 2-15,6-1 42 16,0 5-27-16,3 3-30 16,0 4-10-16,0 6-2 0,0 1-7 15,0 0-7-15,0 0-7 16,6 7 4-16,12 8 2 15,4-1 2-15,7 4 1 16,2-3-2-16,5-2-2 16,5-4 1-16,4-3 1 15,4-6-1-15,2 0 2 16,-5 0 0-16,-2-10 0 16,-10-5-1-16,-7-1 2 15,-12-1 3-15,-6 6-4 16,-5 2 6-16,-4 5 3 15,0 4 2-15,0 0 35 16,-25 16-41-16,-12 19-4 16,-10 18-2-16,-9 12 3 15,-3 15 1-15,0 3-2 16,-2-3 0-16,3-1-2 16,2-10 0-16,13-12-1 0,12-14 0 15,5-9 0-15,13-10 1 16,3-13-3-16,8-8 3 15,2-3 1-15,0-6 4 16,12-23 2-16,10-11-7 16,10-5 1-16,-2 7-1 15,-4 10 0-15,-5 17 0 16,-9 11-1-16,6 0-6 16,-1 18-1-16,5 11 7 15,0 4 1-15,5 2-2 0,3-3 0 16,4-2 2-16,2-5 0 15,3-7-3-15,1-5 3 16,2-6-1-16,-8-7 0 16,-4 0-1-16,-6-3-161 15,-8-15-93-15,-2-11-111 16</inkml:trace>
  <inkml:trace contextRef="#ctx0" brushRef="#br0" timeOffset="177528.81">11786 13290 805 0,'0'0'185'0,"0"0"-184"0,0 0 150 0,0 0-104 16,0 0-47-16,0 0 0 0,95 0 1 16,-8-3-1-16,8 1-11 15,7 2-185-15,1 0-138 16</inkml:trace>
  <inkml:trace contextRef="#ctx0" brushRef="#br0" timeOffset="178451.23">13812 13435 957 0,'0'0'102'0,"0"0"-83"15,0 0 162-15,0 0-77 16,0 0-72-16,0 0-12 16,34-83-4-16,-29 47 9 15,-5-5-14-15,0-4-2 16,-6 4-6-16,-12 6-2 16,-4 9 3-16,-7 16 10 15,-5 10-5-15,-8 0-5 16,-4 22 2-16,-1 10 0 15,3 10 7-15,7 2-2 16,8 1-2-16,13-2-8 16,11-2 1-16,5-6-2 15,9-7-5-15,19-6 5 0,10-7-1 16,5-9 1-16,5-6 0 16,4-9-1-16,-3-15-1 15,-1-9 2-15,-6-7-9 16,-8-4-6-16,-11 1 3 15,-11 7 12-15,-8 6 1 16,-4 14-1-16,0 9 7 16,0 7 1-16,-7 7-8 15,-9 19 1-15,0 10-1 16,3 5 8-16,8-3-4 16,5-3-4-16,2-4 0 15,19-6 0-15,10-6 1 16,9-8-1-16,7-9 1 0,3-2 4 15,1-13-2-15,-3-13-1 16,-2-6 1-16,-6-7-2 16,-4-8 1-16,-8-3-1 15,-7 5-1-15,-10 6-1 16,-8 17-2-16,-3 11 3 16,0 8 2-16,-2 3-2 15,-14 14-15-15,-4 11 13 16,-2 6 2-16,10-2 0 15,3 0 0-15,9-1-3 16,0-3 3-16,0 3 1 16,4-6 0-16,10-1-1 0,5-3 1 15,8-3 0 1,4-5 1-16,7-2-2 0,8-8 6 16,2 0-4-16,0-8-2 15,-1-12 0-15,-2-8 1 16,-3-5 1-16,-6-11-1 15,-8 0-1-15,-6 0 4 16,-13 6-4-16,-7 13 5 16,-2 10 3-16,0 15-3 15,-19 0-5-15,-4 18-1 16,-2 10 1-16,5 4 9 16,11 3-8-16,9 0-1 0,0-6 0 15,5 1-3-15,16-6 1 16,4-3-13-16,20-5-196 15,21-10-224-15,20-4 237 16</inkml:trace>
  <inkml:trace contextRef="#ctx0" brushRef="#br0" timeOffset="179078.8">16199 13115 420 0,'0'0'277'0,"0"0"-237"0,8-72 141 0,-8 55-93 0,0 5 36 16,0 2-58-16,0 6 20 15,-19 3-6-15,-12 1-58 0,-15 0-8 16,-9 5 37-16,-1 10 4 15,0 3-20-15,2 3 13 16,8 0-31-16,7 0-2 16,12 1-13-16,20-3-2 15,7 1-3-15,0 3-9 16,24 0 10-16,13 2 0 16,12 1 1-16,7-3 1 15,12-1 0-15,-2 2-2 16,1-1 0-16,-11-1-2 15,-11-3-1-15,-15-3-15 16,-15-5-2-16,-15-2 10 16,-9-3 5-16,-33 1 7 0,-19 0 4 15,-14-1 4 1,-6-1 5-16,9-1 2 0,9 2-11 16,19-5 4-16,17 2-8 15,18-3 0-15,9 0-1 16,10 0-18-16,33 0-60 15,22-12-72-15,19-13-25 16,12-9-73-16,3-9-154 16</inkml:trace>
  <inkml:trace contextRef="#ctx0" brushRef="#br0" timeOffset="179244.59">16654 13191 983 0,'0'0'25'0,"0"0"92"0,0 0 8 0,0 0-29 0,0 0-43 15,-41 83-29-15,33-56-9 16,3-3-15-16,5-2-4 16,0-3-3-16,0-8-21 15,0-7-205-15,0-4-67 16,0-9-453-16</inkml:trace>
  <inkml:trace contextRef="#ctx0" brushRef="#br0" timeOffset="179953.14">16524 12858 881 0,'0'0'79'0,"0"0"-74"16,0 0-8-1,0 0 5-15,-50 97-4 0,73-32 1 16,10 4-1-16,5-4-44 16,-1-4-124-16,-1-10-50 15,5-5-28 1,4-12 179-16,9-8 69 0,7-11 110 15,3-9-49-15,-3-6 85 16,-2-7-26-16,-13-17-16 16,-6-13-18-16,-14-8 22 15,-7-7-63-15,-10-5 7 16,-9 6 8-16,0 12 6 16,-18 15 19-16,-15 14-5 15,-13 10-19-15,-4 5-15 0,-5 22-11 16,6 9-12-16,10 4-21 15,14 4-2-15,11 4 0 16,14-2-2-16,0-6-2 16,23-7 3-16,14-9 1 15,4-12-2-15,5-11-1 16,3-1 2-16,0-13-12 16,-1-17-6-16,-5-8 6 15,-7-3 10-15,-9 1-6 16,-11 6 7-16,-5 12 2 15,-8 11 6-15,-3 5 7 16,0 6 37-16,0 16-50 16,-10 21 0-16,-3 20 24 0,-3 17 10 15,4 14 10 1,0 17-14-16,-3 15-10 0,3 5-4 16,-1 3-14-16,-1-10 0 15,-3-13-2-15,0-12 0 16,-4-17 0-16,1-20 2 15,-2-14-2-15,-1-22-2 16,-3-15 2-16,-8-5 3 16,-10-30-3-16,-5-18-12 15,-3-20 7-15,7-15-8 16,9-9-7-16,11 1 3 16,16 6 7-16,9 10 9 15,3 17-3-15,27 12-8 16,12 9-2-16,11 11-54 0,10 9-82 15,4 8 6-15,-1 2-66 16,-3-1-80-16</inkml:trace>
  <inkml:trace contextRef="#ctx0" brushRef="#br0" timeOffset="180481.01">17409 13285 954 0,'0'0'25'0,"0"0"168"0,0 0-48 0,0 0-68 0,0 0-59 16,0 0-18-16,9-41-5 0,-2 57 5 16,4 2 7-1,1 1-7-15,-2-4 0 0,2-2-1 16,1-2 0-16,0-4 2 16,4-7-2-16,10 0 6 15,4-13-10-15,4-14 5 16,-2-6-73-16,-8-3 26 15,-8 7 20-15,-7 8 22 16,-4 9 5-16,-6 5 4 16,0 6 18-16,0 1 19 15,0 0-41-15,0 8-2 16,0 11 2-16,0 1 2 16,0 2 0-16,3-5-1 15,6-3 1-15,0-6-1 16,3-2 2-16,4-6-2 0,4 0 3 15,5-7 1-15,2-14-5 16,-2-10 0-16,1-9-1 16,-7-2-39-16,-2 1-9 15,-7 11 21-15,-6 16 28 16,-2 6 2-16,-2 8 10 16,0 11-12-16,0 19 9 15,0 7 35-15,0 0-11 16,0-2-25-16,0-4 3 15,3-6-8-15,6-7-2 16,1-6-1-16,1-8 0 16,2-4-13-16,3-4-115 0,-2-21-145 15,-4-12-300 1</inkml:trace>
  <inkml:trace contextRef="#ctx0" brushRef="#br0" timeOffset="180620.25">17875 12676 916 0,'0'0'4'0,"0"0"63"0,0 0-18 0,0 0-42 0,0 0-5 15,-47 86-2-15,65-46 0 16,5-1-57-16,0 2-166 16,1-5-161-16</inkml:trace>
  <inkml:trace contextRef="#ctx0" brushRef="#br0" timeOffset="181453.19">18289 12947 772 0,'0'0'18'0,"0"0"57"15,0 0 29-15,0 0-27 16,0 0-40-16,0 0-24 0,25-31-11 16,-5 12-2-1,1-1 1-15,0-8 0 0,-3-7 2 16,-5-8 1-16,-7-13-3 16,-3-5-1-16,-3 1 0 15,0 9 0-15,-3 11 4 16,-5 15 17-16,-2 12 8 15,4 13 25-15,-7 3-5 16,-7 31-47-16,-5 18 34 16,5 17 0-16,6 14 3 15,3 15 1-15,5 14 28 16,-4 18-37-16,-4 9-7 16,-3 3-11-16,-2 3-10 15,3 1 3-15,6-12-1 0,5-8 11 16,1-13-7-16,4-14 6 15,0-17-9-15,12-20-6 16,3-24-1-16,0-13-4 16,-2-18 4-16,8-7-3 15,4-15 1-15,2-22-14 16,-1-17-1-16,-7-14 8 16,-8-9 10-16,-7-11 3 15,-4-8-3-15,-6-1 1 16,-22 4 2-16,-17 7 1 15,-12 11 20-15,-6 10 14 16,7 10-7-16,17 11 4 16,14 13-11-16,14 5-13 0,11 7 2 15,2 1-13-15,27 1-5 16,22 2 0-16,9 3-5 16,11-2 9-16,3 3-12 15,-6-1-18-15,-1-3 3 16,-4-1 5-16,-6 0 6 15,-10-1 5-15,-9 2 3 16,-19 6 9-16,-8 3 6 16,-8 4-6-16,-3 2 5 15,0 0-2-15,0 0-2 16,0 12 1-16,-5 8 4 16,-4 5 21-16,3-3-21 0,6 1-4 15,-2-3-2-15,2-4-2 16,0-5 0-16,0-6-7 15,5-5-182-15,6 0-62 16,2-19-16-16,0-20-331 16</inkml:trace>
  <inkml:trace contextRef="#ctx0" brushRef="#br0" timeOffset="181592.06">18753 12806 865 0,'0'0'36'0,"0"0"12"0,0 0-4 15,0 0-26-15,-34 91-4 16,37-48-12-16,16 1-2 0,8-1-16 16,3-9-171-1,2-10-209-15</inkml:trace>
  <inkml:trace contextRef="#ctx0" brushRef="#br0" timeOffset="182682.56">19098 12930 885 0,'0'0'31'0,"0"0"133"16,0 0-77-16,0 0-17 15,0 0-27-15,-83 67-4 16,81-34-7-16,2-1-15 16,2 1-5-16,17-6-8 15,9-1 4-15,6-8-5 16,8-5 1-16,7-5 1 15,2-8-4-15,3 0 2 16,3-6-3-16,2-16 0 0,-7-7-5 16,-7-10-59-16,-15-4 22 15,-11-1-3-15,-13 9 22 16,-6 10 23-16,-6 14 1 16,-23 8 5-16,-6 3 3 15,-5 13 25-15,1 13-5 16,7 7-11-16,12 1-4 15,5-2-2-15,8-1-6 16,7-5-4-16,0-5 1 16,6-6-2-16,14-7-1 15,12-5 0-15,4-3 6 16,7 0-1-16,3-14-3 0,-6-10-2 16,-1-4-2-16,-7-5-20 15,-5 0-1-15,-10 1 7 16,-8 8 15-16,-6 12 1 15,-3 8 1-15,0 4 4 16,0 3-5-16,-6 16 0 16,-6 7 2-16,4 4 15 15,5-4-8-15,3-5-5 16,0-4 0-16,3-5 2 16,13-6-2-16,4-6 8 15,3 0-4-15,4-2-1 16,3-14-4-16,0-5 1 0,-4-2-2 15,-3-2-2-15,-7 0 1 16,-3 8 0 0,-6 7 1-16,-6 5-2 0,-1 5 0 15,0 0-6-15,0 16-16 16,0 8 20-16,-8 5 2 16,0-4 0-16,6-4 0 15,2-5 1-15,0-3 1 16,0-4-2-16,7-5 0 15,9-1 4-15,1-3-1 16,6 0 4-16,2-5-4 16,1-12-2-16,0-5 1 15,3-1-2-15,-4-8 1 16,-2-1-2-16,-7 5-3 0,-9 11 4 16,-2 9 0-16,-5 7 2 15,0 4-2-15,-5 19 0 16,-5 10 20-16,-2 2 37 15,11-3-20-15,1-3-10 16,1-5 16-16,15-7-31 16,5-6 0-16,2-6-3 15,4-5 3-15,7-3-6 16,3-19-1-16,-3-11-2 16,1-14 0-16,-4-13-3 15,0-12-6-15,-2-16-14 0,-4-12-14 16,-1-2-4-16,-6 16 30 15,-4 22 8-15,-7 32 0 16,-7 24 13-16,0 8 1 16,0 29-13-16,-12 18-1 15,-2 18 47-15,1 4-19 16,7 0-8-16,0-4-9 16,6-1-1-16,0-5-10 15,0-3 0-15,0-5-3 16,0-12-4-16,0-7-186 15,0-21-191-15,0-11-457 16</inkml:trace>
  <inkml:trace contextRef="#ctx0" brushRef="#br0" timeOffset="182828.65">20512 12772 1065 0,'0'0'6'0,"0"0"2"0,0 0 0 0,87-36-8 0,-42 33-54 16,8-5-309-16</inkml:trace>
  <inkml:trace contextRef="#ctx0" brushRef="#br0" timeOffset="183594.6">22115 12794 801 0,'0'0'155'0,"0"0"-149"0,0 0 180 15,0 0-36-15,0 0-56 16,0 0-32-16,6-1 24 16,24-6-22-16,11 2-15 15,12-4-15-15,8 6-5 16,12-2 15-16,7-3-22 15,10 3-15-15,7 0 1 0,4 4-1 16,1-1 2-16,-7 0-6 16,-11 0-3-16,-11-2 2 15,-20 0 0 1,-17 0-2-16,-21 0 3 0,-10 4-3 16,-5-1 6-16,0 1 0 15,0-1-5-15,0-2-2 16,-9-3 1-16,-6 2-17 15,-3-1-70-15,0-1-45 16,0 0-46-16,5-3-20 16,-4-3-64-16,7-8-170 15</inkml:trace>
  <inkml:trace contextRef="#ctx0" brushRef="#br0" timeOffset="184154.04">22449 12558 661 0,'0'0'69'0,"0"0"-14"0,0 0 111 0,0 0-75 0,0 0-14 0,0 0 4 16,-70-24 18-16,70 22-28 16,0 1-17-16,0-2-1 15,0 2-13-15,0-4-11 16,21 1-19-16,17-2 7 16,13-3 5-16,13 3-1 15,8-1-8-15,2 2-5 0,1 1-1 16,3 3-6-1,-10 1 1-15,-11 0-2 0,-11 0 1 16,-12 0-2-16,-12 0 2 16,-8 0-2-16,-9 0 1 15,-5 0-3-15,0 0-2 16,0 0-19-16,0 0-84 16,3 0-73-16,-2-2-8 15,5-6-105-15,0-6-342 16</inkml:trace>
  <inkml:trace contextRef="#ctx0" brushRef="#br0" timeOffset="184578.05">22952 12283 831 0,'0'0'25'15,"0"0"109"-15,0 0-7 16,0 0-44-16,0 0-27 15,0 0-24-15,-36-15 8 16,36 15-1-16,0 0-8 16,0 0 5-16,0 0-1 15,10 0-8-15,10 5 15 16,3 7-1-16,6 0-7 16,7 5-8-16,3 1-5 0,5 2 1 15,1 1-10 1,-3 2-2-16,-2 0-10 0,-7 1 2 15,-8-2-3-15,-8 0 2 16,-6-2 2-16,-9 0 4 16,-2-1 11-16,0 5 23 15,-19 2-11-15,-10 0 5 16,-2 1-8-16,-2-4-12 16,-1 2-8-16,4-3-4 15,2 0-3-15,2 2 0 16,6-3-2-16,4 1-3 15,6-1-4-15,3 2-77 16,7 0-137-16,0-4-110 16,0-5-189-16</inkml:trace>
  <inkml:trace contextRef="#ctx0" brushRef="#br0" timeOffset="188591.26">14885 13083 469 0,'0'0'0'0,"0"0"-318"0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6:49:33.984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FF000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1953 1616 396 0,'0'0'281'0,"0"0"-178"0,0 0 27 0,0 0-12 16,0 0-26-16,0 0-15 15,0 0-1-15,0-46 17 16,0 46-14-16,0 0-35 0,0 16-26 16,0 18-2-1,0 16 55-15,0 18-12 0,-3 11-18 16,-6 6-16-16,1 1-7 15,2-7-10-15,2-8 0 16,1-11-6-16,0-10 2 16,3-14-4-16,-2-10-2 15,1-9 2-15,1-11 0 16,0-2 0-16,0-4-26 16,0-10-75-16,0-15-122 15,0-13-73-15,3-5-117 16</inkml:trace>
  <inkml:trace contextRef="#ctx0" brushRef="#br0" timeOffset="233.45">2129 2058 1016 0,'0'0'15'16,"0"0"30"-16,0 0 95 15,98 0-66-15,-44 0-26 16,1 0-18-16,-7 0-10 16,-5 0-16-16,-10 0-4 15,-8 6-3-15,-11-1-4 16,-7 0-40-16,-5-1-135 16,-2-2-78-16,0-2-101 15</inkml:trace>
  <inkml:trace contextRef="#ctx0" brushRef="#br0" timeOffset="408.13">2512 1989 849 0,'0'0'122'0,"0"0"-114"16,0 0 84-16,0 0-8 16,0 0 25-16,-4 82-72 15,4-50-11-15,0 3-2 16,0-6-16-16,0 2-7 15,0-5-1-15,-5-2-1 0,-2-8-27 16,-1 0-225-16,5-10-271 16</inkml:trace>
  <inkml:trace contextRef="#ctx0" brushRef="#br0" timeOffset="1176.97">3952 1716 507 0,'0'0'117'0,"0"0"-117"16,0 0 36-16,97-28 3 15,-75 17-7-15,-6 0 3 16,-5-6 31-16,-8-1-4 16,-3-5 12-16,0-1-6 15,-9 3-4-15,-10 6-12 16,-8 5-14-16,-1 7-12 16,-7 3 15-16,1 0-1 15,-2 18 2-15,8 5-15 16,4 2-16-16,4 9-3 15,4 0-5-15,10-1-3 16,6 0 0-16,0-3-3 0,11-7 3 16,11-6-1-16,8-9 1 15,4-8-3-15,5-5 0 16,1-20-3-16,-3-7 1 16,-4-6-1-16,-3-2 5 15,-6 0 2-15,-11 6-1 16,-5 9 8-16,-4 12 7 15,-4 9 51-15,0 4-13 16,0 25-51-16,0 17 2 16,-4 22 32-16,1 13 11 15,3 13-8-15,0 9-18 16,0 4-12-16,3-5 1 16,4-9-9-16,-7-12-1 0,0-12 0 15,0-13 0-15,-13-17-3 16,-8-12 3-16,-8-12 1 15,-6-11 5-15,-7-8-1 16,-6-20-1-16,-4-8 0 16,-3-10 0-16,4-6-1 15,6-1-2-15,8 2 2 16,12 10-3-16,7 15 2 16,12 15-2-16,6 8 0 15,0 3-8-15,3 14-14 16,18 12 20-16,4 6 0 15,3 1 2-15,2-2-4 0,1-2-16 16,2-7-97-16,0-4-29 16,3-9-65-16,1-9-41 15,2 0-391-15</inkml:trace>
  <inkml:trace contextRef="#ctx0" brushRef="#br0" timeOffset="1623.08">4535 1676 935 0,'0'0'44'0,"0"0"42"0,0 0 150 0,0 0-100 0,0 0-63 16,0 0-72-16,5 13 34 16,-5 61 73-16,-9 21-58 15,-8 21 7-15,-2 23-18 0,-5 19-18 16,-6 17-12-1,2 6-9-15,7-6 2 0,12-14-4 16,9-23 1-16,15-20 0 16,19-28 1-16,2-22-2 15,0-28 0-15,4-21-6 16,-3-19 1-16,4-19-15 16,1-27-14-16,-7-12 22 15,-5-13 14-15,-18-2 8 16,-12-5 0-16,-19 0 4 15,-31 1 18-15,-17 7 7 16,-18 9-9-16,-4 8 2 0,7 11-4 16,16 11 7-1,24 6-20-15,24 1-5 0,18-3-2 16,5-9-6-16,41-12-5 16,32-8-40-16,23-1-63 15,14-4-115-15,6-1-207 16,-8-4-550-16</inkml:trace>
  <inkml:trace contextRef="#ctx0" brushRef="#br0" timeOffset="4186.55">6379 1669 672 0,'0'0'86'0,"0"0"-68"0,0 0 156 0,0 0-70 0,0 0-61 16,0 0-6-16,-43-2 13 16,34-2 17-16,0 0-21 15,3-2 5-15,-2 1 0 16,4-2-1-16,1 3-19 16,0 0-11-16,3 4 3 15,0 0-11-15,-1 0-11 16,1 0-1-16,0 5-10 15,0 12 4-15,8 4 4 0,9-1 2 16,13 0 0-16,6-6 2 16,10-3 0-1,3-6 0-15,8-5 0 0,-2 0-2 16,2-5 2-16,-4-12-1 16,-2-2-1-16,-3-3 2 15,-11 2 1-15,-10 3 0 16,-15 9-3-16,-9 3 3 15,-3 5 23-15,-1 8 9 16,-28 28-35-16,-14 22 0 16,-14 17 0-16,-1 9 2 15,7-2 0-15,2-6-1 16,10-5 4-16,2-12-3 16,4-8-1-16,9-13 0 15,5-13 0-15,8-8 0 0,7-11 0 16,4-6-1-16,0 0 9 15,0-3 3-15,4-19 4 16,8-10-16-16,6-6-1 16,0 2 1-16,-3 8 0 15,-6 12 1-15,-6 8 0 16,0 8-1-16,0 5-1 16,6 16-12-16,3 8 13 15,4 4 6-15,7 0-4 16,2-6 1-16,8-4-3 15,1-7 1-15,5-10 5 0,0-3-6 16,-5-3-4 0,0-1-15-16,-5-14-119 15,-9-10-120-15,-12-6-75 0,-8-8-376 16</inkml:trace>
  <inkml:trace contextRef="#ctx0" brushRef="#br0" timeOffset="4360.01">6458 2013 983 0,'0'0'63'0,"0"0"-61"0,0 0 156 0,0 0-109 0,0 0-47 16,0 0-2-16,96-11 1 16,-26 4-1-16,12-5-6 15,6 2-90-15,3-3-128 16,4-3-185-16</inkml:trace>
  <inkml:trace contextRef="#ctx0" brushRef="#br0" timeOffset="4649.25">7780 1524 1029 0,'0'0'41'0,"0"0"-18"16,-51 72 144-16,26-9-10 15,-5 19-19-15,-6 19-38 16,-6 18-31-16,-5 16-16 0,-7 14-18 16,0 6-21-16,1 2-10 15,4-16 0-15,10-13-4 16,9-25 1-16,8-24-1 16,8-23-1-16,6-24 0 15,7-17 0-15,1-15-13 16,12-9-102-16,27-30-88 15,16-22-94-15,8-20-144 16</inkml:trace>
  <inkml:trace contextRef="#ctx0" brushRef="#br0" timeOffset="4911.26">8151 1814 1045 0,'0'0'102'15,"0"0"-81"-15,0 0 16 16,0 114 104-16,-10-48-55 16,-3 4-20-16,-7 2-15 15,1 0 22-15,-5-6-38 16,8-7-19-16,2-10-13 16,5-11 0-16,5-12-3 15,4-11 1-15,4-10-2 16,24-5-3-16,14-8-1 15,10-22-83-15,1-8-120 16,-7-10-82-16,-7-4-215 0</inkml:trace>
  <inkml:trace contextRef="#ctx0" brushRef="#br0" timeOffset="5035.33">8228 2082 915 0,'0'0'101'16,"0"0"-91"-16,0 0 134 15,0 0-129-15,0 0-15 16,138-11-58-16,-63-2-366 16</inkml:trace>
  <inkml:trace contextRef="#ctx0" brushRef="#br0" timeOffset="5752.28">10178 1907 809 0,'0'0'31'0,"0"0"111"0,0 0 60 0,0 0-131 16,0 0-64-16,0 0 17 0,-33 91 40 15,18-45-31 1,6-5 1-16,0 3-7 0,6-7-14 15,3-4-4-15,0-8-7 16,12-8-2-16,6-9-1 16,9-8 1-16,4 0 3 15,5-22 2-15,1-10 1 16,-1-7-6-16,-8-4 4 16,-5-4-2-16,-4 4 1 15,-2 8 2-15,-6 13-3 16,-3 10 0-16,-4 10 0 15,8 2-2-15,3 9 0 0,7 13 2 16,5 8 14 0,3 3-1-16,-7 3-3 15,1-2 2-15,-7-1-8 0,-3-5-5 16,-11-3-2 0,-3-3 1-16,0-7-4 15,-23-2 3-15,-4-8-48 0,-7-5-121 16,-3 0-56-16,1-19-113 15,-3-17-265-15</inkml:trace>
  <inkml:trace contextRef="#ctx0" brushRef="#br0" timeOffset="6061.05">10327 1544 907 0,'0'0'101'0,"0"0"-99"15,0 0 87-15,0 0-29 0,0 0-25 16,-61 75-15-16,61-53-2 16,1-4 0-16,17-4-7 15,3-4 0-15,0-8 0 16,7-2-2-16,1-3 6 16,-6-16 5-16,-2-5 7 15,-9-5 7-15,-7-2 14 16,-5 3-1-16,0 4-22 15,-8 8-16-15,-5 10-7 16,-4 6-2-16,3 10-11 16,0 23-24-16,11 13-121 15,3 9-47-15,6 10-120 0,24-2-421 16</inkml:trace>
  <inkml:trace contextRef="#ctx0" brushRef="#br0" timeOffset="6546.94">11922 1930 972 0,'0'0'29'16,"0"0"124"-16,44-80-31 0,-32 64-23 15,-4 6-42 1,-5 6 4-16,-3 3 0 0,0 1 9 15,0 0-31-15,-12 0-28 16,-18 7-5-16,-10 12-4 16,-6 6 2-16,5 0 0 15,10 3-3-15,7-1 1 16,12 0 0-16,9-2 1 16,3 2-2-1,15-2-1-15,22 1 2 0,14-3 1 16,12 1 0-16,1 0-3 15,-6-4-4-15,0 0 3 0,-13-2-1 16,-14-3 2-16,-11-2-4 16,-19-4 1-16,-1-1 0 15,-31 0 3-15,-23 0 3 16,-19-1 0-16,-15 4 6 16,2-3-2-16,8 2 0 15,11-3-5-15,25 4-2 16,20-3-1-16,14 1-4 15,8-2-7-15,21-3-24 16,22-4-97-16,22 0-60 16,12-20-60-16,4-16-110 15</inkml:trace>
  <inkml:trace contextRef="#ctx0" brushRef="#br0" timeOffset="6751.37">12551 1983 1088 0,'0'0'79'0,"0"0"91"0,0 0-42 0,0 0-78 16,0 0 49-16,-21 102-35 16,20-56-31-16,1-1-16 15,0-4-13-15,0-5-4 16,0-6 0-16,3-11-2 16,3-8-15-16,0-11-151 15,1 0-69-15,5-27-4 16,-4-15-170-16</inkml:trace>
  <inkml:trace contextRef="#ctx0" brushRef="#br0" timeOffset="6859.96">12587 1751 811 0,'0'0'33'0,"0"0"95"16,0 0-70-16,0 0-58 16,0 0-4-16,-74 97-17 15,74-40-134-15,8-2-249 16</inkml:trace>
  <inkml:trace contextRef="#ctx0" brushRef="#br0" timeOffset="7456.46">12960 2149 734 0,'0'0'107'0,"0"0"58"15,28-107-39-15,-28 74-34 16,0 7-33-16,0 10 24 0,-13 3-29 15,-5 11-7-15,-7 2-35 16,-4 4-6-16,0 20-6 16,-1 5 2-16,4 6 0 15,8 3 2-15,7-1-4 16,11-4 0-16,0-3-1 16,6-10-3-16,16-5-2 15,6-11-9-15,5-4-44 16,1-2 26-16,2-19 11 15,0-4-1-15,-5-3 23 0,-4-2 3 16,-3 0 5 0,-5 9 10-16,-5 3 45 0,-5 5 18 15,-6 6-1-15,-2 6-13 16,-1 1-43-16,2 17-24 16,-2 23 5-16,0 23 5 15,0 17 15-15,-5 15 11 16,-10 17-20-16,-1 14 0 15,3 3-4-15,-1 0-8 16,-1-10-2-16,-1-10-2 16,-7-16 0-16,-2-23 0 15,-3-14 0-15,-5-25-2 16,-3-18 2-16,-1-13 0 16,-8-4 7-16,-3-26-3 15,-2-11-1-15,2-12-1 16,5-6-1-16,7-7-1 0,12 2 1 15,12-1 0-15,12 4-2 16,1 7-2-16,28 8-13 16,11 5-21-16,9 9-33 15,6 4-66-15,-1 0-56 16,6-3-73-16,-3-6-144 16</inkml:trace>
  <inkml:trace contextRef="#ctx0" brushRef="#br0" timeOffset="7986.01">13218 2227 951 0,'0'0'55'0,"8"-75"13"0,-3 50 135 0,-2 7-86 15,0 7-18-15,-1 8-50 16,1 3-22-16,0 0-27 16,5 14 0-16,2 8 0 15,-3 4 3-15,-1-1-2 16,2-5-1-16,1-3 0 15,-2-5 2-15,5-6-2 16,6-6 0-16,6 0 4 16,0-13 2-16,9-12-6 15,-5-3 1-15,-1-4 5 16,-6 1-4-16,-6 5 0 16,-5 4 2-16,-7 11 0 15,0 6 3-15,-3 5 14 0,0 0-21 16,0 12-10-16,0 10 4 15,-5 5 6-15,5-3 0 16,0-4 1-16,0-5 1 16,0-3-2-16,2-6 1 15,12-6-1-15,5 0 1 16,6 0 3-16,3-16 0 16,4-6-3-16,-2-6-1 15,-2-3-5-15,-5 6 4 16,-6 1-1-16,-6 9 2 15,-8 9 2-15,0 4 6 0,-3 2 1 16,0 0-9 0,0 0-11-16,0 16 1 0,2 1 10 15,6 1 2-15,0-2-2 16,-1-4 0-16,1-3 0 16,-1-2-2-16,1-2-72 15,2-5-162-15,2 0-103 16,-2-18-471-16</inkml:trace>
  <inkml:trace contextRef="#ctx0" brushRef="#br0" timeOffset="8143.96">13757 1706 1219 0,'0'0'16'0,"0"0"32"0,0 0 89 0,0 0-112 0,0 0-25 16,0 0-53-16,-7-10-30 15,38 40-123-15,-4-3-161 16</inkml:trace>
  <inkml:trace contextRef="#ctx0" brushRef="#br0" timeOffset="8735.01">14164 1798 885 0,'0'0'32'15,"12"-92"10"-15,-3 49 107 16,-6 7-85-16,-2 9 4 0,-1 3-31 16,0 9-3-16,0 3 65 15,-3 8-29-15,-7 4-33 16,-5 8-31-16,0 27-6 16,-4 15 2-16,1 18 23 15,6 12 8-15,2 11-10 16,7 12 2-16,3 8-9 15,0 9-6-15,0 11-3 16,7 0-7-16,-1 0 1 16,3-3-1-16,0-14 0 15,1-12 0-15,-2-13 0 16,-8-19 1-16,0-18-1 16,-29-17-1-16,-8-22-3 15,-9-13 4-15,-1 0 5 0,0-30 0 16,3-14 4-16,9-13 3 15,8-17 17-15,15-15-6 16,12-11-14-16,12-21-6 16,31-4-3-16,15-1-3 15,11 8 1-15,5 14-8 16,-3 20-11-16,-3 18 2 16,-8 17 9-16,-6 18 10 15,-11 13 0-15,-7 13 3 16,-5 5-3-16,-2 11 0 15,-6 17 4-15,-2 5 0 0,-7 5 1 16,-4-1-3 0,-7-1 0-16,-3-5-2 15,0-6 1-15,0-5-1 16,0-6 0-16,-5-7 0 0,1-5-6 16,-3-2-108-16,-2-11-46 15,1-19-194-15,1-10-193 16</inkml:trace>
  <inkml:trace contextRef="#ctx0" brushRef="#br0" timeOffset="8872.94">14579 1845 937 0,'0'0'54'16,"0"0"-25"-16,0 0 110 0,0 0-125 15,0 0-14-15,0 0-6 0,-14 53-20 16,19-23-196-16,11 0-165 15</inkml:trace>
  <inkml:trace contextRef="#ctx0" brushRef="#br0" timeOffset="10020.16">14882 1961 974 0,'0'0'39'15,"0"0"81"-15,0 0 33 16,-83-42-78-16,66 42-25 0,1 8-23 16,3 13-4-1,6 7 7-15,2 3-7 16,5 0 1-16,0 4-7 0,20-3-3 16,11-2-8-16,11-5-5 15,6-3 0 1,7-8-1-16,5-5-2 0,4-7 1 15,0-2-4-15,2-9-14 16,-1-15-5-16,-7-5-8 16,-10-7 10-16,-18 0 10 15,-17 3 11-15,-13 3 1 16,0 7 9-16,-21 5-5 16,-14 5 6-16,-4 8 7 15,-3 5 0-15,2 0 2 16,6 19-8-16,5 5-6 0,8 3-1 15,5 4-2-15,10-1 1 16,6-3-3-16,0-4 1 16,4-3-1-16,17-6-2 15,6-6 0-15,3-6-16 16,4-2-14-16,4-5-4 16,0-14-5-16,2-4 15 15,-5-3 3-15,-7 0 12 16,-8 5 11-16,-7 3 1 15,-9 10 4-15,-4 4 15 0,0 4 34 16,0 0-34 0,0 9-20-16,-7 12-6 0,-3 5 6 15,4 1 1-15,6-1 0 16,0-4-2-16,0-2 1 16,3-8 0-16,11-5-3 15,8-5 1-15,3-2-2 16,6-3-33-16,5-15-4 15,3-7-9-15,1-2 6 16,-3-2 21 0,-4 3 18-16,-6 2 2 0,-9 7 3 15,-6 4 7-15,-8 6 5 16,-4 5 12-16,0 2 29 0,0 0-50 16,0 2-3-1,0 10-5-15,0 2 5 0,0-3 1 16,2-1 2-1,7-3-3-15,4-3 2 0,1-2 0 16,5-2-1-16,5 0 2 16,0-6-1-16,1-8-2 15,4-2 0-15,-1 0 0 16,-4 4 3-16,-7 3-5 16,-9 7 4-16,-7 2 0 15,-1 0-2-15,0 13-2 16,2 9 2-16,1 1 13 15,-1 2-7-15,5-7 1 16,3 0 2-16,2-8-4 0,6-4 0 16,5-4 2-1,10-2-1-15,7-4-6 0,3-12 0 16,-1-12-3-16,-4-1-3 16,-3-10-3-16,-5-12 7 15,-4-8-3-15,-3-8 2 16,-7-5 3-16,-7 6-1 15,-6 10 1-15,-3 13 3 16,0 22 2-16,0 12 20 16,-6 9 28-16,-9 19-43 15,-7 21-10-15,1 13 15 16,9 8 10-16,11-3-4 16,1-2-5-16,0-7-9 15,12-4-7-15,4-5 0 16,1-9-3-16,-1-5-85 15,-4-11-167-15,-4-10-229 0</inkml:trace>
  <inkml:trace contextRef="#ctx0" brushRef="#br0" timeOffset="10143.23">16359 1842 983 0,'0'0'3'0,"0"0"35"0,0 0-32 16,125-67-6-16,-68 45-248 0</inkml:trace>
  <inkml:trace contextRef="#ctx0" brushRef="#br0" timeOffset="15652.33">17845 1930 148 0,'0'0'38'0,"0"0"-7"0,0 0 28 0,0 0-41 0,0 0 29 0,0 0 36 15,0 0-17-15,0-13-9 16,-2 12 42-16,-1-1-29 16,0 2 23-16,2-1 1 15,-2 1-35-15,-2 0 6 16,5 0 1-16,-1 0-13 16,-1 0 9-16,2 0-18 15,0 0-4-15,0 0 5 16,0 0-9-16,0 0 1 15,0-1 8-15,0 1-13 16,0 0-15-16,0 0-9 16,14 0-6-16,13 0 13 0,5 0 11 15,16 0-3-15,10 1 3 16,6 2-13-16,11 0-4 16,2-1-4-16,3 3-5 15,5-4-2-15,0 2 2 16,-1-1 2-16,-9-1-2 15,-10-1 0-15,-18 0 0 16,-13 0 0-16,-15 0 0 16,-8 0 0-16,-6 0 1 15,-5 0 3-15,0 0 3 16,0 0-2-16,0 0-5 16,0 1 0-16,0-1-27 15,0 0-56-15,0 0-30 0,0 0-4 16,0 0-3-16,-6 0-91 15,-4-2-19-15,-1-7-21 16</inkml:trace>
  <inkml:trace contextRef="#ctx0" brushRef="#br0" timeOffset="16372.18">18656 1769 525 0,'0'0'67'0,"0"0"-26"0,0 0 83 0,0 0-88 0,0 0-19 16,0 0 10-16,-61-14 22 15,53 12-2-15,-2 1 8 16,6 1 1-16,1-1 6 15,3-1 11-15,0 1-16 16,0-1-8-16,0 2-2 16,0-1-5-16,0 1-6 15,0-1-2-15,0 1-4 16,0 0-2-16,0 0-7 16,0 0 2-16,0 0-8 15,0 0 5-15,0 0-5 0,0 0 1 16,0 0-3-16,0 0 3 15,0 0-4-15,0 0 1 16,0 0-5-16,0 0-2 16,3 0-6-16,11 0 1 15,6 4 10-15,5 3 11 16,7 1-2-16,2 2-4 16,5 3 1-16,7 2-1 15,1 1-3-15,5 2-2 16,-2 1-2-16,-2-2-4 15,-6 1-1-15,-13-2-1 16,-6-5-3-16,-10-3 1 16,-5-5-1-16,-7 0 1 15,-1-1 2-15,0-2 6 0,0 0 3 16,0 0 3-16,0 0-4 16,0 0-4-16,0 0-4 15,0 0 1-15,0 0-1 16,0 0-2-16,0 0 0 15,0 1 1-15,0 4-1 16,-4 3 2-16,-15 12-1 16,-11 2 6-16,-8 7-3 15,-5 6 4-15,-14 2-2 16,-2 5-3-16,-9-3 0 0,3-2-4 16,10-9 0-1,16-6-7-15,17-9-26 0,18-9-132 16,4-4-248-16,13-26-588 15</inkml:trace>
  <inkml:trace contextRef="#ctx0" brushRef="#br0" timeOffset="17405.16">20453 1665 988 0,'0'0'7'0,"0"0"-7"0,0 0 0 0,0 0 53 16,0 0-16-16,6 76-13 15,5-62-6-15,0-6 2 16,5-5 1-16,-1-3-3 16,11 0 1-16,-1-17-10 15,2-6 0-15,1-7-4 0,-2-3-3 16,-6-6-1-16,0 4 3 15,-10 7-1-15,-4 9-1 16,-6 10 3-16,0 8 68 16,0 1 7-16,-6 23-80 15,-13 22 3-15,-8 22 13 16,-3 10 28-16,6 5-7 16,-1 6-12-16,1-1-17 15,2-6-3-15,2-11-4 16,4-13-2-16,5-17-1 15,7-15-5-15,4-11-91 16,0-14-66-16,14-4-90 16,12-27-45-16</inkml:trace>
  <inkml:trace contextRef="#ctx0" brushRef="#br0" timeOffset="17937.97">20854 1631 983 0,'0'0'96'15,"0"0"-78"-15,0 89 41 16,-5-34 48-16,-4 4-59 16,-1-2 2-16,-3-2 20 15,2-5-20-15,-2-4-35 16,4-11 1-16,1-11-12 16,4-12-1-16,4-6-2 15,0-6-1-15,0 0 0 0,12-12 3 16,13-15 0-16,5-7 0 15,1 1-2-15,-3 5-1 16,-9 10 0-16,-10 11-1 16,-5 7 0-1,-3 0-4-15,-1 21-1 0,0 5 6 16,0 7 8-16,3-3-7 16,3-4 4-16,5-3-2 15,8-7 0-15,8-6-3 16,6-7 0-16,7-3 7 15,5 0-6-15,0-19 1 16,-3-7 0-16,-5-7-1 16,-13-5 1-16,-5-3 1 15,-13 4 2-15,-6 13 0 16,0 10 4-16,-9 12 4 16,-13 2 9-16,-3 18-10 15,0 10-5-15,3 3 1 0,11-1 1 16,11-2-9-16,0-1-1 15,17-5-1-15,14-5 0 16,8-5-4-16,9-7-4 16,7-2-80-16,2-3-133 15,7-3-86-15,8-13-316 16</inkml:trace>
  <inkml:trace contextRef="#ctx0" brushRef="#br0" timeOffset="18804">22556 1964 803 0,'0'0'94'0,"0"0"-83"0,0 0 51 0,0 0 10 0,79-8-43 15,-50-2-18-15,-6 0 7 16,-6-7 4-16,-7-4 14 16,-10-6 32-16,0 2-16 15,-22 2 16-15,-12 6 2 16,-15 7-20-16,-7 10-8 16,-3 0-12-16,-1 23 7 15,3 9-10-15,5 8-9 16,11 2-1-16,12-2-8 15,11-4-6-15,18-5-3 0,0-7-5 16,30-6 2-16,10-8 2 16,15-8-2-16,8-2 3 15,6-12-8-15,1-13-52 16,-5-12-8-16,-5-10-13 16,-9-14 28-16,-10-13 17 15,-11-9 32-15,-10-7 4 16,-10 1 2-16,-10 13 3 15,0 21 3-15,0 23 64 16,-6 21 25-16,-7 11-14 16,-8 36-61-16,-3 18-13 0,3 17 21 15,5 3-5 1,11 2-2-16,5-1-4 0,8-5-9 16,14-5-7-16,11-11-3 15,3-14-1-15,5-11 0 16,3-15 1-1,0-12 0-15,4-2-2 0,-2-26-8 16,-1-8-28-16,-4-14 13 16,-6-7 17-16,-9-3 4 15,-5 6 4-15,-11 12 1 16,-6 19 1-16,-4 12 12 16,0 9 22-16,0 9-25 15,-8 20-6-15,-4 9 3 16,1 2 8-16,4-1-8 15,4 0-8-15,3-6 0 16,0-2-2-16,0-9 1 0,0-5-27 16,10-8-149-16,1-9-120 15,1 0-154-15</inkml:trace>
  <inkml:trace contextRef="#ctx0" brushRef="#br0" timeOffset="18956.66">23250 1617 246 0,'0'0'968'16,"-91"-18"-962"-16,66 18 53 0,11 8-54 15,14 20-5-15,0 4-74 0,28 3-236 16,4-7-534-16</inkml:trace>
  <inkml:trace contextRef="#ctx0" brushRef="#br0" timeOffset="21433.79">23556 1484 1071 0,'0'0'7'0,"0"0"152"0,0 0-42 16,0 0-51-16,0 0-63 15,0 0-3-15,-22-13 0 0,18 56 7 16,-2 13 74-16,-7 12-9 15,1 15 17-15,-6 15-33 16,-4 11-15 0,-2 13-11-16,-4 6-14 0,1 13-10 15,6 3 0-15,4 3-6 16,5-7 0-16,2-12 0 16,9-21 2-16,1-16-1 15,0-22-1-15,0-19-5 16,11-21 4-16,4-19-4 15,6-10-42-15,8-18 4 16,2-23 24-16,5-15 16 16,-2-15 3-16,-6-15 0 15,-4-12 1-15,-9-8 3 16,-13-1-4-16,-2 8 11 16,-14 13 6-16,-16 22 12 0,-2 15 5 15,2 16-11-15,1 9-9 16,13 10-8-16,7 8-4 15,6 4-2-15,3 2-1 16,0 0-9-16,11 0 0 16,20-1-2-16,14-8-5 15,7-2-72-15,2-13-24 16,1-10-25-16,-2-15-33 16,0-15 8-16,-4-11-32 15,-3-12 50-15,-10 2 73 16,-13 9 72-16,-9 19 8 15,-11 14 117-15,-3 17 29 0,0 12 2 16,0 6-42-16,-3 8 13 16,-6 8-73-16,-4 22-51 15,1 21 25-15,-1 14 18 16,5 12-8-16,7 13 10 16,1 8-11-16,-3 7-18 15,1 5-4-15,-4 5-5 16,-4 1-5-16,-2-9-5 15,4-13-1-15,1-21 1 16,6-18 0-16,1-14 0 16,4-14-2-16,12-16-2 15,13-11 4-15,2 0 1 0,8-22-1 16,2-14-7-16,-5-7-29 16,-3-6 7-1,-6-11 11-15,-7-13 7 16,-7-9 9-16,-12-2 1 15,-1 9 2-15,-14 9 0 0,-15 5 11 16,-5 8 1-16,-2 9 15 16,-3 7 0-16,6 12-8 15,3 7-3-15,13 6-5 16,5 6-2-16,10 4-1 16,2 2-9-16,0 0-3 15,0 0-4-15,0 0-5 16,17 8 5-16,7 0 7 0,5 3 1 15,7-4 0-15,6-3-1 16,6-4-1 0,-1 0-4-16,-2 0-25 0,0-12-30 15,-9-10 6-15,-7-3-3 16,-5-3 36-16,-9 1 10 16,-9 1 11-16,-6 5 4 15,0 2 5-15,-1 2 0 16,-14 4-4-16,0 1 9 15,1 5-2-15,1 2 7 16,6 3-12-16,1 2 2 16,-2 0-8-16,5 0-1 15,-3 13-5-15,6 7 3 16,0 11 1-16,0 1 1 0,8 1 0 16,8-4 0-16,6 0-1 15,4-8 1-15,2-4-5 16,0-7 5-16,-2-6-12 15,2-4-18-15,1 0 5 16,-4-8-4-16,3-9-14 16,-1-5 21-16,-3-1-18 15,-3-4 17-15,0-2 3 16,-5 4 3-16,-1 4 2 16,-7 4 10-16,-5 6 5 15,-3 5 3-15,0 2 3 16,0 4-1-16,0 0 2 15,0 0-7-15,0 0-3 0,-6 0 1 16,6 0 1-16,-5 0 0 16,5 0 0-16,0 2 1 15,0 0-1-15,0 4 1 16,0 0 1-16,0 2 2 16,0-3 0-16,3 1-2 15,-1-1 4-15,-2-5 0 16,3 0 4-16,-3 1 0 15,0-1 7-15,0 0 0 16,0 0 3-16,0 0 3 16,0 0-3-16,0 0 9 0,0 0-4 15,0 0-7-15,1 0-5 16,-1 0 2 0,2 0-3-16,-1 0 1 0,-1-3-11 15,2-7-1 1,-1 2 1-16,-1-2-1 15,0 0 0-15,0 0 1 0,0 1 0 16,0 1 1-16,0 0-2 16,0 0 0-16,0 0 0 15,0 2 0-15,-7 2 3 16,-1 0 1-16,1 1-4 16,-4 0 1-16,2 2-1 15,0 1 1-15,2 0-1 0,-2 0 0 16,6 0-1-1,-1 6-1-15,2 5 0 0,2 0-3 16,0 1 2-16,6-1 2 16,13 1-1-16,7-1 1 15,6-6 2-15,0-2-2 16,1-3-6-16,-1 0-7 16,-2 0-29-16,-4-10 4 15,-8-3 16-15,-7-1 23 16,-5 0 3-16,-6 4 2 15,0 2 10-15,0 2 9 16,-10 5 26-16,-5 1-31 16,-6 5-9-16,6 15-2 15,1 9 6-15,11 3-7 16,3-2-1-16,0 1-1 0,20-2-3 16,9-7-2-16,3-4 0 15,6-6 0-15,11-8 0 16,2-4-1-16,4 0 1 15,-6-12 0-15,-7-11-5 16,-8-11-4-16,-4-6-1 16,-8-7 7-16,-6 2 3 15,-8 5 0-15,-8 9 2 16,0 12 0-16,-3 9 3 16,-11 10-1-16,-10 1 2 15,0 24-4-15,0 9 7 16,6 6-5-16,9-1 0 15,9-2 3-15,0-1-6 16,5-4 1-16,14-9 0 0,2-5-3 16,6-8 1-1,6-7 0-15,1-3-1 0,3-4-2 16,-3-15-19-16,4-8-10 16,-9-7 1-16,-2-7 16 15,-3-3 10-15,-7 2 2 16,-3 8 3-16,-5 10 3 15,-7 12-3-15,-2 9 6 16,0 3-3-16,0 17-3 16,-11 14 0-16,-3 8 18 15,-3 2-9-15,-1-3-1 16,6-4 0-16,2-3-1 0,3-9-6 16,7-6 1-16,0-10-2 15,0-4-1-15,0-2 1 16,10-2 8-16,12-14-1 15,5-12-3-15,3-3-3 16,-2-3 3-16,1-1-4 16,-6 6 0-16,-3 7 1 15,-7 8 0-15,-7 7 0 16,-4 7 0-16,-2 0-1 16,3 19-11-16,0 9 11 15,1 7 10-15,1-3-7 0,1-3 2 16,-2-1-4-16,5-8-2 15,-3-3 1-15,6-7-2 16,0-4-35-16,9-5-185 16,3-1-69-16,6-5-207 15</inkml:trace>
  <inkml:trace contextRef="#ctx0" brushRef="#br0" timeOffset="21817.1">26036 1733 941 0,'0'0'63'0,"0"0"111"0,0 0-36 0,-86 4-58 0,64 22-31 15,6 6-19-15,7 3-9 0,4 0-12 16,5-2-3-16,0-4-2 16,8-4-1-16,12-4 1 15,9-9-3-15,7-5 0 16,6-5 0-16,8-2 0 15,1 0-1-15,-5-18-25 16,0-10-33-16,-5-6 16 16,-5-6 19-16,-8-6 14 15,-9 6 9-15,-11 4 4 16,-8 12 16-16,0 9 33 16,-6 7 7-16,-15 8-21 0,-4 0-6 15,-4 22-12-15,2 10 11 16,8 5-12-1,4 1-10-15,11 2-6 16,4-7-4-16,0 1 0 16,7-6 0-16,17-6-5 15,9-6-102-15,22-2-162 0,20 0-153 16,24-3 9-16</inkml:trace>
  <inkml:trace contextRef="#ctx0" brushRef="#br0" timeOffset="22219.72">27347 1665 1106 0,'0'0'142'0,"0"0"-132"16,0 0 139-16,0 0-90 16,0 0-24-16,-90 54-12 15,86-4-7-15,4 2-14 16,0-2 1-16,0-5-3 15,7-7 0-15,7-10-3 16,1-8 3-16,5-6-4 16,7-11-6-16,3-3-21 15,6-4-27-15,1-19 6 16,5-8 30-16,1-7 9 16,2-5 9-16,3-3 4 15,-5 4 2-15,0 7 3 0,-7 8 2 16,-8 11 18-1,-6 10 6-15,-5 6-1 0,-1 11-20 16,-3 18-2-16,-1 12 5 16,-5 3 1-16,-1 0 2 15,-6-4-14-15,0-3 3 16,-2-8-5-16,-18-5-1 16,-12-10-33-16,-5-8-217 15,-6-6-373-15</inkml:trace>
  <inkml:trace contextRef="#ctx0" brushRef="#br0" timeOffset="22351.23">27375 1538 1240 0,'0'0'2'16,"0"0"-4"-16,0 0 2 15,0 0-215-15</inkml:trace>
  <inkml:trace contextRef="#ctx0" brushRef="#br0" timeOffset="24208.04">28530 1308 998 0,'0'0'10'0,"0"0"5"0,0 0 79 16,0 0-70-16,0 0-5 15,9 116 78-15,-9-54-75 16,-3-7 11-16,3-5 10 16,0-3-28-16,3-3-7 15,21-7-5-15,7-7 3 16,11-8-2-16,3-10-1 16,5-9 1-16,2-3-3 15,-2-9 0-15,-6-13 2 0,-5-10-2 16,-6-8 1-16,-8-6 2 15,-11 0 0-15,-9 7 7 16,-5 7-1-16,0 10-7 16,-12 10 7-16,-6 8-4 15,-3 4 0-15,-6 1-6 16,-3 17-1-16,2 8 0 16,2 0-4-16,10 3 2 15,4-1 2-15,8-3-8 16,4-1 7-16,0-3-2 15,19-5 0-15,9-4 0 16,8-6 4-16,6-6 0 16,2 0 0-16,-2-9-2 0,-6-13-5 15,-7-2-7-15,-4-4 0 16,-10-2 12-16,-6 6 2 16,-8 6 1-16,-1 8 0 15,0 7 4-15,0 3 2 16,-7 6-7-1,-5 15-12-15,1 6 10 0,5 3-1 16,6-2 0-16,0-1-1 16,14-2 2-16,11-5 1 15,6-4 0-15,7-5 2 16,2-10 0-16,3-1 0 16,-1-1-1-16,-6-18 0 15,-6-5 1-15,-8-4 0 16,-8-6 3-16,-9-4 1 0,-5 0-3 15,0 3 1-15,-5 7-1 16,-7 7-2-16,1 9 0 16,-1 8-3-16,3 4 3 15,2 0-9-15,1 7 2 16,0 10 3-16,5 0-1 16,1 3 3-16,0-2-5 15,11 1 5-15,4 1-2 16,2 0 3-16,1-1 0 15,0-3 1-15,0 2-1 16,4 0 2-16,3-7-1 16,8 6 1-16,12-7-1 15,7-3 6-15,12-4-2 0,8-1 1 16,-4-2-5-16,-2 0 0 16,-12-16 1-16,-8-8 2 15,-13-12 2 1,-9-6 2-16,-14-5 6 0,-10 1 1 15,0 6 12 1,-6 11 27-16,-12 9-6 0,-7 11-9 16,-5 9-24-16,-4 7-14 15,1 21-2-15,1 3-4 16,9 8 4-16,7-3 1 16,11-2-1-16,5 2 1 15,0-7-3-15,19-3 2 16,8-6-2-16,3-6 4 15,3-7-1-15,-1-5 1 16,0-2 0-16,-1-7 0 16,-4-14 2-16,0-4 0 0,-6 0 4 15,-2 1-2-15,-7 8 2 16,-3 1 0-16,-8 13 3 16,1 1 1-16,-2 1-10 15,1 17-5-15,1 15-3 16,6 20 8-16,-2 11 8 15,-2 7 2-15,-2 9 0 16,-2 4 1-16,0 4-1 16,0-3-2-16,0 1-4 15,-6-7-4-15,-8-7 0 0,-10-10 0 16,-10-12-1-16,-8-15 2 16,-6-17 1-1,-1-14 3-15,1-3 1 16,5-18-1-16,6-15 4 15,7-9-1-15,10-5-5 0,13-7 9 16,7-6 2-16,18-8-13 16,24-4-1-16,13-2 0 15,12 4 0-15,6 4-1 16,0 5 1-16,1 4-1 16,0 4 2-16,-2 2-1 0,1 3 0 15,-5 2 0 1,1 2 3-16,-2-1-3 0,-4 4 0 15,-6 0 3 1,-17 7-3-16,-13 6 0 0,-16 4 0 16,-11 4 7-16,0 8-3 15,-7 1 3-15,-21 7-2 16,-8 4-5-16,-4 0 0 16,-2 22-2-16,9 4 1 15,6 7 0-15,11-2 1 16,10 1 0-16,6 1 5 15,0-4 3-15,21-1 0 16,10-2-2-16,11-3 3 16,11-5-3-16,4-2-4 15,-1-4-2-15,-4-2-1 0,-6-4-4 16,-9-5-13-16,-1-1-181 16,-6-1-210-16</inkml:trace>
  <inkml:trace contextRef="#ctx0" brushRef="#br0" timeOffset="25671.97">17645 3826 484 0,'0'0'59'0,"0"0"82"0,0 0-19 15,0 0-44-15,0 0-16 16,0 0-2-16,0 0 10 15,-8 1-6-15,8-1 6 16,0 0-22-16,0 0-10 16,0 0-6-16,0 0-3 15,0 0-11-15,14 0-3 16,13 1 29-16,13-1 20 16,12 0-33-16,6 0-4 15,14 0-6-15,10 0-8 16,4 0-4-16,7 0-6 0,-5 1-1 15,-6-1-2 1,-6 0-3-16,-10 0 3 0,-13 0-1 16,-17-6 1-1,-15-3 1-15,-11 5 4 0,-5-3 9 16,-3 0-1-16,-1 2 4 16,-1 2-3-16,0-1-9 15,0 4-5-15,0-2-1 16,0 2-6-16,2 0-4 15,-2 0-24-15,0 0-48 16,0 0-41-16,0 0-7 16,0 0-18-16,0-5-64 0,0-3-226 15</inkml:trace>
  <inkml:trace contextRef="#ctx0" brushRef="#br0" timeOffset="26721.01">18477 3498 639 0,'0'0'21'0,"0"0"30"0,0 0 70 0,0 0-57 0,0 0-30 0,0 0 19 16,-19-5 31-16,19 5 0 16,-1-1-8-16,1 1-9 0,0-1-9 15,0 1-13-15,0 0-4 16,0 0-4-16,0 0-19 16,0 0-5-16,0 0-6 15,0 0-6-15,0 0 7 16,0 0-8-16,0 0 6 15,0 0 0-15,0 0-6 16,0 0 7-16,0 0-7 16,0 0 5-16,0 0-2 15,0 0-1-15,0 0 0 0,0 0-1 16,0 0 1 0,4 0 1-16,2 0 4 0,4 0-1 15,1 4-1-15,2 3 0 16,4 4 2-16,5-1-4 15,6 6 1-15,7 2 2 16,7 7 6-16,5 2-5 16,5 0 8-16,-2 1-12 15,2-1 0-15,-3-3 0 16,-6-2-2-16,-7-6 1 16,-6-2-2-16,-8-4 1 15,-8-3-1-15,-4 0 1 16,-9-2-1-16,2-3 0 15,-3-2 2-15,0 2-2 16,0-1 0-16,0-1 0 0,0 0 1 16,0 0 0-16,0 0-1 15,0 0 1-15,0 0 0 16,0 0 1-16,0 0 0 16,0 0 5-16,0 0-1 15,0 0-2-15,0 0 1 16,0 0 2-16,0 0 0 15,0 0 6-15,0 0 0 16,0 0 0-16,0 0-1 16,0 0 0-16,0 0-1 0,0 0-1 15,0 0-1 1,0 0 0-16,0 0-2 0,0 5 1 16,-3 6-7-1,-20 10 2-15,-10 11-1 0,-13 14 5 16,-4 4 0-16,-6 8 5 15,-2 3 2-15,1-2-4 16,3-5-1-16,6-6-8 16,7-6 3-16,10-11 1 15,9-9-2-15,11-11 5 16,6-7 4-16,2-3 1 16,3-1-1-16,0 0 5 15,0 0-4-15,0 0-5 16,0 0-7-16,0 0 2 15,0 0 0-15,0 0-2 16,0 0 0-16,0 0-1 16,0 0 0-16,0 0-3 0,0 0 3 15,0 0-1-15,0 0 0 16,5 0-64-16,9 0-99 16,13-4-206-16,-1-15-202 15</inkml:trace>
  <inkml:trace contextRef="#ctx0" brushRef="#br0" timeOffset="29556.94">20570 3573 319 0,'0'0'48'16,"0"0"-47"-16,0 0 59 0,0 0 21 0,0 0-49 0,0 0-3 16,0 0 32-1,-1-2 8-15,-1 2 21 0,2-1-19 16,0 1-17-16,-1 0 23 16,1 0-4-16,0 0-5 15,0 0-16-15,0 0-3 16,0 0-6-16,-2 0-3 15,2 0-6-15,0 0-7 16,0 0-8-16,0 0-1 16,0 0 6-16,0 0-7 15,0 0-3-15,0 0-6 16,0 0-6-16,0 0 3 16,0 0-3-16,0 0 5 15,0-3 6-15,0 2 0 16,3-8 13-16,13 2-3 0,4-4-11 15,6-3 2 1,-3 2-7-16,-3-2-1 16,-2 3-3-16,-6 0 3 15,-5 5 4-15,-4 2 3 0,-3 4 3 16,0 0 17-16,0 0-10 16,-4 0-11-16,-20 0-2 15,-15 0-8-15,-9 9-4 16,-5 7 1-16,1 7 1 15,8 4-2-15,-2 7 5 16,1 4-3-16,6 0 0 16,2-2-1-16,12-3 1 0,11-6 0 15,7-6-3-15,7-2-1 16,0 0-3-16,19 0 4 16,12-2 2-1,5 3 2-15,9-5 2 0,6 3-3 16,-1 4 0-16,0 1 1 15,-3-1-1-15,-8-1 0 16,-15-7-1-16,-12-2 1 16,-12-2-1-16,-9 2 2 15,-31 4 2-15,-17 3 5 16,-16-1-6-16,-3-1 1 16,-1-3-3-16,2-4 1 15,8-2-1-15,4-1 1 16,11-2 2-16,11-1-3 15,13 2-1-15,10-1-2 0,11 1-41 16,4 0-138-16,3 2-75 16,10-5-52-16,25-3-29 15</inkml:trace>
  <inkml:trace contextRef="#ctx0" brushRef="#br0" timeOffset="31469.86">21196 3782 966 0,'0'0'38'0,"0"0"175"0,0 0-88 0,0 0-13 0,0 0-61 16,0 0-3-16,0 0-29 16,-60-39-19-16,20 56 0 15,-9 7 3 1,-1 5 3-16,4-1-4 0,12 0 1 15,14-2-3-15,10-4-2 16,10-2-7-16,4-4-7 16,22-8 3-16,8-6 10 15,14-2 3-15,5-6 2 16,-2-14-2-16,1-7-4 16,-10-1-2-16,-7-1 6 15,-10 2 1-15,-10 5 3 16,-9 9-4-16,-6 6 12 15,0 7 12-15,-5 0 8 0,-19 16-32 16,-6 13-7 0,-1 7 7-16,1 3-1 15,5-1 0-15,14-2 0 0,8-8-3 16,3-4-9-16,11-9 4 16,17-6 6-16,10-9 3 15,9 0 15-15,3-16-6 16,6-13-1-16,2-5-5 15,-4-2-1-15,-9 1 3 16,-3 2-1-16,-14 10 0 16,-16 7 0-16,-4 11 0 15,-8 4 27-15,0 1 15 16,0 3-46-16,-13 17-5 0,-7 7 2 16,-3 4 2-16,7-3 1 15,1-2-1-15,6-5 1 16,4-7-2-16,5-7 0 15,0-4-3-15,0-3-3 16,8 0 8-16,17-8 18 16,8-15-9-16,8-7-2 15,-1-2-4-15,-5-3 0 16,-5 3 1-16,-1 3-3 16,-14 8 2-16,-5 9 0 15,-7 8-3-15,-3 4 3 0,0 0-3 16,0 2-20-1,0 12 5-15,0 7 14 0,0 1 1 16,0-6 0 0,0-1 0-16,0-7-1 15,0-1 0-15,6-3 1 0,-3-4-2 16,-2 0 3-16,3 0-1 16,5 0 8-16,5-5-2 15,12-9-4-15,5-3-2 16,5-5 0-16,3 0-1 15,-8-5-9-15,-4 5 3 16,-8 5-3-16,-8 11 1 0,-11 6 6 16,0 0-8-1,0 22-37-15,0 9 48 0,0 7 3 16,0-1-2-16,0-2 0 16,0-3-1-16,10-5-1 15,9-10-2-15,11-7 3 16,8-8 12-16,9-2-4 15,4-12-1-15,3-13-7 16,-2-6-1-16,-7-4-2 16,-5-9 1-16,-9-1 2 15,-7 1 1-15,-7 5 3 16,-7 14-1-16,-5 13-1 16,-5 9 2-16,0 4-4 15,0 32-17-15,-18 17 13 16,-6 20 4-16,-3 13 3 0,-1 11 7 15,1 6 3-15,1 1-4 16,1-1-2-16,-2-9-7 16,2-5 0-1,4-15 0-15,0-13 1 16,5-18-1-16,4-19 0 0,7-11 1 16,5-10-1-16,0-16 15 15,0-21 1-15,0-18-16 16,14-16 0-16,11-15 0 15,11-18 0-15,4-13-1 16,5-8-6-16,4 5 1 16,-3 14-1-16,-4 21 7 15,-7 25 1-15,-3 20-1 16,-5 16 2-16,-1 15-2 0,3 9-3 16,1 15-4-16,0 23-1 15,-5 9-2-15,-8 3 3 16,-12 2 6-1,-5-3 1-15,-14-7 3 0,-19-5 0 16,-6-8-2-16,-7-9 2 16,-2-6 2-16,5-10-4 15,4-4 5-15,8-6-1 16,6-14-2-16,6-11 2 16,8-2-4-16,8-1 0 15,3 3-1-15,0 7-1 16,0 10 1-16,3 6 3 15,1 8-3-15,3 0-4 0,10 4-11 16,10 12 8 0,7 4 4-16,11-3 4 0,3 1-1 15,11-3 2-15,2-7-2 16,4-5 0-16,-7-3 2 16,-3-1-2-16,-12-19 0 15,-3-8 0-15,-7-13-4 16,-3-14-3-16,-4-15 4 15,-7-8-1-15,-5-1-10 16,-10 11-1-16,-4 22 13 0,0 15 2 16,-9 19 4-1,-6 12 4-15,-6 6-8 0,-3 25-7 16,0 13 3 0,5 10 4-16,11 7 0 15,8 0 5-15,0 4 1 16,20-8-5-16,13-8 1 0,8-6 0 15,10-9-2-15,15-8 4 16,5-13 3-16,6-10-7 16,-3-3-1-16,-7-8-1 15,-7-22-31-15,-17-9 1 16,-11-12 6-16,-16-6 15 16,-12 4 11-16,-4 6 11 15,-1 16-1-15,-15 14 29 16,-5 17-12-16,-3 2-19 15,-3 23-7-15,2 10-1 16,7 4 2-16,9-1-2 0,9-2-2 16,0-3 1-1,7-4-8-15,13-5 2 0,10-5 4 16,11-6-46-16,12-5-94 16,9-8 74-16,10 0-238 15,-5-3-232-15</inkml:trace>
  <inkml:trace contextRef="#ctx0" brushRef="#br0" timeOffset="32892.94">24170 3641 1132 0,'0'0'51'0,"0"0"82"0,0 0-36 0,0 0-97 0,0 0 0 16,0 0 0-16,-26 101 4 15,23-70 4-15,0-4 2 16,0-4-1-16,1-9-2 15,1-5-3-15,1-4-4 16,0-3-1-16,0-2 1 16,0 0 14-16,9-8 27 15,14-14-3-15,7-5-37 16,3-2-1-16,-3 1 0 16,0 4 3-16,-9 3-3 15,-2 9 1-15,-8 4 5 16,-7 5 5-16,-4 3-11 15,0 5-1-15,0 17-19 16,4 9 20-16,-4 4 7 16,0 1-1-16,0-2-1 15,0-3-4-15,0-4 3 0,0-9-4 16,0-5 0-16,0-8-1 16,0-4 2-16,0-1-1 15,8 0 12-15,10-11 22 16,12-12-26-16,7-7-7 15,5-7-1-15,0-1 0 16,1-3-3-16,-9 6 1 16,-9 9 2-16,-11 11 0 15,-9 10 3-15,-5 5 4 0,0 0-7 16,0 14-14 0,-3 13 2-16,-5 6 12 0,-1-1 0 15,2-3 1-15,7-3-1 16,0-2 0-16,0-6 0 15,13-3 2-15,15-6 0 16,10-6 13-16,7-3-9 16,4-2-5-16,1-16-1 15,-3-7 0-15,0-8 0 16,-5-3-3-16,-6-3 1 16,-9-4-6-16,-8 4 8 15,-11 7-1-15,-8 10 0 16,0 5 2-16,0 12 3 0,-6 5-4 15,-11 1-12 1,1 18 4-16,1 5 5 0,6 4-5 16,9-3 3-1,0 1 1-15,14-4 4 16,21 0 2-16,19 0 3 0,13-2 6 16,15-2-10-16,0-5-1 15,-1-8 0-15,-11-5-1 16,-16-1-4-16,-8-21-3 15,-16-10-9-15,-11-6 17 16,-10-1 2-16,-9 1 0 16,0 5 6-16,-18 9-1 15,-6 8-3-15,-4 9 1 16,-6 7-5-16,2 3-3 0,1 21 3 16,4 1-2-16,9 3 1 15,3-2-2-15,6 3-2 16,6-5 5-16,3-5-4 15,0-3 3-15,17-4-1 16,1-4 2-16,10-6-1 16,3-2-2-16,8 0-9 15,4-8-5-15,1-12-4 16,-1-1 7-16,-9 1 13 16,-11 8 1-16,-12 5 5 15,-9 7-1-15,-2 0 10 16,0 7-14-16,-3 17 0 15,-10 6 9-15,2 2 7 16,7-3-9-16,4-2 1 16,0-8-2-16,4-2-1 0,15-8-2 15,3-7 9-15,7-2 7 16,3 0-6-16,4-11-9 16,1-9 5-16,-3-4-7 15,0-1 3-15,-2 0-1 16,-9 3 3-16,-3 3 13 15,-10 7 6-15,-2 5 2 16,-8 5-11-16,0 2-9 16,0 0-8-16,0 0-10 15,0 0-4-15,0 7 14 0,0 4 0 16,0-5 0-16,0-2 0 16,0-2 0-16,0-1 2 15,0-1 1 1,4 0-1-16,19 0 15 0,5-3-8 15,8-7-8-15,-3 1 1 16,-7 0 2-16,-9 5-4 16,-8 4 0-16,-6 0 0 15,0 14-13-15,-2 14 10 16,2 12 3-16,-3 0 6 16,0-1-5-16,2-6 5 15,1-5-6-15,4-9-1 16,5-6 1-16,9-10-3 15,16-3-71-15,11-8-201 16,10-28-284-16</inkml:trace>
  <inkml:trace contextRef="#ctx0" brushRef="#br0" timeOffset="33684.37">27427 3426 1029 0,'0'0'23'0,"0"0"110"0,0 0 29 0,0 0-133 0,0 0-23 0,0 0 5 0,-47 114 27 16,35-59-2-16,3-2-12 16,6-9-12-16,3-7-8 15,0-13-1-15,19-10-2 16,14-12 1-16,14-2 11 15,14-20-5-15,5-15-6 32,-4-8-1-32,-5-7-1 0,-10-1 4 0,-8-2 0 15,-9 9-1-15,-9 10 3 16,-9 14 2-16,-8 11 12 16,-4 9 40-16,0 3-60 15,0 27-5-15,-9 12 5 16,-3 12 11-16,-1 2-8 15,4 0-2-15,-2-6-1 16,4-8 0-16,1-9-5 0,2-13-24 16,1-9-136-16,-2-11-122 15,-4-6-132-15</inkml:trace>
  <inkml:trace contextRef="#ctx0" brushRef="#br0" timeOffset="34009.18">27554 3107 815 0,'0'0'414'0,"0"0"-407"0,0 0 55 15,0 0-60-15,0 0-2 16,0 0 0-16,-63 82-5 16,63-64 4-1,0 1-1-15,2-11-4 0,19-3 6 16,7-5 15-16,14 0-1 15,0-10-11-15,-5-12-3 16,-7-1 2-16,-11-6 0 16,-11 0 2-16,-8 1 5 15,0 6 6-15,-8 9 34 16,-5 4 0-16,1 9-49 16,0 3 0-16,0 19-24 15,5 10-18-15,7 8-95 16,0 4-58-16,20 0-42 15,13 1-319-15</inkml:trace>
  <inkml:trace contextRef="#ctx0" brushRef="#br0" timeOffset="35329.94">28734 3446 947 0,'0'0'33'16,"18"-75"160"-16,-10 38-53 15,-8-3-81-15,0 3-7 16,0 6-14-16,-18 7 10 16,-10 14 17-16,-14 10-29 15,-10 0-22-15,-8 25-7 0,4 12 0 16,9 5 2-16,14 2-5 16,12 0-4-1,15-5-4-15,6-2-4 16,2-5 0-16,22-8 8 0,7-8 0 15,8-13-2 1,8-3-7-16,3-10-27 0,2-13-18 16,1-9-6-16,-3-12 9 15,-4-5-4-15,-6-14 12 16,-4-9 1-16,-4-11 29 16,-6-6 5-16,-6 7 5 15,-8 9 3-15,-8 21 0 16,-4 24 10-16,0 16 44 0,0 12 51 15,-12 29-90 1,-12 21-7-16,-4 19-2 0,0 9 3 16,5 2 14-1,5 4 14-15,6-1-16 0,9-8-14 16,3-2-7 0,3-10-4-16,17-13 3 0,7-12-2 15,4-16 3-15,3-16-1 16,9-6-11-16,1-16-19 15,0-18-8-15,-2-12 6 16,-6-4 16-16,-4-3-1 16,-10 6 18-16,-9 10 0 0,-4 13 6 15,-7 9 4 1,-2 12 29-16,0 3 31 0,-2 14-60 16,-10 9-3-16,2 12-6 15,1-3 7-15,3-2-4 16,6-1 1-16,0 1-5 15,2-8 0-15,12-3 1 16,6-5-1-16,2-6 4 16,5-5 2-16,3-3-5 15,0 0-1-15,-3 0-5 16,-1-11-19-16,1 1 12 16,0-1-8-16,-4-1 8 15,-1-2 5-15,-4-3-33 16,-5-1 29-16,-2-2 4 0,0-1 3 15,-3 0 4-15,-3 3 1 16,-1 3 1 0,-4 3-1-16,0 6 15 0,0 3 16 15,0 1 13-15,-6 2-2 16,-11 0-30-16,-3 0-12 16,-1 11-1-16,4 2 0 15,6 2-3-15,3 3 1 16,8 2-3-16,0 3-5 15,5 2 8-15,9 0-1 16,3 2 2-16,-1 2 0 16,-2 1-1-16,-1 1 2 15,-5-3-1-15,-2-2 1 0,-3-2 0 16,-3-4-3-16,0-8 3 16,0-3 0-16,0-6 1 15,0-3 2-15,-3 0 2 16,1 0 3-16,1 0 0 15,1 0-5 1,0-14-3-16,1-6-2 0,21-13-1 16,10-8-2-16,5-8-6 15,3-8-12-15,5 0 2 16,-5 2 7-16,-4 9 6 16,-9 10 6-16,-9 10 2 15,-12 11 6-15,-5 6 17 16,-1 5 36-16,0 2 2 15,0 2-47-15,0 0-14 16,-13 13-15-16,-2 4 15 0,0 5-1 16,6 0 0-16,5 3-3 15,2-1 2-15,2 1-6 16,0 2 6-16,0-2 1 16,3-1 2-16,3-3-2 15,-3-3 1-15,0-4 0 16,0 1 0-16,-3-4 0 15,0-3 0-15,0-1 0 16,0-1 1-16,0 0 0 16,-4 2-1-16,-8-2-2 0,-2 0-62 15,-5-1-89-15,0 0-86 16,0-5-99-16</inkml:trace>
  <inkml:trace contextRef="#ctx0" brushRef="#br0" timeOffset="36604.08">29484 3180 488 0,'0'0'319'0,"44"-84"-319"0,-17 39 78 0,1-8-25 15,-7 0 1-15,-3 2-5 0,-9 5 16 16,-7 8 32-16,-2 10 17 16,0 10-20-16,0 6-9 15,-5 9-20-15,2 3-32 16,-6 0-27-16,-6 9-6 15,-1 21-1-15,-5 14 1 16,3 8 1-16,9 9 17 16,5 13 27-16,4 7-16 15,0 11-1-15,0 7-4 16,4 9-11-16,-1 6-8 16,-3-1 1-16,0 0-3 15,0-7-3-15,0-6 1 16,0-7 0-16,-7-8-1 0,-4-13 0 15,-7-11 1 1,-4-16 0-16,2-10-1 0,4-14 0 16,9-10-1-1,3-6 0-15,4-5 0 0,0 0-2 16,19-6-14-16,7-15-14 16,7-4 11-16,2-7-7 15,-4-3 11-15,-3-3 11 16,-1-8 5-16,-3-3 0 15,-3-5 1-15,-5-7-1 16,-4 0 2-16,-8 5-1 16,-4 2 3-16,-1 3 11 15,-20 4 6-15,-1-2-10 16,-2 7-3-16,0 3 5 0,2 5-13 16,8 7 4-16,4 6-3 15,8 3 0-15,2-2-1 16,11-3-1-16,14-1-12 15,11-3-18-15,6-4-34 16,6-6-20-16,2-7-2 16,2-8-39-16,-4-2-19 15,-3-2 5-15,-9 3 34 16,-10 8 63-16,-10 9 36 16,-12 9 7-16,-4 9 52 15,0 9 62-15,0 3-7 16,-6 6-5-16,-6 3-78 15,-4 27-24-15,-2 13 0 0,-2 12 13 16,8 10 37 0,1 8 13-16,8 9 7 0,1 10-26 15,2 12 4-15,-1 6-16 16,-4 1-17-16,-6-4-1 16,-6-14-8-16,5-14-5 15,-3-11 0-15,7-18-1 16,8-14 0-16,0-12-2 15,5-10 4-15,20-12-2 16,13-2 11-16,8 0-11 16,0-16-4-16,-1-8-33 15,-11-10-3-15,-7-11 23 16,-9-6 17-16,-6-6 2 16,-11 1 3-16,-1 2 7 0,-5 3 21 15,-18 2-12-15,-9 5-2 16,-6 2-3-16,-2 0-9 15,1 8-3-15,7 1-2 16,9 9-2-16,10 4 1 16,8 5-1-16,5-1-9 15,4 1-43-15,20-1-53 16,12 0-58-16,7 1-39 16,4-3-68-16,2-4-322 15</inkml:trace>
  <inkml:trace contextRef="#ctx0" brushRef="#br0" timeOffset="37471.33">30779 3276 981 0,'0'0'2'0,"0"0"14"0,0 0 55 0,0 0-68 15,102-80 1-15,-64 55-4 16,-4-4 4-16,-7-12 16 16,-5-9 34-16,-8-11-9 0,-1-4 1 15,-6 2-1-15,-5 11 13 16,-1 15-20-16,-1 14 32 16,0 15-32-16,0 5 14 15,0 3-49-15,-4 19-3 16,-11 25-22-16,-3 17 19 15,2 14 6 1,4 14 3-16,2 11 9 0,2 11 9 16,3 10-6-16,2 7-4 15,-1 4-6-15,-6-5-8 16,5-8 0-16,1-21 1 16,2-17-1-16,2-18 0 15,0-17 0-15,11-17 0 16,8-12 0-16,3-11 2 15,8-6 12-15,9-4-7 16,3-18-7-16,2-6-12 0,-2-10-3 16,-3-10-3-16,0-11 5 15,-8-6 10-15,-6-9 1 16,-11 1 2-16,-13-4 3 16,-1 8 1-16,-15 6 3 15,-17 10 2-15,-5 9-1 16,-2 8-1-16,0 7-4 15,9 8 2-15,6 7-2 16,12 7-2-16,6 3-1 16,5 4-2-16,1 0 0 0,0 0-6 15,0 0-9-15,0 0 7 16,8 0 0-16,15 0 6 16,10 0 1-1,9-4-5-15,4-8-10 0,0-5-11 16,-3-7 4-16,-1-2-9 15,-6-2 10-15,-11 3 7 16,-8 1 11-16,-11 5 6 16,-6 5 8-16,0 1 11 15,0 5-1-15,-5 4-7 16,-1 3-8-16,0 1-2 16,0 0-1-16,-4 0-7 15,2 13 3-15,1 11-3 16,2 0 4-16,5 3 1 15,0 2 2-15,0-3 0 16,0 0 0-16,11-1 1 16,3-2-1-16,0-4 0 0,1-4-1 15,0-4 1-15,-3-5-10 16,1 0-46-16,4-6-102 16,2 0-45-16,5 0-132 15</inkml:trace>
  <inkml:trace contextRef="#ctx0" brushRef="#br0" timeOffset="38392.9">31745 3259 357 0,'0'0'519'0,"0"0"-448"0,0 0 118 0,0 0-99 0,0 0-72 0,0 0-18 0,-24 10 0 15,14 19 5-15,1 3 12 16,8 3 6-16,1-1 1 15,0-4-7-15,4-5-14 16,12-3 4-16,3-9 4 16,3-4-5-16,3-9 4 15,5 0-7-15,-2-9 1 16,0-13-4-16,-2-6-6 16,-8-7 2-16,-3-2 0 15,-9-3 4-15,-6 5 1 16,0 8 5-16,-8 8-2 15,-10 11 4-15,-4 8-4 0,-4 0-4 16,0 21-1 0,-3 6-2-16,10 8-1 0,5 3-4 15,11-5 8-15,3-2-1 16,0-6 0-16,11-6 1 16,11-4 0-16,11-8 0 15,3-5-15-15,6-2-46 16,4-3 4-16,0-14-9 15,0-3 18-15,-2-2-2 16,-10-5 18-16,-2-2 22 0,-7 2 10 16,-11 7 7-1,-4 8 24-15,-9 5 63 0,-1 7 13 16,0 0-56-16,-1 3-51 16,-12 17-8-16,-4 4 8 15,2-1 2 1,3 1 3-16,3-6 8 15,4-5-8-15,4-4-1 0,1-4-3 16,0-1-1-16,0-3 9 16,10-1 25-16,14 0 8 15,6-1-21-15,6-11-16 16,3-6 4-16,0-3-5 16,2-1-2-16,-3 0 7 15,-13 5-6-15,-8 9 27 16,-9 4 20-16,-6 4-18 15,-2 0-26-15,0 0-6 0,0 14-29 16,0 7 29-16,-2 3 2 16,-1-2 0-16,-1-6-2 15,3-1 0-15,1-7-1 16,0-4 1-16,0-3-1 16,0-1 1-16,5 0 10 15,13 0 11-15,8 0-10 16,5-7-11-16,2-8 2 15,3-4-2-15,-3 0-1 16,-4 1 1-16,-6 8 0 16,-13 4 3-16,-5 4 3 0,-5 2-6 15,0 0-6-15,0 12-27 16,0 9 33 0,0 1 3-16,0-3-1 0,4 2 0 15,5-7-2 1,3 0 3-16,6-4-3 0,5-3-77 15,6-6-195-15,4-1-202 16</inkml:trace>
  <inkml:trace contextRef="#ctx0" brushRef="#br0" timeOffset="40005.8">24436 5238 819 0,'0'0'34'0,"0"0"-24"0,0 0 88 0,0 0-54 0,0 0-41 15,0 0 13-15,-7 42 33 16,7-38-15-16,14-4 14 15,6 0 4-15,5-4 8 16,7-15-25-16,-5 1-11 16,-8-8-17-16,-9-3-3 15,-7-6 5-15,-3-1 19 16,-13 1-2-16,-17 5-1 0,-12 8 18 16,-9 9-15-16,-4 11-15 15,-1 2 1-15,2 20-1 16,6 13-11-1,4 10 0-15,6 7-2 0,5 3 0 16,10-3 0-16,10-5-2 16,12-12 1-16,1-5-2 15,14-12-2-15,20-10 3 16,13-6 2-16,7-6 0 16,9-19-1-16,1-5-9 15,-1-9 6-15,-11-4-5 16,-15-5-8-16,-10 3 15 15,-15 8 2-15,-7 17 1 0,-5 10 6 16,0 9 18-16,0 1 12 16,-17 21-37-16,-5 15-10 15,-5 7 10-15,8 4 0 16,11-4 1-16,5-5-1 16,3-3 0-16,11-10 0 15,15-4-3-15,10-8 0 16,7-12 1-16,12-1 2 15,7-8 0-15,-4-15 3 16,0-6-2-16,-9-9-1 16,-8-5 4-16,-11-4-4 15,-11 0 6-15,-10 6-3 16,-8 11 3-16,-1 9-3 0,0 7 9 16,0 7 16-16,-6 3-16 15,-6 4-12-15,-4 0-1 16,-5 17-6-16,2 5 6 15,1 3 0-15,6 0-3 16,6 3 2-16,6 0 0 16,0 2 0-16,0-3 1 15,10 4-1-15,4-2 2 16,-1-2 0-16,-2-3-2 16,-4-4 1-16,3-6-1 15,-7-4-1-15,-1-4 1 0,-2-5 0 16,0-1 2-16,0 0 0 15,0 0 1-15,6 0 2 16,2-3 6-16,8-14-9 16,9-6-2-16,11-9-5 15,4-6 6-15,12-6-2 16,1-5-4-16,-2-4-1 16,-5 6-2-16,-8 6 9 15,-11 13 1-15,-12 8 2 16,-10 7 3-16,-5 3 8 15,0 8 0-15,0-2 16 16,-8 4-9-16,-11 0-20 16,-5 4 0-16,0 10-2 0,2 7-2 15,7 1 3-15,3 7-5 16,6 1 5-16,6 2 1 16,0-2-3-16,9 4 0 15,6-2 3-15,4-1 0 16,-2 1 0-16,2-6-2 15,-5-1 1-15,-4-4 2 16,-6-7-1-16,-4-3 0 16,0-5-1-16,0-1 1 15,-11-1 2-15,-5-3 1 16,-9 1 0-16,3 0-3 16,-1-1 0-16,9-1-8 0,3 0-76 15,6 0-62 1,5 0-27-16,0-6-102 0,16-13-243 15</inkml:trace>
  <inkml:trace contextRef="#ctx0" brushRef="#br0" timeOffset="41599.65">25507 5157 713 0,'0'0'467'0,"0"0"-462"0,0 0 101 0,0 0-81 16,0 0-23-16,0 0-2 15,-1 102 7-15,1-65-6 16,0-2 2-16,0-5-3 16,0-5 2-16,1-5-2 15,14-9 0-15,5-4 0 16,8-7 2-16,6 0 2 16,2-11 0-16,-2-12-3 0,-5-7-1 15,-11-3 3-15,-4-5-3 16,-6 1 6-16,-5 8-3 15,-3 10 8-15,0 6 53 16,0 12 10-16,0 1-39 16,0 0-35-16,-3 20-8 15,-3 5 3-15,-3 4 5 16,9-1 1-16,0 0-1 16,2-6-3-16,19-1 2 15,5-6 1-15,6-7-3 0,5-4 0 16,5-4-12-16,-5-4-47 15,-3-13 20-15,-4-10 1 16,-8-5 18-16,-2-2 18 16,-5-1 5-16,-6 5 2 15,-3 7 13-15,-5 9 3 16,-1 6 22-16,0 6 31 16,0 2-48-16,0 6-23 15,-6 18-5-15,-6 9 5 16,-4 0 0-16,4 5 1 15,-1-4-1-15,2-5-1 16,5-4 1-16,2-8 3 16,2-6-3-16,1-5 0 15,1-6 0-15,0 0 0 0,4 0 2 16,17-17 6-16,9-6-6 16,5-6-2-16,-2-6 0 15,0-3-1-15,-1 5-1 16,-7 3 2-16,-5 9 1 15,-10 7 0-15,-4 12 0 16,-6 2 0-16,0 0-1 16,0 17-4-16,0 13 4 15,0 5 3-15,-9 5 3 16,-3-8-4-16,-4 1 6 16,2-6-5-16,4-8 0 15,-1-6-2-15,8-8 0 0,2-3 0 16,1-2 1-16,0 0-2 15,0 0 11-15,7-11 3 16,13-12-14-16,6-2-4 16,6-5 1-16,-1-2 2 15,2 6-3-15,-6 2-4 16,-5 9 8-16,-10 6-1 16,-4 7 1-16,-7 0 0 15,-1 2-1-15,0 0-4 16,0 15-1-16,0 4 5 15,0 4 1-15,0-2 2 16,0 0-2-16,0-4 1 0,0-2-1 16,0-3 0-1,5-5 0-15,13-3 2 0,7-4 0 16,11 0 1-16,7 0-2 16,6 0 0-16,0-4-1 15,-5-11 0-15,-7-4-1 16,-7-8 1-16,-9-2-8 15,-9-3 5-15,-11 6 2 16,-1 2 0-16,0 4 1 16,-3 8 7-16,-12 4 4 15,-4 5-9-15,-2 3-1 16,3 1 7-16,-1 15-4 16,2 7 2-16,5 4-6 15,9-1 6-15,3 4-4 16,0-4-1-16,8-3 2 0,11-3 0 15,5-6-3 1,7-3 5-16,8-3-3 16,12-3 1-16,10-5 1 0,5 0-2 15,1 0-1-15,-3-7-1 16,-12-11-3-16,-14-7 0 16,-15-6-8-16,-11-1 11 15,-9 2 0-15,-3 10 0 16,0 3 2-16,-15 7 5 15,-8 4 2-15,-7 6-8 16,0 0 0-16,-1 10 12 16,5 11-4-16,4 1-8 0,2 5 1 15,7 2-1-15,9-1 0 16,4-5 1-16,0-2-2 16,10-6-1-16,8-2 0 15,7-7 0-15,0-4-25 16,4-2-51-16,1 0-41 15,-4-15-4-15,0-10-15 16,-2-5 36-16,-2-9 29 16,-3-10 51-16,0-7 20 15,-2-13 1-15,0-3 0 16,-1-9 2-16,-2 3 15 16,-4 9 27-16,-7 16 12 0,-2 18 29 15,-1 20 15-15,0 15 14 16,0 3-91-16,-8 34-18 15,-7 17 1-15,1 12 68 16,1 5-43-16,5 0 10 16,2-4-6-16,3-1-24 15,3-5-8-15,0-5-3 16,15-8-1-16,14-4-1 16,14-9-82-16,11-8-146 15,5-11-195-15</inkml:trace>
  <inkml:trace contextRef="#ctx0" brushRef="#br0" timeOffset="44691.08">28476 5052 741 0,'0'0'82'0,"0"0"32"0,0 0 74 0,0 0-81 15,5-79-19-15,-4 72-24 16,-1 4 26-16,0 3-42 0,0 0-17 16,0 1-31-1,0 21-5-15,-1 12 1 0,-11 10 4 16,0 1 6-16,1-2-4 16,3-5 0-16,2-5 0 15,6-5 0-15,0-10-2 16,0-6-3-16,0-7 3 15,0-2 2-15,0-3 4 16,11-5 14-16,9-15-2 16,7-9-17-16,6-8-1 15,1-2 0-15,0-5 2 16,2-1-2-16,-3 5 1 16,-6 8-2-16,-6 10 4 15,-10 10-3-15,-5 8 7 16,-6 4-7-16,0 6-7 0,0 17-17 15,0 13 24-15,0 3 0 16,-4 0 3-16,-3-6-3 16,4 3 0-16,3-10 1 15,0-4-1 1,0-7 0-16,0-7 2 0,0-4 0 16,11-4 5-16,6 0 7 15,8-9-5-15,8-14-2 16,4-8-5-16,3-5-1 15,-2-3 0-15,-2-4 0 16,-3 9 2-16,-10 5-3 16,-6 8 2-16,-7 10-1 0,-5 6-1 15,-5 5 0-15,0 0-1 16,0 10-25-16,-3 12 7 16,-9 9 19-16,4-1 3 15,4 3-3-15,4-6 0 16,0 2 3-16,0-3-3 15,14-5 4-15,8 1-4 16,8-8 7-16,10-2 0 16,3-6-6-16,2-6 3 15,-1 0-2-15,-3-4-1 16,-2-16 4-16,-2-7-2 16,-3-5 0-16,-8-5 0 0,-7-4-3 15,-10 1 0-15,-9 5-1 16,0 6 0-16,-1 8-6 15,-15 6 6-15,-4 9 1 16,-2 6 0-16,-1 0-6 16,-3 2 0-16,6 22-7 15,3 6 8-15,5 4 1 16,8 0 4-16,4 3 2 16,4-5 0-16,19-1 0 15,8-6 1-15,5-2 1 16,7-6-3-16,5-6 5 15,4-4-6-15,5-7 1 16,-3 0-1-16,-1-2 0 0,1-16 1 16,1-6 0-1,-1-3 0-15,-3-5-1 0,-11-3 1 16,-12 2 0-16,-12 5 1 16,-9 4-1-16,-7 7 3 15,0 0-4-15,-11 10-4 16,-11 3 2-16,-7 4 2 15,-2 5-8-15,-3 18 4 16,2 4-6-16,6 1 7 16,5 2 3-16,9-3 1 15,4-2-1-15,7-3-2 16,1-2 2-16,0-4 0 0,12-5 0 16,7-3 3-1,4-4-2-15,7-4 0 0,1 0 0 16,4-12-1-16,0-8 0 15,-3-3 3-15,-2-4-2 16,-3-3 0-16,-7 3 1 16,-7 5-1-16,-5 9 0 15,-7 6 1-15,-1 6 3 16,0 1-5-16,0 0-16 16,-1 8-5-16,-9 13 13 15,0 4 8-15,3-1 1 16,5-2-1-16,2-1 2 15,0-6-1-15,8 2 0 16,13-5 2-16,4-5 2 16,8-3-1-16,4-4-2 0,3 0 0 15,5-10-1-15,-2-6 1 16,-1-6 1-16,-2-3-2 16,-5 0 0-16,-7 0 4 15,-8 5-3-15,-9 6-1 16,-5 9 1-16,-6 3 3 15,0 2-5-15,0 0-8 16,0 3-18-16,-7 16 17 16,-5 3 8-16,2 0 1 15,4-2 0-15,2-3 0 16,1-4 0-16,3-5 0 16,0 1 0-16,0-5 6 15,7-4 2-15,11 0 1 0,9 0 0 16,7-13-9-16,3-5 1 15,3-4 3-15,2-5-3 16,4-2 2-16,-2 3-2 16,-8 3-1-16,-11 7 0 15,-11 9 2-15,-9 3 1 16,-5 4-2-16,0 0-1 16,0 14-24-16,0 11 17 15,-1 3 7-15,-3-1 3 16,1-2-3-16,3-2 1 15,0-4 0-15,0-5-1 16,0-3-1-16,10-1 0 16,0-4-7-16,8 0-99 15,6-6-85-15,5 0-89 0,7 0-268 16</inkml:trace>
  <inkml:trace contextRef="#ctx0" brushRef="#br0" timeOffset="44815.89">31302 5141 842 0,'0'0'19'0,"0"0"102"0,0 0-40 0,0 0-81 0,0 0-9 16,0 0-192-16</inkml:trace>
  <inkml:trace contextRef="#ctx0" brushRef="#br0" timeOffset="47392.74">20427 7588 336 0,'0'0'247'15,"0"0"-247"-15,0 0-29 0,0 0-282 16</inkml:trace>
  <inkml:trace contextRef="#ctx0" brushRef="#br0" timeOffset="48076.4">17759 7295 818 0,'0'0'3'0,"0"0"51"0,0 0-6 15,0 0-34-15,0 0 7 16,0 0 114-16,55 4-21 16,-23-4-32-16,10 0-26 15,10 0 24-15,12 0-21 16,11 0-17-16,7-2-17 16,6-3-13-16,-1 4-12 0,-2 1 0 15,-8 0-2-15,-13 0-3 16,-16 0-3-16,-21 0 1 15,-21 0-118-15,-6 6-61 16,-36 0 58-16,-9-1-65 16,-10 3 9-16,-2 0 15 15,5 4-59-15,3 2 24 16</inkml:trace>
  <inkml:trace contextRef="#ctx0" brushRef="#br0" timeOffset="48281.23">18082 7479 132 0,'0'0'72'0,"0"0"-8"15,-93 40 66-15,78-32-4 16,7-6-14-16,3 0 20 16,5-2-26-16,0 0-34 0,0 0 9 15,0 0-10-15,0 0 16 16,0 0-21-16,12 0-20 16,0 0-21-16,2 0-14 15,-3 0-9-15,-5 0-2 16,5 0-3-16,-7 5-4 15,3 0 1-15,-3-1-65 16,-3-4-165-16,-1 0-68 16</inkml:trace>
  <inkml:trace contextRef="#ctx0" brushRef="#br0" timeOffset="48815.85">18295 6959 835 0,'0'0'2'16,"0"0"23"-16,0 0 73 15,0 0-13-15,0 0-63 16,0 0-16-16,-15-27 25 15,15 33 27-15,0 0 6 0,0 3-13 16,3-1 2-16,11 6 37 16,3 4-15-16,6 2-50 15,9 5 11-15,6 6-2 16,5 3-23-16,8 5 13 16,0 5-6-16,4 3-11 15,-3 4 0-15,-4 1-3 16,-6-2-1-16,-6-4 1 15,-10-8-4-15,-7-9 0 16,-6-11-1-16,-10-7 4 16,0-4 0-16,-3-4-2 15,0-2 27-15,0 3 19 16,-19 3 3-16,-13 6-5 16,-14 2-15-16,-9-1-17 0,-2 4 4 15,-3-1-12-15,-1 3-2 16,2 4-2-16,7 1-1 15,17-1-2-15,12-1-4 16,14-6 1-16,9-5-18 16,5-3-113-16,29-8-89 15,17-1-102-15,14-8-185 16</inkml:trace>
  <inkml:trace contextRef="#ctx0" brushRef="#br0" timeOffset="49420.15">20277 7082 841 0,'0'0'1'0,"0"0"146"0,-5-78-44 0,5 68 99 16,0 10-129-16,-4 3-44 15,-8 31-27-15,-12 13 17 0,-6 11 66 16,-4 6-23-16,-7 10-24 15,-2 6 3-15,-2 4-25 16,4-4-14-16,6-10 0 16,14-17-2-16,9-15 0 15,8-15 0-15,4-14 0 16,0-9 0-16,6-3 1 16,22-27 12-16,10-19-5 15,9-13-6-15,-3-14-2 16,0-11 0-16,1-11 2 15,4-9 0-15,-4 5-2 16,0 15 2-16,-11 24-2 16,-12 27 4-16,-10 22 24 15,-6 14-12-15,2 19-15 16,-5 26-1-16,3 24 1 0,-3 12 0 16,-3 14-1-16,0 7 1 15,0 3 1-15,-3-2-2 16,3-15-1-16,0-14-2 15,3-21 3-15,7-15-11 16,-4-14-36-16,-1-13-142 16,-5-11-87-16,0-5-129 15</inkml:trace>
  <inkml:trace contextRef="#ctx0" brushRef="#br0" timeOffset="49982.75">19930 7404 1065 0,'0'0'1'16,"0"0"47"-16,0 0 138 0,0 0-161 0,0 0-24 15,0 0-1-15,139-23 3 16,-54 26-3-16,8-3 2 16,-1 0-1-16,1-6 1 15,2-11-1-15,-7-6-1 16,-10 2-2-16,-19 3-8 15,-26 1-16-15,-21 4 26 16,-12 5 0-16,0 3 4 0,-22 5 9 16,-15 0-12-16,-7 19 3 15,-3 9 13-15,0 4-1 16,13 5-2-16,6 2 4 16,8-1-4-16,10 1-9 15,10-5 0-15,0-3 1 16,15-10-5-16,18-9 1 15,14-6 1-15,10-6 0 16,7 0-1-16,0-22-2 16,-6-12-3-16,-1-12 2 15,-9-15-2-15,0-11 3 16,-10-11 1-16,-6-10 1 16,-5 0-1-16,-10 11 4 15,-8 21 3-15,-4 23-1 16,-5 23 2-16,0 15 17 0,-5 30-10 15,-14 26-13-15,-2 16-1 16,2 6 3 0,1-3-4-16,4 1 7 0,1 1-4 15,6-6-3-15,2-8-2 16,5-12-2-16,0-13 3 16,0-14-108-16,0-14-137 15,12-10-80-15,3-7-337 16</inkml:trace>
  <inkml:trace contextRef="#ctx0" brushRef="#br0" timeOffset="50954.94">21141 7326 912 0,'0'0'20'0,"0"0"36"0,0 0 80 0,68-79-92 0,-38 74-36 0,-1 3-6 15,-7 2 0-15,-3 2-1 16,-5 16 9-16,-7 6 0 15,-7 7 14-15,0 4 19 16,-2 5 10-16,-13-1 2 16,2-1-9-16,1-5-24 15,6-1-1-15,3-7-17 16,3-3-2 0,0-5 0-16,8-7 0 0,8-6-2 15,7-4 1-15,8 0 6 16,6-18-2-16,0-9-5 15,5-5 1-15,-6-4 0 0,-3-5-1 16,-9 2 3 0,-8 6-2-16,-7 12-1 0,-6 10 12 15,-3 6 50-15,0 5-3 16,0 0-59-16,0 17 0 16,-2 10-4-16,-4 4 3 15,6-4 0-15,0 3-1 16,2-5 2-16,17-4 0 15,1-4 0-15,4-6-1 0,2-7 1 16,9-4 3-16,5 0 1 16,2-12-4-1,4-11 1-15,-1-2 3 0,-6-6-3 16,-8-2-1-16,-13 4-5 16,-11 3 5-1,-7 4 2-15,-4 8 1 0,-19 4-3 16,-8 10 0-16,-3 0-2 15,-1 6-4-15,9 14 5 16,6 0-2-16,7 6-5 16,10-2 8-16,3 0-3 15,0-4 3-15,0-4 0 16,10-5-4-16,7-3 3 16,5-7 0-16,2-1-1 15,6-4 2-15,3-12-10 0,-2-5 3 16,2 1-1-1,-8 2 0-15,-8 6 8 16,-6 5 1-16,-6 4 2 16,-4 3-3-16,6 0-11 0,0 14 4 15,8 4 6-15,1 4 1 16,4-3 0-16,-3-2 4 16,6-6-3-16,5-3 3 15,2-8 3-15,6 0-1 16,3-12 2-16,-1-13-7 15,3-11 1-15,3-8-1 16,-2-12 0-16,-1-9 1 0,-4-10-2 16,-6-12 2-16,-10-7-2 15,-5-6 0-15,-13 16 1 16,-3 20-1-16,0 28 5 16,-13 21 10-16,-5 15 3 15,-7 18-18-15,-2 27 0 16,2 25 4-16,10 13 1 15,10 6 4-15,5 2 7 16,0-7-13-16,20-2 1 16,10-4-4-16,16-8-1 15,13-4-1-15,11-8 2 16,12-8-77-16,2-13-297 16,1-20-222-16</inkml:trace>
  <inkml:trace contextRef="#ctx0" brushRef="#br0" timeOffset="52691.58">24241 7347 1024 0,'0'0'5'0,"0"0"2"0,0 0 162 0,0 0-104 16,0 0-65-1,0 0 6-15,-3 64 1 0,-5-19 29 16,-4-2-11-16,5-6-9 15,1-4-4-15,3-8-5 16,3-9-4-16,0-9-3 16,0-5 0-16,0-2 1 15,15-3 6-15,9-19 14 16,7-12-14-16,2-8 6 16,0-6 17-16,1-3-12 15,-6 6-5-15,-5 12 4 16,-11 14 23-16,-8 12-8 15,-1 7-6-15,-3 2-26 0,0 27-8 16,0 7 6-16,-10 9 1 16,1-6 2-1,0-2-1-15,4-7 0 16,5-3 0-16,0-8 0 0,0-8 0 16,0-4 0-16,5-7-1 15,16 0 1-15,9-7 7 16,8-16-3-16,2-6-4 15,1-10 0-15,0-6 2 16,-5-2-1-16,-6 3-1 16,-10 9 1-16,-6 15-1 15,-6 11 1-15,-6 7-2 16,-2 2 0-16,0 11-12 16,0 17 5-16,0 8 5 0,0 2 5 15,0-4-2-15,3 0 0 16,11-8 0-16,9-2-1 15,4-9 2 1,10-5-1-16,3-7 2 0,4-3 0 16,2 0 0-1,-1-15 0-15,-10-5 2 0,-5-7-3 16,-6-4-1-16,-8-4 0 16,-10 1-2-16,-6 7 0 15,0 7 2-15,0 9 0 16,0 7 1-16,0 4-1 15,-4 0-5-15,-8 10-7 0,1 11 4 16,4 7 6 0,5 0 0-16,2-3 0 0,2 0-1 15,21-4 0-15,14-4 3 16,5-5 0-16,13-2 2 16,7-6 0-16,9-2-1 15,4-2 3-15,-4-2-3 16,-4-13 1-16,-9-6 1 15,-13-6 0-15,-12-5-3 16,-11-5-2-16,-13 2 2 16,-9 2 1-16,0 8 1 15,-12 9-2-15,-13 8 2 16,-7 8-2-16,-3 0-1 16,-1 11-6-16,6 11 6 15,3 8-3-15,10 1 2 16,6 1 0-16,6-4-3 0,5-2-1 15,0-4 1-15,6-4 3 16,13-5 2-16,4-6 0 16,7-6 0-16,4-1-1 15,2-1-6 1,-2-16-3-16,2-4-12 0,-2-6 2 16,-4-3 5-16,-4 1-8 15,-9 7 22-15,-9 5 1 16,-5 10 4-16,-3 6 5 15,0 1-5-15,0 3-4 16,-5 15-17-16,-5 7 14 0,3 0 3 16,5-2-3-16,2-1-1 15,0-5 4-15,6 0-1 16,13-10-2 0,5-1 3-16,4-6 3 15,8 0 4-15,2-13-2 0,1-10-3 16,1-3 3-16,-5-4-1 15,-3-3-3-15,-5 3 2 16,-9 10 1-16,-11 7-2 16,-3 7 7-16,-4 6 4 15,0 0-13-15,0 11-7 16,-7 10 0-16,-3 3 7 16,2 2 0-16,2-5 4 15,2-4-3-15,4-6 0 16,0-5-1-16,0-4 0 15,0-2 2-15,3 0-1 16,16 0 10-16,8-14 3 16,6-4-8-16,1-4-5 0,1-4 7 15,-3 1-5-15,0 2 1 16,-8 7 0-16,-10 7 6 16,-8 9 7-16,-3 0-3 15,-3 9-14-15,0 17-5 16,2 5 5-16,-1 2 4 15,1-4-4-15,-1-5 0 16,2-4 0-16,2-4 0 16,2-8-5-16,4-2-26 0,8-6-172 15,11 0-83-15,13 0-321 16</inkml:trace>
  <inkml:trace contextRef="#ctx0" brushRef="#br0" timeOffset="53107.73">27245 7129 1107 0,'0'0'31'0,"0"0"-20"0,0 0 75 0,0 0-63 0,0 0-12 15,-53 90 13-15,37-45 20 0,5-1-23 16,5-3-5-1,1-4-10-15,5-6-5 0,0-6 0 16,12-8 1-16,9-7-1 16,4-7 1-16,8-3-1 15,8-12 1-15,4-15-2 16,4-7 0-16,3-9-1 16,-1-5 1-16,1 1 0 15,-3 5 2-15,-6 5 1 16,-8 14 3-16,-10 6-2 0,-9 11 54 15,-5 6-16 1,-1 6-35-16,1 21-6 0,-1 10 9 16,-5 3 9-1,-4 0-14-15,-1 3-2 16,0-5-2-16,-19-5 1 16,-7-8-2-16,-5-7-4 0,-6-8-121 15,1-10-146-15,2-4-324 16</inkml:trace>
  <inkml:trace contextRef="#ctx0" brushRef="#br0" timeOffset="53319.61">27309 6831 1169 0,'0'0'9'0,"0"0"215"15,0 0-145-15,0 0-75 16,0 0-4-16,0 0-17 15,-8 16 15-15,8 2 1 16,4-1-4-16,5-3-35 16,3-4-142-16,10-7-77 15,-1-3-304-15</inkml:trace>
  <inkml:trace contextRef="#ctx0" brushRef="#br0" timeOffset="55274.95">28891 7030 917 0,'0'0'34'0,"0"0"-17"0,0 0 44 0,0 0-9 0,0 0-20 16,99-28 8-16,-68 8-18 15,-7-3-1-15,-8-2 6 0,-10-3 0 16,-6-2 53-16,0 2-28 16,-12 7 2-1,-9 7-19-15,-10 10-8 0,-11 4-19 16,-6 9-8-16,-8 21 0 16,1 10 0-16,5 10 1 15,6 6 1-15,8 0-2 16,13-6 1-16,14-9-1 15,9-11-2-15,2-10-3 16,26-11 1-16,13-9 4 16,11 0 9-16,6-23-5 15,1-12-3-15,-6-10 2 16,-5-12-2-16,-10-9 0 16,-6-10-1-16,-5-5 0 15,-7-8-1-15,-6 3 0 16,-4 1-3-16,-7 17 4 15,-3 21 1-15,0 24 2 16,0 14-2-16,0 9-1 16,0 14-2-16,-10 23-15 0,-7 15 17 15,-3 13 0 1,-3 10 1-16,5 6-1 0,0 12 2 16,6 4-2-16,6 1 1 15,6-9-1-15,6-11 0 16,21-17-4-16,11-19 3 15,5-17 1-15,8-13 0 0,2-12 6 16,2-8-3-16,-2-22-1 16,-6-14 2-16,-6-8-4 15,-8-15 1-15,-8-7-1 16,-7 5 0-16,-8 13 1 16,-7 25 2-1,-1 18 8-15,-2 8 55 0,0 5-54 16,-2 14-12-16,-17 16-22 15,-5 13 22-15,0 6 0 16,8-4 0-16,8-3 0 16,7-3 0-16,1-4-6 15,3-9 6-15,16-4-3 16,8-9 1-16,6-9 2 16,6-4 2-16,2-6-1 15,2-21-1-15,-1-14-7 16,-1-17-15-16,2-14 2 15,-7-11 8-15,-2-13 6 0,-4-6 0 16,-5-1-3-16,-5 12 4 16,-5 19 5-16,-9 25 4 15,-5 25-2-15,-1 19 27 16,0 7-26-16,-3 37-3 16,-11 20-3-16,-6 25 3 15,-1 16 4-15,-2 16 3 16,-2 22 43-16,-5 15-42 15,0 11 2-15,1-1-10 16,-1-6 1-16,3-18-3 16,5-21 1-16,10-19 1 15,12-22-2-15,0-25-7 0,6-22 2 16,19-26-11-16,8-8 2 16,9-27 4-16,5-14-58 15,-3-6 7 1,-6-8 44-16,-9-1 12 0,-8 0 7 15,-10-1 5-15,-9 5 1 16,-2 0 79-16,-9 3-30 16,-14 2-12-16,-6-1-2 15,-8 2-6-15,1 4-3 16,3 5-18-16,5 8-5 16,8 4-6-16,8 9 1 15,6 2-4-15,6 2 0 16,0-7-2-16,27-4-2 15,15-8-7-15,13-8-17 0,12-9-36 16,6-12-5-16,-3-8-14 16,-2-9-21-16,-9-3-25 15,-10 0-6-15,-13 6 52 16,-15 15 64-16,-7 12 19 16,-13 15 24-16,-1 9 42 15,0 7 7-15,0 6-10 16,0 8-13-16,-6 4-14 15,-6 6-36-15,-4 24-1 16,-4 15 1-16,2 16 9 0,1 14 25 16,4 17 10-16,3 16 31 15,3 16-37 1,1 10-5-16,0 8-12 0,-4-1-11 16,-3-5-5-16,-3-11-1 15,-2-16-2-15,2-17-2 16,4-19 0-16,9-17-1 15,3-16 1-15,0-14-2 16,12-15 2-16,13-11 0 16,6 0 5-16,7-23 0 15,3-5-5-15,-6-11-1 16,-4-11 0-16,-4-5 2 16,-8-5 7-16,-2 0-8 0,-8 6 15 15,-8 7-6 1,-1 3 25-16,-10 6 8 0,-19 0-28 15,-7 4-6-15,-10 3-5 16,0 5-2-16,0 5 0 16,9 4-1-16,11 6 0 15,13 3 0-15,8 2 0 16,5-6 0-16,0-9-1 16,15-1-18-16,9-5-16 15,4 4 16-15,1 2-16 16,-5 0 1-16,0-1-18 15,-8-1-59-15,-6-5-37 16,-10-7-147-16,-10-10-406 16</inkml:trace>
  <inkml:trace contextRef="#ctx0" brushRef="#br0" timeOffset="55445.32">29307 6680 1175 0,'0'0'12'0,"0"0"-10"0,0 0 39 16,0 0-41-16,0 0-57 15,0 0-130-15,106 4-135 16</inkml:trace>
  <inkml:trace contextRef="#ctx0" brushRef="#br0" timeOffset="56357.81">30993 6886 1359 0,'0'0'0'0,"0"0"0"15,0 0 29-15,0 0-24 16,98-50-5-16,-53 41-2 16,0-8 1-16,-2-9 1 15,-7-8-11-15,-6-11-4 16,-11-8 3-16,-8-13 12 0,-8-3-3 16,-3-1 8-16,0 5-5 15,0 13 2-15,-3 16-2 16,-2 17 2-16,1 15 5 15,-6 4 1-15,-4 27-8 16,-7 21-7-16,2 19 7 16,2 12 3-16,7 13 8 15,1 14 15-15,3 15 6 16,0 17-1-16,-1 13-4 16,2 9-1-16,-5-1-17 15,2-11-3-15,4-11-5 0,4-15 2 16,0-18-2-1,9-12 0-15,9-15-1 0,1-22 0 16,-3-15-1 0,2-21 1-16,2-19 0 0,7-3 2 15,5-26-1-15,4-9 1 16,-1-10-2-16,-5-11 1 16,-7-11-1-16,-2-13 2 15,-12-11 1-15,-9-4 4 16,0-5-3-16,-27 7 4 15,-15 14-1-15,-10 10-3 16,-3 13 12-16,9 15 0 0,7 9 1 16,14 12 4-16,13 13-16 15,9 4-2-15,3 6 1 16,0-1-4 0,4-5 0-16,20 2-10 0,9-5-1 15,8 2-4-15,1-3-5 16,-1-4 4-16,0-7 9 15,-2-3-6-15,-3-6-8 16,-5-1-4-16,-8 2 13 16,-11 2 10-16,-8 1 1 15,-4 6 1-15,0 0 5 16,0 3-4-16,-7 8 6 16,1 3 4-16,1 4-3 15,1 2-8-15,-3 0-4 16,-1 11-1-16,2 12 2 0,3 4-1 15,3 2 4-15,0 5 0 16,0 1 1-16,3 2-1 16,6-2 0-16,3-4 0 15,-2-5-1-15,1-5-1 16,0-6 0-16,0-5-2 16,5-1-98-16,2-8-79 15,9-1-75-15,5 0-121 16</inkml:trace>
  <inkml:trace contextRef="#ctx0" brushRef="#br0" timeOffset="57257.6">31914 6907 1059 0,'0'0'23'0,"0"0"231"0,0 0-198 0,0 0-51 0,0 0 2 15,0 0-5-15,-38 81 6 16,35-44-2-16,3-1 14 15,0 0-12-15,3-5 0 16,14-6-6-16,-1-7 1 16,8-7-3-16,0-2 3 15,-3-9-2-15,0 0 3 16,-8-19-4-16,-1-17-12 16,-9-8-15-16,-3-8 18 15,0 0 9-15,-16 12 2 0,-2 10-1 16,-5 10 7-16,0 12 16 15,1 8-5 1,-1 0-14-16,4 19-4 16,6 7 0-16,9 13-1 0,4 0 0 15,3 2 1-15,18-6 1 16,7-8-1-16,4-7 1 16,2-6-1-16,1-10-1 15,1-4 2-15,-1-3-4 16,-1-17-6-16,-3-8-5 15,-2-8 7-15,-5-1 3 16,-8 1 2-16,-4 11 1 16,-6 10 3-16,-5 9 4 15,-1 6 14-15,0 0-12 0,0 9-9 16,-6 15-2-16,-4 4 1 16,1 3 1-16,5-4 2 15,4-1 1-15,0-3 0 16,0-5-2-16,0-5 0 15,7-3 1-15,9-6-2 16,11-4 15-16,6 0-10 16,7-5-1-16,2-15 2 15,1-10-5-15,-5-4 2 16,-5 0 2-16,-10 7-1 16,-9 9 13-16,-8 9 43 15,-2 4-12-15,-4 5-20 16,0 0-28-16,0 0-2 0,-1 9-5 15,-9 7 7-15,0 4 0 16,3-3 0-16,1-3 0 16,3 0-1-16,2-5 1 15,1-5-1-15,0-2 0 16,0-1 1-16,4-1 1 16,17 0 9-16,9-11-5 15,6-9-3-15,4-4-1 16,-6 1 2-16,-6 4-3 15,-9 8 1-15,-12 6-1 0,-4 4 4 16,-3 1-4 0,0 3-4-16,0 19-7 15,0 7 11-15,0 5 4 0,0-8-4 16,6-4 3 0,7-3-1-16,8-9 0 0,7-8 2 15,8-2-2-15,0-2-2 16,5-23-15-16,3-5-166 15,-2-13-220-15</inkml:trace>
  <inkml:trace contextRef="#ctx0" brushRef="#br0" timeOffset="58878.68">24214 9255 980 0,'0'0'62'0,"0"0"-16"0,0 0 96 0,0 0-108 0,0 0-31 0,0 0-1 0,64-93 9 16,-25 59 9-16,-4-4 14 15,-3-3 9-15,-7-4-11 16,-7-2-5-16,-12 3-9 16,-6 5 4-16,-1 12 15 0,-19 11-15 15,-8 10 11-15,-7 6-10 16,-8 12-23-16,-6 17-5 16,0 10 4-16,2 7 0 15,1 6 0-15,12 0 1 16,3-1 2-16,10-8-2 15,10-4-3-15,11-11 1 16,0-9-8-16,14-14 9 16,19-5 1-16,8-6 10 15,4-20-5-15,9-8-3 16,1-6-1-16,-7-1 0 16,-2-2 0-16,-13 1 4 0,-14 6-5 15,-8 11 1-15,-10 13 1 16,-1 8 2-16,0 4 0 15,0 12-4-15,-16 15-13 16,-4 11 10-16,0 4 3 16,6-2 0-16,4-1-4 15,10-6 1-15,0-7 1 16,16-4-6-16,14-12 8 16,10-10 0-16,12 0 9 15,6-17-9-15,4-12 2 16,0-8-2-16,-6-6 1 0,-7-8 0 15,-10 0 0 1,-11-4 3-16,-10 2-2 0,-14 10-2 16,-4 11 5-16,0 12-1 15,0 12-2-15,-4 5 4 16,-8 3-6-16,-2 3-1 16,-3 15-11-16,-1 2 11 15,1 2-1-15,10 0 2 16,1 0-4-16,6 3 0 15,0-2 0-15,0 1-1 16,3-1 4-16,10 1-4 16,4 0 5-16,-1-3 0 15,4-2-2-15,0-5 1 16,-3 0 0-16,-1-7-1 16,-5-3-5-16,-5-1-6 0,-5-3 1 15,-1 0 5-15,0 0 7 16,0 0 2-16,0 0 3 15,0 0 3-15,0-6-5 16,0-6-2-16,0-5-1 16,6-7 0-16,11 2 1 15,9-7-2-15,7-3 1 16,12-5 0-16,0 0-1 16,0 0 2-16,-4 5-1 15,-8 6 0-15,-16 9 2 16,-12 9 0-16,-5 3 8 15,0 4 26-15,0 1 30 0,-1 0-47 16,-19 1-19-16,-5 15-5 16,-5 4 1-16,5 4 2 15,5 0 0-15,7 4-3 16,6 1 4-16,7 4-7 16,0-2 2-16,17 5 2 15,6-3 4-15,5 3-1 16,2-1 1-16,2-4 0 15,-6-2 0-15,-2-4-1 16,-10-4 1-16,-6-9-1 16,-5-4-2-16,-3-4 3 15,0 1 3-15,-22 1 3 16,-11 2-1-16,-3 0-5 16,1-3 0-16,8-2-11 15,4-3-71-15,16 0-22 0,7-8-66 16,0-14-13-16,11-11-56 15,14-9-117-15</inkml:trace>
  <inkml:trace contextRef="#ctx0" brushRef="#br0" timeOffset="60426.33">25371 8884 620 0,'0'0'379'0,"0"0"-351"0,0 0 43 15,0 0-18-15,0 0 50 16,-4 90-55-16,1-51 15 0,-1-1-19 15,4 3-20 1,0-8 0-16,0-1-13 0,10-8-11 16,4-8 0-16,3-6 0 15,6-7 6-15,4-3-6 16,4-10 5-16,9-12-4 16,-3-11-1-16,-4-2-3 15,-7-7-23-15,-4-2 8 16,-8 0 0-16,-7 11 13 15,-4 14 5-15,0 9 6 16,-3 7 3-16,0 3-8 16,0 6-1-16,-3 17-15 15,-3 5 12-15,0 3 3 16,6-6-3-16,0-2 3 16,2-2-5-16,17-7 4 0,6-4-2 15,12-5 3-15,5-5 2 16,6 0-2-16,-2 0-2 15,0-15-2-15,-5-8-34 16,-11-7-30-16,-7-3 44 16,-10-3 11-16,-9 3 9 15,-4 9 4-15,0 11 9 16,0 6 6-16,0 7 35 16,0 0-13-16,0 16-37 15,-8 12-3-15,-1 10 2 16,-1 0 2-16,3-2-1 15,-2-1 4-15,0-6-3 16,3-7 2-16,1-7-2 0,4-8 1 16,1-3-2-16,0-4-2 15,0 0 2-15,1-6 17 16,19-11-5-16,6-11-12 16,4-8-1-16,3 0-1 15,-3-4-2-15,-2 4 3 16,-5 11 1-16,-5 9 0 15,-9 8 0-15,-5 8 0 16,-1 6-15-16,0 18 3 16,1 9 12-16,-4 3 4 15,0-5 3-15,0-5-2 16,0-1-3-16,0-10 3 16,0-6-4-16,0-3-1 0,0-6 2 15,0 0-2-15,0 0 8 16,0 0 6-16,5-6 14 15,10-12-20-15,7-8-8 16,4-5-5-16,-1-5 1 16,-1 4-1-16,-2 4 5 15,-5 8 0-15,-8 10 0 16,-5 6 1-16,-4 4 6 16,0 0-7-16,0 4-8 15,0 14 8-15,0 6 23 16,-1 3 1-16,-1 1-21 15,1-1 2-15,1 0-1 16,0-7 0-16,0-1-3 16,10-6 0-16,8-2-1 15,4-7 4-15,11-1 6 0,15-3-2 16,13 0-6-16,6-3-1 16,0-8 2-16,-13-7-3 15,-9-3 0-15,-15-7 0 16,-17-1-2-16,-13-1 2 15,0 2-4-15,-13 7 1 16,-13 7 3-16,-4 6 0 16,-1 8 0-16,0 0-2 15,4 16 2-15,6 6 0 16,9 5-1-16,9 4 1 16,3-2 6-16,8 0-5 0,14-7 2 15,5-1-1-15,4-10 1 16,5-2 3-16,4-6 0 15,11-3 1-15,13 0-1 16,12-12-6-16,9-3 0 16,3-2 0-16,-13-5-1 15,-12-4 0-15,-16-4-3 16,-18-1 4-16,-14 2 5 16,-15 7-3-16,0 3 2 15,-8 8 1-15,-15 11 3 16,-12 0-7-16,2 3 0 15,0 16-1-15,7 3 0 0,7 7-1 16,5-1-2-16,8-3 1 16,4-3 0-16,2-3-2 15,0-7 1-15,8-4-2 16,12-2 5-16,7-6-20 16,6 0-60-16,5-7-22 15,-4-12-51-15,-4-9 14 16,-3-5 13-16,-7-10 51 15,-3-9 58-15,-1-9 17 16,-2-8 1-16,-1-7 6 16,-4 1 6-16,-3 12-2 15,-4 20 44-15,-2 22 77 16,0 21 21-16,0 6-105 16,-14 32-44-16,-2 14-4 0,2 13 41 15,4 2-8-15,7-1-12 16,0-2-8-16,0-6-10 15,3-8-3-15,0-7 0 16,28-11-19-16,27-4-53 16,16-10-37-16,12-9-191 15</inkml:trace>
  <inkml:trace contextRef="#ctx0" brushRef="#br0" timeOffset="61986.28">28245 8626 1211 0,'0'0'2'0,"0"0"93"0,0 0-75 0,0 0-13 0,0 0-6 16,6 98 22-16,-6-60-15 16,0-1 8-16,0-5 1 15,0-5-5-15,0-5-5 16,0-9-5-16,0-7-1 15,0-4-1-15,0-2-1 16,0 0 1-16,0 0 9 16,10-6 12-16,8-15-6 15,6-10-15-15,3-7-19 16,-2 1-12-16,-5 1 22 16,-4 9 8-16,-4 10 1 15,-6 8 0-15,-3 6 1 16,-3 3-1-16,0 0 0 15,0 19-17-15,1 4 17 16,1 3 7-16,-2-1-6 16,4-5-1-16,1 0 7 0,0-5-4 15,1-8 3-15,1-3 0 16,2-2 1-16,4-2 4 16,8 0 9-16,6-4-12 15,0-10-1-15,4-6-2 16,-1-8-4-16,0-5-1 15,1-4 2-15,-3-1 2 16,-5 5-4-16,-4 6 2 16,-8 13-1-16,-6 8-1 0,-5 6-2 15,0 0-6-15,0 13-23 16,0 13 27-16,0 5 4 16,-4-1 0-1,4-2 0-15,0-7-4 0,2 1 4 16,13-5-1-1,7-4 3-15,5-4 2 0,10-3 3 16,4-6-1-16,4 0-5 16,1 0-1-16,-3-11 0 15,-2-9-10-15,-5-10-28 16,-6-3 21-16,-6-5-1 16,-10 0 8-16,-10 6 6 15,-4 13 2-15,0 8 2 16,-4 7 3-16,-17 4-1 15,-2 0-2-15,-4 16-5 0,5 8 3 16,7 3 1-16,6 1 2 16,9 1 0-16,0-5 3 15,6-6-3-15,14-1 5 16,9-5 2-16,6-2 3 16,5-6-3-16,11-2 1 15,13-1-4-15,15-1-4 16,7 0 7-1,0 0-8-15,-9-6-2 0,-16-13 2 0,-14-7 3 16,-14-2-2 0,-14 0 4-16,-13 7 11 15,-6 4-1-15,0 3 4 16,-18 7-15-16,-11 5-2 0,-2 2-2 16,-3 2-1-16,-2 15 1 15,9 6 0-15,2 0 1 16,7 0-2-16,7-2 1 15,7-5-4-15,4-2 3 16,0-4-2-16,0-3-2 16,9-2 5-16,12-2 5 15,3-3 0-15,6 0 2 16,3 0-7-16,2-7 1 0,-1-8-1 16,2-5-4-1,-3-2 4-15,-6 2-9 16,-7 1 8-16,-9 9 1 15,-6 6 6-15,-5 4 1 0,0 0-7 16,0 0-6-16,-2 14-12 16,-4 6 18-16,0 4 0 15,2-4 0-15,4-2 0 16,0-2 1-16,6-4 1 16,7-1-1-16,9-3 4 15,8-6 6-15,5-2-6 16,5 0 2-16,1 0-7 15,-2-12 3-15,0-3-2 16,0-3-1-16,-3-4 2 16,-3 2 1-16,-11 1 2 0,-7 7-3 15,-7 5 1 1,-8 7 11-16,0 0-11 0,0 0-3 16,-10 19-13-1,-6 3 13-15,1-2 0 16,3 1 0-16,5-8 0 15,2-1 0-15,5-5 0 0,0-2 0 16,0-4-1-16,0-1 1 16,0 0 0-16,8 0 7 15,11 0 3-15,5 0-4 16,3-5-5-16,5-6 3 16,0-5-2-16,7-3-1 15,-5 4 0-15,-6 2-1 16,-8 5 0-16,-7 8 0 15,-7 0-3-15,-1 9-9 0,1 13 7 16,1 3 5-16,-2-3 3 16,1-2 2-16,-2-3-3 15,2-6 0-15,1-2-1 16,-1-4 1-16,1-2 3 16,-3 0-5-16,2-3-4 15,4 0-121-15,1 0-174 16,7-10-506-16</inkml:trace>
  <inkml:trace contextRef="#ctx0" brushRef="#br0" timeOffset="62152.81">31210 8742 1506 0,'0'0'8'0,"0"0"121"0,0 0-83 0,0 0-32 0,0 0-14 0,0 0-26 15,4-24-202-15,-4 38-335 16</inkml:trace>
  <inkml:trace contextRef="#ctx0" brushRef="#br0" timeOffset="66384.58">1486 5432 1083 0,'0'0'64'0,"0"0"18"0,0 0 101 0,0 0-118 15,0 0-65-15,0 0-2 16,16 79 2-16,-7-25 84 16,6 7-22-16,-8 5-8 15,-2 6-24-15,-4 6-12 16,-1-3-14-16,0-8-3 0,0-10-2 16,0-18 1-16,0-15-1 15,0-14-5-15,0-7-11 16,0-3-88-16,0-8 2 15,0-19 25-15,0-10-14 16,0-10 28-16,0 1 36 16,0 4 23-16,0 4 3 15,0 13 2-15,0 13 7 16,0 3 21-16,0 9 39 16,2 0-43-16,7 0-24 15,7 0 0-15,6 0 1 16,6 3 4-16,3-3-3 15,4 0 4-15,1 0-4 16,0-3-2-16,-6-8 0 0,-3-3 1 16,-9-6-1-16,-5-2 2 15,-7-7 2-15,-4-6-2 16,-2-6 2-16,0 4 2 16,0 8-4-16,-3 8 5 15,-2 14 33-15,2 4 48 16,3 3-49-16,0 15-39 15,0 17 0-15,0 14 5 16,0 7 20-16,0 8 11 16,0 4-9-16,0 3-16 15,3 5-10-15,0-9 0 16,0-14-2-16,2-16 1 16,-4-18-9-16,2-9-17 0,-1-7-111 15,3 0-63-15,0-13 6 16,1-8-240-16</inkml:trace>
  <inkml:trace contextRef="#ctx0" brushRef="#br1" timeOffset="70332.58">1517 5476 454 0,'0'0'192'0,"-27"-80"-159"0,12 44 198 0,-6 8-108 0,3 7 14 0,2 10-29 16,5 3-17-1,7 6-18-15,1 2 0 0,3 0-20 16,0 1-48-16,0 24-2 15,1 12-3-15,16 17 41 16,2 8 1-16,4 10-6 16,1 13 2-16,1 9-18 15,2 15 5-15,-5 4-14 16,2 2-2-16,-3-5-8 16,0-12 2-16,-8-17-3 15,-5-23 1-15,-1-16-1 16,-7-16 0-16,0-14 1 15,0-7 2-15,0-5 2 16,0 0-3-16,-15-17-2 16,0-15-64-16,-1-11-40 0,2-12-50 15,-3-12-8-15,0-10 21 16,-4-12 22-16,-1-4 54 16,2 9 32-16,3 19 30 15,6 24 3-15,4 24 43 16,4 12 98-16,3 5-49 15,0 0-41-15,0 0-32 16,10 7-5-16,11 1 27 16,6-1-12-16,6-7-1 15,8 0 4-15,3-1-19 0,8-19 2 16,3-3-11 0,-4-3 1-16,-2-2-2 0,-13-2-3 15,-14 2 0-15,-13-3 4 16,-9-4 1-16,0-5 0 15,-13-1-3-15,-5 2 2 16,2 8-3-16,7 12-1 16,4 10 3-16,2 9 12 15,3 0 24-15,0 22-37 16,0 13-2-16,0 17 24 16,5 7 17-16,2 11 7 15,2 9-13-15,3 10-20 16,-3 5-3-16,4 2-7 15,-4-7-5-15,-3-11 0 16,-4-16 0-16,1-15 2 0,-3-18-2 16,3-13-1-1,-3-10-5-15,0-6-51 0,7 0-95 16,2-17-47-16,3-11-87 16,6-10-181-16</inkml:trace>
  <inkml:trace contextRef="#ctx0" brushRef="#br1" timeOffset="70669.14">2142 5972 1117 0,'0'0'12'0,"0"0"37"0,-24 78 81 16,24-42-70-16,0 0-5 15,0-2 6-15,8-2-22 16,8-7-19-1,2-6-2-15,6-9-10 0,4-8 0 16,0-2-1-16,4-8 2 16,2-11-3-16,-4-6-2 15,-2-8 5-15,-13 1 4 16,-6-6 10-16,-9-4 18 16,-7-4 4-16,-20 2-19 15,-9 10-7-15,-6 11-12 16,-2 11-7-16,2 12-5 15,3 0-1-15,11 9-9 16,7 11-71-16,12 4-86 0,9-4-62 16,0-3-115-16,3-9-438 15</inkml:trace>
  <inkml:trace contextRef="#ctx0" brushRef="#br1" timeOffset="71172">3048 5685 1096 0,'0'0'20'0,"0"0"107"0,0 0 11 0,0 0-67 0,0 0-46 16,0 0-8-16,9 0 19 16,22 0 19-16,9-1-18 15,2-6-22-15,3-2-8 16,-2 1-7-16,-6 2-2 15,-13 5-1-15,-6 1-39 16,-9 0-128-16,-9 4-52 16,0 10-58-16,-15 3-301 15</inkml:trace>
  <inkml:trace contextRef="#ctx0" brushRef="#br1" timeOffset="71317.5">3109 5839 857 0,'0'0'61'0,"0"0"116"15,0 0-12-15,0 0-87 16,0 0-1-16,91-13-23 16,-45 1-54-16,3-1 0 15,-4 3-13-15,-5 1-180 16,-10 1-310-16</inkml:trace>
  <inkml:trace contextRef="#ctx0" brushRef="#br1" timeOffset="72384.86">4869 5367 764 0,'0'0'246'0,"0"0"-242"0,0 0 178 0,0 0-63 0,0 0-74 15,0 0-28-15,0 81 98 16,0-22-16-16,0 12-31 16,-4 11-5-16,-4 11-27 15,-5 17-9-15,4 8-1 16,-3 5-9-16,-1-3-7 15,4-16-6-15,1-19-4 16,5-21 2-16,3-18-2 16,0-19 0-16,0-13 0 15,0-10-1-15,0-4 2 16,0 0 0-16,0-15-1 0,0-19-10 16,6-13-44-16,5-19-10 15,-2-6-23-15,1-15-15 16,-4-17 3-16,-3-4 37 15,-3-5 25-15,0 5 22 16,0 14 10-16,0 18 5 16,0 20 4-16,-3 21 0 15,3 16 13-15,0 13 38 16,0 6 28-16,0 0-49 16,0 25-34-16,0 10 3 15,0 11 38-15,6 4-18 16,0 1 34-16,0-4-9 15,1-3-24-15,5-4-2 16,3-6-12-16,-3-7-1 16,6-9-3-16,0-9-2 15,6-9-1-15,9 0 7 16,1-18-5-16,12-13-1 0,-4-4-1 16,-8-4-2-16,-7-6 3 15,-8 1-1-15,-8 1 0 16,-8 14 0-16,-3 9-3 15,0 14 5-15,0 6 25 16,0 16-27-16,0 17 4 16,-12 13-7-16,3 7 19 15,6-3-9-15,3-7 6 0,2-1 2 16,17-9-8 0,6-9-6-16,2-10-3 15,9-6-1-15,6-8-2 16,1 0-28-16,-3-9-115 0,-2-10-254 15,-18-5-555-15</inkml:trace>
  <inkml:trace contextRef="#ctx0" brushRef="#br1" timeOffset="75316.27">6491 5448 396 0,'0'0'56'0,"0"0"22"0,0 0 75 0,0 0-74 16,0 0 30-16,0 0-11 0,0 0-3 15,-18-7 10-15,18 7-22 16,0 0-7-16,0 0 4 16,0 0-14-16,0 0-9 15,0 0-21-15,0 0 7 16,0 0-13-16,0 0-6 15,0 0 2-15,0 0-11 16,0 0-5-16,0 0 5 16,0 0-8-16,0 0 2 15,-1 0 2-15,1 0-3 16,0 0 0-16,0 0-1 0,0 0 1 16,0 0-4-1,0 0 1-15,0 0-4 0,0 0 3 16,0 0-3-16,0 0 3 15,0 0-4-15,0 0 4 16,0 0-1-16,0 0-1 16,0 0-2-16,0 0 1 15,0 0 0-15,0 0 0 16,0 0-1-16,0 0 1 16,0 0-1-16,0 0 0 15,0 0 0-15,0 0 0 16,0 0 0-16,0 0 0 15,0 0 0-15,0 0 0 16,0 0 1-16,0 0-1 0,0 0 1 16,0 0 2-16,0 0 0 15,0 0 4-15,0 0 0 16,0 0 0-16,0 0-5 16,0 0-2-16,6 6 0 15,16 11 1-15,12 8 23 16,8-1-7-16,3 4-8 15,5 3 6-15,6 0-6 16,5 0-2-16,6-1 0 16,2-6-6-16,-4-3 2 15,-8-7-2-15,-11-7-1 0,-17-2 0 16,-10-4 4 0,-13-1-4-16,-6 0 1 0,0 0 1 15,0 0 14-15,0 0 0 16,0 3-2-16,0 5-8 15,-14 8-3-15,-17 7 5 16,-9 13 3-16,-8 5 2 16,-4 6-8-16,-8 4-2 15,-7 2-3-15,0-2 0 16,3-7 0-16,7-6 0 16,10-6 0-16,9-8 0 15,10-5 0-15,7-9 0 16,12-2 0-16,3-6 0 15,6 0 0-15,0-1 0 16,0-1-17-16,0 0-32 0,0 0-28 16,0 0-45-16,0 0-102 15,14-13-166-15,6-8-140 16</inkml:trace>
  <inkml:trace contextRef="#ctx0" brushRef="#br1" timeOffset="75819.66">7709 5622 846 0,'0'0'70'0,"0"0"69"0,0 0 19 0,0 0-90 0,0 0-40 15,0 0-8-15,-5-6 5 16,27 6-3-16,14 0 78 16,8 0-21-16,6 0-46 15,-1 0-8-15,2 0-5 16,4 0-10-16,-1 0 0 15,-9 0-7-15,-14 0-3 16,-13 0-1-16,-12 0-3 16,-6 1-10-16,0 5-96 15,0 1-118-15,-21 2-20 16,-6 0-160-16</inkml:trace>
  <inkml:trace contextRef="#ctx0" brushRef="#br1" timeOffset="76048.32">7795 5786 958 0,'0'0'41'15,"0"0"18"-15,0 0 70 16,0 0-63-16,0 0 39 16,0 0-11-16,82 23-35 15,-45-23-8-15,4 0-15 16,2 0-2-16,0 0-25 15,2 0-7-15,-8 0-2 0,-4 0-6 16,-2 5-72 0,-10-3-326-16,-6-2-739 15</inkml:trace>
  <inkml:trace contextRef="#ctx0" brushRef="#br1" timeOffset="79039.55">1256 7918 310 0,'0'0'415'0,"0"0"-374"0,0 0 38 0,0 0-10 16,0 0-15-16,0 0 14 15,36 34 3-15,-32 11 9 16,-4 12-5-16,0 10-4 16,-9 9-15-16,-9 6-22 15,-1-2-8-15,-5-8-17 16,3-12-8-16,6-19 0 15,2-12-1-15,7-15 0 16,4-11-1-16,2-3-13 16,0-12-53-16,0-16-16 15,0-7-15-15,0-6 48 0,0-3 10 16,5 1 36-16,1 6 4 16,1 11 1-16,-1 10 17 15,0 8 20-15,0 8-9 16,10 0-18-16,1 0 6 15,11 2 11-15,-1 2 6 16,9-2-17-16,0-2-1 16,10 0-5-16,-1-16-4 15,-1-7-5-15,-3-1 0 0,-8-2 1 16,-5-3-2 0,-6 2-1-16,-8 0 0 15,-11-6 1-15,-3-4 1 16,0-4 1-16,-3 6 2 0,-8 4-1 15,2 12 6 1,2 11 8-16,1 8 80 0,3 8-79 16,0 22-18-16,0 13-1 15,0 13 9-15,-2 9 9 16,0 9 21-16,0 6-19 16,4 7-11-16,-4-1-9 15,4-3 0-15,1-3 0 16,0-16-3-16,0-16-12 15,0-19-97-15,1-18-87 16,11-11-86-16,6-6-250 0</inkml:trace>
  <inkml:trace contextRef="#ctx0" brushRef="#br1" timeOffset="79530.05">2105 8572 941 0,'0'0'46'0,"0"0"-35"0,0 0 102 0,101-64-50 0,-59 41-43 0,-6-1-4 0,-11 1 0 16,-11 1 4-16,-13-1 5 15,-1 5 38-15,-10 4 17 16,-20 8-11-16,-6 6-29 15,-6 7-21-15,-7 19 4 16,4 6-4-16,2 2 7 16,9 3-3-1,5-2-2-15,10 5-6 0,4-6-14 16,9-4-1 0,6-7-6-16,0-9 1 0,0-7 1 15,15-5-2-15,3-2 3 16,4 0 1-16,9-18-1 15,5-6 2-15,5-7-2 16,2 3-7-16,-6 2 1 16,-1 3 0-16,-9 15 8 0,-9 4-1 15,1 4-2-15,-5 8 1 16,2 13 3-16,-1 5 1 16,1 5-1-16,2 1 1 15,0-1-1-15,1 5 0 16,-2-7-1-16,7-7-14 15,7-8-171-15,10-10-28 16,14-4 53-16,12-8-252 16</inkml:trace>
  <inkml:trace contextRef="#ctx0" brushRef="#br1" timeOffset="79753.28">3278 8301 1313 0,'0'0'0'0,"0"0"0"0,0 0 101 0,0 0-101 0,0 0-10 0,0 0 8 16,98 0 2-16,-49 0-3 15,-1 0-113-15,-17 3-147 16,-6 5-158-16</inkml:trace>
  <inkml:trace contextRef="#ctx0" brushRef="#br1" timeOffset="79877.84">3358 8463 1134 0,'0'0'62'16,"0"0"-57"-16,0 0 71 15,0 0-66-15,82-16-10 16,-18 4 0-16,3 2-21 15,-7 1-315-15</inkml:trace>
  <inkml:trace contextRef="#ctx0" brushRef="#br1" timeOffset="80505.08">4890 7910 994 0,'0'0'71'0,"0"0"-70"0,0 0 109 0,0 0-7 0,0 0-44 16,0 118 80-16,-3-42-66 15,-10 11 21 1,1 14-19-16,-6 8-33 0,3 12-7 15,2 0-20 1,-1 2-5-16,2-7-5 0,3-12-4 16,5-15-1-16,2-23 0 15,2-19-2-15,-1-22 2 16,1-14-2-16,0-10-11 16,0-1-83-16,3-28-58 15,10-18-28-15,4-15 10 0,3-13-38 16,-1-16-61-1,0-15-235-15</inkml:trace>
  <inkml:trace contextRef="#ctx0" brushRef="#br1" timeOffset="80878.64">4899 8105 611 0,'0'0'133'0,"-22"-81"-53"16,16 70 103-16,6 11-25 16,0 9-90-16,-2 22-64 15,2 17 22-15,0 5 26 16,0 9 0-16,0-2-6 15,2-7 7-15,14-3-34 16,2-13-11-16,3-9-5 16,4-11 0-16,2-11-1 15,3-6 4-15,6-6 2 16,1-18-5-16,2-9 2 0,-3-8-5 16,-6-5 4-1,-11-5-3-15,-13-5 0 0,-6 3 6 16,0 13 1-1,0 14-8-15,0 13 13 0,-3 13 34 16,0 10 15-16,0 30-62 16,0 16 0-16,3 11 23 15,0-2-7-15,12-12-3 16,10-8-6-16,10-8-7 16,2-7 2-16,15-12-4 15,12-10-8-15,5-8-147 16,3-6-249-16,-11-19-361 15</inkml:trace>
  <inkml:trace contextRef="#ctx0" brushRef="#br1" timeOffset="93082.66">9076 5413 707 0,'0'0'3'0,"0"0"111"0,0 0 16 16,0 0-22-16,0 0-21 0,0 0-55 15,0-7-19-15,-4 54 39 16,-6 13 37-16,-2 15-22 0,-3 8-12 15,1 12 0 1,-3 13-7-16,3 2-24 16,-1-2-9-16,6-8-12 0,3-17-2 15,2-14-1 1,1-16-1-16,-2-16 0 0,1-15 1 16,1-10 0-16,3-8 0 15,0-4 0-15,0 0-7 16,0-25-50-16,0-13-88 15,15-15 20-15,0-11-2 16,1-14-55-16,2-9-10 16,-2-12-22-16,-2-6 35 15,-1-4 55-15,-2 2 124 16,-2 11 63-16,-2 13 68 16,-3 21-9-16,-2 23-1 15,1 15-46-15,-3 13 7 16,0 11 18-16,0 0-55 15,0 8-31-15,0 19-4 0,0 13 32 16,-6 10-1-16,-4 6 15 16,-1 7 12-16,4-1-22 15,1-4 8-15,0-5-28 16,6-8-14-16,0-5-3 16,0-12-9-16,6-9-1 15,7-10-5-15,9-9 6 16,8-3 2-16,9-22 8 0,9-9-6 15,0-6-2 1,1-2-1-16,-7-5 1 16,-9-5-2-16,-7-2 4 15,-6 0-3-15,-8 12 4 16,-6 13-5-16,-5 18 4 0,-1 11 8 16,0 0 1-16,-6 28-9 15,-9 11-3-15,-3 7 1 16,3 1 9-16,4-4 3 15,3-4-3-15,5-3-6 16,3-5-4-16,0-3-1 16,0-4 0-16,15-2-7 15,1-7 7-15,1-2-16 16,5-7-83-16,5-6-40 16,4 0-121-16,1-3-140 0</inkml:trace>
  <inkml:trace contextRef="#ctx0" brushRef="#br1" timeOffset="93399.5">9754 5770 929 0,'0'0'27'0,"0"0"62"0,0 0-14 0,0 0-48 0,0 0 16 15,-30 94 5-15,30-67-4 0,0-4-18 16,0-5-11-1,14-1-8-15,5-9-7 0,3-1 7 16,7-7 8-16,2 0 1 16,-1-17 3-16,0-5 16 15,-6-6 17-15,-4-2-10 16,-8-1-10-16,-7-2 4 16,-5-4 6-16,-6 6-26 15,-19 1-15-15,-8 11-1 16,-11 17-11-16,-14 2-63 15,-12 25-197-15,-21 16-303 16</inkml:trace>
  <inkml:trace contextRef="#ctx0" brushRef="#br1" timeOffset="95155.71">7248 7989 790 0,'0'0'68'0,"0"0"21"0,0 0 52 16,0 0-56-16,0 0-47 15,0 0 15-15,3-10 18 16,-3 9-17-16,0-1 4 15,0 2-15-15,0 0-16 16,0 0 11-16,0 0 8 16,-25 13-13-16,-19 9 4 0,-17 5-5 15,-11 7 10-15,-10 1-4 16,-4 7-22-16,2 3 4 16,0 0-8-16,11-4-12 15,13-4 5-15,17-13-5 16,18-8 0-16,13-7-1 15,6-7-1-15,6-1 0 16,0 1-3-16,0-2 1 16,0 0 3-16,0 1-4 15,0 2-3-15,0 4 2 16,15 7 6-16,7 8 0 0,7 1 1 16,5 7 2-16,8 6-1 15,10 3-2-15,12 4 3 16,5 0-3-16,10-3 0 15,-6-1-2-15,3-7-2 16,-4-7 4-16,-16-6 3 16,-14-7-3-16,-16-7 0 15,-12-4 2-15,-8-1-2 16,-3 0 6-16,-3 0 5 16,2 0 2-16,-2 0 2 15,1 0-9-15,1 0-3 16,-1 0-3-16,1 0-1 0,1 0-4 15,-3 0-58 1,3 0-122-16,6-1-107 0,-2-8-119 16</inkml:trace>
  <inkml:trace contextRef="#ctx0" brushRef="#br1" timeOffset="95530.93">8220 8124 1088 0,'0'0'43'0,"0"0"5"0,0 0 59 0,0 0-68 0,0 83 48 15,0-14 55-15,0 2-90 16,-1 7 35-16,-14 11-21 15,0 7-33-15,-4 7-8 16,-3 1-8-16,0-3-4 16,1-9-13-16,5-12 2 15,3-13-1-15,2-14 0 16,8-19-1-16,0-9 0 16,1-11-3-16,2-10 2 15,0-4-1-15,0 0-4 0,0-8 3 16,14-17-57-16,7-13-92 15,4-9-52 1,-2-12-80-16,-4-10-68 16,-2-16-162-16</inkml:trace>
  <inkml:trace contextRef="#ctx0" brushRef="#br1" timeOffset="95955.06">8231 8226 723 0,'0'0'27'0,"0"0"-2"16,0 0 132-16,0 0-54 15,0 0-94-15,0 0-8 16,-6 37-1-16,6 19 51 16,3 7 25-16,-2-4 12 0,2-1 9 15,-1-4-51 1,1-10-12-16,2-3-2 0,0-11-13 16,4-7-14-16,3-13-3 15,6-5 1 1,4-5-2-16,11-5 13 15,4-18-12-15,1-9 1 16,-4-8 1-16,-6-6-3 16,-5-8 0-16,-6-5 0 0,-9-2-1 15,3 8 0-15,-7 16 2 16,-1 17-2-16,0 14 5 16,-3 6-3-16,0 15-2 15,-3 22-22-15,-9 9 22 16,3 4 15-16,3-6 12 15,6-3-9-15,0-3-3 16,0-4-12-16,9-8 3 0,5-3-6 16,-1-9-1-16,0-3-1 15,2-6 1 1,0-3-6-16,4-2-128 0,4-2-179 16,1-15-223-16</inkml:trace>
  <inkml:trace contextRef="#ctx0" brushRef="#br1" timeOffset="96281.62">9021 8475 282 0,'0'0'741'0,"0"0"-736"0,0 0 147 0,0 0-46 0,0 0-38 16,-77 88-22-16,74-58-11 15,3-1-5-15,0-2-11 16,7-8-7-16,7-2 2 16,5-6-8-16,4-6 6 15,3-5-2-15,6 0 7 16,1-8 19-16,-4-14-6 16,-2-7 12-16,-3-6-8 15,-9 0-13-15,-9-5-6 0,-6 8-6 16,-10 4-8-1,-25 15-1-15,-21 13-17 16,-21 20-69-16,-21 27-216 16,-20 10-390-16</inkml:trace>
  <inkml:trace contextRef="#ctx0" brushRef="#br1" timeOffset="99155.92">5812 3381 354 0,'0'0'0'0,"0"0"-1"0,0 0 1 0,0 0 0 16,91-4 1-16,-67 4 8 15,3 0 2-15,1-2 24 16,4 0 21-16,8-1-29 15,6-2-2-15,14-1 20 16,15-5-2-16,16-2-13 0,19-1-19 16,26-3 9-1,26-2-11-15,29 0-6 0,21-1 0 16,13 6-3 0,14-2-2-16,16 0 2 0,21 4 0 15,19-1-1-15,14 1 1 16,14 0 0-16,14-2 0 15,11 3 0-15,13-4 0 16,4 4 0-16,0 0-1 16,-4-2 1-16,1 1 0 15,-6-1 0-15,-14 0-1 16,-14 0 2-16,-21 3-2 16,-26 3 2-16,-29 3-1 15,-34 4 0-15,-39 0 0 16,-45 4-6-16,-43 11 6 15,-37 3-3-15,-34-2-10 0,-20 3-29 16,-26-1-103-16,-37-4-16 16</inkml:trace>
  <inkml:trace contextRef="#ctx0" brushRef="#br1" timeOffset="99690.75">8108 3344 358 0,'-110'2'2'0,"20"4"-2"16,19 1 0-16,29-3 0 0,20-3 17 0,19 2 5 0,3 0-14 15,38-2-6-15,25 3 7 16,29-4-3-16,28 0 0 16,29 0-5-16,24 0-1 15,14-8 1-15,11-2 2 16,19-2-1-16,11 2 3 15,15 1 4-15,9 0-3 0,-1 2 6 16,1 1-4 0,6 0 0-16,0 2-1 0,10-4 4 15,-9 1-6-15,6-1-1 16,-5-2 2-16,-1 0-1 16,-5 0-3-16,-21 1 3 15,-23 1-5-15,-20 0 2 16,-23-1 1-16,-20 4-1 15,-23 1-2-15,-24 4 0 16,-22 0-1-16,-20 0 1 16,-12 0 0-16,-10 4-4 15,-3 1 1-15,-2 1-15 0,-7-6-218 16</inkml:trace>
  <inkml:trace contextRef="#ctx0" brushRef="#br0" timeOffset="106520.8">13590 5236 617 0,'0'0'17'0,"0"0"39"0,0 0 111 15,0 0-56-15,0 0-27 16,0 0-6-16,0 0-11 15,0 0-24-15,13-38-18 16,-13 44-12-16,0 17-6 0,4 4 27 16,1 10 17-1,-2 3-33-15,-1-1-8 16,-2 4-1-16,0-3-3 16,0-5-6-16,0-5-3 0,0-1 1 15,0-4 1-15,0-4-15 16,0-1-156-16,0-2-61 15,-2-1 13-15,-4-1-227 16</inkml:trace>
  <inkml:trace contextRef="#ctx0" brushRef="#br0" timeOffset="106908.48">13621 5888 727 0,'0'0'59'0,"0"0"-14"16,0 0 118-16,0 0-89 16,0 0-34-16,0 0-13 15,0-16-12-15,0 16-14 16,0 2-1-16,-1 5-1 15,1 2 1-15,0-2 0 16,0-1 0-16,0-2 0 16,3-2 1-16,8-2 4 15,1 0 6-15,5-4 1 0,-2-7 3 16,-5-2-2 0,-4-1 6-16,-6 1 14 15,0 1-6-15,-2 4-17 16,-12 0-6-16,-1 5-4 15,0 2-18-15,4 1-77 0,7 0-94 16,4 0-101-16,0 0-291 16</inkml:trace>
  <inkml:trace contextRef="#ctx0" brushRef="#br0" timeOffset="107127.47">14081 5532 907 0,'0'0'6'0,"0"0"10"16,0 0 27-16,0 0-41 16,0 0-2-16,0 0 0 15,62-4-3-15,-50 10-11 16,-9 4-174-16,-3 0-213 15</inkml:trace>
  <inkml:trace contextRef="#ctx0" brushRef="#br0" timeOffset="107238">14049 5692 786 0,'0'0'60'0,"0"0"-57"0,82-33-6 16,-52 21-99-16</inkml:trace>
  <inkml:trace contextRef="#ctx0" brushRef="#br0" timeOffset="109641.46">8107 5297 326 0,'0'0'172'0,"0"0"-151"15,0 0 70-15,0 0 6 0,0 0-38 16,0 0 5 0,0 0 19-16,-6-77-32 0,-3 71 13 15,-6 2-46-15,-2-1 20 16,-5 1-21-16,-6 3-7 15,-5 1 1-15,3 0-5 16,-3 0 6-16,-1 1 4 16,3 9-10-16,1 6-1 15,0 0 14-15,3 2-7 16,0 7-12-16,2 5 2 16,1 1-1-16,2 4 1 15,-2 5-2-15,-1 4 1 16,1 1-1-16,3 5 1 0,0-4 0 15,4 1-1 1,1-3 0-16,10 0 0 0,1 2 0 16,5 0 0-16,0 0 0 15,0 1-1-15,11 0-2 16,5 0 2-16,5-3 1 16,3-3 0-16,0-5 0 15,6-3 0-15,0-5 0 16,4-7 0-16,5-3 0 15,4-7-3-15,5-7 3 16,5-4 0-16,12 0 2 16,3-6-1-16,0-10-1 0,0-5 1 15,-11-2-1 1,-5-5 0-16,0 0-1 0,-7-3 1 16,0-1-1-16,-5-2-2 15,-9-6 4-15,-2-2-1 16,-10-7 3-16,-10-4 0 15,-3 0 2-15,-6-8-4 16,0-1 12-16,0-2 9 16,-15 1-1-16,-9 5 3 15,-4 6 3-15,-7 3-8 16,-6 10-4-16,-4 3-6 16,-4 8 1-16,-2 5-10 15,-3 6-5-15,4 9-11 16,5 5-56-16,6 3-113 15,5 0-82-15,13 0-365 16</inkml:trace>
  <inkml:trace contextRef="#ctx0" brushRef="#br0" timeOffset="110112.84">8292 5064 683 0,'0'0'23'0,"0"0"24"0,0 0 91 0,0 0-86 16,0 0-29-16,0 0-2 15,-39 0 5-15,39 0-7 16,0 0 3-16,11 0 19 15,12-1-10-15,12-12 12 16,15-2 0-16,10-5-26 0,7-3-10 16,2 4-2-16,4-3-5 15,-8 3 0-15,-8 0-2 16,-6 3 1-16,-12 1 0 16,-2 4-6-16,-16 1-44 15,-6 4-66-15,-8 1-47 16,-5-1-96-16</inkml:trace>
  <inkml:trace contextRef="#ctx0" brushRef="#br0" timeOffset="110395.79">8853 4686 759 0,'0'0'44'16,"0"0"-21"-16,0 0 69 16,0 0-51-16,0 0 46 15,0 0-17-15,83 37-24 16,-48-21 4-16,-5 6 0 16,-4 6-16-16,-9 1-16 15,-11 10-5-15,-6 1-4 16,-15 2-5-16,-22 3-4 15,-20 0-1-15,-6 0-58 16,-2-8-228-16,3-7-338 16</inkml:trace>
  <inkml:trace contextRef="#ctx0" brushRef="#br0" timeOffset="112918.57">9684 4484 517 0,'0'0'99'0,"0"0"-23"0,0 0 82 0,0 0-68 0,0 0-49 0,0 0 15 0,0-12-16 15,0 12-18-15,-5 6-15 16,-4 16 6-16,-4 3 27 16,1 4-8-16,0 6-12 15,-1-2 7-15,5 0-16 16,1-3-6-16,2-4-1 16,4-5-2-16,-4-6-2 15,5-9 0-15,0-2 0 16,0-4 1-16,0 0-1 15,8 0 0-15,10-15 6 0,6-4-3 16,4-6-3-16,2 2 0 16,-5 1 0-16,0 4 0 15,-10 6 0-15,-3 7 0 16,-9 5 0-16,0 0-3 16,0 4-4-16,2 12 7 15,1 3 1-15,7 3 3 16,-1-1 0-16,6-4 6 15,0-2-9-15,6-3 1 16,1-9 4-16,3-3-3 16,-1 0 0-16,2-8 0 15,-4-8-1-15,-6-7 1 16,-7-2 4-16,-7-3 0 16,-5-3 4-16,0-1-2 0,-6 2-6 15,-8 7-1-15,-2 6-2 16,4 6 0-16,1 9-3 15,0 2-15-15,0 8-72 16,8 14-52-16,3 4-42 16,0 1-100-16,0 0-193 15</inkml:trace>
  <inkml:trace contextRef="#ctx0" brushRef="#br0" timeOffset="113267.71">10254 4688 734 0,'0'0'10'0,"0"0"105"0,0 0-25 0,0 0-69 15,0 0-5-15,45-88 6 16,-38 67-8-16,-4-1 6 16,-3 0 0-16,0 4-4 15,0 4 15-15,0 5 12 16,-10 5 14-16,-1 4-30 15,-3 2-27-15,1 15-2 16,3-1-1-16,5 7 3 16,5-5-1-16,0 2 0 0,0-2 1 15,6 0-1 1,6 1 1-16,3-3-1 0,-3 2 0 16,3-1 1-16,-3 0 0 15,-3-3-1-15,3 2 1 16,-5-2-2-16,4-6-56 15,-1 0-99-15,2-6-32 16,6-2-98-16</inkml:trace>
  <inkml:trace contextRef="#ctx0" brushRef="#br0" timeOffset="114265.85">10555 4592 535 0,'0'0'126'16,"0"0"-21"-16,0 0 74 15,0 0-137-15,0 0-38 0,0 0 48 16,-52 56 20 0,44-34-9-16,5 0-4 0,3-3-27 15,0-4-11-15,3-3-9 16,11-5-3-16,5-4-7 16,6-3 3-16,4 0-5 15,-2 0 0-15,0-10 0 16,-11-6 0-16,-4-4 3 15,-7-6-2-15,-5-1-1 16,0 0 6-16,-17 5-5 16,-4 4-1-16,-1 6 0 15,-1 6 0-15,3 6 0 0,-3 0-1 16,5 10-5 0,3 8 2-16,6 4 2 0,8-4-2 15,1 1 3-15,4-1-1 16,25-5-3-16,8-5 0 15,2-3 5-15,10-5-17 16,2 0-26-16,-3-3 21 16,2-11 16-16,-5-3 4 15,-3 5 2-15,-11-2 0 16,-11 2 4-16,-9 6-1 16,-6 3 5-16,-5 3 12 15,0 0 16-15,0 2-18 16,-9 14-16-16,-7 3 20 0,-1 0 1 15,4-1-3-15,5 0-8 16,5-4-1-16,3-6-8 16,0-4 0-16,0-4-3 15,6 0 1-15,18 0 3 16,6-9 3-16,4-10-3 16,-1 0-3-16,1-1 0 15,-5 0-1-15,-7 4 1 16,-7 5 0-16,-7 7 0 15,-3 3 4-15,-3 1 10 16,-1 0-7-16,4 10-1 16,2 8 7-16,4 1 5 15,7 1-11-15,1-2 4 16,1-2-2-16,5-4-5 0,5-6-1 16,3-6-1-16,4 0 0 15,4 0 0-15,3-6-2 16,-2-13 2-16,-1-3-2 15,-6-4 0-15,-4-1-1 16,-7 2 0-16,-11 7 3 16,-7 1-1-16,-6 5 0 15,0 6 3-15,-1 5-4 16,-16 1-1-16,-8 0-2 16,-2 10 0-16,2 6 0 15,4 3 2-15,6 1 1 16,9 0 0-16,4-1-1 15,2 2 1-15,0-1 0 0,10 5 0 16,4 5-1-16,0 5 0 16,-5 5 0-16,0 9 1 15,-8 2 5-15,-1 2 0 16,0 4 6-16,-15-1 5 16,-1-4-1-16,-5 0-4 15,3-8-7-15,-1-6-2 16,-1-7-3-16,0-4-4 15,0-9-88-15,-2-5-170 16,1-7-274-16</inkml:trace>
  <inkml:trace contextRef="#ctx0" brushRef="#br0" timeOffset="115544.77">6989 5079 659 0,'0'0'11'0,"0"0"45"0,0 0 26 0,0 0-28 0,0 0-39 0,0 0-8 0,0-3-2 16,0 3 2-16,0 0-4 15,0-2-3-15,-4-2 0 16,-4 2-9-16,-5-2-83 15,-2 4-25 1,-4 0-69-16,-7 0-191 16</inkml:trace>
  <inkml:trace contextRef="#ctx0" brushRef="#br0" timeOffset="115742.79">6515 5114 616 0,'0'0'5'16,"0"0"-4"-16,0 0 76 0,0 0-10 16,0 0-34-16,0 0-6 15,-67 0-23-15,64 0-4 16,0 0 0-16,-5 5-5 16,-1 11 1-16,-1-3-43 15,1 3-95-15,3-2-146 16</inkml:trace>
  <inkml:trace contextRef="#ctx0" brushRef="#br0" timeOffset="115923.69">6118 5431 441 0,'0'0'84'0,"0"0"-81"15,0 0-3-15,0 0 2 16,0 0-2-16,0 0 0 16,-61 82-1-16,55-61-16 15,-3 0-149-15</inkml:trace>
  <inkml:trace contextRef="#ctx0" brushRef="#br0" timeOffset="116128.22">5903 6134 547 0,'0'0'5'0,"0"0"-5"0,0 0-2 15,21 80 1-15,-8-54 1 16,-5-1-12-16,0 1-180 15</inkml:trace>
  <inkml:trace contextRef="#ctx0" brushRef="#br0" timeOffset="116341.8">6221 6672 612 0,'0'0'0'16,"0"0"-12"-16,0 0 12 15,0 0 0-15,0 0 0 16,0 0-2-16,80 29-42 16,-66-21-155-16</inkml:trace>
  <inkml:trace contextRef="#ctx0" brushRef="#br0" timeOffset="116561.77">6607 6742 629 0,'0'0'84'0,"0"0"-84"15,0 0 25-15,0 0 27 16,0 0-51-16,0 0-1 15,14 0 0-15,-2 1 0 16,3 0 0-16,3-1 0 16,4 0-47-16,3 0-86 15,1 0-113-15</inkml:trace>
  <inkml:trace contextRef="#ctx0" brushRef="#br0" timeOffset="116760.86">7000 6732 111 0,'0'0'664'16,"0"0"-655"-16,0 0 20 15,0 0 52-15,0 0-77 16,0 0-4-16,28-4-2 16,-10-1-3-16,6-1-2 15,-2 0-74-15,2 0-45 16,0-1-172-16</inkml:trace>
  <inkml:trace contextRef="#ctx0" brushRef="#br0" timeOffset="116908.43">7395 6584 509 0,'0'0'170'16,"0"0"-170"-16,0 0-3 15,0 0 1-15,0 0-2 16,0 0-74-16,76-61-59 16,-61 49-84-16</inkml:trace>
  <inkml:trace contextRef="#ctx0" brushRef="#br0" timeOffset="117189.73">7652 6118 666 0,'0'0'8'0,"0"0"-3"15,0 0 38-15,0 0-42 16,0 0 1-16,0 0-2 15,0-51 0-15,0 43 0 16,0-1 0-16,0 0 0 0,0-1 0 16,0 1 0-1,0 1-27-15,0-2-101 0,0 0-290 16</inkml:trace>
  <inkml:trace contextRef="#ctx0" brushRef="#br0" timeOffset="117445.08">7637 5617 559 0,'0'0'54'16,"0"0"-53"-16,0 0 123 0,0 0-65 15,0 0-40-15,-3-76-3 16,3 66 9-16,0 1-8 15,0 0-15-15,0-1-2 16,0 2 0-16,0-3-31 16,-2-1-59-16,-4-1-41 15,-2 1-84-15</inkml:trace>
  <inkml:trace contextRef="#ctx0" brushRef="#br0" timeOffset="117650.9">7461 5195 161 0,'0'0'507'0,"0"0"-507"0,0 0 91 0,0 0-15 16,0 0-48-16,0 0 0 15,-55-66-9-15,46 60-19 16,-2 6 0-16,-2 0-4 15,-1 0-89-15,-3 0-42 16,-6 11-235-16</inkml:trace>
  <inkml:trace contextRef="#ctx0" brushRef="#br0" timeOffset="121251.61">7668 7809 247 0,'0'0'117'0,"0"0"-96"0,0 0 39 0,0 0 14 0,0 0-46 16,0 0-14-16,-9-16 28 16,6 14 5-16,-1-1-20 15,1 0-11-15,0 1 2 16,0 1-7-16,0 0-10 16,-2 1-1-16,-1 0-11 15,3 0-39-15,-2 0-36 16,-1 0-83-16,1 0-32 0</inkml:trace>
  <inkml:trace contextRef="#ctx0" brushRef="#br0" timeOffset="121564.55">7547 7760 207 0,'0'0'68'0,"0"0"-67"0,0 0 32 16,0 0 15-16,0 0-25 15,0 0-18-15,-23-22-4 16,18 19-1-16,2 2 1 15,-3-2 3-15,1 0 4 16,1-1 12-16,-3 2-17 16,-2-2-2-16,0 2-1 15,-6 0-40-15,1-1-88 16</inkml:trace>
  <inkml:trace contextRef="#ctx0" brushRef="#br0" timeOffset="121784.67">7140 7624 884 0,'0'0'0'0,"0"0"-76"15,0 0 76-15,0 0 28 16,0 0-28-16,0 0-12 15,-30-2-2-15,30 2-8 16,0 0-77-16,0 0-38 16,0 0-58-16</inkml:trace>
  <inkml:trace contextRef="#ctx0" brushRef="#br0" timeOffset="122045.12">6815 7720 631 0,'0'0'4'15,"0"0"7"-15,0 0 0 16,0 0 65-16,0 0-48 16,0 0-8-16,-57 4-1 15,48-3 3-15,-3 4-22 16,-4-1-1-16,-1 0 1 0,-2 3 0 15,0-1-8-15,2 3-24 16,-2-2-93-16,5 3-195 16</inkml:trace>
  <inkml:trace contextRef="#ctx0" brushRef="#br0" timeOffset="122223.82">6270 7991 430 0,'0'0'0'0,"0"0"-24"16,0 0 18-16,0 0-15 15,0 0-194-15</inkml:trace>
  <inkml:trace contextRef="#ctx0" brushRef="#br0" timeOffset="125313.52">6919 5136 200 0,'0'0'7'0,"0"0"-7"0,0 0 14 0,0 0 39 16,0 0-29-16,-21-83-8 15,20 68 4-15,-1-1 0 16,-1 3 6-16,0 3 3 15,-1 3-1-15,1 3 26 0,0 4-15 16,-1 0 2-16,-1 0-21 16,-1 0 0-16,0 0-3 15,1 0 1-15,0 0 2 16,3 5-4-16,2 5-2 16,0-2-9-16,0 6 10 15,0-1 10-15,0-1-6 16,5 1-6-16,3-3 3 15,-3-4 3-15,1 0 4 16,0-2-10-16,-1-1 9 16,-1-1 1-16,3-2-3 15,-1 0 5-15,5 0-6 16,5-15-2-16,5-4-3 0,3-5 9 16,3-9-8-1,3 0-1-15,-2-3-6 0,0-1-2 16,-10 1-3-16,-3 9-3 15,-7 4 1-15,-8 10-1 16,0 10-1-16,0 3-36 16,0 0-30-16,-8 2-109 15,-7 14-75-15,-4 5-236 16</inkml:trace>
  <inkml:trace contextRef="#ctx0" brushRef="#br0" timeOffset="125827.78">6873 4936 389 0,'0'0'24'0,"0"0"47"0,0 0 16 0,0 0-34 0,0 0-6 16,0 0 7-16,-12-22 3 15,12 22 15-15,0 0-10 16,-2 0-24-16,1 0-11 16,1 0-4-16,-2 0-19 15,2 0-4-15,0 3-2 0,0 9 2 16,2 1 21-16,4 2-3 16,5-1 4-16,-4-1 2 15,2-5-15 1,-2 3 3-16,1-5 0 0,-2-4-6 15,-2 2 2-15,2-4 3 16,-4 0-4-16,1 0 5 16,0 0 1-16,0 0 4 15,3 0 5-15,4-12 0 16,5-7-2-16,6-11-6 16,1-7 1-16,7-7-4 15,2-3-3-15,3 0 0 16,0 10 0-16,-5 9-5 15,-10 10-1-15,-7 8-2 16,-9 6 0-16,-3 4 3 0,0 0-3 16,0 0-11-16,0 10-70 15,0 8-50-15,0 4-37 16,0 1-92-16,0 3-195 16</inkml:trace>
  <inkml:trace contextRef="#ctx0" brushRef="#br0" timeOffset="134484.76">2690 16268 559 0,'0'0'51'0,"0"0"-44"0,0 0 114 0,0 0-56 0,0 0-12 0,0 0 5 15,0 0-24-15,-11-1 2 16,10 1 9-16,1 0 4 16,-5 0 1-16,5 0 0 15,0 0 0-15,0 0-13 16,-3 0-4-16,3 0-1 15,0 0-8-15,0 0-11 16,0 0 0-16,0 0 2 16,0 0-5-16,0 0-2 15,0 0-3-15,0 0 2 16,0 0 0-16,0 0-3 16,0 0-1-16,0 0 0 0,0 0-3 15,0 0 2 1,0 0 0-16,0 0-2 15,0 0-2-15,0 0 1 16,0 0 2-16,0 0-3 0,0 0 4 16,0 0-4-16,0 0 2 15,0 0 0-15,0 0-8 16,-3 4-64-16,-4 5-51 16,2-2-110-16,-1-4-145 15</inkml:trace>
  <inkml:trace contextRef="#ctx0" brushRef="#br0" timeOffset="143841.93">4167 16616 523 0,'0'0'76'0,"0"0"-20"0,0 0 51 0,0 0-23 15,0 0-25-15,0 0 7 16,0 0 2-16,-5-2-3 16,5 2-3-16,0 0 5 0,0 0-30 15,0 0-10-15,0 0-8 16,0 0-8-1,0 0-7-15,0 0 0 0,0 2 11 16,12 2 2-16,3-1 8 16,9 1-7-16,4-1 3 15,5 1-10-15,4-1-7 16,1 1-1-16,8 2-2 16,0-2-1-16,8-1 0 15,4 1 1-15,12-1 0 16,9-2 2-16,12 2 1 15,6-3-4-15,8 0 2 0,5 2 0 16,6-2 2 0,4 0 2-16,11 0-5 0,-1 0 4 15,9 0-5-15,-4 0-1 16,-3 0-1-16,-7 0 2 16,-3 0 0-16,-2 0 1 15,-7 0-1-15,-2 0 5 16,0-4-5-16,-3 0 2 15,1 1-1-15,-5-1-1 16,-1 0 0-16,-6 2-5 16,-3-3 5-16,0 1-1 15,-5 1 1-15,-4-1 1 16,-1 1-1-16,-3-1 1 16,2-1 2-16,1 3-3 15,4-3 0-15,3 2 1 16,1 1-2-16,-1 2 1 0,3-2-2 15,-1 2 0-15,1 0 1 16,-2 0 0-16,1 0 1 16,-4 0-1-16,2 0 1 15,-3 0 1-15,0 0 0 16,6 0-1-16,0 0 6 16,5 0-6-16,4 0-3 15,4 0 3-15,1 0 0 16,2 0-4-16,2 0 2 15,-6 0 2-15,-3 0 0 0,1 0 0 16,-7 0 2-16,2 0-1 16,1 0-1-1,-1 0 5-15,0 0-5 16,-2 0-3-16,2 0 2 0,-2 0-2 16,1 0 2-16,-7 0 1 15,0 0 0-15,0 0 0 16,-6 0 1-16,0 0 1 15,0 0-2-15,0 0 0 16,3 0 4-16,2 0-4 16,1-3 0-16,0 3-3 15,0 0 0-15,4 0 3 16,2-1 0-16,-1 1-1 0,2 0 1 16,0 0 1-16,1 0-1 15,4-2 2 1,7 2-2-16,2 0 0 15,5-2 3-15,4 0-3 0,2 1-1 16,3 1-1-16,3 0 0 16,-2-1 2-16,-3 1 0 15,0 0 2-15,0-2 0 16,1-1-1-16,3 2-1 16,2-2-1-16,0 1-1 15,0 1 2-15,-4-3-2 16,-5 1 2-16,-4 1 1 15,-5-1 0-15,-5-3 0 16,-1 5-1-16,-1-2 2 0,-4 1-3 16,2 0 1-1,-3-1-2-15,3-3 2 0,-2 1-1 16,1-4 1-16,-2 2 0 16,1-2-1-16,-7 0 1 15,-2 1 3-15,-1 0-2 16,-1 1-1-16,-1 1 1 15,0 1-1-15,-4-1 0 16,1 2-1-16,-4 1-1 16,-6-1 2-16,3 3-1 15,-7-2 1-15,-6 0 0 16,-2 3 0-16,-6 0 0 16,2-2 1-16,-7 2 0 15,-3-1 0-15,-1-2-1 0,-3 2 0 16,0-4 0-16,5 4 1 15,3-3 0 1,6 2 3-16,1-2-4 0,2 4-2 16,-2 0 0-16,-2 0 0 15,6 0 2-15,1 0 0 16,3 0 0-16,4 0 0 16,3 0-1-16,2 0 2 15,2 0-1-15,3 4 1 16,3-2-1-16,-1 2 3 15,3-3-3-15,0 2 0 16,0-1 2-16,-1-1-1 16,-4 2-1-16,1 0-2 0,-6 1 2 15,-1-1-1-15,-4 0 1 16,0 0 0 0,-3-2 0-16,0 5-1 15,-1-3 1-15,-2-1 0 0,-1 1 0 16,-7 0 0-16,-5 1 2 15,-3 0 0-15,-8 1-3 16,-3-3 1-16,-10 2 0 16,-9-4-1-16,-12 2 1 15,-3-2-1-15,-6 0 1 16,0 0-9-16,-22 0-120 0,-14 0-140 16,-15-4-215-1</inkml:trace>
  <inkml:trace contextRef="#ctx0" brushRef="#br0" timeOffset="147989.29">4716 16118 679 0,'0'0'4'0,"0"0"-3"0,0 0 61 0,0 0-20 16,0 0-33-16,0 0 3 16,-6-2 22-16,6 2 6 15,0 0 25-15,4 0-1 16,4 0 1-16,2 0-19 16,-1 0-8-16,10 0 20 15,1 0-18-15,2 0-14 16,8 0-2-16,1 0-3 0,2 0 0 15,3 0 4-15,7 0-9 16,-1 0-4-16,3 0 9 16,4 0-10-16,0 0 0 15,2 0-1-15,0 0-1 16,1-4-3-16,-1-2-1 16,2-1-1-16,1 0 4 15,-5 0-5-15,2 1-2 16,-6-2 2-16,1-4 5 15,-1 5 0-15,7-3-1 16,8-3 5-16,1-1-5 16,3-1 0-16,3 1 0 15,2 1 2-15,2-1-3 16,-5 2 0-16,-3-1-3 16,-5 2 1-16,-5-6 4 0,-6 7-6 15,-4-5-1-15,-1-1 5 16,-3 0-2-16,0-2 3 15,4-2-4-15,-6 0 2 16,5 0 15-16,4-3-8 16,-4 2-2-16,4-2 0 15,-3 0-8-15,2-2 4 16,0 2-4-16,0-1 1 16,4-1 1-16,0 0 0 15,2-4-1-15,1 1 0 16,-3-3 3-16,2 0 0 15,-2-2-5-15,-4-3 3 0,1-1 1 16,-2 2-3 0,-3-3 3-16,-2 1-1 0,0-1 0 15,-3-5 7-15,0-2-10 16,-5-6 4-16,3 1 1 16,-3 0-1-16,-2 2 2 15,1 3 3-15,1-1-7 16,-1-1 3-16,5-2-1 15,0-1-2-15,2-1 1 16,-1 2-2-16,1-1-1 16,-2 0 4-16,-2 2-3 15,-5-4 0-15,2 0-1 16,-2-2 2-16,-1 0 1 0,1 1-2 16,-1 1 0-16,1 1 4 15,1-1-6-15,-4 1 4 16,1 2-2-16,0 1-1 15,0 1 1-15,-4 1-2 16,8 2 1-16,-2 1 0 16,-1-1 2-16,-3-2-2 15,3-1 1-15,-2 1 1 16,-1-4 2-16,3-2 0 16,-2-4-2-16,8-1-1 15,-2-4-1-15,2-3 1 16,0-2-1-16,-2-2 1 0,1-4 2 15,-1 0-1 1,2-4 3-16,-3-1 0 0,-4 2-4 16,3 2 2-16,-1-2-1 15,3-2 1-15,1-2 3 16,-1-3-2-16,2-3-4 16,4-3 4-16,2-3-5 15,0-3 0-15,6-4 2 16,-8-3-4-16,2 0 1 15,7 0 1-15,-4 1 0 16,4 2 0-16,0-2 0 16,2-4 0-16,0-2 2 15,1-4-2-15,-1-3 4 0,-5-1-4 16,5-1 0 0,-5 2 1-16,0 1-1 0,0 4 3 15,-2 2-3-15,-1-3 1 16,3 4-1-16,-2-5 2 15,-1 4-1-15,-7-1 0 16,7-2 0-16,-3 3 0 16,4 2-1-16,-1 4 6 15,6 4-6-15,3 1 0 16,4 3 0-16,-1 2-1 16,0 2 0-16,-1 3 1 15,1 1-4-15,3 5 3 16,5 2 1-16,-2 2 0 15,-4 5 0-15,4 5-1 16,-6 8 1-16,-4 5 1 0,1 9 1 16,0 4-2-1,-2 2 1-15,0 5-1 16,1 2 0-16,0 3 0 16,1 5 0-16,-3 2 0 0,2 1 1 15,0 6-1-15,1-1 1 16,0 6 1-16,0 2-2 15,1 2-1-15,4 4-2 16,-2 0 3-16,-3 0-5 16,2 0 4-16,-2 0-2 15,3 4 2-15,0 5 0 16,0 3 2-16,-5 0-3 16,-1 5 3-16,-3 2-1 15,-1 0 0-15,-3 2 0 0,0 2-1 16,-3 1 1-16,1 3 1 15,0 0 0-15,-4-1-1 16,-3 7 0-16,4-2 0 16,-3 4 0-16,2 5 0 15,-3 1 1-15,1 5-1 16,-2-1 0-16,-3 2 1 16,3-1-1-16,-5-2 0 15,6 2 3-15,-2 4-3 16,-1 4 0-16,3 1 0 15,-2 0 0-15,-1 2-3 16,0-2 2-16,-6 2 0 0,1-2-1 16,-1 5 2-16,-3-1 0 15,0 0-1-15,-1 1 1 16,-1 1 0-16,3 2-1 16,-3 4 1-16,2 4 0 15,2-1 0-15,1-2 0 16,-2 0 1-16,2 0 0 15,1 4-1-15,-3 1 0 16,1-3 2-16,4 1 0 16,-3 0 0-16,1-2-2 15,-4 3 1-15,0-1 1 16,-3 4-2-16,-3 8 2 16,0 3 1-16,-2 2 0 0,0 1 1 15,0 0-2 1,-3-5-1-16,2 5 2 15,-3-3-1-15,1-2-1 0,1-2 0 16,-2-1 1 0,4 0 0-16,-1-2 1 0,2 5-3 15,2 0 3-15,-1 1-1 16,1-1-1-16,1-1 2 16,2-6-1-16,-1 3 1 15,3-2-2-15,-1-4-1 16,0-1 2-16,0-4 1 15,-1-4-3-15,1 2 1 16,-1-2 0-16,-2 0 0 16,0-1 0-16,3 3 0 0,-1 0 0 15,1-1 1-15,-1 1 0 16,2-7 0-16,-3 2-2 16,-1-1 0-16,2-4 1 15,1 6-1-15,2-8 1 16,-2 2-1-16,0-3 3 15,2-3-3-15,-4-3 2 16,5 0-2-16,-1 0 3 16,-3-1-3-16,4-4 0 15,-1 5 0-15,2-3 1 16,0 2-1-16,-3 4 0 16,0-2 0-16,1-1-1 15,-1 0 1-15,1-5 0 0,-2 3-1 16,5-4-1-16,-3 1 2 15,1 0 2-15,1 0-2 16,0-1-2 0,-2 2 2-16,4-3 0 0,-1-4 0 15,2 0-1-15,0-1 1 16,3-4 0-16,-1 1 1 16,0-2-1-16,-1-4 0 15,-2 2 0-15,-1 0 0 16,3-3 0-16,-3 1 0 15,0-2 4-15,0-2-4 0,0-1-2 16,-2 1 2 0,2-2 3-16,0 1-2 0,-2-1-1 15,-1 1 0-15,2-3 0 16,-3 1 0-16,3 1 1 16,-2 1-1-16,-1 1 0 15,2-2 0-15,-1 0 1 16,-1-3-2-16,0 0 1 15,-2 1 0-15,4-2 1 16,-5-1-1-16,2 0 0 16,1-2 0-16,-1 4 0 15,0-3 0-15,2 1 2 16,-2-1-2-16,0 0-1 16,1 1 1-16,1 0 1 15,1-1-1-15,-1 2 0 0,3-1 3 16,-2 6-3-16,5-5 0 15,2 2-1 1,3 0 2-16,4-1-1 0,2-1 0 16,3 1-3-16,1-1 2 15,0 0-1-15,1-1 2 16,2 1-2-16,-1-6 0 16,2 4 2-16,1-2 2 15,3-2-1-15,-2 0-2 16,0 1 2-16,1-2-1 15,2 1 0-15,-3-3 0 16,3 2 0-16,-2 0 0 0,2-2 1 16,-1 1 0-1,1-1-1-15,-4-1 0 0,1 0 0 16,-3 1 1-16,0-1 0 16,1 0 2-16,0-1-3 15,0 0 1-15,-1 0-1 16,-2-1 0-16,-3 1 0 15,2-2-2-15,-4 0 1 16,-2 1 1-16,-4-3 0 16,-1 1-3-16,1-1 1 15,-2-1 2-15,2 0 2 16,0 1-1-16,-2-1-1 0,0 1 0 16,0-1 0-1,2 3-1-15,-1-4 0 0,2 4 1 16,-1 0 0-16,3 1 0 15,-2 0 1-15,2 0-1 16,0-1 0 0,-1 0-1-16,4 1 2 0,1-2-1 15,1 3 0-15,1-1 0 16,3 1 0-16,-1-2 0 16,-1 0 0-16,-1-1 2 15,1 0-1-15,1 0-1 16,1 0 1-16,1-3-1 15,2 3 1-15,-5 1-1 16,5 1 2-16,-3-3-5 0,-3 1 3 16,-1 2-1-16,-1-3 1 15,-2 2-3-15,-1-2 3 16,-1 0-1-16,0 0 1 16,-2 0-1-16,-1-2 1 15,0 1 1-15,0 0-1 16,-1-1 0-16,-2 0 0 15,-2 0 0-15,5 0 1 16,-3 0-2-16,-7 0 2 16,-1 0-1-16,-8 3 0 15,-6-3-1-15,-5 0 0 16,0 0-6-16,0 0-7 16,0 0-8-16,0 0-26 0,0 0-44 15,-7 0-73-15,2-5-162 16,5-9-117-16</inkml:trace>
  <inkml:trace contextRef="#ctx0" brushRef="#br0" timeOffset="150577.28">19917 16912 604 0,'0'0'45'0,"0"0"34"0,0 0 42 15,0 0-79-15,0 0-14 16,0 0 8-16,0 0-10 16,-5-1-6-16,5 1 24 15,0 0 8-15,0 0-3 16,0 0-12-16,0 0-1 15,0 0-3-15,0 0-2 16,0 0-2-16,0 0-5 16,-1 0 0-16,-2 0-3 15,2 0 14-15,-2 0-8 16,0 0 5-16,-5 0-3 0,-3 0-18 16,-2-5-7-16,3-3 11 15,2-3 5-15,1-1-6 16,3-2 4-16,0 1-2 15,3-2-8-15,1 3-7 16,0 3 4-16,0 6 0 16,0 2 1-16,0-2-3 15,0 3-2-15,0 0-1 16,0 0 0-16,1 0-2 16,10 0 1-16,4 0-1 15,5 3 2-15,2 7 0 16,1 5 5-16,3 0-4 0,1 4 0 15,4-1 4-15,-3-1-5 16,7-1 0-16,-4-4 1 16,2-4-1-16,-2-2 1 15,-4-4 2-15,-2-2-2 16,-2 0 0-16,-1-4 2 16,-3-12 0-16,-2-4 1 15,-1-1-3-15,-4 4 0 16,-3 3 1-16,-5 5-1 15,-1 6 2-15,-3 3 2 16,0 0 0-16,0 0-2 16,-3 9-3-16,-14 17 0 15,-7 8 2-15,-6 5 3 16,-3 4-3-16,-1 4 6 16,-2 3-1-16,0 2 4 0,3-2-5 15,2-7 4-15,1-5-4 16,6-10-2-16,5-8 4 15,6-7-8-15,1-5 4 16,7-5-1-16,2-1 2 16,3-2-1-16,0 0 0 15,0-14 3-15,0-9-5 16,0-7-4-16,10 1 2 16,0 2-1-16,0 5-1 15,-5 8 1-15,2 7 0 16,-4 6 1-16,-3 1 0 0,1 0-1 15,4 6-11-15,4 16 10 16,6 7 2-16,3 2 4 16,1-1-3-16,9 1 2 15,2-6 1-15,6-3 0 16,5-4-1-16,5-6-2 16,0-6 0-16,-2-4-1 15,-2-2 4-15,-6 0-3 16,-7-2 0-16,-6-6 0 15,-7 2 0-15,-5-2-1 16,-6 1 0-16,-5-2-1 16,0 2-22-16,0 1-46 15,0 1-64-15,-6 1-57 16,-7 1-11-16,2 3-75 0,-7-1-145 16</inkml:trace>
  <inkml:trace contextRef="#ctx0" brushRef="#br0" timeOffset="151033.67">20578 17109 900 0,'0'0'30'0,"0"0"93"0,0 0 34 0,0 0-55 16,0 0-33-16,0 0 15 16,0 0-10-16,0-1-3 15,0 1-10-15,0 0-16 16,-2 0-5-16,-4 0-2 16,-4 0-4-16,-12-2-15 0,-5 2-14 15,-9 0 4-15,-13 0 8 16,-15 0-13-16,-17 0-1 15,-20 0-3-15,-10 0-1 16,1 3-10-16,14 11-114 16,26 5-321-16</inkml:trace>
  <inkml:trace contextRef="#ctx0" brushRef="#br0" timeOffset="152986.54">10072 15102 242 0,'0'0'53'0,"0"0"-41"0,0 0 6 0,0 0 34 15,0 0-7-15,0 0-10 16,0 0-22-16,4-8-6 16,-4 8-5-16,0 0 0 15,0-1-2-15,2 1 0 16,-2 0 0-16,1-2 0 16,-1 2 0-16,0 0-2 15,0 0-2-15,0 0-15 16,0 0-8-16,0 0 16 15,0 0 4-15,0 0 5 16,0 0 2-16,0 0 0 16,0 0 0-16,0 0 0 15,0 0 0-15,0 0 0 16,0 0 0-16,0-1 0 16,0-2-2-16,5 0-3 0,-1-1 0 15,-3 1-8-15,-1 3-16 16,0-3-70-16</inkml:trace>
  <inkml:trace contextRef="#ctx0" brushRef="#br0" timeOffset="156169.34">11707 16429 468 0,'0'0'81'0,"0"0"-76"0,0 0 120 0,0 0-71 0,0 0-2 15,0 0 5-15,0 0-4 16,-15-17 1-16,13 13 9 16,1 0-9-16,-2-1-16 0,3 0 25 15,0-2-10-15,0 0-20 16,0 0 0-16,0 1-8 15,0 5 5-15,0 1-2 16,0 0-10-16,0 0 3 16,0 0-5-16,0 1 0 15,-4 18-5-15,1 9-5 16,-2 13 10-16,-4 6 9 16,-3 7 4-16,0 6 2 15,0 0-8-15,0 0-9 16,3-5-2-16,3-10-6 15,3-8-1-15,2-11 6 16,1-8-10-16,0-9 0 16,0-6-1-16,0-2 2 15,0-1-2-15,0-1 8 0,0-23 19 16,6-10-12-16,4-14-13 16,-2-8 3-16,1-9-4 15,-6-6-1-15,1 5 0 16,-2 12 3-16,-1 19-3 15,-1 17 2-15,0 12-1 16,0 6 4-16,0 0-3 16,0 0-1-16,0 20-2 15,-7 9 1-15,2 10 0 16,-4 2 0-16,3 7 1 0,5 0-1 16,-4 5 2-16,1-2 0 15,4 1-2-15,-3-6 0 16,3-8-1-16,0-9-2 15,0-7-2-15,0-6-70 16,3-3-154-16,7-8-59 16,5 2-83-16</inkml:trace>
  <inkml:trace contextRef="#ctx0" brushRef="#br0" timeOffset="156674.54">11614 17493 778 0,'0'0'119'0,"0"0"-117"0,0 0 142 0,0 0-57 0,0 0-22 0,0 0 33 16,-12-26-36-16,11 26-13 15,-6 0 15-15,-4 3-22 16,-1 10-27-16,-1 8 0 16,-4 4 15-16,4 4-7 15,1 2-5-15,6 0 2 16,4 3-10-16,2-8-6 0,0-2 0 15,5-5-4-15,13-8 0 16,4-2 0-16,2-8 1 16,9-1-1-16,1-8 5 15,4-17 9-15,2-2-1 16,-5-9-1-16,-3 0 9 16,-11 5-5-16,-14-1 10 15,-7 1 13-15,-22 2 2 16,-17 5-13-16,-13 6-27 15,1 8-1-15,2 10-2 16,3 3-7-16,7 16-64 0,11 12-77 16,8 5-138-16,10 2-130 15</inkml:trace>
  <inkml:trace contextRef="#ctx0" brushRef="#br0" timeOffset="157492.76">10819 18371 577 0,'0'0'59'0,"0"0"-46"0,0 0 163 0,0-85-78 0,0 74-35 15,-4 1 33-15,-2 1-7 16,-2 8 7-16,-2-2-42 16,-1 3-6-16,-2 0 4 15,-5 0 1-15,-4 0-23 16,-5 13 6-16,1 11-13 15,1 10 8-15,0 14 2 16,2 14-17-16,5 16-6 16,7 3-4-16,5 1-6 15,6-11 0-15,0-10 0 0,6-11 0 16,14-10-8 0,9-12-7-16,2-10-117 0,11-15-45 15,2-3-44-15,0-9-90 16,-4-19-267-16</inkml:trace>
  <inkml:trace contextRef="#ctx0" brushRef="#br0" timeOffset="157745">11053 18498 912 0,'0'0'6'0,"0"0"37"0,-55 85 90 16,46-42-86-16,2 4 23 15,1 1-10-15,6-6-27 16,0-4-4-16,0-6-10 16,0-6-14-16,0-5-5 15,6-7 0-15,1-9-3 16,2-5-14-16,9 0-111 16,2-22-12-16,3-8-40 15,6-9-73-15,-1-2-212 16</inkml:trace>
  <inkml:trace contextRef="#ctx0" brushRef="#br0" timeOffset="158827.91">11238 18589 629 0,'0'0'172'16,"0"0"-141"-16,0 0 138 0,0 0-106 16,0 0-18-16,-53 78 30 15,50-47-21-15,0-1-10 16,1-7-4-16,2 3-12 15,0-9-8-15,0-3-13 16,2-3-5-16,7-9-2 16,5-2 0-16,5 0-1 15,4 0 1-15,6-11 2 16,2-9-2-16,-1 0-3 16,-3 1-15-16,-7-1-14 15,-6 0 17-15,-8 3 13 0,-6 0 2 16,0 2 1-16,-4-2 4 15,-10 3-3-15,-5 6 10 16,-2-6 6-16,3 10 1 16,-1 1-6-16,2 3-3 15,4 0-5-15,5 0-2 16,7 0-1-16,1-3-2 16,0 3-4-16,0-1 0 15,7-2-6-15,12-4 10 16,1 2-1-16,7-5 1 0,-2 4-3 15,2 5 1 1,1-3-14-16,-2 4-3 0,-2 0-4 16,-2 0 4-16,-3 5 6 15,-5 8 3-15,1-1 3 16,-6 4 7-16,-2 5-2 16,-2-1 2-16,-4 4 0 15,3-2 0 1,-1-2 1-16,2-4-1 0,-2 4 0 15,3-13 0-15,2 2-1 16,2-4 0-16,0-5 1 16,1 0-3-16,8 0 2 15,0-9 0-15,-2-3 0 16,-2 2 0-16,1-6-3 16,-4 5-1-16,-6 1 1 15,-4 4-1-15,-2 0 5 0,0-2 3 16,-5 5 1-16,-10 0-4 15,-4 1 3-15,-4 2-3 16,-2 0 8-16,4 0-5 16,3 0 5-16,2 0 4 15,4-4-9-15,4-4 1 16,4 2-1-16,4-4-3 16,0-3-3-16,4 1-1 15,7-3-2-15,4 2-3 16,1 4-5-16,-2-5 9 15,5 4-6-15,0 4 0 16,-5 6 1-16,2 0-2 16,-4 0-4-16,-3 0 1 0,-4 11 8 15,1 5 6 1,-6 3 1-16,0 2 0 0,0-2 0 16,0 1 0-16,0-1 2 15,0-2-2-15,7 0 1 16,1-4-1-16,5-4 0 15,-1-1 0-15,5-5 0 16,3-3 2-16,1 0 0 16,6 0-2-16,-4-11 0 15,-3-2 0-15,0 0 0 16,-5-4 0-16,-5 6 0 16,-6 0 0-16,-4-3 3 0,0 5 5 15,0-3 0 1,-13 1 20-16,-3 4 6 0,-5 0-8 15,-1 4-3-15,-1 3-8 16,-1 0-8-16,5 3-7 16,1 8 0-16,3 1-1 15,0 2-16-15,5 1-91 16,7-1-94-16,1 0-119 16</inkml:trace>
  <inkml:trace contextRef="#ctx0" brushRef="#br0" timeOffset="159800.43">11173 18477 723 0,'0'0'7'0,"0"0"81"0,0 0 87 0,0 0-75 0,0 0 7 15,0 0-41-15,-33-35-25 16,27 62-28-16,-3 12 24 15,0 15-6-15,3 7 15 0,3 8-4 16,-4 2-8 0,2 3-4-16,2-3 0 0,0-10-10 15,2-18-13 1,1-22-1-16,0-12-4 16,0-9-2-16,0 0 0 15,0 0 0-15,0 0-3 0,1 0-3 16,4 0-22-16,5 0-21 15,-1 0 32-15,3 0-5 16,-3-30-16-16,-5-26 10 16,1-27 2-16,-5-16 3 15,0-8 14-15,0 0 7 16,-8 16 2-16,0 24 0 16,5 32 1-16,0 20 10 15,-2 15 27-15,2 15-19 16,0 29-13-16,0 15-4 0,1 13 12 15,2 5 2-15,0-8-2 16,0-2 5-16,0-5-3 16,5-10 5-16,9-13-12 15,5-5 1-15,-1-14-7 16,9-13 0-16,3-7-2 16,2-7 0-16,7-22 0 15,-2-15-1-15,4-8 0 16,-7-11-1-16,-7-6 1 15,-15-5-1-15,-2-1-2 16,-10 8-1-16,0 22 4 16,0 15 1-16,0 18 0 15,0 12 7-15,-1 18-8 16,-2 23-1-16,-3 10 1 16,6 9 5-16,0-9 0 15,0-2 5-15,10-9-6 0,1-1 5 16,3-12-7-16,0-3-1 15,1-5-1-15,0-7-4 16,3-6-33-16,3-4-108 16,4-2-27-16,3 0-49 15,1-14-74-15</inkml:trace>
  <inkml:trace contextRef="#ctx0" brushRef="#br0" timeOffset="160131.31">11750 18625 994 0,'0'0'10'0,"0"0"97"0,0 0 6 0,0 0-93 0,0 0 17 15,-73 86 4-15,67-53-10 16,3-5-15-16,3-2 0 16,0-5-8-16,0-7-7 15,17-6 5-15,5-7-6 16,6-1 0-16,4-11 4 15,2-14-2-15,-4-4-1 16,-3-3-2-16,-8 1 2 16,-10 1-1-16,-9 8 1 0,0 2 2 15,-11 9 6-15,-13 11 22 16,-4 0-6-16,-5 11-25 16,5 11-2-16,3 2-3 15,4 2-17-15,12-5-97 16,4-3-89-1,5-8-114-15,0-6-395 0</inkml:trace>
  <inkml:trace contextRef="#ctx0" brushRef="#br0" timeOffset="160362.93">11859 18236 1148 0,'0'0'0'16,"0"0"52"-16,0 0 84 16,116-10-74-16,-66 26 40 15,-4 11-50-15,-12 18-29 16,-12 12-6-16,-11 16-10 16,-11 13-4-16,-21 9-3 15,-19 3-35-15,-10-4-176 16,-8-12-180-16</inkml:trace>
  <inkml:trace contextRef="#ctx0" brushRef="#br2" timeOffset="182423.44">12108 928 512 0,'0'0'144'0,"0"0"-128"0,0 0 66 0,0 0-2 0,0 0-5 0,0 0-15 16,0 0-17-16,0 0 5 15,-3-1 11-15,-1 1-2 16,-7 0-4-16,-5 0-32 0,-11 0-15 16,-7 0 0-16,-10 9 8 15,-3 6 11-15,-1 4 3 16,-1 6-5-1,0 4-4-15,4 6 0 0,4 5-3 16,1 5 2-16,3 7-9 16,1 6-3-16,-3 8 1 15,1 10-5-15,-1 12 4 16,3 8-5-16,3 3 0 16,5-1-1-16,1-1 0 15,6-4 2-15,3-2-1 16,3-4 3-16,5-5 5 15,4 1-1-15,3-5 3 16,3-3-4-16,0 4-4 0,16-1-2 16,5-3 0-16,7-4 0 15,7-11 1-15,4-4-2 16,8-9 0-16,3-3 1 16,6-4-1-16,8-4 3 15,11-3 1-15,11-5 8 16,10-5-2-16,5-4-3 15,7-2-4-15,4-6-2 16,4 1 0-16,3-2 0 16,-5 0 0-16,-2-1 0 15,-5 2 1-15,-4-5-1 16,-3 1 0-16,3-1 0 16,-3-2 2-16,-2 2-3 0,-2-2-2 15,-4 0 1-15,-1-4 1 16,0 2-1-16,-3-2 1 15,-7 0 0-15,0 0 1 16,-3 0 1-16,-3-5-1 16,4-6 1-16,3-5-1 15,2 0 0-15,5-3 2 16,-2 3-1-16,-3-3-2 16,-4 2 0-16,-8-3 0 15,1-1-4-15,-6 0 4 16,-3-2 3-16,0 0-2 15,0-2 2-15,1 0-2 0,-1-3 9 16,0 0-6 0,-1-5-3-16,-1 4 1 0,-2-1 1 15,0 3-2-15,-4 2-1 16,1 2 4-16,-1 1-2 16,1-1-1-16,-3 4 8 15,-2 0-2-15,-3 0 0 16,-4-2-3-16,0-3-1 15,0-1 5-15,1-3-2 16,-1-2-1-16,-2 1-1 16,0 0 1-16,-2 3-3 15,-2-2 4-15,-3 5 0 16,0-1-3-16,-1-4 2 16,-4 0 0-16,3-2-3 0,-4-2 5 15,0-1-2 1,0-4 0-16,-3-2 0 0,-1-3-3 15,-4 3 2-15,1 0 2 16,-3-1-3-16,-4 1-2 16,-1 2 1-16,-4-1 0 15,-2 2 1 1,-1-1 4-16,-2 0-6 0,0-1-1 16,0 5 4-16,-1 0-3 15,-1 4 1-15,-4 1 2 16,0 1-3-16,0-1-1 15,0 0 3-15,0-3 1 16,-15-1-4-16,-1 0 0 16,-8-4 0-16,-6 3-1 0,-4-1 1 15,-9 4-2-15,-2 2 2 16,-7 3-1-16,-3-1 1 16,-3 1 0-16,0 1 0 15,3 1 0-15,0 2 1 16,0 0-1-1,-3 4-1-15,-3-1 1 0,-3 2 0 16,-4 0 1-16,1 1 2 16,-3 1-3-16,2 3 1 15,0 0-2-15,6 2-1 16,4 0 0-16,1 2 2 16,3 3-3-16,2-2 2 0,-2 5 0 15,3 0 1-15,2-1-1 16,-1 2 1-1,2 0 0-15,-3 0 1 0,5 0-1 16,0 0 1-16,5 0 0 16,4 0-1-16,2-1 1 15,2-1-1-15,1 1 1 16,2 0-1-16,3-2 2 16,-1 0-2-16,-4 2 0 15,1-3 0-15,-6 1 0 16,-2 1 0-16,-3-2 4 15,-4 3-4-15,0-2 0 0,-3 2-2 16,1-1 1-16,0 1 1 16,2-1-3-16,-3-2 2 15,4 0 0-15,-4-2 1 16,0 0 0 0,2 1 0-16,0-1 0 0,5 0 0 15,-3 0 1-15,3-1 0 16,0 2-1-16,-1-1 1 15,3-1-1-15,-1 3 1 16,0-1-1-16,1 1 0 16,1-2 1-16,1 2-1 15,1 0 1-15,3 0 0 16,-2 2 1-16,-3 2-2 16,-1 0 0-16,-3 0 1 15,-2 0-1-15,-6 0 0 0,-11 0-3 16,-20 7 1-16,-28 4-1 15,-33 9-15-15,-30 6-176 16,-19 3-172-16</inkml:trace>
  <inkml:trace contextRef="#ctx0" brushRef="#br2" timeOffset="214595.78">15234 16412 527 0,'0'0'176'0,"0"0"-157"0,0 0 43 0,0 0 70 0,0 0-69 15,0 0-28-15,0 0-5 16,0-52 17-16,1 37-1 16,2 0 7-16,-1 3-5 15,-1 0-16-15,-1 5 14 16,0 1 4-16,0 4-4 15,0 2-9-15,0 0-1 0,0 0-13 16,0 0-23-16,0 22-1 16,0 11 1-16,2 13 18 15,-2 1 1-15,1 0 5 16,-1-2 4-16,0-3-16 16,0-5-5-16,0-7-3 15,0-8-4-15,0-9 0 16,0-9 0-16,0-2 1 15,0-2 1-15,0 0 2 16,2 0 1-16,1-16 5 16,1-13-10-16,2-9 1 15,0-6-1-15,-3-6 2 0,-2-2-2 16,1 4 0 0,0 6 0-16,-1 17 0 0,1 11 1 15,-2 12-1-15,0 2 0 16,0 0-5-16,0 19-4 15,0 15 6-15,0 13 3 16,0 3 11-16,0 0-4 16,-3 1 5-16,-5-2-7 15,-1-1-4-15,-1-1-1 16,-1-9-3-16,3-5-30 16,3-5-94-16,3-12-188 15,2-11-322-15</inkml:trace>
  <inkml:trace contextRef="#ctx0" brushRef="#br2" timeOffset="-211992.27">11936 16842 206 0,'0'0'351'0,"0"0"-322"0,0 0 67 0,0 0 11 16,0 0-40-16,0 0 13 15,0 0-9-15,0 0 25 0,25-38-13 16,-25 38-18-16,-9 0-19 16,-12 0-26-16,-2 1-14 15,-8 12 9-15,-1 2 14 16,-3 0 1-16,4-1-1 16,2 3 1-16,5-3-1 15,5-2-13-15,7-4-4 16,6-3-8-16,3-3 2 15,3 0-5-15,0-2-1 16,0 0 0-16,0 4-2 16,9 4-3-16,9 4 5 15,9 2 6-15,1 0-6 16,2-1 1-16,1 1 0 16,1 0-1-16,-3-2 0 0,4 1 0 15,-3-1 0 1,-2-4-22-16,1-2-153 0,-3-5-42 15,-2-1-136 1</inkml:trace>
  <inkml:trace contextRef="#ctx0" brushRef="#br2" timeOffset="-210400.58">11916 16967 714 0,'0'0'77'0,"0"0"-1"0,0 0 77 0,0 0-53 15,0 0-39-15,0 0-13 16,-8-6-2-16,8 6-16 16,3 0-8-16,12 0 17 15,6 0 32-15,9 0-23 16,0 0-21-16,1 0-3 15,6 0-11-15,1 0 1 16,2 0-6-16,-4 0-4 16,1 6-3-16,0 0-1 15,2 1 1-15,-2 0-1 16,-4-3 0-16,6 3 0 16,-2-1 0-16,5-2 0 0,0-1 0 15,0-2 5 1,2 2-5-16,-2-1 0 15,-3 0 1-15,3-1-1 0,-2 2 0 16,2 0 0-16,4 1 1 16,6 0 0-16,7-1 0 15,13 2 1-15,6 1 1 16,6 0-2-16,-5 0-1 16,-8 1 0-16,-5 2-1 15,-6-4-3-15,-7-3 4 16,-6 2-1-16,-6-4 0 15,-6 3 2-15,-6-3 0 16,-3 0-1-16,-2 0 1 16,1 0 2-16,7 0-1 15,5 0-2-15,3 0 1 0,0 0-1 16,5 0 0-16,-2 0 0 16,1 0 0-16,-3 0 3 15,-3 0-3-15,-1 0 1 16,-3 0-1-16,1 0 0 15,-2 0 0-15,-2 0 1 16,2-4 0-16,2 1 0 16,0 0-1-16,0 2 0 15,0-1-2-15,-1 1 1 16,1-3 1-16,-1 4 0 16,0-5 0-16,2 4-3 0,-5-1 2 15,-1 0 1-15,-4 0 0 16,0 2 1-1,0-1-1-15,-4-2 0 16,-1 1 0-16,-2-2 0 0,1 0 1 16,-4 1 0-16,2 0-1 15,-1 2 0-15,-4-2 0 16,-3 1 1-16,-5 1-1 16,2-1 2-16,-5 2 0 15,-1-1 0-15,1 1-2 16,-2 0 4-16,4 0 0 15,2-1 1-15,0 1-2 16,2-2-3-16,-1 2 0 16,-3-1 2-16,1 1-1 15,-2 0-1-15,0-2 0 16,0 2-1-16,6 0 0 16,1 0 0-16,4 0 1 0,8 0 0 15,2 0 0-15,9 0 0 16,1 0 0-16,-2 0 1 15,-9 0-1-15,-8 0 0 16,-10 0 1-16,-2 0 1 16,-3 0 7-16,0 0 12 15,0 0 20-15,-4 0-17 16,-4 0-21-16,-3 0-2 0,2 0-1 16,1 0-1-1,2 0 1-15,-1-1 0 0,3 1-2 16,1 0 2-16,-3-4 0 15,3 2 0-15,-1-2 0 16,-2-1 1-16,0-2 0 16,0-1 0-16,-3-1-1 15,4-1 0-15,1 0 0 16,-2 2 1-16,3 0 0 16,-2 2-1-16,1-2 2 15,0 3-2-15,1-1 1 16,-3 1-1-16,-1 2 0 15,1 0 0-15,-2-1 0 16,0 1 1-16,2 2 0 16,2-1 0-16,1 2 4 15,1 0 10-15,2 0-4 0,0 0-1 16,0 0 0-16,0 0-5 16,0 0-5-16,0 0 0 15,12 10 3-15,6 4 8 16,2 2-1-16,2 2-3 15,3-1-2-15,-2-1 0 16,2-3 1-16,-3 0-4 16,-2-3-1-16,-5-2 0 15,-5-1-1-15,0-2 2 16,-5-2 0-16,-3-3-2 16,-2 2 5-16,0-2 8 0,0 5 0 15,-7 3-2-15,-10 5 0 16,-4 0 3-16,-6 2-4 15,0 0-7 1,-3-2-3-16,3 3 0 0,2-1 3 16,3-1-3-16,5 3-2 15,1-7-18-15,2 1-57 16,4 1-46-16,-2-6-120 16,1-4-80-16,0 0-266 15</inkml:trace>
  <inkml:trace contextRef="#ctx0" brushRef="#br2" timeOffset="-206522.53">11770 17159 208 0,'0'0'0'0,"152"-11"-91"0</inkml:trace>
  <inkml:trace contextRef="#ctx0" brushRef="#br2" timeOffset="-203854.54">15205 17467 570 0,'0'0'165'0,"0"0"-145"0,0 0 105 0,0 0-24 16,0 0-45-16,0 0-4 15,-3 0 10-15,-5 0 7 16,3 0-19-16,-2 0-2 15,0 0 0-15,-1-8-6 16,0 1-8-16,2-3-2 16,2-2-12-16,2-4-11 15,2-2-5-15,0-5 3 16,0-2-7-16,11 0 0 0,2 6 0 16,-2 7-1-16,1 4 0 15,-1 5-3-15,3 3 3 16,4 0-1-16,-2 0 0 15,2 7 1-15,-3 5-1 16,0 0 2-16,-5 3-1 16,-2 0 2-16,-1-1-2 15,-5 0 1-15,-2 0 0 16,0 1 1-16,-5-2 0 16,-13 4 2-16,-2-4 3 15,-6-1 11-15,2-1 28 16,-1-1 4-16,0 1-3 15,1-1-7-15,3 3 0 16,1-4-4-16,7 3-9 16,1 0-10-16,3 1-10 15,4 1 3-15,2-2-7 0,3 0 5 16,0 0-6-16,0-1 0 16,0 0 1-16,6 2-4 15,5 1-1-15,2 2-36 16,-1 1-63-16,-1 0-44 15,1 2-76-15,-6 0-60 16,-2-1-134-16</inkml:trace>
  <inkml:trace contextRef="#ctx0" brushRef="#br2" timeOffset="-203463.25">15125 17895 1101 0,'0'0'46'0,"0"0"27"0,0 0 73 15,0 0-51-15,0 0-68 16,0 0-17-16,-9 2 2 16,9-2 1-16,0 0 3 15,0 0 0-15,0 0-5 16,0 1-1-16,0 2-8 15,0 1 9-15,0-1-7 0,0 0-4 16,0 1 2-16,6-4-2 16,3 0 1-16,4 0 0 15,1 0-1-15,0 0 0 16,0-10-2-16,-3 0-7 16,-4 2 4-16,-7 2 5 15,0 4 2-15,-10 2 1 16,-12 0 9-16,-9 0 12 15,-6 0-2-15,1 4-22 16,0 10 0-16,7 4-112 16,8 2-266-16</inkml:trace>
  <inkml:trace contextRef="#ctx0" brushRef="#br2" timeOffset="-196751.33">4525 9174 95 0,'0'0'0'0</inkml:trace>
  <inkml:trace contextRef="#ctx0" brushRef="#br2" timeOffset="-195993.2">4525 9174 257 0,'-94'-5'72'0,"94"5"-66"16,0 0 89-16,0 0-10 15,0 0-31-15,0 0-7 16,0 0-8-16,0 0-6 16,0 0-15-16,0 0-6 15,0 0-2-15,0 0-1 16,0 0 7-16,0 0 6 15,0 0-2-15,0 0 8 16,0 0-5-16,0 0 11 0,0 0-1 16,0 0-5-16,0 0 1 15,0 0-4-15,0 0-5 16,0 0 1-16,0 0-5 16,0 0 6-16,7 2-1 15,2-2-5-15,3 1-1 16,5-1 8-16,6 0-12 15,12 0 3-15,17 0 8 16,18 0 5-16,21 0 2 16,19-4-16-16,14-1 11 15,12 1-11-15,1 2-11 16,11 0 5-16,6 2 0 16,5-1-5-16,7-2 6 15,0 1-7-15,-3 2-1 16,-9-4 1-16,-9 2 1 15,-8-2-1-15,-10-1 1 16,-8 3-1-16,-11-2 0 0,-14-2-1 16,-3 2-2-16,-8 0 2 15,-4 0-2-15,-7 1 2 16,-5 2 0-16,-7 1 0 16,-5 0 0-16,-7 0 0 15,-4 0 0-15,-3 0 1 16,-7 0 0-16,-7 0-1 15,-5 0 0-15,-10 0 0 0,-4 0-1 16,-1 0 1-16,-4 0 0 16,-1 0 0-1,-2 0 2-15,0 0-1 0,0 0 1 16,0 0-2-16,0 0 3 16,0 0-3-16,0 0 0 15,0 1-53-15,-15 2-100 16,-6 1-74-16,-18 4-97 15</inkml:trace>
  <inkml:trace contextRef="#ctx0" brushRef="#br2" timeOffset="-195429.81">5075 9444 468 0,'0'0'216'0,"-83"0"-216"0,59 0 0 0,10 0 43 0,11-4 30 15,3 4-28-15,0 0-32 16,0 0 1-16,0 0 2 0,3 0-4 15,11 0 20 1,10 6 29-16,7-2-5 16,8-3-1-16,22 4 8 15,13-5-17 1,19 0-4-16,25 0-8 0,21-2-2 16,19-5 5-16,18 0-15 0,0 3-18 15,-3-3-4-15,-15 6 0 16,-18-2 0-16,-20 0 1 15,-19 1 1-15,-17 0-2 16,-19-1 1-16,-14-3-1 16,-15 2 0-16,-14-1-1 15,-10 1 1-15,-6 4 1 16,-4-1 0-16,-2 1 0 16,0 0 16-16,0 0-1 0,0 0 3 15,0 0-8-15,0 0 0 16,0 0-10-16,0 0-1 15,0 0-3-15,0 0-48 16,0 0-60-16,0 0-46 16,0-2-66-16,0-6-110 15</inkml:trace>
  <inkml:trace contextRef="#ctx0" brushRef="#br3" timeOffset="-182921.73">5909 16773 100 0,'0'0'31'0,"0"0"-30"0,0 0 0 16,0 0 16-16,0 0-7 15,0 0-7-15,0 0 7 16,0 0-9-16,-16-15-1 15,13 15-1-15,-2 0 1 0,4 0-2 16,-2 0-5 0,1 0 6-16,2 0-2 0,0 0-9 15,0 0 7-15,0 0-11 16,0 0-13-16,0 0-69 16</inkml:trace>
  <inkml:trace contextRef="#ctx0" brushRef="#br3" timeOffset="-181477.75">6118 16720 277 0,'0'0'52'0,"0"0"-4"0,0 0 72 15,0-84-39-15,0 59-66 16,3 2 1-16,0 3 9 16,0 3 29-16,0 6-16 15,-3 2 1-15,0 7 10 16,0 0 30-16,0 2-35 15,0 0-30-15,0 2-10 0,0 16 1 16,0 8 22 0,-3 13 30-16,-3 4-16 15,1 1-9-15,1 3 6 0,3-6-4 16,1-4-18-16,0-5-14 16,0-7 2-16,0-5-4 15,0-10 2-15,0-4-2 16,1-5 0-16,2-1 6 15,0 0 29-15,0-14 22 16,6-13-33-16,-3-12-13 16,-1-6 0-16,-4-6-4 15,3-10-7-15,-2-2 2 16,-2-3-2-16,0 8 0 16,3 12-2-16,-3 19 1 15,0 15 2-15,0 12-2 0,0 5-2 16,0 27-17-16,-5 20 20 15,-8 8 4-15,4 6-1 16,3-7 1-16,0 0 0 16,6-9 0-16,0-6-2 15,0-6-2-15,0-10 0 16,3-10-1-16,0-9 1 16,-2-8 0-16,1-1 3 15,-2 0 2-15,3-6 6 16,3-19 11-16,-3-13-16 0,2-7-3 15,-4-8-1 1,-1-4-2-16,0-2-1 0,0-1 0 16,0 10-1-16,0 15 1 15,0 16 0-15,0 13-3 16,0 6 2-16,0 0-8 16,0 21-4-16,-1 12 14 15,-1 9 0-15,-1 3 0 16,3 2 0-16,0-2-1 15,0 0 1-15,0-2 0 16,5-7 1-16,-1-5-2 16,2-9 2-16,-2-5-2 15,-1-9 1-15,-1-7 0 16,-2-1 0-16,1 0 6 16,2-15 5-16,2-16 2 0,-2-15-9 15,4-12 0-15,1-7 0 16,-5-9-3-16,4-3-2 15,-2 9 3-15,-2 18-4 16,-2 23 4-16,-1 21-2 16,0 6 0-16,0 35-19 15,-3 20 18-15,-10 15 1 16,2 5 4-16,4-7 1 16,7-4-5-16,0-3 0 15,0-4 0-15,0-4-5 16,0-4 1-16,3-13-119 15,-3-12-60-15,4-13-111 0,-4-11-505 16</inkml:trace>
  <inkml:trace contextRef="#ctx0" brushRef="#br3" timeOffset="-181074.47">6276 17255 1069 0,'0'0'33'0,"0"0"-3"0,0 0 130 0,-110 106-77 0,74-73-42 16,-1-1 13-16,1-4-20 16,1-3-14-16,4-2-15 15,1-2 1-15,2-5-5 16,4-3-1-16,3-6-5 0,8-4 5 15,-2-3-30 1,6 0-118-16,3-8-35 0,1-12-54 16,5-5-109-16</inkml:trace>
  <inkml:trace contextRef="#ctx0" brushRef="#br3" timeOffset="-180861.9">5903 17369 694 0,'0'0'260'0,"0"0"-208"16,0 0 44-16,0 0 59 15,0 0 5-15,97 98-68 16,-61-55-40-16,3 1-13 16,7-2-24-16,-3 2-5 15,0-3-10-15,-1-5-2 16,-1-5-1-16,-8-6-44 16,-7-7-73-16,-11-5-33 15,0-8-63-15,-10-5-65 16,-5 0-194-16</inkml:trace>
  <inkml:trace contextRef="#ctx0" brushRef="#br3" timeOffset="-180557.92">5829 17162 158 0,'0'0'578'0,"0"0"-546"0,0 0 86 15,0 0 32-15,0 0-63 16,0 0-21-16,-17-10-1 16,17 10 2-16,0 0-11 15,0 0-8-15,0 0-1 16,23 0-23-16,18 0 28 15,10 0-11-15,9 0-16 16,8 0-16-16,-2-4-9 16,-2 1-1-16,-4 0 0 15,-11 3-16-15,-4 0-151 16,-11 0-194-16</inkml:trace>
  <inkml:trace contextRef="#ctx0" brushRef="#br3" timeOffset="-162289.8">12848 1177 609 0,'0'0'34'0,"0"0"36"0,0 0 67 0,0 0-39 15,0 0-23-15,0 0-14 16,0 0 16-16,-25-23 1 16,25 23-20-16,0 0-7 15,0 0-2-15,0 0-8 0,0 0-15 16,0 0-11-16,0 0-7 16,0 6-6-16,0 8 17 15,6 0 8-15,4 0-9 16,-1 1 2-16,0-2-5 15,1 1-3-15,0-8-3 16,-1 4-4-16,-1-6 2 16,0-1-3-16,2-3 3 15,5 0-2-15,6 0 9 16,13-15 3-16,8-8 0 16,12-8-5-16,5-4-6 15,4-7-5-15,0-3 0 0,-5-1-1 16,-7 5 0-16,-10 9-1 15,-9 8 0-15,-16 10 1 16,-8 6 0-16,-1 4 1 16,-5 3-1-16,-2 1-10 15,0 0-84-15,0 0-89 16,0 0-54-16,-21 11-31 16,-9 5-57-16</inkml:trace>
  <inkml:trace contextRef="#ctx0" brushRef="#br3" timeOffset="-161574.78">12906 1154 568 0,'0'0'11'0,"0"0"118"0,0 0-16 0,0 0 10 16,0 0-53-16,0 0 20 15,-10-35-8-15,10 33-19 16,-2 2-16-16,2 0-17 16,0 0-16-16,0 0-4 15,0 0-10-15,0 9 0 16,0 5 10-16,3 0 3 16,6 3 2-16,-1-1 5 15,2-5-7-15,-1 3 4 16,0-5-4-16,1 2-6 0,-2-4 2 15,1 0-6-15,-1-1 2 16,0 2 0-16,-2-2-2 16,2-2 1-16,-2-1-1 15,-3-2 2-15,4 1 0 16,-2-2 2-16,8 0 10 16,5-5 22-16,13-14-1 15,10-6-17-15,11-8-9 16,7-7-1-16,9-6-6 15,3-5-2-15,5-7 1 16,-1 0 3-16,-5 5-3 16,-10 6 1-16,-14 10-2 15,-15 10 4-15,-12 12-1 0,-11 2 14 16,-5 6 0 0,-3 4 4-16,0-1-6 0,0 4-3 15,0 0-6-15,0 0-3 16,0 0-2-16,0 0-4 15,0 0 1-15,0 0-1 16,0 0 0-16,0 0 1 16,0 0-1-16,0 0 1 15,0 0 1-15,0 0-1 16,0 0 1-16,0 0 0 16,0 0 0-16,0-2 0 15,0 1-1-15,0 0 0 16,0-1-1-16,0 2-1 15,0 0-2-15,0 0-17 0,2 0-88 16,-2 0-119-16,0 0-146 16,0-2-504-16</inkml:trace>
  <inkml:trace contextRef="#ctx0" brushRef="#br3" timeOffset="-156883.45">1065 12147 1027 0,'0'0'17'0,"0"0"2"0,0 0-13 0,0 0 98 15,0 126 2-15,0-62-47 16,-12 2 13-16,-6 1 6 16,0-9-50-16,-1-6-3 15,4-13 19-15,3-5-15 16,-3-10-13-16,6-8 1 15,6-7-5-15,3-9 0 16,0 0 11-16,0-20 36 16,0-22-4-16,0-18-51 15,3-19-4-15,21-16 0 16,3-18 0-16,6-2 0 0,1 5 0 16,-3 18-1-1,2 30 1-15,-15 26 1 0,-3 27 0 16,0 11-1-16,4 36 0 15,6 22 2-15,5 17 10 16,-4 11-10-16,-1 5 2 16,-7-1-4-16,3-6 4 15,-8-10-9-15,-2-9 2 16,-11-8-13-16,0-10-69 16,0-9-76-16,-9-15-75 15,-15-13-80-15,-6-12-130 16</inkml:trace>
  <inkml:trace contextRef="#ctx0" brushRef="#br3" timeOffset="-156286.75">941 12508 936 0,'0'0'87'0,"0"0"132"16,-95-36-19-16,89 29-86 16,6 3-37-16,0-3-66 15,28-3-11-15,21-3-7 16,20-6 6-16,16-2-8 15,6 3 5-15,0-1-31 16,-6 1-134-16,-6-3-28 16,-7-5-26-16,-14-1 43 15,-12 2-73-15,-19 2 51 16,-17 8 202-16,-10 3 174 16,0 4 78-16,-3 4-68 15,-10 4-11-15,-5 0-60 16,0 12-63-16,0 10 16 0,-1 6 12 15,4 3-23-15,3-2-22 16,9 4 1-16,3-4-20 16,15 1-7-16,6-8-7 15,15-5 3-15,4-6-3 16,3-9-2-16,8-2 0 16,-5-4 1-16,-4-14-18 15,-8-10-29-15,-11-6-7 16,-7-11 37-16,-7-14 9 15,-6-11 1-15,-3-7 4 16,0-8-1-16,0 4-7 16,0 10 7-16,0 13 5 15,7 17-1-15,-4 15 0 16,-3 14 2-16,0 12 15 0,0 11-12 16,0 26 1-16,0 14 21 15,0 9 11-15,0 7-12 16,2 1 6-16,2-1-4 15,2-2-14-15,2-7-9 16,2-10-1-16,2-9-3 16,4-10-1-16,-5-9-1 15,1-8-3-15,1-7-16 16,-4-3-94-16,2-2-92 16,-1-7-112-16,-7-16-493 15</inkml:trace>
  <inkml:trace contextRef="#ctx0" brushRef="#br3" timeOffset="-155165.83">1842 12084 954 0,'0'0'143'0,"0"0"-89"0,0 0 114 0,0 0-102 0,0 0-66 15,0 0 2-15,57-56-5 16,-6 53-1-16,-2 2 3 15,-4 1-18-15,-4 0-103 16,-8 0-43-16,-3 4-5 0,-9 3 1 16,-9 3 54-16,-9-4 98 15,-3 1 17-15,0-3 43 16,-3 6 97-16,-12 0 8 16,0 2-22-16,2 6-11 15,5 0-40-15,2 3-14 16,6 0-19-1,0 3-25-15,2-4-6 0,14 0-6 16,5-5-3-16,3-7-2 16,1-3 0-16,5-5 0 15,-2 0 1-15,2-17 1 16,-2-4 0-16,-3-8 2 16,-8-3-1-16,-8-2-1 15,-7 1 5-15,-2 6-1 0,0 8 3 16,0 8 0-1,0 9 38-15,0 2 17 0,0 0-55 16,-2 17-9-16,1 10 0 16,1 2 5-16,0-2-3 15,3-2 0-15,16-6-2 16,3 0 0-16,-2-7 0 16,10-6 0-16,0-5 0 15,-2-1 1-15,8-5 0 16,-5-12 1-16,2-7-1 15,-6-4 0-15,-3-5 2 16,-4-3-1-16,-9-3-1 16,1 6-1-16,-9 7 1 0,-3 11-1 15,0 9 4 1,-15 6-2-16,-6 0-2 0,-3 21-7 16,-3 5 7-1,2 3 2-15,7 2 3 0,9-1-3 16,3-1 1-16,6-3-3 15,0-2 0-15,0-5-1 16,12-3 0-16,6-5 0 16,2-5 1-16,0-5-4 15,7-1 4-15,-3-2 0 16,3-14-6-16,-6-4 2 16,0 1-11-16,-8-2-4 15,-1 1 13-15,-6 2 2 16,-3 0 3-16,0 6-2 15,-3 2 3-15,0 9 0 0,0 1 2 16,0 0-4-16,0 5-11 16,3 13 4-16,4 6 7 15,2-1 3-15,3 2-1 16,6-4 1-16,0-6-1 16,3-5 0-16,1-6-1 15,2-4 1-15,0 0 1 16,0-17 0-16,-2-7 0 15,-5-7 2-15,-1-9 0 16,-4-8 0-16,-5-11-3 0,-4-13 0 16,-1-10-7-16,-2-17-15 15,0-3 3-15,0 6-5 16,-7 23-5-16,-8 31 29 16,-6 31 3-16,-2 11 2 15,-2 30 5-15,0 23 12 16,7 16 22-16,12 12-17 15,6 3 4-15,0 1-10 16,13 1-9-16,10-4-12 16,5-6 0-16,5-11 0 15,3-9-6-15,1-13-63 16,-3-14-139-16,-1-10-110 16,4-18-143-16</inkml:trace>
  <inkml:trace contextRef="#ctx0" brushRef="#br3" timeOffset="-153714.53">3528 11850 954 0,'0'0'95'0,"0"0"-86"0,0 0 152 0,-46 78-48 0,43-40-51 15,3 2 1-15,0-5-28 16,0-4-22-16,0-1-8 15,4-10-3-15,1-5-2 0,-2-8 0 16,0-4-1 0,1-3 1-16,2-7 2 0,8-21 8 15,0-13-10 1,-3-12-6-16,0-7 0 16,-4 0-8-16,-1 11 8 0,-5 15 4 15,1 16 2-15,-2 12 5 16,0 6 5-16,0 0-10 15,0 17-6-15,0 12 6 16,3 8 19-16,3 5-9 16,4 0 17-16,2-2-14 15,2-3-4-15,2-7-3 16,-2-6-3-16,0-9-2 16,-2-7 0-16,0-6 0 15,3-2-1-15,6-8 9 0,3-20 1 16,0-9-5-1,-2-4-2-15,-3-9-1 0,-5 3 0 16,-1 6 1-16,-8 13-1 16,-4 15-2-16,-1 10 9 15,0 3 23-15,0 1-30 16,0 23 0-16,-1 9-2 16,-2 6 3-16,3 1 0 15,0-5 5-15,0-1-4 16,7-6-3-16,7-8 3 15,5-2-4-15,-2-8 1 16,2-7-1-16,5-3 5 0,-2-1-2 16,2-18-1-1,0-9 3-15,-5-8-5 0,-7-7-1 16,-4-2-20-16,-8 3 7 16,0 9-22-16,0 11 25 15,-11 14 8-15,-2 8 0 16,-8 2-10-16,2 20 8 15,-1 9 5-15,5 4 4 16,9 0 5-16,6 0 3 16,0-5-5-16,11-5 2 15,11-1-5-15,5-7 1 16,6-8-5-16,6-4 3 16,7-5 3-16,6-2-2 15,5-14-2-15,1-6 0 16,-1-8-1-16,-14-7 1 15,-9-7-2-15,-13 0-1 0,-9 7-2 16,-12 7 2-16,0 14 2 16,-15 7-1-16,-12 9 0 15,-7 0 0-15,1 13 2 16,2 11 0-16,1 6 6 16,13 2-5-16,9 1 1 15,3-2 0-15,5-2-4 16,0-4-1-16,8-5 0 15,11-4 0-15,5-6 1 16,1-10-1-16,12 0-1 16,1-10-6-16,-1-17-7 15,-2-2-2-15,-9-7 11 16,-3 3 1-16,-8 5 5 0,-10 13 3 16,-2 5 5-16,-1 7 15 15,-2 3 0-15,0 0-23 16,0 10-3-16,0 8 3 15,0 8 3-15,0-3-2 16,3-3 0-16,6-1 3 16,-1-4-4-16,6-5-1 15,0-6 1-15,7-2 0 16,2-2 0-16,6-4 4 16,2-17-3-16,3-7 3 15,1-6-1-15,-5-4-3 16,-5 1 1-16,-7 4 2 0,-6 11-1 15,-6 8 4-15,-5 12 1 16,-1 2 1-16,0 0-5 16,0 0-3-16,0 13-15 15,0 7 14-15,0 2 1 16,2-2 1-16,-1-4 0 16,4-5-2-16,-2-5 1 15,0-3-1-15,4-3 1 16,1 0 0-16,10-3 2 15,4-19 6-15,11-8-6 16,1-5-1-16,3-1-1 0,-8 10-10 16,-2 8 2-16,-11 10 5 15,-7 8 1-15,0 0-5 16,7 18-1-16,2 4 8 16,0 1 2-16,1 0 3 15,1-6-5-15,4-4 3 16,3-4 1-16,4-6-3 15,6-3-1-15,3 0-2 16,-1-9-145-16,0-4-173 16,-9 0-224-16</inkml:trace>
  <inkml:trace contextRef="#ctx0" brushRef="#br3" timeOffset="-153288.33">1571 12601 1175 0,'-94'11'0'0,"28"2"-8"0,27-5 8 0,29-1 39 0,13-1-36 0,46 0 2 16,37-6 54 0,46 0-13-16,45-23-5 0,41-9 51 15,36-5-56-15,17-1-19 16,17-3-7 0,3 1 1-16,-1 1-1 15,-14 1-10-15,-32 6-1 0,-30 3 1 16,-40 4 2-16,-35 3-1 15,-23 3-1-15,-35 2 0 16,-29 5-1-16,-22 3 0 16,-24 7 1-16,-6 2 0 15,-37 0-4-15,-35 2-45 16,-32 15-158-16,-23 8-13 16,-12 0-15-16,-1 2-315 15</inkml:trace>
  <inkml:trace contextRef="#ctx0" brushRef="#br3" timeOffset="-152904.78">2314 12761 1070 0,'-105'5'17'16,"20"1"-15"-16,24 0 87 15,30-6 32-15,13 4-60 16,18-2-28-16,10 1 13 0,35-1 15 15,40-2 22 1,42 0-32-16,34-14-24 0,37-6 7 16,17-6-13-1,15-1-8-15,1-3-1 0,-7-1-12 16,-20 4-5-16,-26 3 4 16,-32 0 1-16,-31 6 4 15,-24 2-2-15,-24 2-2 16,-18-1 3-16,-23 6 0 15,-11 0 3-15,-14 2 27 16,-1 1 20-16,0 0-33 16,-3 1-20-16,-15 0-3 15,-8 2-4-15,-10 3-15 16,-2 0-58-16,-1 1-89 16,5 5-104-16,4-5-160 15</inkml:trace>
  <inkml:trace contextRef="#ctx0" brushRef="#br0" timeOffset="-120805.64">2044 18192 757 0,'0'0'0'0,"0"0"0"16,0 0-3-16,0 0 3 0,0 0 0 16,0 0-2-16,3 0-3 15,-3 6-8-15,0 0-121 16,0-6-197-16</inkml:trace>
  <inkml:trace contextRef="#ctx0" brushRef="#br4" timeOffset="-116028.09">8159 10732 571 0,'0'0'28'0,"0"0"85"0,0 0-24 0,0 0-31 0,0 0 12 0,0 0-31 15,14-45-13-15,-14 45-8 16,0 0-7-16,0 0-4 16,0 0-7-16,0 1-4 15,0 12 2-15,-2 2 2 16,-4 1-1-16,0 5-6 16,3-2-130-16,1 5-43 15,-2-2-320-15</inkml:trace>
  <inkml:trace contextRef="#ctx0" brushRef="#br4" timeOffset="-115756.08">8128 11239 667 0,'0'0'38'15,"0"0"133"-15,0 0-21 16,0 0-73-16,0 0-33 15,0 0-12-15,9 0-18 16,-9 0-14-16,0 1-3 16,0 10-9-16,0 6 10 15,-3 4-2-15,-3-1-13 16,1 0-75-16,-1-2-26 16,2 1 8-16,4-2-10 15,-3 0-27-15,-2 3-11 0,-4 3-7 16</inkml:trace>
  <inkml:trace contextRef="#ctx0" brushRef="#br4" timeOffset="-115501.71">8037 11685 219 0,'0'0'78'0,"0"0"17"16,0 0 32-16,0 0-19 15,0 0-23-15,0 0-5 16,0 8 18-16,0-8-17 15,0 0-22-15,0 0-21 16,1 0-22-16,2 2-6 16,0 4-10-16,2 5 1 15,3 3 2-15,0 2-2 16,1 6-1-16,-1-2-1 0,-3 11-14 16,-5 4-115-16,0 4-101 15,0 1-159-15</inkml:trace>
  <inkml:trace contextRef="#ctx0" brushRef="#br4" timeOffset="-115323.68">8062 12362 515 0,'0'0'111'15,"0"0"-105"-15,0 0 117 16,0 0-76-16,0 0-44 0,0 0 0 15,0 33-2-15,0-14 0 16,-3 0-1-16,-7 6-1 16,-1-2-51-16,-1 4-270 15</inkml:trace>
  <inkml:trace contextRef="#ctx0" brushRef="#br4" timeOffset="-115068.18">7943 13120 657 0,'0'0'87'0,"0"0"-78"16,0 0 114-16,0 0-69 15,0 0-45-15,0 0-4 16,-15 71-5-16,9-46 0 15,1 2-1-15,-2 1-27 16,-2 1-196-16,-3-4-420 16</inkml:trace>
  <inkml:trace contextRef="#ctx0" brushRef="#br4" timeOffset="-114868.06">7828 13708 774 0,'0'0'1'15,"0"0"54"-15,0 0 4 16,0 0-41-16,0 0-11 16,0 0-3-16,-6 85-4 15,4-58-1-15,-4 1-16 16,3 2-175-16,-4 0-285 15</inkml:trace>
  <inkml:trace contextRef="#ctx0" brushRef="#br4" timeOffset="-114644.73">7814 14430 729 0,'0'0'64'0,"0"0"-64"16,0 0 85-16,0 0-50 15,-4 85-31-15,4-63-2 16,0 0 1-16,0 2-3 16,0-1-10-16,0 1-100 0,0-2-168 15</inkml:trace>
  <inkml:trace contextRef="#ctx0" brushRef="#br4" timeOffset="-114386.95">7747 15216 917 0,'0'0'3'0,"0"0"47"16,0 0 15 0,0 0-58-16,0 0-7 0,-9 83 0 15,9-66 0 1,0-1-17-16,2-2-67 0,-2-1-43 16,3 2-44-16,-3 0-85 15,0 4-80-15</inkml:trace>
  <inkml:trace contextRef="#ctx0" brushRef="#br4" timeOffset="-114142.27">7726 15714 550 0,'0'0'102'0,"0"0"-87"0,0 0 80 16,-20 82-58-16,18-62-28 15,2 4-3-15,-3-5 7 16,3 2 2-16,-3-1 1 16,0-4-6-1,-2-1 0-15,1-3-4 16,1 0-5-16,-1 1-2 0,-1 0-7 16,1 2-148-16,-5 1-391 15</inkml:trace>
  <inkml:trace contextRef="#ctx0" brushRef="#br4" timeOffset="-113879.58">7661 16197 708 0,'0'0'220'0,"0"0"-220"0,0 0 0 15,0 0 0-15,-23 77-1 16,28-58 1-16,-4 3 0 16,-1-4 0-16,0-1 0 15,0-2 0-15,-7-1 0 16,1-3 0-16,0-3 0 16,0 3 0-16,5-1-1 15,-2 0-42-15,-2 0-89 16,-1-1-217-16</inkml:trace>
  <inkml:trace contextRef="#ctx0" brushRef="#br4" timeOffset="-113700.06">7513 16614 691 0,'0'0'0'0,"0"0"-22"16,0 0 12-16,0 0-263 0</inkml:trace>
  <inkml:trace contextRef="#ctx0" brushRef="#br4" timeOffset="-112478.53">1732 16540 406 0,'0'0'117'0,"0"0"-89"0,0 0 98 0,0 0-4 16,0 0-64-16,0 0-14 16,0-5 15-16,0 5-4 15,0 0 0-15,0 0 0 16,0 0-22-16,0-1-6 16,0 1-4-16,0 0 1 15,0 0-7-15,0 0-5 16,0 0-6-16,0 0-5 15,0 0 0-15,0-3-1 16,3 3 0-16,4-2 0 0,2-3 1 16,0 1 1-1,3 1 2-15,-3-2-3 0,3 3-2 16,0-3 1 0,0 2-1-16,-3 1 1 0,7 0-4 15,-1 2 4 1,3 0-1-16,4 0-4 0,1 0-64 15,10-6-85-15,2-3-83 16,1-3-191-16</inkml:trace>
  <inkml:trace contextRef="#ctx0" brushRef="#br4" timeOffset="-112292.97">2234 16419 633 0,'0'0'6'0,"0"0"-6"15,0 0 0-15,0 0-4 16,0 0 3-16,0 0 1 16,47 2 1-16,-25-2-1 15,-1-7-43-15,8-6-194 16</inkml:trace>
  <inkml:trace contextRef="#ctx0" brushRef="#br4" timeOffset="-112102.97">2660 16244 542 0,'0'0'12'0,"0"0"-9"16,0 0 34-16,0 0-21 16,0 0-12-16,0 0-2 15,83-64 4-15,-65 49-6 16,2 5-3-16,2-2-3 15,3-2-59-15,-1 0-289 16</inkml:trace>
  <inkml:trace contextRef="#ctx0" brushRef="#br4" timeOffset="-111889.27">3219 15929 792 0,'0'0'27'0,"0"0"-22"16,0 0 5-16,0 0 1 16,0 0-11-16,0 0-3 15,39-37 3-15,-24 31-5 16,4 0-2-16,-2 0-22 16,1-1-67-16,-1-2-54 15,0-2-143-15</inkml:trace>
  <inkml:trace contextRef="#ctx0" brushRef="#br4" timeOffset="-111678.08">3731 15599 761 0,'0'0'11'15,"0"0"-11"-15,0 0 0 16,0 0-3-16,0 0 2 15,0 0 1-15,94-56 0 16,-73 47-2-16,-3-2 1 16,0 0-4-16,-1 1-54 15,0-5-152-15,2-1-192 16</inkml:trace>
  <inkml:trace contextRef="#ctx0" brushRef="#br4" timeOffset="-111528.29">4241 15246 602 0,'0'0'31'15,"0"0"-25"-15,0 0 29 0,0 0-35 16,0 0 0-16,0 0-3 16,36-34-11-16,-36 34-292 15</inkml:trace>
  <inkml:trace contextRef="#ctx0" brushRef="#br4" timeOffset="-106246.58">1833 16471 180 0,'0'0'367'0,"0"0"-366"0,0 0-1 0,0 0 34 15,0 0 9-15,0 0 20 16,-19 8 29-16,19-8-24 15,0 0-7-15,0 0 4 16,0 0-22-16,-2 0-3 16,2 0-13-1,0 0-4-15,0 0-7 0,0 0-8 16,0 0-4-16,0 0-1 16,0 0 1-16,5 0-4 15,7 0 7-15,6 0 13 16,1 0 5-16,-1 0 3 15,6 0-9-15,1-3-7 16,0-5 3-16,1 1 5 16,1-3-9-16,4 1-6 15,2-2 9-15,0 1-1 0,5-2-4 16,-3 2 3-16,-1 1-7 16,-1 0-2-16,-2 2 0 15,-1 0-1-15,-3 2-1 16,0 2 0-16,-2 0-2 15,-1 1 2-15,3-2-1 16,-3 2 0-16,-2-1 0 16,5-2 3-16,-1 1-2 15,-1-3 0-15,5 1 2 16,-2-4 1-16,0 1-3 16,2-4 4-16,-6 3-3 15,4-1-1-15,-5 1-1 0,4 1 1 16,-2 0 0-16,2-2-1 15,-5 2 0-15,2-2 0 16,5-1 2 0,2-3 1-16,9-4-1 15,-1 4 0-15,0-4-1 0,2 1-1 16,-5 1 0-16,0 2 0 16,-2-1-1-16,-7 3 1 15,-3 4 0-15,-1-1 1 16,-3 1-1-16,4 0 0 15,0-1 2-15,0-2 0 16,3 0-2-16,0-1 0 0,1 0 2 16,0-1-2-16,1-1 1 15,-1-1 0-15,-3 2-1 16,-2-1 2-16,-2 2-1 16,-1 0-1-16,-1-1 4 15,0 0-3-15,0-1 0 16,1 1 1-16,2-7-2 15,0 3 2-15,1-4 0 16,7 1-1-16,-2-1 4 16,2 0 2-16,0-1-1 15,-2 4-6-15,0-2 4 16,-2 3-3-16,-1 0 1 16,-5-1-1-16,5-2 1 15,2 0 1-15,1-4-1 16,2-1 3-16,7-5-2 0,2-1 3 15,4 3-6 1,-1-2 2-16,-3 5 2 0,-1-3-2 16,-3 3 1-16,-4 2-3 15,-4 0 1-15,3-2 6 16,-2-2-1-16,2 0-4 16,1-3-2-16,2 0 1 15,-7 0 1-15,4-1 2 16,-5 1-4-16,2-2 4 15,-2 2-2-15,2 0-1 16,1-1 1-16,-1 0-2 16,-1 0 3-16,-1-5-2 0,-3 3-1 15,2 0 2-15,-3 0-2 16,-2 4 0-16,-1 0 2 16,-3 1 0-16,0 1-1 15,-3 0 0-15,4 3-1 16,-2 0 0-16,-2-1 1 15,4 2-1-15,-5-1 1 16,2 1 0-16,-1-1-1 16,3-1 0-16,0 1-1 15,-3-1 0-15,1 2 2 16,-1-1 0-16,0 1-1 16,3-1 1-16,-2 1-1 15,1-2 0-15,1-1 2 0,0-2-2 16,0-1 0-1,1 0 3-15,2-4 0 0,-3 3-2 16,1-2 1 0,-1-2-1-16,4 2 0 0,1 1 0 15,4-2-1-15,0 4 0 16,1 0 3-16,-1 2-3 16,-2-3 0-16,-1-1 1 15,3 5-1-15,-6-3 4 16,1 0-4-16,-2 1 5 0,-1-3-1 15,3 3-4 1,-5 1 0-16,7 1 4 16,-5 0-4-16,-1 2 2 0,2-2-1 15,-1 0 13-15,-1 0-13 16,0 1 0-16,0 3 1 16,4-2 3-16,-2 0-3 15,-1 0 0-15,6-3 1 16,-4 4-1-16,6-1 1 15,0-3 2-15,-3 3-2 16,0-1 0-16,0-5 12 16,-2 0-5-16,5-2-9 15,0-3 2-15,-2 3 1 16,-2-1 1-16,2 1-3 16,-4 0 1-16,0 3 4 0,1-1 1 15,3-1-4-15,1 0-4 16,-2 0 4-16,-2 1-1 15,4 0-1-15,-4-2-1 16,2 2 3-16,-5 2-3 16,-1 0 0-16,0 1 0 15,3 5-1 1,-6 1 0-16,3-2 2 0,0 1-2 16,1 1 1-16,1-1 2 15,-1 1-3-15,-1 0-2 16,4-3 2-16,-2 2 3 15,4 0-3-15,-2-4 2 16,-4 8-2-16,4-2 1 0,-5 0 0 16,4 0 1-16,-2-1-1 15,2-3-1-15,4 2-1 16,1-2 0-16,-1 1 1 16,2 0 0-16,4-1 3 15,-1-1-4-15,3-2 2 16,-6 0-1-16,3-2 0 15,-2 1-1-15,-1 1 1 16,0 3 0-16,-3 1 0 16,-2 2 3-16,0-1-3 15,1 1 2-15,1-1-2 16,1 2 0-16,5-2 0 16,2-1 0-16,-4 2-2 0,0 4 2 15,-3 0 1-15,0 0-1 16,0-2 0-16,-1-1 0 15,-2 5 0-15,-1-2 0 16,-2 3 2-16,-1 1-2 16,0-2 1-16,3 0-1 15,3-3 0 1,-3 3-2-16,3-3 2 0,-2 2 0 16,-2 0 0-16,0 0 0 15,2 0 0-15,1 1 1 16,3 1-2-16,0-1 1 15,0 1 0-15,1 1 1 16,0-2-1-16,-2 1-1 16,-1-1 1-16,0 2 1 15,-2 2-1-15,2-2-2 16,0-3 2-16,3 5-1 16,-6-1 0-16,3 2 1 0,-8 3 1 15,-1-2 0-15,-3 3 0 16,2-1-2-16,-3 0 2 15,0 2-3-15,-4 0 2 16,-1 4 0-16,0-1 2 16,-1 3-2-16,1-4 1 15,1 0-1-15,5-2 0 16,0-3-2-16,0 4 2 16,3-2 0-16,-3 0 0 15,2-1 0-15,-1 1 0 0,-4 4 0 16,3-1 0-16,-6-2-1 15,7 1 2-15,-2 1-2 16,2 0 0-16,2 0 0 16,-3 0 0-1,3 1 0-15,0-2-3 0,-2 3 4 16,-2-1-2-16,7 1 1 16,-2-2 1-16,3 3 0 15,0-1 0-15,0 0-1 16,-4 2 0-16,-2 0 1 15,-1 0-3-15,-3 0 3 16,0 0 0-16,2 0 0 0,-1 0-2 16,-1 0 3-16,0 0-1 15,-1 0 0 1,-2 0 1-16,1-2-3 0,-1 0 2 16,-2 2 0-16,1 0-4 15,1 0-2-15,0 0 2 16,0 0 2-16,1 0-2 15,2 4 4-15,-1 1 0 16,2-1 1-16,-2-1 0 16,-1 1-1-16,2 1 1 15,-1 0-3-15,2 1 2 16,-1 1-1-16,0 0 1 0,2 2 0 16,2 1 2-16,-1 1 0 15,0-3-2-15,-3 0 0 16,4 4-3-16,-4-2 3 15,0 2 1-15,2-4-1 16,-4 5 2 0,3-2-1-16,-2 3-1 0,1 0 0 15,2 1 1-15,2 2 1 16,-4 1-2-16,1 3 0 16,2-2 4-16,0 2-4 15,0-5 0-15,-3 5 2 16,-1-4-1-16,5 4-1 15,-4 0 1-15,0-1 1 16,3 1 1-16,-3-1-3 16,1 3 3-16,-1-2-3 0,0 0 0 15,-1 5 0-15,1-3 0 16,1-1 4-16,-4 2-2 16,0 1-2-16,-1 1 0 15,-1 4 1-15,1 1 1 16,1 1 1-16,0-3-2 15,1 0-1-15,1-4 1 16,0 3 0-16,3-2 3 16,0-1-1-16,-1-1-3 15,5-2 1-15,-3 4 1 16,0 1 0-16,3-1 0 16,0 1 1-16,-3 3 1 0,-1-1 5 15,0 1-7-15,-2-2 0 16,3 0 3-16,0 2-2 15,-3-3 2-15,3 1-1 16,-3-1 0-16,3-2-1 16,-2 0-1-16,1-3-1 15,-1-3 0-15,2 3 3 16,-6-3-1-16,3 3-3 16,0 0 1-16,0-1 8 15,1 0-8-15,-2-1 3 16,1 0-4-16,-2 1 1 15,1 4 3-15,1-2-2 16,4 1 3-16,-2-1 4 16,-2-2-7-16,0 3-1 0,-1 0 1 15,0 2 1-15,-2-1 0 16,3 1-1-16,-3-1-2 16,2 6 3-16,-2-1-1 15,4-1 0-15,0-1-2 16,1 0 4-16,-2 3 0 15,1-2-3-15,2 3 8 16,0-3-6-16,-1-3-2 16,0 1 2-16,0 3-2 15,0-2 3-15,-1 3-2 16,2-2-1-16,-2 1 0 16,-1 2 0-16,2-2 6 0,-1 0 0 15,-1-3-5-15,-3-2-2 16,3-1 2-16,0 2 0 15,-1 1 0-15,2 1-1 16,-3-2 0-16,1 1 2 16,-2 1 1-16,6-2-1 15,-3-1 0-15,1 3-3 16,-4-2 0-16,5 3 5 16,-4 0-3-16,5-3 1 15,-3 1-3-15,3-2 8 16,-1 0-7-16,-1 0-1 0,-3 2 2 15,1 0 0 1,1 3 0-16,2 0 0 0,-2 0 0 16,2-1-2-1,0 2 2-15,1-1 0 0,4 0 2 16,-2-1 1-16,-2-2-5 16,5 3 5-16,-3-2-5 15,1 3 1-15,-2-1 6 16,-2-1-7-16,1 3 0 15,3-4 6-15,-3-2-6 16,0-1 4-16,-1-3 1 16,0 4-5-16,1 0 1 15,-3 3 2-15,6-2-1 16,-6-2-1-16,3 0-1 16,-3 0 2-16,6 0 0 15,-3-2 1-15,2 2-3 0,-5 2 2 16,5-4-2-16,-2 1 2 15,1 1 3 1,-1 0-4-16,-1 0-1 0,2 1 3 16,-1-4 3-1,-1-2-4-15,-1-3 2 0,2 1-1 16,-3-3-2-16,0 2 0 16,0-1 1-16,2 1 0 15,0 1-1-15,-3 1-1 16,4 2 1-16,-3-1 4 15,4 0-5-15,-1 0 4 16,0 1-3-16,0 2 1 0,0 1 0 16,3-4 0-16,-3 3-2 15,3-1 3-15,0 4-3 16,1-2 0-16,4 1 0 16,-1-3 0-16,-1 3 0 15,1-3 0-15,-2 1 0 16,-1-2 0-16,1 1 0 15,-1-2 0-15,-4-1 0 16,5-4 0-16,-4-1 0 16,2 1 0-16,-3-1 0 15,4-3 0-15,-2 3 0 16,-2-3 0-16,2 3 0 16,0 1 0-16,2-1 0 15,1 4 0-15,-2-1 0 0,1 0 0 16,1-1 0-1,0 4 0-15,0 0 0 0,1-1 0 16,-3-1 0-16,-3-4 0 16,0 0 0-16,-2-4 0 15,1 1 0-15,-2 1 0 16,2 0 0-16,0 0 0 16,-5 1 0-16,9 3 0 15,-2 0 0-15,-2 4 0 16,4-4 0-16,0-2 0 15,0 1 0-15,2 2 0 16,0 1 0-16,5 3 0 0,-2 0 0 16,4 0 0-16,-5 2 0 15,8 1 0-15,-2 2 0 16,2 1 0-16,-3-2 0 16,5-2 0-16,0 2 0 15,4-1 0-15,3-1 0 16,-2 1 0-16,1-4 0 15,-2-1 0-15,-1 2 0 16,3-5 0-16,-7 2 0 16,5-1 0-16,-3-3 0 15,-5 0 0-15,5 3 0 16,-3-2 0-16,0-3 0 16,-8-1 0-16,2-3 0 0,-3-2 0 15,0 3 0 1,0-2 0-16,1 0 0 0,2 0 0 15,2 1 0-15,2-1 0 16,3 0 0-16,2 0 0 16,-3-1 0-16,1 2 0 15,-2-2 0-15,-4 0 0 16,-7-2 0-16,-1-1 0 16,-8 1 0-16,1 0 0 15,-4 6 0 1,-9 4-128-16,-27 4-108 0,-17-8-313 15</inkml:trace>
  <inkml:trace contextRef="#ctx0" brushRef="#br4" timeOffset="-105526.77">7453 17002 341 0,'0'0'838'0,"0"0"-829"0,0 0 55 0,0 0 50 0,0 0-90 15,0 0 5-15,0 0 44 16,2 103-25-16,-2-60 3 16,0-3-4-16,0 6-4 15,0-3-12-15,0-8-1 16,-3 2-2-16,0-2-10 16,1-3-3-16,2-5-14 15,0-1 2-15,0-5-1 16,0-5-2-16,0-6 0 0,0-4-1 15,0-4 0 1,2 0-2-16,-1-2-20 0,-1 0-47 16,2 0-12-16,-2-6-9 15,0-9-71-15,0-7 15 16,0-3-18-16,0-4-48 16,-8-4-79-16,0-2-192 15</inkml:trace>
  <inkml:trace contextRef="#ctx0" brushRef="#br4" timeOffset="-104993.77">7416 17152 578 0,'0'0'103'0,"0"0"-58"0,-6-88 81 15,6 67-60-15,0 5-1 16,0 4 29-16,0 5-25 16,0 1-1-16,0 3 10 15,0 2-5-15,0 1-17 16,0 0-1-16,0 0-25 15,-2 0-9-15,0 3-9 16,-1 13 5-16,3 6 17 16,0 5 1-16,0-1-9 15,0 0-5-15,7-1-5 16,2-1-4-16,-3-5-10 0,6-3 7 16,-2-6-7-1,-1-1 0-15,2-6 0 0,4-3-1 16,-2 0 2-1,2 0 1-15,2-12-4 0,-3-1 2 16,-2-6-1-16,0-6-1 16,-3-4-2-16,-1 1 0 15,-2 2-3-15,-1 8-2 16,-3 4 4-16,-1 5 3 16,-1 5 0-16,0 1 0 15,0 3 3-15,0 0-3 16,0 0 2-16,0 0 2 0,0 0-3 15,0 13 2 1,0 4 8-16,0 5 19 0,0 0-9 16,5 3-2-1,4-6 7-15,7-1-16 0,2-1-5 16,8-2 1-16,10-2-5 16,8-6-1-16,9 2 0 15,0-1-24-15,2-6-206 16,0-2-304-16</inkml:trace>
  <inkml:trace contextRef="#ctx0" brushRef="#br4" timeOffset="-103605.1">8574 17589 621 0,'0'0'0'0,"0"0"-17"0,0 0 12 0,0 0 4 0,0 0-95 15,0 0 39-15,61-47-17 16,-40 36-52-16</inkml:trace>
  <inkml:trace contextRef="#ctx0" brushRef="#br4" timeOffset="-67570.47">12702 938 529 0,'0'0'88'0,"0"0"-87"0,0 0 59 0,0 0 23 15,0 0-37-15,0 0-9 0,0 0 32 16,-6-38 10-16,6 34-9 15,0 4 10-15,0 0 6 16,0 0-10-16,0 0-7 16,0 0 0-16,0 0-11 15,0 0-12-15,0 0-6 16,0 0-3-16,0 0-9 16,0 0-4-16,0 0-8 15,0 0-1-15,0 0-2 16,0-2 3-16,0 2 0 15,0 0 6-15,0 0-6 16,0 0 1-16,0 0-6 0,0 0-2 16,0 0-3-1,0 0 4-15,0 0-6 0,2 12 1 16,9 3-2-16,0 5 13 16,7 4-11-16,-2 1 2 15,5 6-6-15,-1 3 6 16,0 0-2-16,0 3 6 15,-2-3-3-15,-2-5-4 16,1-4 1-16,-1-3-1 16,-1-6-1-16,0-4-1 15,-2-6 0-15,2-6 0 16,2 0-2-16,3 0 2 16,9-24 1-16,5-8 1 0,5-12-4 15,10-10 1 1,2-4-3-16,0-1 2 0,4 4-4 15,3 5 3-15,0 4 0 16,-1 6 1-16,-6 5 0 16,-2 3-1-16,-4 2 0 15,1 2 1-15,-3 3 1 16,-5 5 0-16,-9 3-1 16,-11 9 6-16,-10 6-6 15,-5 2 0-15,-3 0-4 16,0 0-2-16,0 0-32 15,0 0-37-15,-8 2-50 0,-9 11-58 16,-5 3-63 0,-6 5-8-16,-7 2-58 0,-9 2-206 15</inkml:trace>
  <inkml:trace contextRef="#ctx0" brushRef="#br4" timeOffset="-66961.94">13000 989 309 0,'0'0'134'0,"-92"11"-123"0,64-11 26 0,5 0 55 16,10 0-53-16,1-5-23 15,3-4 52-15,3-1-8 16,0 3 13-16,3-1 17 16,1 4 5-16,1-1 15 15,-2 5-17-15,3-1-1 0,0 1-2 16,0 0-10-16,0 0-26 15,0 0-7-15,0 0-11 16,0 19-9-16,0 13 1 16,0 11 23-16,6 4 1 15,3-1-19-15,0-2 1 16,4-5-16-16,-2-3 1 16,3-5-6-16,0-4-3 15,2-4-2-15,-1-5 1 16,3-7-2-16,2-4-1 15,2-7-1-15,12 0-1 16,14-14 5-16,12-20-6 16,10-9 1-16,9-11-2 0,5-8-4 15,1 0 0-15,-2 3 2 16,-8 9-1-16,-11 6 2 16,-12 9-1-16,-10 7 0 15,-11 3 2-15,-5 3-2 16,-4 4 1-16,-7 4-1 15,3 0 1-15,-8 6-1 16,-1 0 1-16,-6 2-1 16,0 3 0-16,-3 3 1 15,0 0 1-15,0 0-2 16,0 0 0-16,0 0 0 16,0 0 0-16,1 0-2 15,-1-1 1-15,2 1 0 0,-2-1 1 16,3-1-9-16,0-1-31 15,2-3-32-15,1 3-52 16,-1-4-64-16,-2-3-120 16,-3-1-182-16</inkml:trace>
  <inkml:trace contextRef="#ctx0" brushRef="#br4" timeOffset="-30120.52">19374 10639 818 0,'0'0'31'0,"0"0"-14"0,0 0 34 0,0 0-42 16,0 0-5-16,0 0 14 16,0 0 1-16,-30 75-14 15,30-65 7-15,11-4 7 16,8-4-7-16,6-2 4 15,4 0 29-15,-3-6-25 16,-6-2-7-16,-8-2 12 16,-8 2 20-16,-4-2 21 0,0 2-30 15,-14 1-25-15,-8 6 4 16,5 1-15-16,-3 0-4 16,5 13 1-16,8 1-8 15,7 5-51-15,0-1-112 16,6-3-74-16,13-3-340 15</inkml:trace>
  <inkml:trace contextRef="#ctx0" brushRef="#br4" timeOffset="-29820.47">20063 10671 869 0,'0'0'25'15,"0"0"1"-15,0 0 77 16,0 0-59-16,0 0-38 16,0 0-5-16,27 3 13 15,-12 4 14-15,0-4-16 16,4 0-5-16,-2-3-5 16,-1 0 4-16,-4 0 1 15,3-11 9-15,-6-3 26 16,-3-1-10-16,-6-1-18 15,0 4-5-15,0 11-9 16,-18 1-1-16,-9 8-26 16,-7 17-138-16,-1 5-214 15</inkml:trace>
  <inkml:trace contextRef="#ctx0" brushRef="#br4" timeOffset="-29544.29">19781 11053 917 0,'0'0'3'16,"0"0"11"-16,0 0 91 16,0 0-71-16,0 0-20 0,0 0-6 15,-45 79-3-15,45-71-1 16,0-2-4-16,8-3 2 15,7-3-2-15,-2 0 3 16,1-5 6-16,-1-7-7 16,-2-1 1-16,-7 1-3 15,-2 2-7-15,-2 4-116 16,0 4-144-16</inkml:trace>
  <inkml:trace contextRef="#ctx0" brushRef="#br4" timeOffset="-29217.29">21191 10512 953 0,'0'0'4'15,"0"0"94"-15,0 0-6 16,0 0-86-16,0 0-4 0,-7 100 40 16,7-45 29-16,0 4-32 15,0 2-24-15,0 5-7 16,0-10-8-16,0-3 1 15,0-10-2-15,0-11-38 16,0-11-198-16,-5-9-318 16</inkml:trace>
  <inkml:trace contextRef="#ctx0" brushRef="#br4" timeOffset="-28557.99">20906 10899 899 0,'0'0'14'15,"0"0"65"-15,0 0-7 16,0 0-71-16,0 0-1 16,127-32-1-16,-67 18 1 0,2-3 0 15,-1-5 0-15,-4-2-1 16,-7-2-2-16,-9-2 1 16,-14-5-44-16,-9-1-8 15,-9 2 44-15,-6 7 10 16,-3 7 3-16,0 11 40 15,0 7 39-15,-12 7-57 16,3 18-24-16,-4 13 8 16,1 6 35-16,4 2-18 15,2 0 23-15,4 0-20 16,2-7-20-16,0-8-1 16,0-3-6-16,7-9-1 15,2-7-1-15,3-8 0 16,5-4 3-16,4 0 2 0,3-14 3 15,3-8-6-15,-3-5 0 16,-3 5-1-16,-6 7 1 16,-9 8-1-16,-4 4 7 15,0 3 13-15,-2 10-21 16,2 11-1-16,1 8-2 16,6 0 6-16,1-1-1 15,5-4 0-15,3-3 0 16,4-11-2-16,4-1 0 15,0-9 5-15,4 0 1 16,-1-9-2-16,-8-8 2 0,0-7-3 16,-7-7 3-16,-5-9-2 15,-6 5-3-15,-3 1 2 16,0 9-2-16,0 13 5 16,-3 8 26-16,-4 4 34 15,-5 22-66-15,4 8-7 16,-2 7 2-16,10-2 4 15,0-3-2-15,0-3-3 16,18-7 2-16,7-4-27 16,16-8-134-16,14-4-89 15,21-6 109-15,15 0-289 16</inkml:trace>
  <inkml:trace contextRef="#ctx0" brushRef="#br4" timeOffset="-28106.15">22943 10787 899 0,'0'0'72'0,"0"0"-6"0,0 0 107 16,0 0-138-16,0 0-7 16,23-77-9-16,-10 67 12 15,-7 4 6-15,-5 4 8 16,-1 2 29-16,0 0-27 15,-12 0-4-15,-16 1-34 16,-7 12-8-16,-1 5 0 16,5 1 1-16,4 3-2 0,5 0 1 15,11 7-1-15,7-2-3 16,4 1 1-16,0 0-4 16,18 1 6-16,12 1 0 15,4-3-1-15,5-5 1 16,-3 3-3-16,-4-7-8 15,-5-4-1-15,-10-4 2 16,-10-4 4-16,-7-4 3 16,-3 0-4-16,-32-2 6 15,-25 0 2-15,-16 0 4 16,-9 0-2-16,-6 0 4 16,3-3 3-16,13-2-9 0,21 3-1 15,28 2 0 1,16 0 0-16,10 0-27 0,30-1-212 15,17-2-4-15,17-3-78 16</inkml:trace>
  <inkml:trace contextRef="#ctx0" brushRef="#br4" timeOffset="-27509.85">23414 10944 322 0,'0'0'232'0,"0"0"-100"0,63-80 36 15,-53 55-96-15,-8 2 20 16,-2 3-18-16,-2 7 7 0,-20 6-18 16,-13 7-24-16,-8 0 22 15,-5 5-32 1,-1 13 9-16,3 5-15 0,10-1-11 16,5 3-8-16,10 1-4 15,8-1-2 1,11-1-7-16,2-3 7 0,7-4-4 15,18-4 5 1,3-7-1-16,9-4-2 0,-1-2 1 16,0-2-30-16,-2-14-16 15,-4-7 7-15,-3-7 20 16,-11 3 14-16,-7 0 7 16,-5 7 1-16,-4 6 6 15,0 7 7-15,0 4 27 0,0 3 1 16,-4 8-41-16,-3 14-9 15,-2 5 8-15,6 4 0 16,3-4-1-16,0-4-2 16,16-4 0-16,4-5 3 15,3-4 1-15,12-10 0 16,5 0-2-16,6 0-17 16,2-10-64-16,0-8-27 15,-8-5-13-15,-6-2 7 16,-10-5 34-16,-11 3 12 15,-8 2 70-15,-5 4 8 16,0 9 52-16,-2 4 17 0,-6 8-15 16,-3 0-26-16,2 12-32 15,-3 7 0-15,3 2-3 16,3-2-1-16,-1 3 0 16,-5-3-1-16,5-3-46 15,-6-3-217-15</inkml:trace>
  <inkml:trace contextRef="#ctx0" brushRef="#br4" timeOffset="-27092.99">23722 10576 970 0,'0'0'22'0,"0"0"196"0,0 0-77 0,0 0-86 16,0 0-12-16,0 0 33 15,-110 75 40-15,39-25-41 16,-10 6-18-16,-10 11-16 16,-10 2-19-16,-17 6-2 15,-15 0 4-15,-6-4-22 0,13-9 2 16,28-13-2-16,37-17-4 16,33-14 2-16,16-7-4 15,12-7 1-15,0-4-14 16,11 0-52-16,13-18 0 15,10-7-92-15,2-7-99 16,-2-7-69-16,-1-8-271 16</inkml:trace>
  <inkml:trace contextRef="#ctx0" brushRef="#br4" timeOffset="-26759.27">22831 10525 907 0,'0'0'18'0,"0"0"254"16,0 0-134-16,0 0-97 16,0 0-39-16,0 0 74 15,-6 112 39-15,27-56-48 16,8 4 19-16,7 11-24 16,9-2-23-16,15 6 1 15,8-4-14-15,4 1-7 16,3-7-3-16,-7-2-9 15,-12-16-1-15,-6-8-6 0,-15-13 0 16,-13-12 0 0,-10-8 0-16,-9-5 0 0,0-1 1 15,-3 0 1-15,0-3 5 16,-3-11-7-16,-15-6-24 16,-8-6-35-16,-2-1-71 15,-8-6-55-15,-3-10-118 16,-7-12-108-16</inkml:trace>
  <inkml:trace contextRef="#ctx0" brushRef="#br4" timeOffset="-26337.27">22538 10156 862 0,'0'0'37'0,"0"0"-11"16,0 0 130-16,0 0-7 15,0 0-113-15,0 0 8 16,0 0 48-16,-62 0-30 16,62 1-38-16,6 1-7 15,25 1 28-15,21-3 50 16,24 0-45-16,18 0-12 15,12-5-18-15,5 1-6 16,11 1-5-16,6 2-6 0,5 1-1 16,-6 0-2-16,-20 0-2 15,-26 0 2 1,-35 0-2-16,-22 0 2 16,-16 0 0-16,-8 0 0 0,0 0 4 15,0-3-3-15,0 3-1 16,0 0-1-16,0 0-9 15,0 0-73-15,0 0-156 16,7 5-125-16,11-5-452 16</inkml:trace>
  <inkml:trace contextRef="#ctx0" brushRef="#br4" timeOffset="-21183.59">25248 10509 400 0,'0'0'118'0,"0"0"-94"0,0 0 84 0,0 0-60 16,0 0 11-16,0 0 9 0,37-19-15 15,-37 19 12-15,0 0 10 16,0 0-2-16,0 0-29 16,-3 2-10-16,-19 15 8 15,-14 7 43-15,-8 6 6 16,-9 0-20-16,-5 1-26 16,-2 0-9-16,0 4-7 15,-2 1-11-15,2-1 0 16,6-3-6-16,13-5-4 15,9-5-5-15,11-8-2 16,12-8 2-16,5-3-3 16,4-1 0-16,0-2 3 15,0 0 1-15,0 1 2 16,0-1 2-16,0 0-5 16,0 0 2-16,0 0-5 0,0 0-1 15,0 1 1-15,0 2-5 16,12 7 1-16,10 1 3 15,3 10 2-15,8 2 0 16,0 5-1-16,3 6 1 16,4 1 4-16,8 9-2 15,6 1 4-15,8 1 1 16,9 0-3-16,7-8 4 16,2-5-5-16,2-10 0 15,-17-6 1-15,-11-6-3 16,-21-7-2-16,-18-1 0 15,-8-2 0-15,-5 0 0 0,-2 0 0 16,0 1-5-16,0 0-2 16,-6 2-72-16,-5 0-115 15,-4 1-61-15,1-4-69 16</inkml:trace>
  <inkml:trace contextRef="#ctx0" brushRef="#br4" timeOffset="-20384.41">25994 10588 424 0,'0'0'161'0,"0"0"-140"0,0 0 130 15,0 0-55-15,0 0-43 16,0 0-1-16,53-75 28 16,-47 68 16-16,-4 2-11 15,1 0-19-15,-3 3 3 16,0 2-15-16,0 0 4 15,0 0-36-15,-6 0-7 16,-24 9-9-16,-10 9 3 16,-11 6 24-16,0 2 22 15,0-1-20-15,-2 3-18 16,-5 3 0-16,1 4 0 16,5-1-11-16,7-5 2 0,11-1-3 15,10-9-4-15,12-7 0 16,4-5-1-16,8-4-1 15,0-1 0-15,0 0 1 16,0 9 0-16,9 3 0 16,12 9 1-16,5 2 1 15,4 4 1-15,8 8-3 16,1 3 2-16,4 2 0 16,2 4-2-16,1-2 0 15,3 3 2-15,1-3-1 0,5-6-1 16,2-7 0-1,-4-4 0-15,-5-7 0 0,-6-7 0 16,-12-4 1-16,-14-4-1 16,-4-3 0-16,-8-2 0 15,-2 0 0-15,-1 0-1 16,1 0-6-16,-2 0-102 16,0-1-100-16,0-7-107 15,-5-5-441-15</inkml:trace>
  <inkml:trace contextRef="#ctx0" brushRef="#br4" timeOffset="-19543.09">27120 10678 874 0,'0'0'23'0,"0"0"151"0,0 0 10 0,0 0-71 16,0 0-8-16,0 0-22 15,-7-43-22-15,7 43-24 16,0 2-22-16,-2 20-9 15,1 11 15-15,-4 9 46 0,2 5-42 16,0 9 8-16,-1 6 1 16,-1 7-9-16,0 0-9 15,-2 3 8-15,3 3-6 16,-1-6-3-16,5-4-6 16,0-5-5-1,0-12 3-15,0-5-4 0,3-11-2 16,0-12 3-1,0-8-4-15,-3-8 0 0,0-4 0 16,2 0-4-16,-1 0 4 16,3 0-13-16,4-19-56 15,3-12-42-15,1-11-42 16,-2-7-99-16,-1-12-75 0,-4-10-76 16</inkml:trace>
  <inkml:trace contextRef="#ctx0" brushRef="#br4" timeOffset="-19044.45">27134 10692 354 0,'0'0'395'0,"0"0"-385"15,0 0 169-15,0 0-23 16,0 0-42-16,0 0-69 16,-18-41-29-16,12 65-15 15,0 9 61-15,-2 6 15 16,5 7-13-16,3-2-12 15,0-3-5-15,0 1 5 0,5-5-30 16,7-1 4-16,5-5-9 16,2-5-3-16,3-3-1 15,2-11-6-15,5-2-5 16,3-7 2-16,4-3 0 16,1 0-2-16,-1-13 0 15,-6-8 0-15,-5-9 0 16,-7-7 2-16,-8-11-2 15,-5-8-2-15,-4-3 1 16,-1 1-1-16,0 12 0 16,0 10 0-16,-3 13 1 15,-1 11 0-15,1 8 0 16,1 4-1-16,1 0 0 16,-2 10-8-16,-3 13-1 15,0 13 9-15,5 4 0 0,1-1 2 16,0 4-2-16,0-2 5 15,8 0-2-15,3-4-2 16,-1-1-1-16,1-6 0 16,-2-7 0-16,0-1-1 15,1-3-51-15,2-5-173 16,4-5-124-16,-1-6-185 16</inkml:trace>
  <inkml:trace contextRef="#ctx0" brushRef="#br4" timeOffset="-18529.13">27881 11015 842 0,'0'0'75'0,"0"0"30"0,0 0 96 0,0 0-88 0,0 0-43 16,0 0 15-16,0-8-14 15,0 8-4-15,0 0-23 0,-4 0-7 16,-6 0-5 0,-4 8-15-16,-3 5 6 15,-1 1-1-15,5 1-8 0,0 2-2 16,4 3 4-1,3-2-5-15,2 2-4 0,3-3-6 16,1 3 4 0,0-5-1-16,8 2-4 0,9-4 4 15,4-5-3-15,6 1 5 16,5-5-2-16,-3-2-3 16,1-2 3-16,-1 0-1 0,-4-9-2 15,2-5 6 1,-5-4 6-16,-4-6 10 15,-4 1-3-15,-7-5-5 0,-7 1-6 16,0 3-6-16,-7 7-2 16,-21 3-2-16,-12 6 0 15,-9 5-4-15,-6 3-3 16,-5 14-68-16,-4 12-149 16,-5 9-352-16</inkml:trace>
  <inkml:trace contextRef="#ctx0" brushRef="#br4" timeOffset="-15669.65">19875 12556 596 0,'0'0'50'0,"0"0"4"0,0 0 86 0,0 0-80 0,0 0 11 16,0 0 3-16,0 0 3 16,-18-4-17-16,18 4 1 15,0 0-18-15,0 0-12 16,0 0 2-16,0 0-15 0,6 0-10 16,20 0 28-16,6 0 6 15,9-4-20-15,6 2-1 16,4-4-9-16,-2 2-11 15,-2 0 3-15,-7 0-3 16,-9 4-2-16,-10 0-4 16,-4 0-14-16,-7 0-83 15,-4 0-61-15,-6 9-35 16,0 0-28-16,-3-1-254 16</inkml:trace>
  <inkml:trace contextRef="#ctx0" brushRef="#br4" timeOffset="-15435.52">19966 12735 817 0,'0'0'48'0,"0"0"-25"16,0 0 131-16,0 0-103 15,0 0-18-15,0 0 16 16,20-2 18-16,6-2-1 15,6-3-37-15,2-3-17 16,3 5-10-16,4 1-2 16,0-2-2-16,-3 6-16 15,-1-4-98-15,-1 1-145 0,-8-5-154 16</inkml:trace>
  <inkml:trace contextRef="#ctx0" brushRef="#br4" timeOffset="-14968.67">20190 12285 823 0,'0'0'34'0,"0"0"60"0,0 0 47 16,0 0-45-1,0 0-9-15,0 0-42 0,-40-17-5 16,40 17-13-16,0 0-15 16,0 0-7-16,0 10 0 15,11 2 33-15,15 6 21 16,8-1-35-16,7 2 9 16,9 3 7-16,4 3-23 15,1 3 1-15,6 3-14 16,-1 2 1-16,-8-1-5 15,-5 0 1-15,-11-1-1 16,-14-1 0-16,-8-2 1 16,-11 0 0-16,-3 1 7 15,-14 3 36-15,-24 5 3 16,-11 4-18-16,-13 1-1 0,-9 3-11 16,0 2-16-16,1-1-1 15,6-3-4-15,11-8 2 16,13-11 1-16,17-9-15 15,15-5-63-15,8-10-100 16,1 0-178-16,23-14-175 16</inkml:trace>
  <inkml:trace contextRef="#ctx0" brushRef="#br4" timeOffset="-13765.85">22240 12431 94 0,'0'0'425'0,"0"0"-397"0,0 0 107 0,0 0-37 15,0 0-44-15,0 0-16 0,22-50 41 16,-17 42 1-16,-1 1-10 16,-2 3 20-1,-2 1 9-15,0 3-9 0,0 0-5 16,0 0-34-16,0 0-15 16,0 0-12-1,0 0-9-15,0 0-1 0,0 0 0 16,0 0-2-16,0 0 2 15,0 0 2-15,0 0 1 16,0-1-5-16,0 1-4 16,0 0-1-16,0 0-3 15,0 0 0-15,0 0-2 16,0 0 3-16,0 0-5 16,0 0 0-16,0 0 1 15,0 0-1-15,0 0 0 16,0 0 0-16,0 0-2 0,0 0 2 15,0 0-2-15,0 0-5 16,0 0-9-16,0 7-70 16,0 5-32-16,0 0-21 15,0-4-38-15,0 1 5 16,0-3 11-16,4-4-26 16,7-2-45-16,-2 0-73 15</inkml:trace>
  <inkml:trace contextRef="#ctx0" brushRef="#br4" timeOffset="-13446.26">22452 12343 409 0,'0'0'223'0,"0"0"-165"0,0 0 120 0,0 0-55 0,0 0-11 16,0 0 4-16,21-35-5 15,-21 35-25-15,0 0-27 16,0 0-34-16,-2 0 5 15,-16 4-12-15,-7 14-12 16,-14 6 2-16,-4 9 21 16,-11 6 5-16,-7 6-6 15,-8 5-7-15,1 0-5 16,4 1-9-16,7-1 0 16,11-6-6-16,10-7 0 15,12-8-1-15,9-11-2 0,9-7-1 16,5-8-6-1,1-1 0-15,0-2-41 0,1 0-81 16,14-5 35-16,7-9-24 16,-1-5-73-16,3-3-28 15,0-1-140-15</inkml:trace>
  <inkml:trace contextRef="#ctx0" brushRef="#br4" timeOffset="-12695.27">22095 12289 86 0,'0'0'0'0,"0"0"28"0,0 0-20 0,0 0-8 0,0 0-12 15,0 0-19-15</inkml:trace>
  <inkml:trace contextRef="#ctx0" brushRef="#br4" timeOffset="-11697.58">22243 12453 557 0,'0'0'18'0,"0"0"92"0,0 0 4 0,0 0-57 0,34-75 13 16,-23 56 31-1,-7 3-17-15,-4 1 25 16,3 3-40-16,-3 8 23 0,0 1 26 16,0 3-31-16,0 0-28 15,0 0-36-15,-9 13-15 16,-15 21-3-16,-12 12 1 16,-5 13 16-16,2 8 11 15,-1 13-5-15,-2 15-4 16,-1 16-7-16,2 11-5 15,5 4-4-15,2 1-3 16,10-14-2-16,5-15-2 0,10-20-1 16,4-21 0-16,1-15-1 15,4-16 1-15,0-13-1 16,0-7 2-16,0-4-1 16,0-2 0-16,0 0 4 15,0-20 0-15,9-16-4 16,8-14-35-16,6-12-48 15,3-10-13-15,0-10-39 16,3-9-58-16,0-6-5 16,1-3-37-16,-4 0-69 15,1 2-96-15</inkml:trace>
  <inkml:trace contextRef="#ctx0" brushRef="#br4" timeOffset="-11232.68">22317 12315 538 0,'0'0'72'0,"0"0"10"0,44-88 82 15,-41 79-54-15,-3 7 20 16,0 2-18-16,0 6-81 16,-6 23-20-16,-10 13 27 15,-4 12 38-15,-1 4-10 16,0 1 1-16,6-2-11 16,2-4-5-16,4-5-15 15,8-6-9-15,1-4-15 16,1-13-9-16,17-7-3 15,7-10 0-15,8-8 2 16,10-6 6-16,8-20-5 16,4-9-2-16,-1-6 0 0,-2-7 0 15,-7-2 0-15,-6-6-2 16,-14 5 2-16,-13 2 1 16,-4 10-1-16,-8 12 0 15,0 11 0-15,0 12 5 16,0 4-5-16,-4 0-1 15,-3 20 1-15,-6 14-1 16,-2 15 1-16,1 3 2 16,7 3 9-16,4 0 6 15,3 2-6-15,0-2-2 16,3-2-6-16,15-5-2 0,5-10-1 16,2-10-1-16,6-5-2 15,2-12 1-15,5-10-43 16,1-1-124-16,0-6-116 15,-3-15-107-15</inkml:trace>
  <inkml:trace contextRef="#ctx0" brushRef="#br4" timeOffset="-10288.83">25108 12227 223 0,'0'0'507'0,"0"0"-507"0,0 0 55 15,0 0 45-15,0 0-2 16,0 0-28-16,0 0-6 15,43-68 6-15,-40 67-3 16,-3 1-20-16,0 0-6 16,0 0-24-16,0 0-6 15,0 0 1-15,0 13-5 16,0 6 71-16,-11 5-18 0,-18 3-5 16,-12 4 4-16,-15 6-25 15,-10 0-8-15,-6 0-7 16,-1-1-3-16,6-5 0 15,9-4-6-15,16-7-1 16,14-2 2-16,13-8-6 16,9-4-5-16,6-3 0 15,0 3-8-15,9 6 0 16,17 6 8-16,12 6 6 16,8 3 0-16,8 4 0 15,4 3-4-15,6 2 0 16,0 4-2-16,-4-2 0 15,-5 1 0-15,-10-5 0 16,-12-3-1-16,-9-2-2 16,-10-7 0-16,-5 1-13 0,-2-8-66 15,-3-6-93-15,6-9-86 16,10 0-75-16,4-19-336 16</inkml:trace>
  <inkml:trace contextRef="#ctx0" brushRef="#br4" timeOffset="-9884.1">25900 12322 920 0,'0'0'123'0,"0"0"-115"0,0 0 197 0,0 0-79 16,0 0-58-16,0 0-19 15,-23-10 9 1,-14 26 19-16,-15 4-24 0,-4 4-15 16,-2 0-2-16,2 2-12 15,10-2-8-15,10 0 0 16,9-3-7-16,10-1-5 16,7-4 1-16,9-3-4 15,1 1-1-15,0-2-2 16,20 8 2-16,15 0 2 15,4 2 2-15,7 0 1 0,7 4-2 16,1 1-3 0,6 3 0-16,0 1 0 15,-8-6-4-15,-9-5 3 16,-10-4 1-16,-12-4-5 16,-8-5 1-16,-7-2-7 0,-5-5-72 15,2 3-99-15,-1-3-111 16,1 0-95-16</inkml:trace>
  <inkml:trace contextRef="#ctx0" brushRef="#br4" timeOffset="-9541.89">26422 12502 1169 0,'0'0'65'0,"0"0"-57"16,0 0 54-16,0 0 17 16,-8 89 135-16,8-28-131 15,0 5-30-15,6 7 26 16,0 13-30-16,2 5-23 16,1 2-10-16,-2 1 2 15,-2-8-11-15,-2-8 0 16,0-10-7-16,-2-12 1 15,-1-10-1-15,2-17 0 16,-2-11-1-16,0-9-1 0,1-9-12 16,2 0-24-16,6-16-31 15,2-15-100-15,-1-14-139 16,2-10-77-16,-3-13-503 16</inkml:trace>
  <inkml:trace contextRef="#ctx0" brushRef="#br4" timeOffset="-9093.68">26514 12491 678 0,'0'0'288'0,"0"0"-285"16,0 0 210-16,0 0-88 16,0 0-106-16,0 0-15 0,-16 67 47 15,16-6 71-15,0 2-73 16,9-4 8-16,3-3-9 15,6-6-23-15,3-7-10 16,1-6-10-16,5-9-2 16,0-8-2-16,1-8 3 15,2-10 1-15,0-2-2 16,-2-14-1-16,-1-17-2 16,-3-7-7-16,-5-15-12 15,-7-6 7-15,-3-2-3 16,-8 2 5-16,-1 18 2 15,0 15 8-15,0 15 3 16,0 9 0-16,0 2 3 0,0 0-6 16,0 17-4-16,0 12 4 15,-4 13 14-15,4 1-1 16,0 1-6-16,3-2 9 16,9-1-9-16,2-6-6 15,3-4-1-15,-1-5 0 16,-2-6 0-16,1-6-2 15,0-5-77-15,3-2-105 16,3-4-100-16,0-3-75 16</inkml:trace>
  <inkml:trace contextRef="#ctx0" brushRef="#br4" timeOffset="-8772.57">27215 12828 866 0,'0'0'208'0,"0"0"-178"0,0 0 157 0,0 0-101 16,0 0-47-16,0 0 50 15,-50 43-4-15,44-21-15 16,4 1-36-16,2 1 0 16,0-2-16-16,8-1-3 15,10-1 2-15,4-7-8 16,8-3-1-16,5-9 3 15,1-1-6-15,0 0 3 16,-4-15 8-16,-9-6-3 0,-7-2 5 16,-10-2 2-16,-6-2-8 15,-14 1-11-15,-25 7-1 16,-19 12-6 0,-16 7-52-16,-10 14-197 0,-6 19-398 15</inkml:trace>
  <inkml:trace contextRef="#ctx0" brushRef="#br4" timeOffset="-5015.38">22553 14658 742 0,'0'0'407'0,"0"0"-400"0,0 0-5 0,0 0 55 0,0 0-56 16,-34 75 54-16,22-25-1 16,-3 1-15-16,0 2-2 15,0 1-17-15,5-5-3 16,1-10-11-16,7-9-4 15,2-12-2 1,0-12 0-16,0-6 0 0,8-3 4 16,19-25 20-16,5-12-13 15,9-10-9-15,-2 0 1 16,-4 4-2-16,-4 13 2 16,-9 12-2-16,-8 13 7 15,-5 8-4-15,2 5 1 0,4 19 0 16,0 9 36-16,4 0-21 15,2 6 1-15,3-3-5 16,7-6-6-16,5-5-3 16,-2-13 4-16,5-12-7 15,-1 0 2-15,6-26 0 16,-7-7 0-16,-8-10-5 16,-14-6 2-16,-15-7 3 15,-5-6-4-15,-21 1-2 16,-7 5-1-16,1 15-1 15,7 18 2-15,5 23-2 16,0 4-7-16,0 30-10 0,4 11 8 16,7 5-23-16,9-2-99 15,6-5-11-15,27-9-6 16,13-11-35 0,14-8-58-16,8-15-172 0</inkml:trace>
  <inkml:trace contextRef="#ctx0" brushRef="#br4" timeOffset="-4156.33">23440 14512 678 0,'0'0'72'0,"-4"-106"55"0,-2 84 110 0,2 22-108 16,-3 7-33-16,-2 32-89 0,3 16 20 0,1 13 56 16,2 6-32-16,3 3-15 15,0 0-3 1,0-2-16-16,0-8-10 0,0-8-6 15,0-20 1 1,11-13-2-16,5-18 1 0,4-8 0 16,8-16 6-16,8-25 4 15,4-10-11-15,-4-5 1 16,-7 4 3-16,-3 10-4 16,-11 19 2-16,-8 10-2 15,-4 10 4-15,-3 3-4 16,0 21 7-16,3 9-7 15,6 7 22-15,2 1-12 16,3-1-1-16,6-3-1 16,5-5-5-16,5-8-2 15,6-10-1-15,4-9 6 16,3-2-6-16,-2-16 3 0,-7-14-2 16,-5-7 2-16,-12-5-2 15,-8-7-1-15,-9 2 0 16,0 11 1-16,0 9-1 15,-9 15 2-15,-5 12-2 16,-6 2 0-16,1 26-2 16,-4 9-1-16,8 1 3 15,6 3 0-15,9 2 0 16,0-7-1-16,3-1 0 16,14-12 0-16,7-4 0 0,2-12 1 15,9-7 0-15,1-2 0 16,4-22-3-16,-3-7-6 15,-6-2 2-15,-5-1 0 16,-5 4 2-16,-6 11-5 16,-9 8 9-16,-2 7 0 15,-4 4 1-15,0 6-9 16,0 13 5-16,0 12 4 16,0 8 9-16,0 0-4 15,0 3 6-15,-1-3-4 16,-2-7-2-16,3-8-4 15,0-8 0-15,0-9-1 16,0-7 1-16,9 0 3 0,11-13 3 16,9-20-1-1,5-9-4-15,2-9-1 0,1-6 2 16,2 4-3-16,-6 11 1 16,-8 15-2-16,-8 17 0 15,-8 10-2-15,-2 7-2 16,-1 24 5-16,0 10 23 15,-3 6-4-15,2-2 3 16,1-4-3-16,4-11-14 16,2-8-5-16,1-8 2 15,5-11-1-15,9-3-2 16,3-6 1-16,3-15-100 0,-1-3-269 16,9-6-462-16</inkml:trace>
  <inkml:trace contextRef="#ctx0" brushRef="#br4" timeOffset="-2399.67">26665 14585 851 0,'0'0'10'0,"0"0"35"0,0 0 89 0,0 0-63 0,0 0-21 0,0 0-2 15,0 0-7-15,12-37-9 16,-12 36-6-16,0 1-2 16,0 0 9-16,0 0-7 15,0 0 4-15,0 0 3 16,0 0-5-16,0 0-8 16,0 0-3-16,0 0 5 15,0 0-1-15,0-1-2 16,0-2 7-16,2 3-7 15,-1-2 5-15,2-2-10 16,1-1 2-16,1-1-13 0,-1 2 4 16,-1-2-7-1,-1 2 7-15,1 0-5 0,-2 2 0 16,1 1 6-16,-2-1-4 16,0 2 3-16,0 0 5 15,0 0-7-15,0 0 7 16,0 0-2-16,0 0 0 15,0 0 4-15,-3 3-11 16,-14 15-1-16,-10 6 2 16,-5 7-3-16,-8 6 4 15,-4 5-2-15,-5 1 2 16,-2-1 4-16,8-1-6 0,6-7 0 16,8-6-1-16,11-8-1 15,7-3-1-15,6-10-1 16,2-4 1-16,3 0-2 15,0-3 2-15,0 0-1 16,0 0-1-16,0 0 0 16,0 0-1-16,0 0-9 15,0 0-23-15,0 2-34 16,0-1-84-16,0 2-103 16,8-3-55-16,1 0-320 15</inkml:trace>
  <inkml:trace contextRef="#ctx0" brushRef="#br4" timeOffset="1003.82">22963 14971 477 0,'0'0'1'0,"0"0"0"0,-98-13 89 0,74 7-23 0,2 0-14 0,-2-1-8 16,6 1-33-16,3-4 4 15,0 2 10-15,3 1 22 16,2-2-26-16,5 3 37 0,1 1 18 16,2 0 18-1,2 2-14-15,0 0-26 16,0-2-15-16,0-7-7 16,9-5-1-16,11-8-14 15,7-4-5-15,4-2 6 16,-1 2 12-16,-3 2 0 0,-7 5-17 15,-6 3-4-15,-2 6 1 16,-8 5-1-16,-2 4-1 16,-1 1-5-16,-1 3 0 15,0 0-4-15,5 11-7 16,4 19-8-16,6 12 15 16,1 10 9-16,2 1-2 15,6-2-3-15,9 2-3 0,4-7 3 16,10-8-2-16,6-6 3 15,8-12-5-15,5-13 2 16,5-7-1-16,-1-7 2 16,4-25-1-16,-6-9-1 15,-14-4 2-15,-11-2-3 16,-16 1 0-16,-13 4 2 16,-11 6 1-16,-3 11-2 15,0 11 3-15,0 11 1 16,0 3-5-16,0 13-1 15,-2 18-2-15,2 11 3 0,0 6 3 16,0-5-1 0,9-3 1-16,10-3-3 15,5-7 0-15,1-7 2 16,4-8-2-16,2-8 2 16,6-7-1-16,5 0 3 15,6-12 0-15,3-16-4 0,-2-4 0 16,-1-8 0-16,-5-3 0 15,-9 5-1-15,-10 11-2 16,-12 11 2-16,-7 12 1 16,-5 4 0-16,0 0-6 15,0 11-15-15,1 11 21 16,5-2 2-16,0 1-1 16,1-7 1-16,4-5 3 0,5 0-4 15,1-3 6 1,4-2-6-16,4-4-1 0,5 0 2 15,1 0-1-15,0 0-1 16,-2 0 0-16,-2 6 0 16,-8 7-1-16,4 1 0 15,0 2-2-15,-5-2 3 16,3 2 0-16,0-5 0 16,4-2 0-16,16-6-3 15,12-3 2-15,17 0-24 16,17 0-149-16,10-8-47 15,6-7-190-15</inkml:trace>
  <inkml:trace contextRef="#ctx0" brushRef="#br4" timeOffset="2114.34">26344 14382 509 0,'0'0'14'0,"0"0"40"0,0 0 61 0,0 0-46 0,0 0-5 0,-79 0-10 15,76 0 27-15,3 0 12 16,0 0-12-16,0 0 12 16,0 0-5-16,0-3-5 15,0-10-61-15,0-1-9 16,0-3 8-16,0 3 6 15,0 3-14-15,0 5 17 16,0 4 8-16,0 2-10 16,0 0-8-16,0 0-14 15,0 0-6-15,2 0-6 0,10 0-4 16,7 10 10 0,9 5 5-16,5-1 0 0,3 0-2 15,3-3-2-15,5 2 2 16,0-2 1-16,-1-1-2 15,0-2-1-15,-5-6 0 16,-7-1 2-16,-4-1-3 16,-3 0 2-16,-8 0-2 15,-4 0 4-15,-8 0-2 16,-2 0 3-16,-2-1-2 16,0 1 2-16,0 0 0 15,0 0-5-15,0 0 0 16,-6 14 2-16,-18 14 3 15,-10 15 10-15,-12 9 6 16,-5 6 6-16,-7 2-5 0,-4 5-3 16,1-2-4-16,2-2 6 15,2-3-8-15,6-8-1 16,13-14-5-16,8-10-1 16,15-13 4-16,4-9-8 15,11-4 1-15,0 0 1 16,0 0 2-16,0-7 8 15,0-19-4-15,9-10-10 16,6-7-2-16,6 7-1 16,-1 9 2-16,-3 11 0 15,-1 7-1-15,-2 9 1 16,0 0-4-16,0 3 1 16,5 19 2-16,0 8 2 15,3 5 1-15,2 2 0 0,3 0 2 16,7-1 3-16,5-5-2 15,4-7 0-15,5-8-1 16,1-7 4-16,1-8-7 16,-5-1 0-16,-6 0 3 15,-10-8-5-15,-7 0 2 16,-8-2-12-16,-10 0-54 16,-2 1-50-16,-2-5-108 15,0-2-96-15,0-2-163 16</inkml:trace>
  <inkml:trace contextRef="#ctx0" brushRef="#br4" timeOffset="2430.32">26371 14707 713 0,'0'0'119'0,"0"0"-118"0,0 0 74 0,0 0-13 0,0 0-2 0,0 0 27 15,78-8-50-15,-33 0-20 16,7 1-16-16,1-2-1 16,-3-2-157-16,-4-5-663 15</inkml:trace>
  <inkml:trace contextRef="#ctx0" brushRef="#br4" timeOffset="2975.49">27721 14605 907 0,'0'0'41'15,"0"0"3"-15,0 0 166 16,0 0-78-16,0 0-27 16,0 0-52-16,-3-20-41 15,-12 49 13-15,-2 4 26 16,6 3-6-16,2-1-19 16,6-1-7-16,3-2-6 15,0-5-8-15,0-5-3 0,13-8-1 16,4-3 0-16,7-10 4 15,3-1-3-15,6-5 1 16,2-16-1-16,-2-5 1 16,0-7-3-16,-3-4 0 15,-3-3 0-15,-2 1-7 16,-3 7 6-16,-7 8 1 16,-4 13-2-16,-5 6 4 15,-3 5-5-15,1 9-4 16,4 14 3-16,-1 7 4 15,3 5 7-15,-5-2-4 16,-2-2 5-16,-1 2-4 16,-2-6 0-16,0-4-3 0,-4-4 0 15,-6-4-2-15,-5-3 1 16,0-4-10-16,-1-8-112 16,-3 0-94-16,0-12-84 15,-3-16-148-15</inkml:trace>
  <inkml:trace contextRef="#ctx0" brushRef="#br4" timeOffset="3267.47">27780 14343 929 0,'0'0'20'0,"0"0"116"0,0 0-21 0,0 0-84 0,-87 16-2 0,83 9 9 0,4-1 1 0,0-4-9 15,9-2-16-15,13-6 2 16,6-5 3-16,5-6 2 0,-2-1 0 16,-2-2-13-16,-4-15-3 15,-11-6 7-15,-8-5 11 16,-6-2 5 0,0-1-12-16,-20 8 17 0,-5 8-31 15,-4 14-2-15,-2 1-10 16,0 25-22-16,2 13-134 15,7 11-98-15,7-2-271 16</inkml:trace>
  <inkml:trace contextRef="#ctx0" brushRef="#br4" timeOffset="4034.25">29049 14637 856 0,'0'0'57'0,"0"0"46"0,0 0 56 0,0 0-95 0,0 0-53 15,0 0 81 1,46 79-2-16,-38-43-37 16,-2 1-6-16,-3-1-6 0,-3-1 4 15,2-4-25-15,-2-7-12 16,0-6-2-16,0-8 0 15,0-6-5-15,0-2-1 16,0-2 6-16,0 0 1 16,0-4 11-16,1-20 0 15,9-13-10-15,1-13-8 0,-2 2-2 16,7-1 1 0,-2 9 1-16,2 8 0 0,-1 11-1 15,-2 6 0-15,1 7 0 16,3 5-1-16,2 3-1 15,7 0 3-15,3 9-2 16,1 12 1 0,-1 6 1-16,0 5 0 0,-4-2 2 15,-3 1-1-15,-5-2-1 16,-1 3-3-16,-5-1 3 16,-5-1-2-16,0-4 2 15,1-3-1-15,-3-6-1 16,1-2 2-16,1-4-4 0,2-5-68 15,5-3-152 1,2-3-58-16,1-1-169 16</inkml:trace>
  <inkml:trace contextRef="#ctx0" brushRef="#br4" timeOffset="4998.21">29662 14670 880 0,'0'0'40'0,"0"0"-35"0,0 0 157 0,0 0-88 0,0 0-35 0,0 0-5 0,-4 0-19 16,23 0 25-16,4 0 17 15,4 0-43-15,-2-12-8 16,-4-3-4-16,-6-6 0 16,-5-6 5-16,-7-6-5 15,-3 3-1-15,0 3 2 16,-13 9-1-16,-4 14 14 16,-7 4-8-16,-2 12-7 15,-1 20 2-15,2 7 9 16,8 3 22-16,9-2-4 15,8-1-12-15,0-4-3 16,14-3-7-16,17-3-1 16,14-7-1-16,13-8-3 15,14-6 0-15,10-8-3 16,9 0 1-16,5-8-1 0,3-14 1 16,-9-7-1-16,-16-5 1 15,-15-3 1-15,-21-6-1 16,-14 3-1-16,-15 5 2 15,-9 3 3-15,0 9-3 16,-22 11-2-16,-7 6-4 16,-9 6 1-16,-6 0 2 15,0 20 1-15,2 6 2 16,3 1 7-16,8 5 1 16,5 0-1-16,13-4-3 0,4-2-4 15,8-5-1 1,1 0-1-16,4-6 0 0,18-5 6 15,8-3-5-15,8-7 3 16,2 0-4 0,-3-5-1-16,-3-11 1 0,-7 2 0 15,-12 2 1-15,-5 6 1 16,-8 4 0-16,-2 2-2 16,0 16-6-16,0 26 0 15,0 18 6-15,0 21 27 16,-9 13 9-16,-4 15 11 15,-10 10-19-15,-5 8-11 16,0 8-11-16,1 2-6 16,7-2 0-16,6-13 0 15,-1-16 1-15,-6-20-3 0,0-21 2 16,-6-18 0 0,-2-22 1-16,-2-18-1 0,-5-7 3 15,-7-27 3-15,-5-23-5 16,-8-23 2-16,4-19-3 15,7-14 2-15,9-17 1 16,23-12-3-16,13-11 4 16,26-2-4-16,36 10-3 15,21 21-3-15,17 25-23 16,6 21-16-16,3 20-8 16,-9 18-5-16,-9 18 9 15,-15 14-66-15,-11 1-39 0,-12 14-76 16,-10 4-131-1</inkml:trace>
  <inkml:trace contextRef="#ctx0" brushRef="#br4" timeOffset="6552.37">30859 14880 530 0,'0'0'200'0,"0"0"-179"0,0 0 109 0,40-75-47 16,-27 53-28-16,0-3 6 15,-6 0-18-15,-5-1-18 0,-2 2 27 16,0 2-10 0,-9 8 6-16,-17 4 8 0,-5 10-21 15,-8 0-4-15,-3 21-12 16,1 6-10-16,5 6-1 16,7 3 1-1,8 6-7 1,8-4-2-16,12-4 1 0,1-6-3 15,0-6 1-15,16-11 1 0,10-5 0 16,7-6 3-16,8-4-3 16,-1-18-9-16,-1-7-27 15,-5-5 12-15,-8-3 9 16,-5-1 4-16,-11 7 9 16,-3 9 2-16,-5 11 1 0,-2 6 2 15,0 5 6-15,0 5-7 16,-9 17-1-16,-4 10 4 15,3 4 2-15,5 4 2 16,5-1 4-16,0-3-4 16,0-7-1-16,15-4-4 15,4-11-2-15,2-8 4 16,6-6-1-16,3-2-1 16,4-20-4-16,0-11 0 15,-1-9-4-15,-1-12-11 16,-3-7-14-16,-3-6-6 15,-4-5-6-15,-3-4-8 16,-7-4-3-16,-1 0 16 0,-7 8 22 16,-2 16 11-1,-2 20 3-15,0 17 3 0,0 19 12 16,-8 5 24-16,-5 28-39 16,-5 17 13-16,6 10 16 15,6 5 15-15,4 4-1 16,2 1 2-16,0 1 7 15,2 0-29-15,8-7-9 16,6-3-5-16,0-14-9 16,3-8 1-16,1-15-1 15,2-15 3-15,3-9 4 16,3-11 2-16,2-25-6 0,0-9-2 16,-2-10 0-1,-3-7-1-15,-3 2 0 0,-4 3 0 16,-8 14 1-1,-4 18-3-15,-3 14 4 16,-3 7-2-16,0 4 0 0,0 9-3 16,0 14-4-16,-3 7 7 15,-1 2 1-15,1 2 3 16,3-3 7-16,0-3-2 16,0-4-5-16,0-4 1 15,4-7 0-15,5-7 0 16,1-2 1-16,4-4 3 15,4 0 2-15,3-11-2 16,1-9-7-16,-2-3-1 16,-2-2 1-16,-5-2 1 0,-4 0-1 15,-1-1-2 1,-4 1 2-16,6 3-2 0,-4 3 0 16,0 5 3-16,-3 8-2 15,-1 4 2-15,-2 4 5 16,0 0 2-16,0 4-10 15,0 18 4-15,0 11-1 16,0 5 19-16,0 1-2 16,0 3-3-16,0-2-5 15,7-5-3-15,-1-6-5 16,3-6 0-16,0-5-1 16,1-9-3-16,1-5 9 0,4-4-3 15,3 0 2 1,3-14 0-16,2-11-8 0,-1-11 5 15,0-3-5 1,0-3 0-16,-7-2 0 16,0 4-1-16,-8 4 0 0,-2 11 1 15,-4 9-2-15,-1 7 2 16,0 6 0-16,0 1 0 16,0 2 0-16,0 0-4 15,0 0-3-15,0 2-4 16,0 8 11-16,0 2-1 15,0-4 0-15,8 2 1 16,7-4 0-16,7-4 0 16,2-2 2-16,3 0 0 15,1 0-4-15,1-6 4 16,-1-10-1-16,0-4-1 16,-4-2-2-16,-6-2 1 0,-2 4 1 15,-7 3 0-15,-6 9 0 16,-3 5 0-16,0 3-2 15,-4 2 2-15,-15 16-8 16,-6 7 8-16,3 8 2 16,6-1-2-16,7-1 6 15,6-1 0-15,3-4 1 16,0-7 4-16,15-3-3 16,10-6 6-16,8-6 1 0,7-4-4 15,1 0-4-15,-1-2-7 16,-6-8 1-16,-5-5-2 15,-9 1-4-15,-7-5-47 16,-13 0-88-16,0-1-116 16,-29-3-111-16,-13 2-197 15</inkml:trace>
  <inkml:trace contextRef="#ctx0" brushRef="#br4" timeOffset="6758.48">31178 14364 742 0,'0'0'77'0,"-123"-23"-13"0,100 17 126 0,16 2-113 0,7 1 19 15,0-1-42 1,20 0-34-16,10-2-20 16,8 2 0-16,-1-1-2 0,5 2 0 15,-2-1-10-15,0 0-146 16,5-3-116-16,0-3-224 15</inkml:trace>
  <inkml:trace contextRef="#ctx0" brushRef="#br4" timeOffset="7051.26">31672 14115 868 0,'0'0'11'0,"0"0"116"16,0 0 1-16,-82-12-65 0,67 12 2 15,8 9-16-15,2-2-11 16,2 1-19-16,3 0-9 16,0-3-1-16,6 1 3 15,15 0-1-15,2-5 0 16,3-1-5-16,0 0-3 16,-6-3 1-16,-8-10 4 15,-7-2 4-15,-5-4-1 16,-5 7-1-16,-24 1 7 15,-13 7-17-15,-10 4-6 16,-2 7-4-16,3 17-63 16,5 9-82-16,6 5-100 15,4 5-168-15</inkml:trace>
  <inkml:trace contextRef="#ctx0" brushRef="#br4" timeOffset="8476.17">32657 13830 509 0,'0'0'20'0,"0"0"108"0,-96-55-38 0,48 32-1 0,-16 1-44 16,-12-5 17-16,-13 1-36 15,-13-1 50-15,-20-2-27 16,-16 2 6-16,-19 1-18 15,-24-3 9-15,-13 2-7 0,-11 2-1 16,-5 0-5 0,6 3-8-16,1 4-4 15,-4 4-8-15,-5 6-5 16,0 2 8-16,2 5-6 16,6 1-1-16,8 0 4 15,0 12-9-15,-3 6-2 0,-2 5 2 16,7 3 5-16,5 4-1 15,20-1-1-15,10-1-2 16,8-4-5-16,18-3 0 16,2-4 7-16,10-5 0 15,9-4-1-15,5 3 2 16,8-1-4-16,8 1 4 16,3 3-2-16,8 3-5 0,1 1 3 15,5 3-4-15,-1 0 0 16,-3 1 0-16,-12 1 0 15,-7 2 1-15,-5-2 2 16,-8 3-2-16,2-3 1 16,6-2 1-16,10 2 4 15,17-2 7-15,11 2-4 16,10 2-3-16,8 6-1 16,9 9-5-16,5 9-1 15,4 6 0-15,6 6 2 16,2 2-2-16,-1 2 0 15,2 3 0-15,7 3 4 16,4 0-1-16,5 7 0 0,3 5 1 16,3 6 0-1,14 1 4-15,5-2-4 0,10-5 3 16,7-4-2-16,7-3-1 16,10 1 0-16,7-4 2 15,4-3-3-15,6-5-3 16,9-3 1-1,8-3-1-15,7-6 0 16,7-5 0-16,11-6 2 0,8-1-1 16,9-3-1-16,19 1 2 15,16 2 0-15,15 1-2 16,10-3-1-16,-2-1 0 16,-3-8-1-16,-5-8 2 0,1-5 1 15,-1-2 3 1,3-6-3-16,2-4 0 0,-7-2-1 15,-1 1 4-15,-9-3 2 16,2 0 0-16,-5 4 12 16,-4-1-8-16,-3 3-9 15,-3 1 6-15,-2-1-1 16,-1 5-1-16,-5-4 8 16,-4 2-6-16,-2-3-5 15,-5 0 2-15,2 1-4 16,-4-3-2-16,-2-2 2 15,-3-3-1-15,-4 0 1 0,-11 0 0 16,-8 0 5 0,-6-3-4-16,-1-8 0 0,-3-3 1 15,-1-3-2-15,-1-3-2 16,-2-6-1-16,4-5 1 16,-1 3 2-16,1-5 0 15,-4 0 0-15,-3-4 1 16,-9-5 4-16,-7-4-4 15,-5-7 2-15,0 0-3 16,3-3 5-16,6 0-3 16,-7-4-2-16,-6-4 0 15,-10 2 0-15,-9-3 0 16,-3 0 1-16,-6-4-1 16,-7-3 2-16,-7-2 0 15,-9-2 5-15,-6-5 4 16,-9-7 3-16,0-7-9 15,0-5 1-15,-13 1-1 0,-6-3 0 16,-11 2-4-16,-16-1 1 16,-24 4-2-16,-43 4 0 15,-47 8-1-15,-58 15-1 16,-52 21-18-16,-35 30-60 16,-32 21-109-16,2 48-227 15,16 29-533-15</inkml:trace>
  <inkml:trace contextRef="#ctx0" brushRef="#br4" timeOffset="9954.79">25425 14190 561 0,'0'0'0'0,"0"0"3"0,0 0 62 0,0 0-10 15,0 0 8-15,0 0-2 16,0 0-10-16,0 0-3 15,2-45-2-15,-2 45-8 16,0 0-5-16,0 0-16 16,0 5-16-16,4 17 8 15,5 8 33-15,-3-3-12 16,0 5-6-16,-2-2 4 16,1-5-18-16,-1 0 12 15,1-7-13-15,-3 0 1 16,2-6-4-16,-4-4 2 15,3-3-2-15,-1-5-1 16,-1 0 3-16,5 0 1 0,1 0 23 16,8-13 21-1,15-17-34-15,13-8 4 0,8-11-11 16,9-8-1-16,4-5 1 16,9-4-6-16,6 0 3 15,3 5-5-15,-7 7-3 16,-14 16 3-16,-16 11-4 15,-20 13 0-15,-16 9-1 16,-7 5 1-16,-2 0-5 16,0 2-11-16,-13 18-77 15,-12 8-63-15,-9 12-28 16,-11 1-61-16,-7-4-164 16</inkml:trace>
  <inkml:trace contextRef="#ctx0" brushRef="#br4" timeOffset="10642.56">25264 14261 753 0,'0'0'12'0,"0"0"0"0,0 0 109 15,0 0-49-15,0 0-25 0,0 0 2 16,-6-36-28-16,3 36-15 16,3 3-4-16,0 8 3 15,0 2 15-15,0 6 3 16,0 1 6-16,9 5 19 16,0 4 10-16,0 0-21 15,3 0-16-15,0-1 4 16,1-1-1-16,4-2-14 15,-5-3-2-15,7-5 18 16,-2-3-18-16,0-4 5 16,1-4 1-16,3-6-8 15,6 0 12-15,7-9 13 0,12-12-7 16,8-14-3 0,12-6-5-16,10-14 1 0,9-9-9 15,6-8-1-15,1-3 3 16,2 2-5-16,-8 6-1 15,-9 12 4-15,-11 10 3 16,-16 11-4-16,-14 9 6 16,-15 9-5-16,-10 8 5 15,-8 5-2-15,-3 3-4 16,0 0 2-16,0 0-2 16,0 0-4-16,0 0-1 15,0 0-4-15,0 0 4 16,0 0-3-16,0 0 2 15,0 0-1-15,0 0 0 16,0 0 1-16,0 0-1 0,0 0 0 16,0 0 1-16,0 0-1 15,0 0 0-15,0 0 0 16,0 0-1-16,0 0 0 16,0 0-2-16,1 0-5 15,2 0-31-15,3 0-88 16,6 7 0-16,6 4-102 15,1-4-29-15,4-7-223 16</inkml:trace>
  <inkml:trace contextRef="#ctx0" brushRef="#br4" timeOffset="17907.32">21227 11909 689 0,'0'0'24'0,"0"0"-23"0,0 0 39 15,0 0 1-15,0 0-2 16,0 0-16-16,74-43-3 15,-29 30 33-15,10-3-3 16,17-3-31-16,15-4 8 16,16 2 9-16,21 0 11 15,17 0-24-15,22 0-12 16,16 1-4-16,7 3-7 0,4 1 1 16,-4 9-1-1,-2 3 0-15,-5 4 3 0,-2 0-3 16,-1 0 0-16,-2 0-1 15,-5 0 0-15,-9 0 0 16,-3 0 1-16,-5 0 1 16,-6 0-1-16,3 0 2 15,-8 0-2-15,-10 0-1 16,2 0 0-16,-8 0 1 16,-6 1 0-16,-7 2 0 15,-1 0 0-15,-1 5 2 16,-3-2-1-16,-5 4-1 15,-8 1-2-15,-1 1 2 0,-5 3 0 16,-2-3-1 0,-3 0 1-16,-5-1 0 0,-2 0 0 15,0-3 0-15,-5 0 0 16,-3 1 1-16,-2-1-1 16,-4 2 1-16,4 0 0 15,0 0 0-15,1-1-1 16,0 3-1-16,-2 1 1 15,-3 2-1-15,-4 4-2 16,0 0 3-16,-1 2 2 16,-2-3-2-16,-4 3-1 15,-5-3 1-15,-4 0 0 16,-2-1 0-16,-3-1 0 16,-1 1-3-16,0 3 3 0,0-2 1 15,2 2-1 1,1 3-1-16,-1 0 0 0,-2-2 2 15,-5 6 0-15,-3-1-1 16,-5 3 0-16,-3 2-2 16,-3 1 2-16,-2 4 0 15,-2 1 0-15,-4 1 0 16,-2 1 1-16,-2 5-2 16,-2 0 0-16,0 6 1 15,0-2 0-15,0 0 1 16,-1-2-1-16,-2-4-1 15,0-3 1-15,0-1 0 16,0-1 1-16,-5-4-1 0,-6-1 0 16,-5-1-1-16,-6-1 1 15,-8-2 0-15,-12 0 0 16,-7 1 0-16,-11-1 0 16,-8-2 0-16,-5 2 0 15,-4-1 0-15,-6 3 1 16,-4-4-1-16,-1-1 1 15,-1 0 0-15,-4-1 1 16,-4-2-2-16,-4 0 2 16,-5 0 0-16,-2 1-2 15,-3 0-5-15,-3-1 3 16,-4 1 2-16,-1 0 1 16,3-1-1-16,-2-1 2 0,-1 2-1 15,-7-2 1-15,1-1 1 16,-6-2-3-16,-2-3-5 15,-1 0 5-15,-2-5 0 16,-3 1 0-16,3-7 0 16,-4 2 0-16,4-5 2 15,-1-1 1-15,1 3-3 16,6-1 1-16,2 1-2 16,1-1-1-16,0 3 2 15,-1-4 2-15,8 1-1 16,3 1 1-16,5-2 0 15,7 1 2-15,6 1-3 0,9-2 1 16,6 2-2-16,6 3 1 16,1 3-1-16,-2-1-1 15,6 3 1 1,3 1 3-16,2-1-2 0,2 0-1 16,0 0 2-16,3-3 1 15,-1 4-2-15,2-1 1 16,-1 2 1-16,-1-2-1 15,-2 2 1-15,-2 1 1 16,1 0-2-16,2 2-1 16,3-3-1-16,5 4 6 15,0-3-4-15,5 0 5 0,0-3 9 16,1 0-11-16,6-1-2 16,2 0-2-1,4-3 2-15,0-1-2 0,5-1-1 16,3 0 0-1,1-4 2-15,3-1-1 0,3 0 3 16,5 0-3-16,-2 0 1 16,6-11 4-16,0-1-5 15,3-5 5-15,0-2 5 16,5-5-5-16,1-4-4 16,1 1 3-16,2-7-2 15,3-2 6-15,0-6-7 16,0-5 4-16,0-2 5 0,0 0-8 15,0 0-3 1,0-1 5-16,0 0-3 0,5-7 2 16,-1-3-4-16,-2 0 0 15,1-3 5-15,-2 2-5 16,1 1 0-16,-1 2 2 16,2-3 0-16,2-1 0 15,-1 2-2-15,4 2 1 16,-1 3 0-16,-1 5-1 15,6 1 0-15,-5 8 0 16,3 6 1-16,-4 3-1 16,1 7 0-16,-1 3 0 15,-5 2 2-15,4 7-1 16,-4 3 0-16,1 3-2 0,1 0 2 16,-3 0 0-1,4-3-1-15,3-6 0 0,3-4-1 16,-3 0 2-16,2 0-2 15,-2-1 2-15,-2 1 0 16,-4 3 3 0,2 0-4-16,-1-2 1 0,-1 4 0 15,2 0-1-15,4 2-1 16,-3 0 1 0,6 2 0-16,4-3 0 0,14-4-2 15,18-4 0-15,23-2 1 16,17-6-1-16,10 1 2 15,9 2-3-15,9 0-9 16,6 6-114-16,6-5-100 0,4-6-239 16</inkml:trace>
  <inkml:trace contextRef="#ctx0" brushRef="#br4" timeOffset="21191.07">1174 9025 497 0,'0'0'26'0,"0"0"-26"0,0 0 59 0,0 0 79 0,0 0-59 15,0 0 10-15,0 0-39 16,64 75 20-1,-49-61 20-15,-3 9-36 0,4-1 23 16,1 4-21-16,5 3-10 16,6 4 11-16,2 3 1 15,6 2-6-15,0 4-12 16,4-4-16-16,5-1-3 16,3-6-4-16,7-5-3 15,3-5 1-15,3-5-5 16,0-4-1-16,-1-6 0 15,-5 0-8-15,2-4 6 16,-5-2-1-16,-1 0-6 16,-5 0 3-16,-3 0-3 15,-7 0 0-15,0-2 0 16,0-10 1-16,4-3 2 0,-1-5 1 16,3-1-3-16,-1-4 5 15,0 2-5-15,-1 3 0 16,0-1-1-16,-3 3 1 15,-2 0-2-15,-7 1 3 16,2-3-3-16,-3 0 2 16,-3 1 1-16,3-5 0 15,1-4 1-15,5 0-3 16,1-3 2-16,-1-1-1 16,1 0 1-16,0 2-1 0,-5-2-1 15,2 1 0-15,-5-2 0 16,-1 1 0-16,-3-1 2 15,-1-1-1-15,0-6 2 16,-3-2-3-16,6 0 6 16,-6-3-4-16,3-5 6 15,-2 0-3-15,-4-1-2 16,-3 2 4-16,-2 3-1 16,-4-2 4-16,-3 0-1 15,-3-4-2-15,0-2-3 16,0 0-1-16,-7-2 0 15,-8 3 0-15,-3 3-3 16,-4 2 1-16,-2 3 1 16,-1 1 1-16,-7 2 0 0,-2 4-3 15,-2 4 8-15,-1 0-2 16,-5 0-4-16,0 3-2 16,0-1-2-16,-1 4 2 15,6 0 0-15,1 6-2 16,5 3 2-16,-5 1 0 15,-3 5 1-15,-1-1-2 16,-2 5 1-16,0-2 0 16,-4 5 0-16,1-1 1 15,-1 4-1-15,-2-2 1 16,2 4-1-16,-2 0 0 16,2-1 2-16,1 2-2 0,-4 0 2 15,4 0-2-15,-1 0 0 16,4 4 1-16,6 3 0 15,-1 2 1-15,-2 2-2 16,-3 2 0-16,-4 0 1 16,3 1 0-16,0 1-2 15,4-3-1-15,3 4 2 16,3-1-1-16,2 2 1 16,3 3 0-16,-1 2 0 15,-5 2 0-15,6 1 0 16,-4 3 0-16,-2-3 0 0,7 0 0 15,0-2 1 1,5 0-2-16,1-4 1 0,2-1 0 16,2 6 0-1,-1 2 0-15,-4 2 0 16,2 3 0-16,-2 0 1 16,3-1-1-16,4-2 0 0,-3 3 1 15,3 3-1-15,-1 11 0 16,-4 4-1-16,4 7 1 15,-2 2-4-15,6 3 1 16,6 3-12-16,6 5-94 16,0 6-21-16,12 10-66 15,18 3-17-15,6 7-72 16,-1 3-224-16</inkml:trace>
  <inkml:trace contextRef="#ctx0" brushRef="#br4" timeOffset="21940.15">1620 10910 499 0,'0'0'236'0,"0"0"-226"0,0 0 112 0,0 0-7 0,0 0-80 0,0 0-17 16,-12 12 11-16,12 20 23 16,8 5 12-16,-1 0-19 15,0 0-8-15,1-1-19 16,-2-6-7-16,1-5-5 16,-4-9-5-16,6-8 0 15,-4-4-2-15,-1-4 2 16,5 0-1-16,3-20 9 15,3-11-6-15,3-12-1 16,4-8 1-16,-5-1-3 0,-3 2 1 16,-3 8-1-1,-2 16 0-15,-2 13-1 0,-2 8 0 16,1 5 1-16,3 0-7 16,7 11 4-16,1 5 3 15,2 7 0-15,-1 4 2 16,-2-4-1-16,-1 0-1 15,-6-3 0-15,-3-5 1 16,-3 0-1-16,-3-7 1 16,0 2-1-16,0-5-12 15,-15-2-140-15,-3-3-111 16,-10 0-135-16</inkml:trace>
  <inkml:trace contextRef="#ctx0" brushRef="#br4" timeOffset="22115.77">1490 10626 1158 0,'0'0'1'0,"0"0"1"0,0 0 94 0,0 0-91 16,0 0-5-16,0 0-21 16,-10-7 21-16,32 23-41 15,5 0-134-15,4 0-37 16,5-2-157-16</inkml:trace>
  <inkml:trace contextRef="#ctx0" brushRef="#br4" timeOffset="22606.83">1969 10455 747 0,'0'0'5'0,"0"0"131"16,0 0-29-16,0 0-25 16,0 0-4-16,0 0 15 15,-8-62-38-15,10 49-17 0,10-1 6 16,6-3-11 0,3-3-5-16,10-2-1 0,1 0-8 15,-1-1-5-15,-1 5-10 16,-8 6-4-16,-6 2-2 15,-5 4 1-15,-5 3-4 16,-6 3-25-16,0 0-113 16,0 0-1-16,-9 15-8 15,-12 4-3-15,4 2 32 16,-2-2 91-16,0 1 30 16,7-2 2-16,1 0 15 15,4 1 30-15,7-1 19 16,0 2-4-16,4 4 2 15,13 5 23-15,2 2-1 16,2 2-23-16,3 1-12 0,-3 3-24 16,-2-1-18-1,1-5-5-15,-4-4-4 0,-4-3 2 16,3-10-7-16,-5-6-171 16,1-8-135-16,-5 0-171 15</inkml:trace>
  <inkml:trace contextRef="#ctx0" brushRef="#br4" timeOffset="22933.51">2351 10446 1029 0,'0'0'42'0,"0"0"-15"0,0 0 94 16,0 0-89-16,0 0-4 15,104-58-7-15,-77 58 4 16,-3 16 3-16,-6 8-16 15,-4 4-2-15,-6 3-6 16,-6 0 0-16,-2 0 1 16,0-5-4-16,0-5 1 15,-3-9 0-15,-4-5-2 16,-1-7 5-16,2 0 6 16,-2-19-9-16,0-12-2 15,3-12-4-15,5 0 1 16,0-1 0-16,0 6 0 15,2 9-1-15,8 10-2 0,-1 7-8 16,5 12-18 0,-1 0-51-16,-3 7-96 15,2 13-78-15,-3 0-232 16</inkml:trace>
  <inkml:trace contextRef="#ctx0" brushRef="#br4" timeOffset="23567.84">2742 10301 917 0,'0'0'26'16,"0"0"69"-16,0 0 36 16,0 0-102-16,0 0-21 0,0 0 67 15,-6 61 1-15,12-42-29 16,0 0-1-16,0-1-17 15,7-3-21-15,-2-1 1 16,0-2-8-16,0-5 2 16,-2-5-2-16,7-2 0 15,-1 0 0-15,3-18 5 16,3-8-2-16,0-2-3 16,-2-8-1-16,-7 0 1 15,-4-3-1-15,-8 5 2 16,0 12-2-16,0 8 0 15,0 8 3-15,0 6 2 16,0 0-5-16,0 0-9 0,0 15 0 16,4 4 9-1,2 6 0-15,5-3 1 0,3-3-1 16,3 4 1-16,4-8 1 16,0 0-1-16,3-9 0 15,1-4 2-15,2-2 3 16,1-2-2-16,2-15 4 15,-3-6-1-15,-2-6-5 16,-8-5 2-16,0 1-1 16,-9 4-2-16,-5 1 3 15,-3 3 0-15,0 4 0 16,0 7 3-16,-9 6 1 0,-6 8 18 16,0 3-10-1,-1 19-13-15,2 8-1 0,4 4 5 16,7-2 3-16,3-9-5 15,7-3-1-15,23-10-4 16,7-9 4-16,7-1 0 16,11-4-4-16,17-18-1 15,19-8-85-15,17-7-24 16,10-6-348-16</inkml:trace>
  <inkml:trace contextRef="#ctx0" brushRef="#br4" timeOffset="67629.15">6503 16687 231 0,'0'0'5'0,"0"0"10"0,0 0 48 0,0 0-42 15,0 0-11-15,0 0 11 16,0 0-1-16,25 59 27 0,-26-34-24 16,-8 2-21-1,-1-2-2-15,-1 0-2 16,2-5-39-16,-6-1-65 0</inkml:trace>
  <inkml:trace contextRef="#ctx0" brushRef="#br4" timeOffset="69675.53">6382 16997 535 0,'0'0'55'0,"0"0"-52"0,0 0 109 0,0 0-51 0,0 0-45 15,0 0 27-15,0 0 7 16,0 0-2-16,0 0-9 16,0 0 4-16,0 0-6 15,0 0 0-15,0 1-4 16,0-1-3-16,0 0 1 15,0 1-1-15,0-1-4 16,0 0-5-16,0 0-1 16,0 0-3-16,0 0-1 15,0 0 4-15,0 0 2 16,0 0 0-16,0 2-2 16,0-2 3-16,0 1 14 0,0-1-2 15,-3 0-5-15,-1 0-5 16,-7 0-20-16,4 0-1 15,-5-4 5-15,1-1-4 16,-5-1-1-16,5-1 3 16,-5 1 6-16,-2-1-8 15,3 1 1-15,-1-1 4 16,-2 1-4-16,1 0 0 16,1 2 8-16,-3 0-3 15,-1 3-8-15,-2-2 0 16,0 2 3-16,-5 1-1 0,3 0 0 15,-5 0 2 1,-5 0-4-16,3 0-1 0,-2 5 0 16,-4 7 3-1,1-2-3-15,5 4 1 0,1-1 2 16,5 1-4-16,2-2 0 16,1 2 0-16,-1 0 2 15,4 3-1-15,-5-4-1 16,5 3-1-16,-2 3 2 15,3-4-2-15,2 1 0 16,2 3 4-16,-2 1-4 16,-1 0 1-16,1 5-1 15,4 1 3-15,-3 3-1 16,6-3-1-16,0 9 1 16,1-1-2-16,-2-1 0 15,4 0 1-15,0-4 1 0,5-1-1 16,1 0 0-16,0 2 0 15,0 3-1-15,0 2 2 16,3 3-1-16,4-3 1 16,1 0-2-16,2-3 1 15,2 1-1-15,0-3 1 16,3 0 0-16,1-3-1 16,2-1 0-16,3 1 2 15,-1-1-1-15,2-1-1 16,0-1 5-16,5-1-5 15,0-2 0-15,1-2-2 0,3 0 4 16,4-4-2 0,1 0 0-16,-2-1 0 0,5-7-2 15,1 5 4-15,-1-2-2 16,0 0 1-16,0-2 0 16,-5 1-1-16,4-3 2 15,-3 0-1-15,-4-2 2 16,2 0-3-16,-2-4 3 15,2 0 1-15,-3 0-4 16,3-6 5-16,-2-8 2 16,-1 1-4-16,4-5 0 15,-1 0 0-15,2 1 1 16,-4-2-1-16,0 2-2 0,-2 3 1 16,-3-2-1-1,1 3 1-15,-3-3-1 0,4-1 0 16,-1-1 2-16,0 0 2 15,2-3 0-15,-3-1-2 16,-2 2 5-16,-2 0-3 16,-2 3-3-16,-1-1 3 15,-5-1 3-15,2 1-6 16,-2-4 4-16,-1 0 4 16,1-2-3-16,-1-1 0 15,-3 0-5-15,1 3 1 16,-4 0 4-16,1 3-2 0,-2 0-1 15,-3 3-3 1,0 0 10-16,-3-1-8 0,0-3 7 16,0 1-6-16,0-1 1 15,0-3 0-15,0 0 1 16,-5-2-3-16,-1 3 2 16,0 0-3-16,0 2 4 15,-1 1-2-15,-1-2 2 16,-1 1 0-16,-1-1-4 15,-2 0 2-15,0 3-1 16,-4-2-2-16,-1-2 1 16,1 5 0-16,-2 1 0 15,3-1-1-15,-3 4 1 16,2 1 2-16,-2 0-3 16,3 0 0-16,-3 1-1 0,3 1 0 15,-3 1 0 1,0 0 0-16,3-1 2 0,-5 0-2 15,3-2 0-15,-2-1 0 16,2 1-2-16,1 1 4 16,1 2-3-16,-3-1 1 15,4 3 0-15,-3 0 2 16,-4 1-2-16,1-1 1 16,-2 3 0-16,0-2-1 15,-1 4 0-15,-2 0 0 16,-2 0 0-16,-6 2-2 15,-3 0 1-15,-4 0-4 0,-3 2-7 16,7 12-44 0,3 3-45-16,8-1-94 0,7 2-258 15</inkml:trace>
  <inkml:trace contextRef="#ctx0" brushRef="#br4" timeOffset="71397.5">10740 17349 132 0,'0'0'629'0,"0"0"-616"15,0 0 112-15,0 0 5 16,0 0-57-16,0 0-2 15,-21 0-10-15,6 0-18 0,-9 0-8 16,-7 5 6 0,-12 2 4-16,-2 1-12 0,-6 0 5 15,-5 2-10-15,-11 2-3 16,-21-1 8-16,-17 3-20 16,-17-1-5-16,-13-2 26 15,-3 0-19-15,-8 0 5 16,-4-1-6-16,1 0-4 15,-2 0 3-15,8 2-8 16,9-1 3-16,2 2-5 16,3 0 1-16,12 3 1 15,10 0-2-15,13 2 2 16,11 0-1-16,9-4-3 0,16 0-1 16,19-4 1-1,14-4-3-15,19-2-1 0,1-1 2 16,0 0-1-16,3 0 0 15,1-3 1-15,1 0 1 16,0 0-2-16,0 0 2 16,0 0 0-16,0 0 1 15,0 0-1-15,0 0 0 16,0 0 2-16,0 0-2 16,0 0 0-16,0 0 1 15,0 0-4-15,0 0 3 16,0 0-1-16,0 0 0 15,0 0 1-15,0 0-1 16,0 0 1-16,0 0-1 0,0 0 1 16,0 0 0-16,0 0-1 15,0 0 0-15,1 0 1 16,6-6 0-16,1-6 1 16,7-2-1-16,6-8 1 15,1-2-1-15,3-3 0 16,1-4-1-16,4 2 1 15,0-5 0-15,-2 6 2 16,-1 4-2-16,-8 5-1 16,-5 8 1-16,-8 2 0 15,-2 8 0-15,-4 1 3 16,0 0-3-16,0 0 2 16,0 0 1-16,0 0 0 0,0 0-1 15,0 0 2 1,-9 1 1-16,-12 13-2 0,-10 2 2 15,-11 6-1-15,-3 1 0 16,-2 3-2-16,0 1 0 16,1-1 0-16,6-3-1 15,4 0 2-15,6-3 0 16,8-4-1-16,4-2 1 16,6-3-3-16,4-1 1 15,2-1 1-15,1-5-2 16,3-1 0-16,1 0 1 15,1-3-1-15,0 0-1 0,0 1 1 16,0 8 1 0,14 0 1-16,15 7 12 0,10 1 4 15,11 1-5-15,13 2 1 16,6 3-4-16,2-1 3 16,1 0-13-16,-10 2 0 15,-6-3 0-15,-10-3 0 16,-7-1 0-16,-11-3 0 15,-12-8 1-15,-8 2-1 16,-2-5 1-16,-6 0 5 16,0-3-2-16,0 0 1 15,0 0 3-15,0 0-4 16,0 0-1-16,0 0 1 0,0 0-3 16,0 0 0-1,0 0-1-15,0 0-1 0,0 1-12 16,12 4-80-16,7-1-87 15,16-1-74-15,20-3-108 16,15 0-473-16</inkml:trace>
  <inkml:trace contextRef="#ctx0" brushRef="#br4" timeOffset="71940.13">11644 18072 494 0,'0'0'41'0,"0"0"26"0,0 0 61 0,0 0-90 0,0 0-29 0,0 0-9 0,-22 0-4 15,11 0-47-15,-9 0-305 16</inkml:trace>
  <inkml:trace contextRef="#ctx0" brushRef="#br4" timeOffset="72365.25">10855 18084 234 0,'0'0'638'0,"0"0"-610"16,0 0 145-16,0 0 6 15,0 0-103-15,0 0-38 16,-4-12-17-16,4 27 11 16,0 8 49-16,1-2-44 15,8 2-9-15,-2-4-8 16,1-6 4-16,1 0-10 16,4-6-1-16,-2-1-7 15,2-2-1-15,4-4 2 16,5 0 2-16,11-18 1 15,1-7-1-15,5-7-5 16,1-3-1-16,0-4-2 0,-2 7-1 16,-5 5 2-16,-8 9-2 15,-13 9-1-15,-3 5 0 16,-9 4-2-16,0 0-17 16,-5 7-104-16,-16 15-57 15,-1 6-55-15,-6-1-100 16,-2-4-317-16</inkml:trace>
  <inkml:trace contextRef="#ctx0" brushRef="#br4" timeOffset="79737.22">10800 18137 932 0,'0'0'23'15,"0"0"120"-15,0 0 28 16,0 0-111-16,0 0-38 16,0 0-2-16,-9-1-4 15,24 14 91-15,-2 5-65 16,0-2-6-16,1-1 4 16,-2-1-15-16,1 0-4 15,-2-3-2-15,5-1-2 16,-4-1-6-16,4-4 0 15,3-1 0-15,4-4-3 16,13 0 2-16,10-23 9 16,9-3-6-16,1-11-9 0,7-5-1 15,-2 5-2-15,-6 0 0 16,-8 8 1-16,-6 5-2 16,-10 6 0-16,-9 3 5 15,-8 2-3-15,-1 7 13 16,-5 0-2-16,-4 2-3 15,-1 1 5-15,-1 3-8 16,-2 0-2-16,0 0-3 16,0 0 2-16,0 0-1 15,0 0-1-15,0 0 0 16,0 0-2-16,0 0 1 16,0 0 1-16,0 0-1 15,0 0-1-15,0 0-1 16,0 0 1-16,0 0 2 0,0 0-2 15,0 0 2-15,0 0-5 16,0 0 6-16,0 0-6 16,0 0 5-16,0 0-2 15,0 0 0-15,0 0-2 16,0 0 2-16,0 0-1 16,0 0 1-16,0 0-2 15,0 0 2-15,0 0 0 16,0 0 0-16,0 0 2 0,0 0-2 15,0 0 0 1,0 0 0-16,0 0 0 0,0 0 2 16,0 0-2-16,0 0 0 15,0 0 0-15,0 0 1 16,0 0-1-16,0 0 0 16,0 0-2-16,0 0 2 15,0 0 0-15,0 0 2 16,0 0 1-16,0 0-3 15,0-3 0-15,0 3 0 16,0 0 1-16,0 0-1 16,0 0 1-16,0 0-1 15,0-1 0-15,0 1 1 16,0 0-1-16,0 0 0 16,0 0 0-16,0-2 0 0,0 2 2 15,0 0-2-15,0 0 0 16,0 0 0-16,0 0 0 15,0 0 0-15,0 0-2 16,0 0 2-16,0 0 0 16,0 0-2-16,0 0 2 15,0 0 0-15,0 0 0 16,0 0 0-16,0 0 0 16,0 0 4-16,0 0-4 15,0 0 0-15,0 0-1 16,0 0-2-16,0 0 3 15,0 0 0-15,0-2 3 16,0 2-3-16,0 0 1 16,0 0-1-16,0 0 0 0,0 0 0 15,0 0 0-15,0 0-3 16,0 0 3-16,0 0 0 16,0 0 3-16,0 0-3 15,0 0 0-15,0 0-3 16,0 0 6-16,0 0-6 15,0 0 4-15,0 0-2 16,0 0 1-16,0-1-1 16,0 1 2-16,0 0 2 15,0 0-3-15,0 0 0 16,0 0-4-16,0 0 7 16,0 0-3-16,0 0 0 15,0 0-1-15,0 0-1 16,0 0 1-16,0 0 1 0,0 0 4 15,0 0-4-15,0 0 0 16,0 0-4-16,3 0 4 16,-3 0 0-16,0 0 0 15,0 0 0-15,0 0 1 16,0 0-2-16,0 0 2 16,0 0 1-16,0 0-2 15,0 0 0-15,0 0 0 16,0 0-3-16,0 0 4 15,0 0-1-15,0-1 2 16,0 1-1-16,0 0-1 0,0 0 0 16,0 0-1-16,0 0 1 15,0 0 0-15,3 0 0 16,-3 0 0-16,0 0 0 16,0 0 0-16,0 0 0 15,0 0 0-15,0 0 0 16,0 0 0-16,0 0-3 15,0 0 3-15,0 0 0 16,0 0 3-16,0 0-3 16,0 0 1-16,0 0-1 15,0 0 0-15,0 0 0 16,0 0-1-16,0 0 1 16,0-4 1-16,0 4-1 15,0 0 0-15,0 0-3 0,0-5 6 16,0 4-7-16,0-5 7 15,0 4-3-15,0 2 1 16,0-2-1-16,0 2-1 16,0 0 1-16,0 0 0 15,0 0 0-15,0 0 0 16,0 0 0-16,0 0-2 16,0 0 2-16,0 0 0 15,0 0-1-15,0 0 1 16,0 0 0-16,0 0-3 15,0 0 3-15,0 0 0 16,0 0 3-16,0 0-3 16,0 0 0-16,0-3 1 0,0 3-1 15,0-1 0-15,6 1 0 16,-6 0 0-16,0 0 0 16,0 0 0-16,0 0 1 15,0 0-1-15,0 0-1 16,0 0 1-16,0 0 0 15,0 0 0-15,0 0 0 16,0 0-1-16,0 0 1 16,0 0 0-16,0 0-1 15,0 0 1-15,0 0 0 16,0 0-2-16,0 0 2 0,0 0-1 16,0 0 4-1,0 0-4-15,0 0 1 0,0 0 0 16,0 0-2-16,0 0-1 15,0 0 3-15,0 0-2 16,0 0 1-16,0 0-1 16,0 0 1-16,0 0-2 15,0 0-1-15,0 0 3 16,0 0-4-16,0 0 2 16,0 0-1-16,0 0 1 15,0 0 2-15,0 0 2 16,0 0-1-16,0 0 0 15,0 0 0-15,0 0-2 16,0 0 2-16,0 0 0 0,0 0 0 16,0 0 0-1,0 0-2-15,1 0 0 0,-1 0 2 16,0 0-1-16,0 0-1 16,0 0 4-16,0 0-4 15,0 0 4-15,0 0-4 16,0 0 3-16,0 0-1 15,0 0 0-15,0 0-1 16,0 0 1-16,0 0 1 16,0 0-1-16,0 0-3 15,0 0 3-15,0 0 0 16,0 0 0-16,0 0 1 16,0 0-1-16,0 0 0 0,0 0 0 15,0 0 0 1,0 0-1-16,0 0 1 0,0 0 0 15,0 0 0-15,0 0-1 16,0 0 1-16,0 0-2 16,0 0 4-16,0 0-2 15,0 0 0-15,0 0 1 16,0 0-1-16,0 0-3 16,0 0 3-16,0 0 3 15,0 0-3-15,0 0 0 16,0 0 0-16,2 0 0 15,-2 0-1-15,0 0 1 0,0 0 0 16,0 0 0 0,0 0-2-16,0 0 0 0,0 0 2 15,0 0 3-15,0 0-3 16,0 0 0-16,0 0-1 16,0 0 1-16,0 0-1 15,0 0 1-15,0 0 0 16,0 0 1-16,0 0-1 15,0 0 0-15,0 0-1 16,0 0 2-16,0 0-2 16,0 0 1-16,0 0 0 15,0 0 0-15,0 0 0 16,0 0 0-16,0 0 0 0,0 0 0 16,0 0-1-1,0 0 1-15,0 0 0 0,0 0 0 16,0 0 0-16,0 0 0 15,0 0 0-15,0 0 0 16,0 0 0-16,0 0-3 16,0 0 5-16,0 0-4 15,0 0 1-15,0 0 1 16,0 0 3-16,0 0-2 16,0 0-2-16,0 0 1 15,0 0 0-15,0 0 0 16,0 0 0-16,0 0-2 15,0 0 3-15,0 0-1 0,0 0 0 16,0 0-1-16,0 0 1 16,0 0-1-16,0 0 1 15,0 0 0-15,0 0 0 16,0 0 0-16,0 0 1 16,0 0-1-16,0 0-2 15,0 0 2-15,0 0 1 16,0 0-1-16,0 0 1 15,0 0-1-15,0 0 0 16,0 0 0-16,0 0 0 16,0 0-1-16,0 0 1 15,0 0 0-15,0 0-1 16,0 0 1-16,0 0 0 16,0 0 0-16,0 0 0 15,0 0-1-15,0 0 2 0,0 0-1 16,0 0 0-16,0 0 0 15,0 0 0-15,0 0 0 16,0 0 0-16,0 0 0 16,0 0 0-16,0 0-3 15,0 0 2-15,0 0 1 16,0 0 3-16,0 0-2 16,0 0-1-16,0 0 0 15,0 0 0-15,0 0 0 16,0 0 0-16,0 0 1 15,0 0-1-15,0 0-1 0,0 0 1 16,0 0 0 0,0 0 1-16,0 0-1 0,0 0 0 15,0 0 0-15,0 0 0 16,0 0 0-16,0 0 0 16,0 0-2-16,0 0 3 15,0 0-1-15,0 0 2 16,0 0-2-16,0 0 0 15,0 0 0-15,0 0 0 16,0 0 0-16,0 0 0 16,0 0 0-16,0 0 0 15,0 0 0-15,0 0 0 16,0 0 0-16,0 0 0 0,0 0-2 16,0 0 2-1,0 0 1-15,0 0 0 0,0 0-1 16,0 0 0-16,0 0 0 15,0 0 0-15,0 0 0 16,0 0 0-16,0 0 0 16,0 0-3-16,0 0 3 15,0 0 3-15,0 0-3 16,0 0 0-16,0 0-1 16,0 0 1-16,0 0 0 15,0 0 1-15,0 0-3 16,0 0 2-16,0 0 0 0,0 0 0 15,0 0 2 1,0 0-2-16,0 0 0 0,0 0 1 16,0 0-1-16,0 0 0 15,0 0 1-15,0 0-2 16,0 0 2-16,0 0-1 16,0 0 0-16,0 0 1 15,0 0-1-15,0 0 0 16,0 0-1-16,0 0 1 15,0 0 1-15,0 0-1 16,0 0 0-16,0 0 0 16,0 0 0-16,0 0 0 15,0 0 1-15,0 0-1 16,0 0-1-16,0 0 1 16,0 0 0-16,0 0 1 0,0 0-1 15,0 0 0-15,0 0 0 16,0 0 0-16,0 0 0 15,0 0 0-15,0 0 1 16,0 0-3-16,0 0 2 16,0 0 0-16,0 0 1 15,0 0-1-15,0 0 1 16,0 0-1-16,0 0 1 16,0-2-1-16,0 2 0 15,0-1-1-15,0 1 2 16,0 0-2-16,0-2 3 15,0 2-3-15,0 0 1 0,0 0 0 16,0 0 0 0,0 0 0-16,0-1 0 0,0 1-1 15,0 0 1-15,0 0 0 16,0 0 0-16,0 0 0 16,0 0 0-16,0 0 0 15,0 0 0-15,0 0 0 16,0 0 0-16,0 0 0 15,1 0 0-15,-1 0 0 16,0 0 0-16,0 0 0 16,0 0-1-16,0 0 0 15,0 0 1-15,0 0-1 16,0 0-1-16,0 0 1 16,0 0 1-16,0 0 2 15,0 0-2-15,0 0 0 0,0 0-1 16,0 0 1-16,0 0 0 15,0 0 0-15,0 0 0 16,0 0 0-16,0 0 1 16,0 0-1-16,0 0 1 15,0 0-1-15,0 0 0 16,0 0 0-16,0 0 0 16,0 0 0-16,0 0 0 15,0 0-1-15,0 0 1 16,0 0 0-16,0 0 0 15,0 0 0-15,0 0 0 16,0 0 1-16,0 0-1 0,0 0 0 16,0 0 0-1,0 0 0-15,0 0 0 0,0 0-2 16,0 0 2-16,0 0 1 16,0 0 1-16,2 0-3 15,-1 0 1-15,-1 0 0 16,0 0 0-16,0 0 0 15,0 0 0-15,0 0-1 16,0 0 1-16,0 0 0 16,0 0 0-16,0 0 0 15,0 0 0-15,0 0-1 16,0 0-1-16,0 0 3 16,0 0-1-16,0 0 0 0,0 0 0 15,0 0 0 1,0 0 0-16,0 0 0 0,0 0 0 15,0 0 0-15,0 0 0 16,2-4 0-16,5 1 0 16,2-1 0-16,0-2 1 15,-3 4-1-15,-1-3 1 16,-1 3-1-16,1-1 1 16,-4 1-1-16,1 1 0 15,-2 0 1-15,0 1 0 16,0 0-2-16,0 0 1 15,0 0-1-15,0 0 1 0,0 0 2 16,0 0-2 0,0 0 0-16,0 0 1 0,0 0-1 15,0 0 0-15,0 0 0 16,0 0 0-16,0 0 0 16,0 0 0-16,0 0 0 15,0 0-1-15,0 0-1 16,0 0 2-16,0 0-2 15,0 0 0-15,0 0 0 16,0 1 2-16,0 5-1 16,0-1 1-16,0 0 0 15,0-2 0-15,0 2 0 16,0-4 1-16,0 0-1 16,0-1 0-16,0 0 0 15,0 0 0-15,0 0 1 0,0 0-1 16,0 0 0-16,0 0 2 15,0 0 2-15,0 0-4 16,0 0 2-16,0 0 0 16,0 0-2-16,0 0 0 15,0 0 1-15,0 0-1 16,0 0 0-16,0 0 1 16,0 0-1-16,0 0 0 15,0 0 0-15,0 0 1 16,0 0-1-16,0 0-2 15,0 0 2-15,0 0 2 16,0 0-2-16,0 0-1 0,0 0 1 16,0 0 1-1,0 0-1-15,0 0 0 0,0 0 0 16,0 0-1-16,0 0 1 16,0 0 0-16,0 0 0 15,0 0 0-15,0 0-1 16,0 0 1-16,0 0-1 15,0 0 1-15,0 0 0 16,0 0 0-16,0 0 1 16,0 0-2-16,0 0 1 15,0 0 0-15,0 0 0 16,0 0 0-16,0 0 0 16,0 0 0-16,0 0 0 0,0 0 0 15,0 0 0-15,0 0 0 16,0 0 0-16,0 0 0 15,0 0-1-15,0 0 2 16,0 0-2-16,0 0 2 16,0 0-1-16,0 0 1 15,0 0-1-15,0 0-1 16,0 0 1-16,0 0 1 16,0 0-1-16,0 0-1 15,0 0 1-15,0 0 0 16,0 0 0-16,0 0 1 15,0 0-2-15,0 0 1 16,0 0 0-16,0 0 0 16,0 0 0-16,0 0 0 15,0 0 0-15,0 0-2 0,0 0 1 16,0 0 2-16,0 0-1 16,0 0 0-16,0 0 0 15,0 0 1-15,0 0 0 16,0 0-1-16,0 0 0 15,0 0 0-15,0 0 0 16,0 0 0-16,0 0 0 16,0 0 0-16,0 0 0 15,0 0 1-15,0 0-2 16,0 0 1-16,0 0 0 16,0 0 0-16,0 0 0 15,0 0 1-15,0 0 0 0,0 0-1 16,0 0 2-16,0 0-2 15,0 0 1-15,0 0 0 16,0 0 1-16,0 0-2 16,0 0 1-16,0 0 1 15,0 0-2-15,0 0 1 16,0 0-1-16,0 0 0 16,0 0 0-16,0 0 0 15,0 0 0-15,0 0-1 16,0 0 0-16,0 0 1 0,0 0 0 15,0 0 0 1,0 0 0-16,0 0 0 0,0 0 0 16,0 0-1-16,0 0 2 15,0 0-1-15,0 0 0 16,0 0 0-16,0 0 0 16,0 0 0-16,0 0 0 15,0 0 1-15,0 0-1 16,0 0 0-16,0 0 0 15,0 0 0-15,0 0-1 16,0 0 1-16,0 0 0 16,0 0 0-16,0 0 0 15,0 0 0-15,0 0 0 16,0 0-1-16,0 0 2 16,0 0-3-16,0 0 2 15,0 0 0-15,0 0 2 16,0 0-2-16,0 0 0 0,0 0 0 15,0 0 0-15,0 0 1 16,0 0-1-16,0 0 0 16,0 0 0-16,0 0 0 15,0 0 0-15,0 0 0 16,0 0 1-16,0 0-1 16,0 0 0-16,0 0 0 15,0 0 0-15,0 0 0 16,0 0 0-16,0 0 1 15,0 0-1-15,0 0 0 16,0 0 1-16,0 0-1 16,0 0 0-16,0 0 0 0,0 0-2 15,0 0 2-15,0 0 0 16,0 0 2-16,0 0-2 16,0 0 0-16,0 0 1 15,0 0-1-15,0 0 0 16,0 0-1-16,0 0 1 15,0 0 0-15,0 0 0 16,0 0-1-16,0 0 2 16,0 0 0-16,0 0-1 15,0 0 0-15,0 0 0 16,0 0-1-16,0 0 2 0,0 0-1 16,0 0 0-1,0 0-3-15,0 0 3 0,0 0 2 16,0 0-2-16,0 0 0 15,0 0-1-15,0 0 1 16,0 0 0-16,0 0-1 16,0 0 1-16,0 0 0 15,0 0 0-15,0 0 0 16,0 0 0-16,0 0 0 16,0 0 1-16,0 0-1 15,0 0 0-15,0 0 0 16,0 0-1-16,0 0 1 0,0 0 0 15,0 0-1 1,0 0 1-16,0 0-1 0,0 0 1 16,0 0-1-1,0 0 2-15,0 0-1 0,0 0 0 16,0 0 1-16,0 0 0 16,0 0-1-16,0 0 0 15,0 0 0-15,0 0 0 16,0 0 0-16,0 0-1 15,0 0 1-15,0 0 0 16,0 0 1-16,0 0 0 16,0 0-1-16,0 0 0 15,0 0 0-15,0 0-1 16,0 0 0-16,0 0 1 16,0 2 0-16,0-2 0 0,0 0 0 15,0 1-1-15,0-1 0 16,0 0 0-16,0 0-1 15,0 0 0-15,0 3 1 16,0-3 0-16,0 0-1 16,0 0 2-16,0 0 0 15,0 0-4-15,0 1 2 16,0-1 1-16,0 0-6 16,0 0 7-16,-2 3-3 15,-1 3 3-15,0-3 0 16,0 2 0-16,2-3 1 15,1-1-1-15,0 2 0 0,-2-3 0 16,2 0 0-16,0 2 0 16,0-2-2-16,-3 4 4 15,3-4-2-15,0 0 0 16,-3 2-1-16,3 2 1 16,0 0 0-16,0-3 0 15,0 2-1-15,-3 0 0 16,3 1 1-16,0 1 0 15,0-2-2-15,0 0-1 16,0 2 3-16,0-3 0 16,0 0-2-16,0-1 1 15,0 1 1-15,0-2 0 16,0 0-1-16,0 0 1 0,0 0 0 16,0 0 1-16,0 0-1 15,0 0 0-15,0 0 0 16,0 0 1-16,0 0-1 15,0 0 0-15,0 0-1 16,0 0 2-16,0 0-2 16,0 0 1-16,0 0 0 15,0 0-2-15,0 0-15 16,0 0-30-16,0 2-39 16,0 5-63-16,3 0-36 15,6 2-48-15,6-9-141 16</inkml:trace>
  <inkml:trace contextRef="#ctx0" brushRef="#br4" timeOffset="81612.23">22966 11435 494 0,'0'0'213'0,"0"0"-191"0,0 0 83 0,0 0 21 16,0 0-34-16,0 0 24 16,0 0-21-16,-11 38 3 15,8-30 4-15,1-5-29 16,-1 3-5-16,2-3-8 0,-1-2-13 15,1 1-9 1,1-2 4-16,0 0-15 0,0 0 0 16,0 0-2-16,0 0-14 15,0 0 4-15,0 0 0 16,0 0-6-16,0 0 11 16,0 0-3-16,0 0 0 15,0 0 1-15,0 0-8 16,0 0 7-16,0 0-5 15,0 0-7-15,-2 0 6 16,2 0-11-16,0 0 0 16,0 0 0-16,-1 0 0 15,1 0 0-15,0 0 0 16,0 0 0-16,0 0 0 0,0 0 0 16,0 0 0-1,0 0 0-15,0 0 0 0,0 0 0 16,0 0 0-16,0 0 0 15,0 0 0-15,0 0 0 16,0 0 0-16,0 0 0 16,0 0 0-16,0 0 0 15,0 0 0-15,0 0 0 16,0 0-29-16,0 0-50 16,0 0-29-16,0 0-102 15,12-7-156-15,10-9-123 16</inkml:trace>
  <inkml:trace contextRef="#ctx0" brushRef="#br5" timeOffset="46932.48">28793 14211 165 0,'0'0'69'0,"0"0"-69"0,-88 11-73 0,62 3 20 0,5 3 23 0</inkml:trace>
  <inkml:trace contextRef="#ctx0" brushRef="#br5" timeOffset="47434.01">28445 14205 710 0,'0'0'58'0,"0"0"-46"0,-6-72 111 0,6 42 10 15,3 3-60-15,7-2-14 16,2 3 5-16,0 2-17 15,-3 5 2-15,-4 7 5 16,-1 7-12-16,-2 2 12 16,-2 3-4-16,0 0-28 15,0 0-19-15,0 6-3 16,0 17-13-16,0 12 13 16,0 7 2-16,10-5-1 15,4-2 4-15,8-5-3 0,11-6 10 16,10-9 14-1,15-11 29-15,13-4-4 16,10-19-24-16,7-16 2 0,0-9-10 16,-7-7-2-16,-7-12-2 15,-9-11 1-15,-6-12-11 16,-4 2-2-16,-8 15 1 16,-14 24-4-16,-12 20 1 15,-12 15-1-15,-8 8-3 16,-1 2 0-16,0 0-20 15,-6 8-23-15,-19 19-36 16,-14 9-25-16,-5 10-82 16,-6 4-40-16,-2 0-60 15,-5-4-305-15</inkml:trace>
  <inkml:trace contextRef="#ctx0" brushRef="#br5" timeOffset="47819.04">28653 13683 884 0,'0'0'45'0,"0"0"-35"0,0 0 168 16,0 0-43-16,0 0-111 16,0 0-24-16,0-11 0 15,1 50 20-15,3 7 35 16,-2 2 9-16,-1-4-26 15,4 2 3-15,1-13-3 16,7-7-14-16,7-9-3 0,6-10 2 16,13-7 30-16,19 0 16 15,18-16-19 1,18-19-24-16,6-13-12 16,6-11 0-16,2-4-8 0,-10 0 11 15,-10 9-5-15,-18 12-12 16,-24 16 1-16,-23 10-3 15,-13 9 3-15,-8 4-3 16,-2 2 2-16,0 0-5 16,1-2-11-16,2-4-74 0,3-5-86 15,2-6-108-15,-1-8-99 16</inkml:trace>
  <inkml:trace contextRef="#ctx0" brushRef="#br5" timeOffset="49869.7">14646 1116 808 0,'0'0'157'0,"0"0"-156"0,0 0 47 0,0 0 61 0,0 0-88 15,0 0-21-15,1-10-6 16,1 15 5-16,1 5 1 15,-2 1 12-15,2 2 10 16,-1 2 12-16,-2-4-9 16,1 0-5-16,-1-2-11 0,0-4-1 15,0-3-5-15,2-2-2 16,-2 0 0-16,1 0 3 16,1 0 3-16,-1 0 21 15,1 0 49-15,-1-6 11 16,4-11-46-16,4-8-34 15,1-5 0-15,8-8 0 16,2-3-3-16,5-8 1 16,3-6-5-16,-3-3 5 15,-5 3 2-15,-2 7 0 16,-6 11 5-16,-3 13 34 0,-6 11-40 16,0 7 5-16,-3 6-3 15,1 0-9-15,7 9-9 16,5 19-4-16,5 12 12 15,6 8 1-15,1 2 1 16,3 3 2-16,2-4 2 16,0-1-5-16,0-6 1 15,-2-9 1-15,-5-6-1 16,-5-6 0-16,-8-13 0 16,-5-5-1-16,-4 2 0 15,-1-5 0-15,0 0 8 16,0 0 5-16,0 0 54 15,-19-15 2-15,-16-7-56 0,-15-6-11 16,-10-3-2-16,-6-1 0 16,-2-1-1-16,-2 0 1 15,6 4-1-15,8 3 2 16,12 7-1-16,12 4 1 16,13 7 0-16,8 3-1 15,11 4 0-15,0 1-3 16,0 0-4-16,0 0-6 15,0 0-1-15,11 0 5 16,16 0 6-16,14 1 2 16,16 2 1-16,10-3 0 15,8 0 0-15,1 0 0 16,-4 0-2-16,-8-3 1 16,-12 2-2-16,-18 1 2 0,-17-2 1 15,-9 2 1-15,-8 0-1 16,0 0 0-16,-16 0 7 15,-24 8 1-15,-24 12-8 16,-20 10 0-16,-7 3 0 16,-1 4 2-16,5 2 2 15,14-2-4-15,13 0 3 16,20-9-3-16,16-4 0 16,15-7-6-16,9-3-9 15,2-5-63-15,23-9-230 16,11 0-167-16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00:21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 3416 1250 0,'0'0'216'0,"0"0"-167"0,0 0 171 16,0 0-120-16,0 0-70 16,0 0-13-16,-33 5-6 0,33-5-9 15,0 2-4 1,0-2-4-16,0 1-27 0,0 1-92 15,17 1-121-15,5-3-44 16,-1 0-137-16</inkml:trace>
  <inkml:trace contextRef="#ctx0" brushRef="#br0" timeOffset="1245.58">1402 2762 1019 0,'0'0'6'0,"0"0"13"0,0-79 151 0,0 70-43 15,1 4-56-15,2 5-12 16,0 14-43-16,2 26-13 16,7 16 14-16,-7 17 30 15,-5 8-20-15,0 7 6 16,-8 5-5-16,-10 0-17 16,-6-4-8-16,0-8-3 15,2-14 0-15,4-13 0 16,6-14-3-16,3-18 1 15,5-8-2-15,4-10-28 0,0-4-81 16,0-1 12 0,0-24 41-16,1-11-35 0,7-10 9 15,-4-7 40-15,-1 1 6 16,0 7 31-16,-2 11 9 16,1 12 2-16,-1 10 19 15,-1 8 42-15,2 2-9 16,4 2-51-16,3 0-2 15,15 0-1-15,4 3 13 16,2 0-6-16,4-3-3 16,1 0-2-16,-1 0-2 15,-1-10 3-15,-2-6-1 16,-7-8-2-16,0-9 1 0,-9-5-1 16,-5-5 5-1,-1-4 0-15,-9 8-5 0,0 11 7 16,0 11 0-1,0 11 78-15,0 6-1 0,-1 6-56 16,-7 25-19-16,1 12-9 16,4 9 17-16,-5 6 5 15,2 1 4-15,0 2-8 16,2-1-14-16,-5-4-1 16,3-4-3-16,3-10-3 15,3-10-6-15,0-10-73 16,0-11-86-16,12-9-38 15,10-2-52-15,4-8-344 16</inkml:trace>
  <inkml:trace contextRef="#ctx0" brushRef="#br0" timeOffset="1593.66">1933 3361 939 0,'0'0'11'0,"0"0"197"0,0 0-103 0,0 0-98 16,0 0-2-16,-58 71 64 15,37-30-7-15,6-1-5 16,2-1-26-16,10-4-16 16,3-5-10-16,0-2-2 0,19-7 3 15,8-11-5 1,7-10 2-16,5 0 2 0,3-16 2 15,-2-12-6-15,-7-6 7 16,-12-7-4-16,-8-1 6 16,-13 0 0-16,0 3-2 15,-22 7-4-15,-8 11-4 16,-3 9-2-16,5 8-33 16,7 4-74-16,5 0-81 15,8 12-151-15,8-1-431 16</inkml:trace>
  <inkml:trace contextRef="#ctx0" brushRef="#br0" timeOffset="1792.97">2751 3141 1287 0,'0'0'17'15,"0"0"139"-15,0 0-27 16,0 0-108-16,0 0-21 16,0 0-25-16,-12 3-48 15,16 22-164-15,-4-2-120 16,0 2-426-16</inkml:trace>
  <inkml:trace contextRef="#ctx0" brushRef="#br0" timeOffset="1970.83">2733 3439 1162 0,'0'0'87'16,"0"0"193"-16,0 0-157 15,0 0-91-15,0 0-29 16,0 0-3-16,-10-25-49 16,10 21-285-16,4-4-356 15</inkml:trace>
  <inkml:trace contextRef="#ctx0" brushRef="#br0" timeOffset="2808.47">4329 2866 867 0,'0'0'55'0,"0"0"-27"0,0 0 184 0,0 0-46 15,0 0-90-15,0 0-65 16,-35 82 68-16,7 3 6 16,0 10-34-16,3 9 11 15,-2 5-19-15,2 11-17 16,-2 10-11-16,3 0-8 15,3-5-6-15,5-12-1 16,5-26-2-16,5-21 1 0,3-22-5 16,3-19-36-16,0-17-48 15,0-8-98-15,17-25-35 16,8-25-19-16,3-19-178 16</inkml:trace>
  <inkml:trace contextRef="#ctx0" brushRef="#br0" timeOffset="3222.47">4259 2867 982 0,'0'0'13'15,"0"0"45"-15,0 0 162 16,0 0-161-16,0 0-58 16,-18 91 39-16,18-20 14 15,-3 4 3-15,-4 1 5 0,4-2-2 16,3-5-22-16,0-8-16 15,0-9-6-15,16-12-7 16,9-13-8-16,10-14 0 16,8-13-2-16,5-3 0 15,8-28 1-15,-3-13 1 16,-4-12 2-16,-10-10-3 16,-12-8 1-16,-14 1 1 15,-1 5-1-15,-12 19 1 16,0 18-1-16,0 18 4 15,0 13 19-15,-2 15-5 0,-8 21-17 16,1 9 2-16,3 6 4 16,6-2 2-16,0 1-3 15,6-3-5-15,13-2-2 16,4-4-2-16,7-8 0 16,13-7-23-16,5-11-124 15,4-9-142-15,0-6-120 16</inkml:trace>
  <inkml:trace contextRef="#ctx0" brushRef="#br0" timeOffset="3841.92">6660 2966 797 0,'0'0'205'0,"0"0"-133"15,0 0 170 1,0 0-99-16,0 0-105 0,0 0 1 15,-5 97 96-15,4-37-72 16,1 7-11-16,-2 4-4 16,2 2-28-16,0-3-8 15,0-3-11-15,0-8-1 16,0-11-1-16,0-11-1 16,5-13-34-16,4-11-77 15,10-13-107-15,9-11-65 16,8-23-119-16</inkml:trace>
  <inkml:trace contextRef="#ctx0" brushRef="#br0" timeOffset="4976.76">7140 3106 1024 0,'0'0'38'0,"0"0"7"15,-69 86 146-15,53-46-89 16,10 7-41-16,3-2-31 15,3-4-4-15,6-3-17 16,13-9-4-16,4-7-5 16,8-9 3-16,9-7 1 15,7-6-3-15,5 0 3 16,3-13-3-16,-1-8-1 16,-8-6 0-16,-4-6 0 0,-12-2-1 15,-13-6 2-15,-15 3-1 16,-2 0 5-1,-19 5 0-15,-16 2-4 0,-7 3 6 16,-4 7 0-16,1 3 16 16,4 5-1-16,7 3-6 15,11 4 2-15,10 2-3 16,11 1-12-16,2 2 0 16,0-4-3-16,21-1-5 15,16-3-4-15,14-1 4 16,7 1-2-16,1-3-19 15,0 5 16-15,1 0 8 16,4 1 2-16,3 3 0 0,-10 3 0 16,-8 3 0-1,-13 10 0-15,-14 7-2 0,-13 3 2 16,-7 6 0-16,-2 4 5 16,0 2 24-16,-14 3 12 15,1 0-14-15,1 0 7 16,7-2-25-16,5-3 2 15,0-5-9-15,11-1 0 16,14-5-2-16,8-7 3 16,9-8-2-16,10-7 3 15,0 0-1-15,5-4 0 16,-3-13 0-16,-4-3 0 0,-6-5-1 16,-9-5 1-16,-12-2 1 15,-7-4 6 1,-14 0-1-16,-2 2-1 0,-11 3-4 15,-14 4 6-15,-10 3-7 16,-6 3-2-16,-4 2 1 16,2 3-1-16,6 2-1 15,7 2-1-15,10 4 1 16,10-1-2-16,8 1 2 16,2-4 1-16,0-2-1 15,18-2-5-15,10 0 4 16,8 1-2-16,5 3 3 15,2 2-3-15,0 4 1 0,2 2-5 16,3 4 7-16,-1 0-4 16,3 1 2-16,-1 16 0 15,-1 1 2-15,-10 2-1 16,-8 0 1-16,-7 3-1 16,-9-3-1-16,-6 3 2 15,-8-1-2-15,0 5 2 16,0-2 0-16,-3 3 0 15,-6-1 4-15,0-1-1 16,5-1 3-16,2-1-1 16,2-2 0-16,0-1-1 15,19-2-2-15,8-3 1 16,8-5 1-16,8 0 1 0,8-6-2 16,10-1-1-1,3-4 0-15,-3 0 7 0,-4 0-5 16,-14-15 0-16,-13-4-4 15,-8-9 8-15,-7-11-6 16,-10-6 4-16,-5-4-3 16,-3-2 2-16,-25 1-3 15,-13 7-2-15,-12 5-2 16,-15 9-5-16,-15 10-3 16,-16 13-80-16,-17 6-163 15,-12 4-269-15</inkml:trace>
  <inkml:trace contextRef="#ctx0" brushRef="#br0" timeOffset="5859.09">6127 3063 1244 0,'0'0'31'0,"0"0"238"16,0 0-142-16,0 0-98 0,0 0-24 16,0 0-4-16,-5-11 3 15,38 16 5-15,12-2 15 16,9-1 2-16,1-2-14 16,0 1-12-16,-10 2 0 15,-6 2-4-15,-11 3-49 16,-13 9-246-16,-15-2-83 15,-10 6-223-15</inkml:trace>
  <inkml:trace contextRef="#ctx0" brushRef="#br0" timeOffset="6009.62">6094 3352 940 0,'0'0'115'16,"0"0"90"-16,0 0 2 15,0 0-154-15,0 0-4 0,100 25 53 16,-31-25-85-16,7 0-17 15,-12-4-3-15,-1-5-240 16,-20-4-401-16</inkml:trace>
  <inkml:trace contextRef="#ctx0" brushRef="#br0" timeOffset="7071.81">1108 5170 912 0,'0'0'50'0,"0"0"156"0,0 0-32 16,0 0-114-16,0 0-58 16,9 91 84-16,-9 3 23 15,-4 10-47-15,-20 9-13 16,6 8-22-16,-9 7-19 16,6-4-4-16,3-12-3 0,6-13-2 15,5-25 1-15,5-20-4 16,2-24-32-16,0-16-76 15,0-14-66-15,5-24-5 16,4-21 1-16,1-23-54 16,-2-14 29-16,-8-11 75 15,0 0 132-15,0 12 11 16,0 18 170-16,1 26 20 16,4 14-17-16,1 11-6 15,5 5-103-15,6 5-46 16,16-1-5-16,10-3-10 15,8-4 8-15,10-3-3 0,0-6-7 16,-4-4-9-16,-8-1 0 16,-12-4-3-16,-10-2 0 15,-16-6 4-15,-7-9 6 16,-4-2-7-16,0 3 2 16,-4 12 2-16,1 14 13 15,-2 11 50-15,2 7 8 16,-3 32-64-16,3 15-9 15,-4 17 18-15,-2 8 9 16,-2 11-2-16,1 4-6 16,1 9-15-16,0 1-7 15,3-4-2-15,4-8-9 0,2-18 2 16,0-19-105 0,5-22-105-16,13-18-93 15,12-8-237-15</inkml:trace>
  <inkml:trace contextRef="#ctx0" brushRef="#br0" timeOffset="7562.24">1975 6017 1151 0,'0'0'56'0,"0"0"-26"0,0 0 110 15,0 0-124-15,100-53-16 16,-60 30-3-16,-7-1 2 15,-18-3 1-15,-15 1 0 16,0 3 3-16,-21 4 1 0,-13 11-1 16,-8 8 5-16,-6 2 22 15,-4 27 20-15,3 11 3 16,7 10-2-16,6 1-2 16,12 2-30-16,10-6-8 15,12-6-9-15,2-9-1 16,10-9-2-16,14-8-1 15,5-8-3-15,8-7 5 16,0-1-10-16,8-20-7 16,6-8 5-16,-1-6 5 15,-2 3 5-15,-3 5 2 16,-14 13 1-16,-10 11 2 16,-6 4-2-16,-6 29 16 15,-3 13 13-15,-1 8 14 0,-4 6-11 16,2-3-17-16,6-9-12 15,3-12-4-15,13-10 0 16,11-11-2-16,10-12-8 16,23-10-96-16,7-25-134 15,6-13-42-15,-3-9-218 16</inkml:trace>
  <inkml:trace contextRef="#ctx0" brushRef="#br0" timeOffset="7697.67">3009 5695 894 0,'0'0'139'0,"0"0"-139"0,0 0-2 0,0 0 2 0,0 0 0 16,131 28-7-16,-92-22-171 16,-11 1-278-16</inkml:trace>
  <inkml:trace contextRef="#ctx0" brushRef="#br0" timeOffset="7842.34">2977 5981 1076 0,'0'0'165'15,"0"0"-155"-15,0 0 204 16,80-14-126-16,5-6-56 16,21 0-32-16,15-3-9 0,4 0-170 15,1-4-191-15</inkml:trace>
  <inkml:trace contextRef="#ctx0" brushRef="#br0" timeOffset="8745.18">4581 5418 1020 0,'0'0'54'0,"0"0"-40"0,-28 80 133 0,13 0 6 0,-3 15-29 0,-6 21-23 16,-4 16-11-16,-5 8-27 15,-1 12-33-15,-2-2-12 16,0-8-12-16,5-8-1 16,5-20-5-16,7-26 0 15,7-26-1-15,9-27-2 16,3-16-2-16,0-19-34 15,3-19-92-15,22-31 14 0,7-22-76 16,-1-23 4-16,2-23 12 16,-9-21-17-16,-5-22 116 15,-8-15 40-15,-1 1 38 16,-10 17 73-16,0 30 12 16,0 46 47-16,0 32 40 15,0 29-26-15,0 15-36 16,0 6-22-16,0 33-86 15,-3 20 2-15,-4 14 27 16,7 9-5-16,0 2 1 16,0-1 19-16,18-2-19 15,7-10-14-15,9-14-9 16,5-17-2-16,9-19-2 0,4-15 1 16,5-4 0-16,1-31 2 15,-4-8-1-15,-14-18-1 16,-10-10 2-16,-14-1 1 15,-13 2 1-15,-3 18-2 16,0 18 5-16,-3 18 1 16,-4 11 51-16,1 5-12 15,-6 25-45-15,-1 17-3 16,2 9 6-16,5 5-1 16,6 2-1-16,0-2-4 15,24-3 0-15,4-12-2 16,11-7-1-16,9-14-56 15,4-10-131-15,8-10-107 16,-1 0-124-16</inkml:trace>
  <inkml:trace contextRef="#ctx0" brushRef="#br0" timeOffset="9405.15">6428 5348 1242 0,'0'0'0'0,"0"0"33"0,0 0 68 0,0 0-34 16,0 0 53-16,-49 100-40 16,9-56-12-16,-11 0-11 15,-13 4-20-15,-5-3-5 16,-5-4-1-16,11-8-9 15,9-4-8-15,17-13 11 16,18-7-13-16,14-3-12 16,5-1 0-16,11 8-5 15,28 5 5-15,19 9 1 16,19 4 2-16,4 3 1 0,5 6 2 16,-1-4-3-16,-1 4 4 15,-11-2-2-15,-6-3-2 16,-15-5 2-16,-13-6-5 15,-15-7 0-15,-6-5-6 16,-3-3-46-16,0-8-70 16,7-1-96-16,8-14-127 15,3-17-201-15</inkml:trace>
  <inkml:trace contextRef="#ctx0" brushRef="#br0" timeOffset="9653.75">7237 5410 1222 0,'0'0'36'0,"0"0"39"0,0 0 115 15,0 0-97-15,0 0-48 16,0 0 80-16,11 121-55 16,-1-68-32-16,-1 2 2 15,0 5-14-15,4 4-9 16,-7-1-14-16,2-4-3 15,-5-8 0-15,0-13-2 16,1-12-48-16,5-12-90 16,3-12-93-16,7-2-141 15,5-30-104-15</inkml:trace>
  <inkml:trace contextRef="#ctx0" brushRef="#br0" timeOffset="10654.87">7716 5423 1027 0,'0'0'175'0,"0"0"-131"16,0 0 103-16,0 0-15 16,0 0-11-16,-43 117-77 15,40-68 1-15,3 1-12 16,0 0-12-16,16-4-8 16,10-6-7-16,2-4-3 15,13-8-1-15,4-8 1 16,7-11 2-16,7-9-3 15,-8 0 1-15,-8-12-2 0,-12-21-1 16,-13-5-2-16,-11-8-1 16,-7-1 2-16,-10 3 1 15,-21 0 0-15,-5 7 0 16,-6 2 0-16,2 5 3 16,3 7 4-16,8 8 1 15,13 4 8-15,7 9-7 16,9-1-4-16,0 3-5 15,0 0 0-15,16 0-8 16,23 0 7-16,16 0 1 16,12 0-2-16,5 0 1 15,-2-1-10-15,-1-5 7 16,-2 3-8-16,-7-1 8 16,-11 1 1-16,-15 3 1 0,-7 0 1 15,-15 4-1-15,-9 14-2 16,-3 5 2-16,0 7 3 15,-15 4-1-15,-3-2 6 16,6-2-2-16,2-2-2 16,8-4-1-16,2 1 0 15,0-5-2-15,18-4 1 16,6-5 0-16,10-7 0 16,7-4-1-16,3 0-3 15,1-7 2-15,1-7-7 16,-1-6-8-16,-8-3 0 15,-7-4 6-15,-9-3 6 16,-7-1 2-16,-7-2 3 0,-7 1 0 16,0 3 0-16,-13 4-1 15,-6 0 2-15,-1 5-1 16,0 3 0-16,4 2 0 16,4 5 0-16,6 3 1 15,6 1 0-15,0 0 0 16,0 0-1-16,24-2-6 15,13 1-1-15,8 2 2 16,4 4-1-16,-1 1-10 16,-3 0 10-16,-1 0 6 15,-5 5 0-15,-6 9 0 16,-8 6-4-16,-8 1 4 16,-10 6 0-16,-7 1 1 0,0 2 1 15,0 1 2-15,-9 1 8 16,-3-1 10-16,9-3 1 15,2-1-9-15,1 0 1 16,4-4-10-16,20-4 4 16,6-5 1-16,7-7-2 15,8-4 0-15,7-3-3 16,8 0 4-16,3-16 2 16,-8-6 1-16,-9-6-4 15,-13-8 12-15,-6-3 6 16,-17-2-3-16,-10-1 2 15,-15 4-12-15,-37 7-8 16,-21 3-5-16,-18 12-2 16,-14 9-24-16,-8 7-149 15,-5 0-299-15</inkml:trace>
  <inkml:trace contextRef="#ctx0" brushRef="#br0" timeOffset="18375.78">5542 3052 768 0,'0'0'23'0,"0"0"167"0,0 0-70 0,0 0-19 16,0 0-42-16,0 0-28 15,-33-20-10-15,33 20 1 16,0 3-4-16,0 8 9 16,14 5 25-16,13 1-8 0,6 5-16 15,8 3-7 1,12 2 1-16,5 5-3 0,3 0-8 15,8 2-6-15,-1 0-2 16,-7 0 0-16,-5-2-3 16,-15-1 2-16,-14-4 0 15,-15-2 0-15,-12 1 6 16,0-1 39-16,-28 5 8 16,-11 5-12-16,-15 10-7 15,-16 11-16-15,-12 7-13 16,-7 5-5-16,2-4-2 15,14-6-33-15,16-17-240 16,11-23-442-16</inkml:trace>
  <inkml:trace contextRef="#ctx0" brushRef="#br0" timeOffset="22357.12">14039 1325 727 0,'0'0'306'0,"0"0"-306"16,0 0 0-16,-63 74 98 0,22-15-50 15,-9 13-2-15,-8 0 18 16,-6 5-4-16,-2-3-25 16,-1-3-9-16,0-6 8 15,6-8-15-15,11-11-13 16,14-13-5-16,11-12-1 16,12-9-2-16,10-7-14 15,3-5-95-15,0-9-99 16,16-16-32-16,-2-13-98 15</inkml:trace>
  <inkml:trace contextRef="#ctx0" brushRef="#br0" timeOffset="22617.05">13618 1401 907 0,'0'0'108'0,"0"0"-74"15,0 0 122-15,0 0-110 16,0 0-36-16,74 81 48 15,-38-21 38-15,2 6-22 16,-1 2-8-16,2 0-16 16,-2-4-21-16,-1-1-13 15,-3-8-11-15,-5-8-4 16,-1-13 1-16,-6-8-2 16,-5-10-4-16,-5-9-7 15,-4-7-97-15,-4-10-125 0,-3-19-88 16,-9-12-404-16</inkml:trace>
  <inkml:trace contextRef="#ctx0" brushRef="#br0" timeOffset="22842.72">13242 1075 392 0,'0'0'664'16,"0"0"-664"-16,0 0-11 0,0 0 11 16,0 0 22-16,0 0 36 15,115 30-16-15,-50-24 13 16,13-5-16-16,10-1-20 16,6 0-18-16,0 0-1 15,-1 0-2-15,-2 0-41 16,-2 0-394-16</inkml:trace>
  <inkml:trace contextRef="#ctx0" brushRef="#br0" timeOffset="23092.93">15177 1624 1271 0,'0'0'8'0,"0"0"2"15,0 0 55-15,0 0-45 16,0 0-20-16,103 0-5 16,-48 0 4-16,-1 0-2 15,-8 0-22-15,-8 3-233 16,-15 1-105-16</inkml:trace>
  <inkml:trace contextRef="#ctx0" brushRef="#br0" timeOffset="23249.79">15259 1777 1092 0,'0'0'49'0,"0"0"-46"0,0 0 50 15,0 0-43-15,103 0-7 16,-15 0-3-16,18 0-104 15,13-2-268-15,7-8-58 16</inkml:trace>
  <inkml:trace contextRef="#ctx0" brushRef="#br0" timeOffset="24119.82">17160 1363 668 0,'0'0'112'0,"0"0"-47"0,0 0 80 0,0 0-7 0,0 0-88 15,0 0-8-15,0-34 4 16,6 26-24-16,1-4 19 16,-1-6-3-16,-1-6-1 15,-5-4-22-15,0 1-1 16,-3 6 10-16,-18 1-11 16,-4 7 4-16,-7 6 5 15,-2 7-12-15,-6 0-3 16,-2 16 3-16,0 11-10 15,5 6-1-15,7 4-3 16,6 0 2-16,12-2-2 16,7-4-1-16,5-3-1 0,13-8 5 15,13-4-5-15,13-12 3 16,7-4 3-16,5-9 1 16,4-13 0-16,-2-6 0 15,-7 1-1-15,-9-1 6 16,-14 9-4-16,-7 6 5 15,-12 7 10-15,-4 6 63 16,0 0-53-16,-10 26-27 16,-17 11 0-16,-6 19 3 15,-1 9 6-15,4 7 1 16,5 5-4-16,4-3-6 16,7-7 0-16,11-12-2 15,3-13-3-15,6-14-7 0,23-15-53 16,8-13-177-16,10 0-48 15,8-28-213-15</inkml:trace>
  <inkml:trace contextRef="#ctx0" brushRef="#br0" timeOffset="24607.04">17857 1389 958 0,'0'0'4'0,"0"0"32"0,100-59 62 0,-58 44-70 0,1-4-14 16,-11 3-2-16,-12-7 26 15,-16-1 49-15,-4-1-43 16,-13-1 9-16,-18 8-22 16,-11 6-12-16,-6 11-3 15,-1 1-1-15,-2 9-7 16,5 13 7-16,4 4-13 15,6 2 3-15,8 2-4 16,16-2-1-16,7-3-2 16,5-5-4-16,9-2-9 15,23-8 11-15,8-6 4 16,8-4 3-16,3 0-1 16,2-13-2-16,2-5-3 0,-4-2 1 15,-11 3 2 1,-10 6 5-16,-16 7-4 0,-4 2 8 15,-10 2 0-15,0 6-9 16,0 18 0-16,-13 10 27 16,-4 10 31-16,-2 4-19 15,0 2-13-15,4 3-17 16,4-4-8-16,2-4-1 16,9-7-2-16,0-8-1 15,0-9-10-15,23-11-139 16,3-10-119-16,13 0-88 15</inkml:trace>
  <inkml:trace contextRef="#ctx0" brushRef="#br0" timeOffset="25092.74">18882 1367 947 0,'0'0'49'0,"0"0"42"0,0 0 52 0,94-78-106 0,-74 62-12 0,-8-7 22 0,-7 5 12 16,-5-2-1-16,-8 2-28 15,-21 6-6-15,-9 5-16 16,-11 7-1-16,0 0 12 16,-3 5-3-16,1 13-1 0,8 5 0 15,8 0-9-15,13 0-4 16,10-2-2-16,10-1-7 15,2-2 0-15,12 0-4 16,21-7 11-16,10-4 1 16,4-6-1-16,3-1-1 15,-2-3-10-15,1-12 1 16,-8-1 4-16,-7 4 6 16,-9 4 0-16,-10 2 3 15,-10 6 5-15,-5 0-1 16,0 2-7-16,0 19 0 15,-3 13 13-15,-14 8 25 16,2 9-7-16,-5 3 0 16,-1 3-19-16,4-1-10 15,1-13-2-15,5-10-1 0,4-8-3 16,4-13-3 0,3-3-43-16,0-9-191 0,24 0-21 15,14 0 29-15,13-12-254 16</inkml:trace>
  <inkml:trace contextRef="#ctx0" brushRef="#br0" timeOffset="25419.53">19535 1584 990 0,'0'0'211'0,"0"0"-210"0,0 0 203 0,0 0-126 16,0 0-78-1,0 0-15-15,-24-17 1 0,20 33 13 16,1 0 1-16,0-2 0 16,3-3 0-16,0-2-4 15,0-1 1-15,3-7-4 16,13-1 7-16,6 0 8 16,1-9 2-16,1-4-3 15,-7-5-1-15,-6 6 0 16,-8 1 5-16,-3-1-4 15,0 6 1-15,-19 2-7 16,-1 4-1-16,-2 0-8 0,5 9-18 16,6 7-122-16,11 1-125 15,0-5-140 1</inkml:trace>
  <inkml:trace contextRef="#ctx0" brushRef="#br0" timeOffset="25794.88">20478 1113 932 0,'0'0'51'16,"0"0"112"-16,0 0 0 15,0 0-120-15,0 0-32 0,0 0-1 16,-82 70 80-1,48-26-17-15,-2 2-16 0,6 1-19 16,6 0-12-16,8 0-11 16,11 3-10-16,5-4-2 15,8-7-3-15,18-5 2 16,10-15-2-16,9-4 6 16,0-11-3-1,-5-4 5-15,-9-4-2 0,-11-14 4 16,-16-7 6-16,-4-4 26 15,-28 1-1-15,-21 5-39 16,-14 13-2-16,-7 10-3 0,1 8-8 16,7 27-11-16,6 8-202 15,10 7-281-15</inkml:trace>
  <inkml:trace contextRef="#ctx0" brushRef="#br0" timeOffset="27918.89">14324 3232 176 0,'0'0'687'0,"0"0"-684"0,0 0 137 0,0 0 22 15,0 0-75-15,0 0-15 16,0 0-30-16,-132-15-2 15,67 27 30-15,-10 1-35 16,-6 8 5-16,-5-2-2 16,0 5-12-16,-2 4-6 15,7-2-8-15,9-1-1 16,16-1 2-16,17-4-7 16,14-5-3-16,11-3-3 15,14-4-1-15,0 1-6 0,5-1-2 16,18 2 4-1,10-2 3-15,8-2 2 16,11-4 0-16,6-2 1 0,4 0 0 16,0-9-1-16,-7-7 0 15,-13 1 0-15,-14 2 4 16,-14 0-2-16,-10 1 4 16,-4-3 7-16,-6 0-4 15,-15 0-6-15,-6 2-2 16,-3 3 1-16,2 4-2 15,1 5-4-15,6 1 1 16,8 0-6-16,5 11-62 16,8 9-123-16,2-2-29 15,24-1-78-15,13-5-287 16</inkml:trace>
  <inkml:trace contextRef="#ctx0" brushRef="#br0" timeOffset="28154.81">15468 3286 1283 0,'0'0'13'0,"0"0"-13"0,0 0 85 0,0 0-68 15,0 0-17-15,0 0-4 0,76-11 0 16,-34 20-4 0,-5-1-73-16,-10 1-104 0,-8 0-88 15</inkml:trace>
  <inkml:trace contextRef="#ctx0" brushRef="#br0" timeOffset="28306.88">15410 3467 1304 0,'0'0'1'16,"0"0"16"-16,0 0 22 15,125-15-39-15,-31 7-6 0,7-4-104 16,-5-4-413-16</inkml:trace>
  <inkml:trace contextRef="#ctx0" brushRef="#br0" timeOffset="29327.64">23496 1065 1022 0,'0'0'67'0,"0"0"-45"0,-10-83 224 16,10 76-116-16,0 5-72 15,-2 2-3-15,-2 6-50 16,-5 21-5-16,-2 12 1 16,-6 11 14-16,-3 3 9 15,-2 0-6-15,-1-2 0 16,4-4-13-16,4-8-2 0,4-13-3 15,3-7 1-15,3-11-2 16,5-5-3-16,0-3 4 16,0-3 0-16,16-21 2 15,11-11 0-15,6-8-2 16,7-7-1-16,4 0 1 16,0 5 0-16,-3 7 0 15,-11 18-1-15,-13 9 2 16,-6 7-1-16,-6 4 0 15,-1 3-1-15,2 18 1 16,1 11 1-16,-1 5 10 16,-1 6-1-16,-1-1-3 0,2 3-3 15,8-4-4 1,-2-5-1-16,4-6 1 0,2-7-12 16,9-8-137-16,13-8-122 15,5-7-148-15</inkml:trace>
  <inkml:trace contextRef="#ctx0" brushRef="#br0" timeOffset="29529.64">24457 1180 1575 0,'0'0'11'0,"0"0"-11"0,0 0 114 0,0 0-114 15,97-32-11-15,-15 39 6 0,-2 8-38 16,-15-2-175-16,-20-1-163 16,-20 0-173-16</inkml:trace>
  <inkml:trace contextRef="#ctx0" brushRef="#br0" timeOffset="29681.59">24524 1411 1119 0,'0'0'94'16,"0"0"-91"-16,0 0 53 16,0 0-38-16,106 0-18 15,-25 0-3-15,7-2-88 0,3-12-103 16,-2-10-168-16</inkml:trace>
  <inkml:trace contextRef="#ctx0" brushRef="#br0" timeOffset="29990.78">25843 748 1174 0,'0'0'95'0,"0"0"-91"16,0 0 12-16,0 0 40 16,-49 75 85-16,23-25-96 15,-7 0-12-15,-7-3 23 0,-5 0-17 16,-1-5-20-1,6-6-5-15,10-8-3 0,12-10-9 16,8-7-1-16,10-3 0 16,0-3-2-16,18 1 2 15,21-2 2-15,16-2 2 16,13 1-5-16,0-1 0 16,-3-2-3-16,-8 0-42 15,-11 0-48-15,-12-5-94 16,-10-7-52-16,-13-9-87 15</inkml:trace>
  <inkml:trace contextRef="#ctx0" brushRef="#br0" timeOffset="30240.82">25795 901 996 0,'0'0'133'0,"0"0"-130"16,0 0 66-16,0 0 28 15,0 94 4-15,18-50-35 16,1 6 4-16,-5 1-15 16,-4 3-3-16,-7-2-12 15,-3-3-16-15,0 0-13 16,-7-10-11-16,-2-3 4 16,1-6-4-16,5-6-2 15,3-3-61-15,0-8-187 0,16-13-152 16,10 0-457-16</inkml:trace>
  <inkml:trace contextRef="#ctx0" brushRef="#br0" timeOffset="30548.58">26355 1065 1242 0,'0'0'74'0,"0"0"-72"16,0 0 143-16,-96 36-94 15,74 4-15-15,7 8-7 16,9 2-16-16,6 2 0 0,0-4-4 16,16-7-7-1,16-2 0-15,10-9-1 0,10-9 1 16,4-9 0-16,4-12 1 16,-3 0 7-16,-5-21-9 15,-6-16 9-15,-13-7 14 16,-12-9 30-16,-11-1-18 15,-10 0-16-15,-16 6-16 16,-23 13-1-16,-14 12-3 16,-7 13-10-16,-10 10-82 15,-9 3-226-15,-7 18-416 16</inkml:trace>
  <inkml:trace contextRef="#ctx0" brushRef="#br0" timeOffset="35633.56">17996 3190 577 0,'0'0'115'0,"0"0"-21"0,0 0 50 0,0 0-23 0,0 0-64 15,0 0 26-15,8-31-14 16,-8 30-1-16,-10 1-26 15,-15 0-23-15,-13 11-13 16,-7 12-3-16,-5 4 16 16,2 3 3-16,6 3 9 15,11 1 1-15,4-4-18 0,15 1-3 16,8-5-3 0,4-3-4-16,0-3-2 0,26-2 1 15,9-5 5-15,10-6 3 16,7-6-1-16,9-1-3 15,0-3 3-15,-1-12-6 16,-11-6 3-16,-7-5 2 16,-13-3 13-16,-16-5 12 15,-10-3 3-15,-3 1-18 16,-23 1-10-16,-14 9-5 16,0 5-4-16,-4 13-1 15,0 6-2-15,0 2-1 0,8 4-15 16,5 14-45-16,10 3-65 15,6 3-64-15,12-1-57 16,0-2-83-16</inkml:trace>
  <inkml:trace contextRef="#ctx0" brushRef="#br0" timeOffset="36806.65">18694 3275 383 0,'0'0'209'0,"0"0"-169"0,0 0 146 0,0 0-110 0,0 0 29 16,0 0-33-16,35-65-12 15,-27 57 21-15,-1 6-16 16,-4 2-9-16,-1 0-25 15,2 16-26-15,1 13 14 16,-4 8 3-16,-1 1-2 0,0-1 1 16,0-3-12-1,-10-5 0-15,2-6-7 0,4-7-2 16,0-8 0-16,4-5 0 16,0-3 2-16,0 0-2 15,0-6 6-15,14-10 10 16,7-6-14-16,8-5-2 15,1-2 1-15,-4-1 1 16,3 0 0-16,-6 6 2 16,0 7-4-16,-11 7 0 15,-6 8 0-15,-6 2 0 16,0 0 0-16,0 7-3 0,0 11 2 16,0 4 1-1,0 2 0-15,0-2 1 0,-3-2 0 16,0-6-1-16,3-3 1 15,0-5-2-15,0-5 2 16,0-1-2-16,0 0 1 16,0 0 0-16,10-1 9 15,16-11-2-15,8-6 1 16,7-2-7-16,3-4-1 16,-4-2 1-16,-3 6 0 15,-12 3-1-15,-8 10 0 16,-9 5 1-16,-5 2 9 15,-3 4 4-15,0 18-12 16,0 6 11-16,0 1 1 16,0 0-6-16,0-4 4 15,0-5-7-15,0-6-2 0,3-1-2 16,10-8 0-16,5-3 0 16,7-2-1-16,10 0 6 15,8-7-6-15,-1-12 1 16,4-5-1-16,-6-5-2 15,1-11-1-15,-4-6 2 16,-6-8 1-16,-2-8-1 16,-10-2 0-16,-10 1-2 15,-9 8 4-15,0 13-1 16,-6 12 10-16,-13 13-2 16,1 11-6-16,-5 6 1 0,-3 11 3 15,0 22-5 1,7 11-1-16,8 5 5 0,11 5 8 15,4 2 7-15,18-1-11 16,4-3-4-16,1 1-5 16,-4-7-2-16,-8-3 1 15,-14-1-31-15,-1-7-244 16,-28-5-247-16</inkml:trace>
  <inkml:trace contextRef="#ctx0" brushRef="#br0" timeOffset="37499.53">17168 3184 289 0,'0'0'17'0,"0"0"28"0,0 0 29 15,0 0-16-15,-86-21 17 16,64 21-19-16,1 0 21 16,3 0 14-16,2 0-19 15,5 0-13-15,7 0 3 16,1 0 5-16,3 0-35 16,0 0-13-16,0 0-13 15,3 0 6-15,10 0-5 16,11 0 35-16,3 2-10 15,3 4-13-15,-1 2-3 16,1 2-3-16,-5-1 1 16,-3 5-9-16,-9-3-1 0,-4 0-1 15,-6 0-1-15,-3 1 1 16,0 0 2-16,0 0 0 16,0-2 2-16,0-3-6 15,0 4 1-15,0-3-1 16,0 1-1-16,0-1 0 15,15 2 3-15,6 0-2 16,4 1 1-16,8 5-1 16,1 2-1-16,4 4 1 15,-7 3-1-15,-9 2-1 16,-14-1 0-16,-8-2 1 16,-28-2 7-16,-31-4 55 0,-20-2 51 15,-13 0-35-15,-1 0-24 16,8 0-28-16,12 5-23 15,10 5-3-15,10 1-37 16,11-7-340-16</inkml:trace>
  <inkml:trace contextRef="#ctx0" brushRef="#br0" timeOffset="41091.11">12499 6647 786 0,'0'0'27'0,"0"0"-23"0,0 0 88 0,0 0-54 0,0 0-23 0,0 0 25 16,0 0-9-16,-9 23 23 15,5-20-13-15,-2-3 25 16,1 3 16-16,1-3-3 16,-7 0 13-16,-4 0-22 15,5-4-21-15,-6-11 5 16,2-3 9-16,1-7-40 16,2-8-14-16,5-4 0 15,6-2 0-15,0 3-5 16,0 11-2-16,3 11-1 0,2 8 0 15,-4 6 0-15,5 0-1 16,7 18-13-16,6 12 13 16,4 7 3-16,6-2-3 15,4 0 0-15,7-3 0 16,11-8 0-16,10-6 1 16,3-10-1-16,2-3 0 15,-7-5 2-15,-5-5 0 16,-12-12 1-16,-8-4-2 15,-9-5 2-15,-8 3 2 16,-7 2-2-16,-5 7 0 16,-5 7 3-16,0 7 16 15,0 0-8-15,-18 28-14 16,-14 17-2-16,-9 20 2 16,-7 12 6-16,-9 10-4 0,-4 8 4 15,-5 4-6-15,-5-3 0 16,1-9 0-16,7-14 0 15,5-15 1-15,13-16 0 16,12-13 0-16,15-14 1 16,14-12-2-16,4-3 4 15,0-27 3-15,21-17-7 16,3-11-2-16,10 2-1 16,-4 6 3-16,-9 13 0 15,-7 16 0-15,-9 11 3 0,3 7-3 16,1 15-4-1,7 16 4-15,6 12 16 0,4-1-5 16,6-2-6-16,6-1 1 16,4-9-3-16,7-3 1 15,-3-11-3-15,-1-12 2 16,-2-4-3-16,-6 0-2 16,-4-16-62-16,-6-10-72 15,-3-11-142-15,-6-9-34 16,-8-2-195-16</inkml:trace>
  <inkml:trace contextRef="#ctx0" brushRef="#br0" timeOffset="41320.58">12413 6942 1029 0,'0'0'7'0,"0"0"111"0,0 0 23 0,0 0-129 0,0 0-11 16,0 0 32-16,108-7-11 16,-45 7-20-16,6 0-2 15,7 0 0-15,12 0-103 16,1 0-183-16,7 0-196 16</inkml:trace>
  <inkml:trace contextRef="#ctx0" brushRef="#br0" timeOffset="41516">13512 6939 1371 0,'0'0'7'16,"0"0"34"-16,0 0 49 15,0 0-80-15,94-15-7 16,-40 15-3-16,-5 0-3 15,-8 11-38-15,-8 5-169 16,-16 0-128-16,-17-2-234 16</inkml:trace>
  <inkml:trace contextRef="#ctx0" brushRef="#br0" timeOffset="41638.68">13604 7203 1253 0,'0'0'37'0,"0"0"8"15,0 0 56-15,135-21-84 16,-49 13-17-16,7 1-102 16,-5-7-405-16</inkml:trace>
  <inkml:trace contextRef="#ctx0" brushRef="#br0" timeOffset="43479.49">15828 6389 649 0,'0'0'63'0,"0"0"-32"0,0 0 80 0,0 0-28 16,0 0-51-16,0 0 26 15,0 0 19-15,76-22-21 16,-52 8-20-16,-7-3-6 15,-5 1 3-15,-4-6 6 16,-4-1-28-16,-4-2 0 16,0-1 1-16,-13 5-3 15,-6 7 0-15,-4 7 4 0,-8 7-11 16,-8 0-2 0,-6 15-4-16,-4 12 4 0,1 8-1 15,1-1 1-15,8 1 0 16,7-3 0-16,12-4 0 15,11-7-1-15,9-2-1 16,0-8-2-16,20-6 1 16,13-5 3-16,9 0-1 15,10-4-6-15,2-12 7 16,-2-4 0-16,-1-2-1 16,-5 1 1-16,-4 0 3 15,-12 9-1-15,-14 6 1 16,-9 6 0-16,-7 4 8 15,0 24-9-15,0 10 31 0,-5 10 33 16,-10 3-17-16,-6 0-9 16,-1-2-12-16,5 1-21 15,1-7-7-15,5-8 0 16,5-7-6-16,6-14 1 16,0-6-55-16,11-8-143 15,17-5-79-15,8-21-56 16</inkml:trace>
  <inkml:trace contextRef="#ctx0" brushRef="#br0" timeOffset="44003.78">16590 6318 285 0,'0'0'701'0,"0"0"-695"0,0 0 45 0,0 0 25 0,0 0-59 16,84-59-6-16,-70 45 3 16,-8-1 12-16,-6-1 36 15,0-1-8-15,-3 1-13 16,-14 2-5-16,-5 6-7 16,-4 5-16-16,-9 3-6 15,-5 5-7-15,1 15 1 16,1 3 4-16,3 3-4 0,7-1-2 15,7-1 0 1,9 0 1-16,7-7-3 0,5-3-3 16,0-2-4-1,16-5 4-15,13-4 6 0,9-3-1 16,6 0 1-16,3-3-4 16,-1-14-10-16,-1 3 11 15,-5-4-2-15,-9 5 5 16,-10 6 1-16,-11 5-1 15,-8 2 2-15,-2 6 10 16,0 17-7-16,-3 12 26 16,-13 5 40-16,-3 2-25 15,0-1-2-15,-1-1-38 16,3-2-2-16,2-3-4 16,3-6 0-16,2-5-1 0,5-9-5 15,4-5-26 1,1-9-176-16,3-1-58 0,16-1-48 15</inkml:trace>
  <inkml:trace contextRef="#ctx0" brushRef="#br0" timeOffset="44528.9">17340 6203 899 0,'0'0'15'0,"0"0"110"0,0 0-13 0,0 0-87 0,0 0-11 15,0 0 15-15,65-72 20 16,-65 59 3-16,0-2-14 16,-3-2-2-16,-15 6 2 15,-9 2-35-15,-5 6-2 16,-5 3 7-16,-2 3-8 15,4 15 2-15,3 1 1 16,7 1-3-16,11 0 1 16,4-4-1-16,7 3 0 15,3-6-5-15,2-2-5 16,18-2 0-16,12-6 6 16,7 0 0-16,5-3-12 15,1 0-14-15,-2-4-3 0,-2-7 17 16,-9 1 13-16,-8 4 2 15,-10 2 1-15,-8 4 2 16,-3 0-2-16,-3 10 13 16,0 12 19-16,0 8 8 15,0 1 14-15,-6 5 2 16,-3-3-6-16,1-2-29 16,1-2-7-16,-1-1-12 15,1-4 0-15,-4-3 1 16,1-1-3-16,1-4-2 15,0-3-6-15,2-3-40 16,2-2-141-16,5-5-52 0,0-3-53 16,3 0-292-16</inkml:trace>
  <inkml:trace contextRef="#ctx0" brushRef="#br0" timeOffset="45015.32">18077 6356 591 0,'0'0'414'0,"0"0"-347"0,0 0 151 0,0 0-88 0,0 0-96 16,0 0-32-16,-28 22 0 15,19-9-2-15,-4-1 4 16,8-5-4-16,2 3 0 15,3-2-10-15,0-4 8 16,0-2-1-16,5-2-4 0,13 0 7 16,1 0 3-16,3-2 1 15,-1-11-2-15,-10-2 5 16,-4 6 3-16,-7-2-7 16,0 2 15-16,-4 3 0 15,-10 3-14-15,-3 3-4 16,-2 0-8-16,5 0-20 15,3 3-101-15,10 6-90 16,1-2-91-16,6-4-297 16</inkml:trace>
  <inkml:trace contextRef="#ctx0" brushRef="#br0" timeOffset="45400.81">18744 5943 920 0,'0'0'49'0,"0"0"82"15,0 0-34-15,0 0-83 16,0 0 6-16,-95 84 40 16,56-39 24-16,5 0-16 15,9 1-24-15,6 2-25 16,15-4 10-16,4-2-16 0,3-5-10 15,25-8-3 1,8-6 2-16,9-6 0 0,3-10-2 16,-2-7 1-1,-5 0 2-15,-6-1 0 0,-11-13-2 16,-9-3 4-16,-11-1 1 16,-4-2 9-16,0 4 13 15,-18 3-8-15,-12 6-11 16,-7 7-9-16,-3 0-2 15,0 5-5-15,5 9 0 16,10 1-30-16,9 3-106 16,11-2-37-16,5-3-65 15,12-6-133-15</inkml:trace>
  <inkml:trace contextRef="#ctx0" brushRef="#br0" timeOffset="45793.66">19525 6142 975 0,'0'0'26'0,"0"0"16"0,0 0 76 0,0 0-60 15,0 0-40-15,0 0 8 0,28-4 58 16,6 4 12-16,14 0-55 16,7 0-26-16,14-4-5 15,4-2-4-15,6 0-3 16,-6-2 2-16,-7 0-2 16,-11-1 6-16,-21 4-6 15,-12-3 18-15,-14 4 45 16,-8 2 11-16,0-1-27 15,0 1-22-15,0 1-12 16,0 1-14-16,0-2-2 16,0 2-10-16,0 0-45 15,0-1-119-15,0-9-121 16,0-4-275-16</inkml:trace>
  <inkml:trace contextRef="#ctx0" brushRef="#br0" timeOffset="46385.59">21067 5648 1005 0,'0'0'78'0,"0"0"-54"0,0 0 154 0,0 0-80 0,0 0-71 15,0 0 29-15,-75 108 51 16,52-53-49-16,4 4-10 16,3-1-16-16,2-2-15 15,3-5-5-15,5-4-11 16,1-7 1-16,5-3-4 15,0-11-3-15,0-9-105 0,7-9-137 16,12-8-58-16,7-4-120 16</inkml:trace>
  <inkml:trace contextRef="#ctx0" brushRef="#br0" timeOffset="47493.99">21306 5778 831 0,'0'0'246'0,"0"0"-234"16,0 0 122-16,0 0-80 16,0 0-17-16,-19 88 71 15,7-43-53-15,0 0 23 16,6-1-6-16,4-6-32 0,2-6-26 16,0-4-7-1,13-4-5-15,9-4-2 0,12-6 3 16,6-7-2-16,5-7 0 15,1 0 0-15,-1-10 0 16,-9-14 1-16,-9-7 1 16,-13-4 0-16,-8-3 2 15,-6-1 0-15,-3 0-4 16,-17 3 5-16,-6 5-5 16,-2 1-1-16,1 6 1 15,6 7 0-15,2 0 8 16,5 6 2-16,6 0-11 15,5 5 4-15,3 2-2 16,0 0-2-16,1-5-3 0,18-2-5 16,8-2 5-16,7 3-2 15,2 0 3-15,3 5-5 16,1-1 5-16,2 3-9 16,6 2 9-16,0 1-1 15,2 0-8-15,-8 1 7 16,-14 8 1-16,-5 8-1 15,-13 0 1-15,-7 4 0 16,-3 4 2-16,0 6-1 16,0-1 2-16,0-1 3 15,5 3-3-15,0-4 1 0,5-3-3 16,3-2 4 0,5-2-4-16,3-5 0 0,4-2 1 15,4-3 0-15,1-4-1 16,1-3 2-16,-1-4-1 15,-2 0-3-15,-4 0-5 16,-2-2-14-16,-4-9 10 16,-5-4 7-16,-4 0 2 15,-4-5 1-15,-5-2 3 16,0-1 4-16,-3-4-4 16,-12-3 0-16,-4-1-1 15,-4 3 2-15,5-2-1 16,-6 3 2-16,4 5-1 15,3 4 0-15,4 3 0 16,5 5 2-16,8 0-1 16,0 2-2-16,8-2-5 15,11 1-4-15,6 3-4 16,8-1 9-16,5 1 0 0,4-1 4 16,2 6-1-16,0 1 1 15,-2 0 0-15,-1 0 0 16,-8 8-3-16,-3 5 2 15,-7 5 0-15,-12 1-2 16,-5 3 1-16,-6 5 2 16,0 1 0-16,0 4 4 15,-6 1-1-15,-2-2-2 16,2 0 2-16,5-3-2 0,1-4 2 16,0 1 0-1,18-7-3-15,10-4 3 0,7-2 3 16,8-7-4-16,3-4 2 15,3-1 4-15,-1 0 2 16,-3-14 4-16,-5-8 6 16,-4-3 12-16,-8-6-12 15,-8-8 2-15,-7-5 13 16,-11 0-20-16,-2-1-7 16,-9 6-3-16,-23 6-5 15,-14 9-7-15,-16 9-2 16,-16 10-51-16,-19 5-150 0,-10 15-113 15,-16 11-472 1</inkml:trace>
  <inkml:trace contextRef="#ctx0" brushRef="#br0" timeOffset="49685.68">17442 5111 769 0,'0'0'25'0,"0"0"90"0,0 0-33 0,0 0-60 0,0 0-19 15,-112 73 9-15,70-32 12 16,-3 0-2-16,-1 2 3 15,0-4-8-15,0-1-9 16,5-6-5-16,9-8-3 16,8-7 0-16,15-12-12 15,9-5-111-15,6-3-110 16,18-22 11-16</inkml:trace>
  <inkml:trace contextRef="#ctx0" brushRef="#br0" timeOffset="49865.6">17149 5163 669 0,'0'0'72'0,"0"0"-68"16,0 0 8-16,0 0 36 15,-13 73 12-15,13-43-30 16,6 0 7-16,7-5-26 16,7 2-8-16,-1-5-3 15,2-6 0-15,4-5-13 16,-2-6-209-16,-8-5-360 15</inkml:trace>
  <inkml:trace contextRef="#ctx0" brushRef="#br0" timeOffset="52049.57">7814 1633 1003 0,'0'0'21'0,"0"0"148"0,0 0-92 0,0 0-77 15,-10 80 17-15,10-14 45 16,0 13-22-16,-9 7 26 16,-3 0-33-16,-4-3-21 15,-1-11-9-15,5-12-3 16,0-14 1-16,6-13-1 15,3-12 0-15,2-9 0 0,1-9-2 16,0-3-17-16,0-9-104 16,0-21 70-16,9-9-26 15,1-12 10-15,2-9 24 16,0-12 13-16,2-10 31 16,2-8 1-16,-1 1 0 15,0 14 0-15,-5 17 1 16,-5 24 11-16,-2 21 50 15,-3 13 11-15,0 8-42 16,0 26-28-16,0 15 1 16,0 10 1-16,-6 0 9 15,-3 1 7-15,1-6 0 16,7-5-12-16,1-10-2 0,0-12-4 16,0-8-1-1,9-9-2-15,10-10 0 0,11 0 7 16,6-20-7-16,4-12 2 15,1-9 1-15,-3-10-2 16,-8-6 2-16,-7 0-2 16,-12 7 2-16,-6 12-2 15,-5 18 3-15,0 13 7 16,0 7 46-16,0 13-57 16,-12 17 3-16,3 9-3 15,3 1 2-15,6-1-2 16,0-2-4-16,3-4 4 15,19-3-5-15,2-7-8 16,7-5-112-16,4-8-41 0,1-7-39 16,1-3-23-1,-1-7-201-15</inkml:trace>
  <inkml:trace contextRef="#ctx0" brushRef="#br0" timeOffset="52265.06">8408 1898 145 0,'0'0'566'0,"0"0"-515"0,0 0 65 0,0 0-41 0,0 0-22 16,0 0-19-16,-64 79-20 16,79-64-3-16,12-5 4 15,7-3 1-15,5-6-12 0,-3-1-1 16,-5-5 5 0,-6-11 12-16,-16-6 57 0,-9-4 30 15,-7-3 23 1,-25 0-65-16,-11 7-40 0,-6 13-25 15,-5 9 0-15,4 18-8 16,6 19-107-16,10 2-226 16,9 3-563-16</inkml:trace>
  <inkml:trace contextRef="#ctx0" brushRef="#br0" timeOffset="53563.48">15429 7299 741 0,'0'0'61'0,"0"0"-48"0,0 0-7 16,0 0 57-16,0 0-40 15,0 0 35-15,0 0 20 16,-75-8 7-16,71 8 18 16,4 0-42-16,0 0-15 15,0 0-13-15,0 0-15 16,23 6-17-16,17 0 30 15,24-3 51-15,18-3-45 16,15 0 13-16,16 0-26 0,10 0-22 16,7-11 5-16,10-2-2 15,10-3-5-15,7-4 8 16,15 0 14-16,11-1 9 16,15 1-17-16,10 2-6 15,3 2 0-15,-1 1 0 16,0 1 10-16,-3 1-4 15,0-3-2-15,1 0-11 16,-8-2 2-16,-7-5 8 16,-13 4-7-16,-7 1 1 15,-7-2 3-15,-5 0-8 16,-6 2 2-16,-3 1-4 16,0 0 4-16,-6 2-2 15,-2 3 3-15,-4 2-1 0,-7 3-1 16,-3 3 4-16,-5 1-5 15,-4 0-5-15,-6-1 3 16,-5 0 0-16,1-2 1 16,-3-1 1-16,-1-3 4 15,-5-1-3-15,-3-2 0 16,-1-1 0-16,2-3 4 16,-3 0-5-16,-7 1 0 15,-5-3-3-15,-9 4 3 16,-6-1-5-16,-3 2 5 15,-4 1 0-15,-7 3 1 16,1-2-2-16,-3 2 1 16,-8 2-1-16,-8 5-5 15,-16-2-18-15,-7 5-41 0,-8-6-47 16,-1 0-66-16,-6-5-184 16,0-3-466-16</inkml:trace>
  <inkml:trace contextRef="#ctx0" brushRef="#br0" timeOffset="54264.87">17776 7654 1185 0,'0'0'2'0,"0"0"-1"0,0 0 105 15,0 0-34-15,0 0-71 0,0 0 0 16,70-68 8-16,-37 68-6 16,-6 0-2-16,-2 13 7 15,-4 6-5-15,-9 7-1 16,-7 1 0-16,-5-2 3 15,-6 4-1-15,-17 1 4 16,-9 0 4-16,-1 1 18 16,1-4 5-16,10-4-3 15,1-3-22-15,13 3-3 16,8-2-5-16,0 1 0 0,11-5-2 16,19 0-1-1,10 0-1-15,9-2 1 0,3 3 0 16,1-1 1-16,-6 0-2 15,-8-1 1-15,-13 2 2 16,-9-1-2-16,-11 0 1 16,-6 2 0-16,-13 2 9 15,-26 5 12-15,-14 2 21 16,-8 0-2-16,-4-2-8 16,4-2-19-16,9-3-5 15,1-3-1-15,11 1-6 16,8-6-1-16,13-3-6 15,11-7-43-15,8-3-93 16,13 0-88-16,22-15-6 0,15-13-67 16</inkml:trace>
  <inkml:trace contextRef="#ctx0" brushRef="#br0" timeOffset="54640.53">18573 7897 974 0,'0'0'166'0,"0"0"-125"0,0 0 186 16,0 0-149-16,0 0-67 15,-87 45 31-15,62-8 23 16,5 2-17-16,7 0-11 16,9 1-8-16,4-5-13 15,7-1-6-15,22-6-2 0,14-6-6 16,12-13-2-16,6-9 0 15,6 0 1-15,-4-19 0 16,-4-9-1-16,-11-3 0 16,-12-3 2-16,-12-1-1 15,-8 3 3-15,-16-3 2 16,0 6-1-16,-22 3-3 16,-12 5-2-16,-4 11-3 15,-6 9-1-15,-1 1-9 16,3 11-23-16,5 10-54 15,5 5-39-15,9 3-67 16,8 2-45-16,7-5-95 16</inkml:trace>
  <inkml:trace contextRef="#ctx0" brushRef="#br0" timeOffset="55043.97">19687 7696 302 0,'0'0'1102'0,"0"0"-1088"0,0 0 79 15,0 0 49-15,0 0-101 0,0 0-27 16,-7-31-7-16,4 60 4 15,-5 11 63-15,-3 7-22 16,-5 6-11-16,-6 8-16 16,0 10 15-16,-8 16-19 15,-3 14 2-15,-1 13-15 16,-10 11 2-16,-5 2-5 16,0 0-1-16,-2 0-4 15,5-1-5-15,9-9 4 16,4-9-2-16,3-12 1 15,10-11 2-15,0-10 0 16,9-10-10-16,1-17-18 0,7-21-36 16,3-17-33-1,0-10-129-15,5-9-226 0,12-22-535 16</inkml:trace>
  <inkml:trace contextRef="#ctx0" brushRef="#br0" timeOffset="55528.81">20056 8363 1113 0,'0'0'154'0,"0"0"-152"0,0 0 90 15,0 0 45-15,0 0-74 16,-3 76 5-16,-11-18-13 16,-2 1-13-16,2 4 8 15,-2 1-25-15,1 0-7 16,3-10 1-16,2-2-8 16,2-12-8-16,5-12 2 15,0-6-5-15,1-12 0 16,2-6-3-16,0-4 3 15,0 0 2-15,0 0 0 0,-3-16-2 16,-4-12 0 0,-2-9-1-16,-8-2 1 0,-10-4 0 15,-3 3 2-15,-6 5-2 16,2 9 0-16,4 5 3 16,8 11-2-16,8 4-1 15,10 6 0-15,2 0-2 16,2 0-2-16,0 0-17 15,11 6-55-15,12 0-27 16,9 0-61-16,4-6-62 16,8 0-33-16,-3-17-87 15</inkml:trace>
  <inkml:trace contextRef="#ctx0" brushRef="#br0" timeOffset="55764.81">20123 8288 1083 0,'0'0'55'0,"0"0"27"0,0 0 95 0,0 0-107 0,0 0-45 15,0 0-17-15,42-78-1 16,6 69 1-16,7-2 3 16,-2-3-2-16,2 1-4 15,-4 1 2-15,0 2 1 16,-1 2-8-16,-8 4 0 15,-12 1-10-15,-13 3-142 16,-17 0-119-16,0 0-82 0,-17 12-211 16</inkml:trace>
  <inkml:trace contextRef="#ctx0" brushRef="#br0" timeOffset="56539.58">20442 8432 1038 0,'0'0'75'0,"0"0"-74"16,0 0 171-16,0 0-59 15,0 0-72-15,0 0-14 16,-1-10 14-16,-11 42 37 15,-6 7-21-15,-6 6-11 0,-4 2 4 16,-1-2-14-16,1-3-13 16,10-9-5-16,2-6-13 15,7-8-5-15,6-6 0 16,3-6-2-16,0-4-1 16,10-3 0-16,12 0 3 15,10-2-1-15,2-10-2 16,-1-1-8-16,0 4-16 15,-5-1-10-15,0 3 4 16,-2 1 11-16,-7 4-5 16,-4 1-11-16,-3 1-16 15,-2 0 10-15,-1 0-2 16,0 0-39-16,1-3-29 0,3-1 4 16,-4-2 12-1,1-5 18-15,2-3 27 0,-4 2 53 16,-5-4 8-16,0 0 74 15,-2 4 25-15,-1 1-18 16,0 5 37-16,0 2 2 16,0 4-33-16,0 0-16 15,0 0-37-15,0 6-17 16,-3 17-11-16,-6 5 17 16,0 0-4-16,2 2-10 15,2-4-12-15,-1 0-3 16,-1-2 1-16,2-5-6 15,-2-1-2-15,3-2-50 16,4-7-62-16,0-1-74 0,0-3-44 16,0-5-63-16,16 0-156 15</inkml:trace>
  <inkml:trace contextRef="#ctx0" brushRef="#br0" timeOffset="56890.44">20939 8572 1031 0,'0'0'88'0,"0"0"-20"0,0 0 76 16,0 0-65-16,0 0-53 16,0 0 21-16,-28 37 30 15,15-8 0-15,-1 1-15 16,3 1-12-16,4-1-9 0,7-3-22 15,0-4-3 1,3-3-12-16,15-2-4 0,9-7 1 16,5-6 0-16,7-5 0 15,6 0-1-15,-3-16 1 16,-2-8 2-16,-7-3-1 16,-11-1 2-16,-10-4 3 15,-12-3 36-15,0 1-21 16,-27-2-13-16,-12 7-9 15,-11 11-5-15,1 7-27 16,-2 11-102-16,3 0-200 0,3 7-358 16</inkml:trace>
  <inkml:trace contextRef="#ctx0" brushRef="#br0" timeOffset="-194125.6">13178 10469 1244 0,'0'0'13'0,"0"0"63"0,0 0 85 0,0 0-108 15,0 0-45-15,0 0 1 16,97-22 33-16,-33 15-26 16,0 0-9-16,-3 5 1 15,-10 0-8-15,-8 2-5 16,-7 0 1-16,-3 0-99 15,-6 6-219-15,-9 8-137 16</inkml:trace>
  <inkml:trace contextRef="#ctx0" brushRef="#br0" timeOffset="-193942.82">13342 10787 1077 0,'0'0'18'15,"0"0"-15"-15,0 0 59 16,0 0 4-16,130 6-9 16,-62-15-45-16,-2-3-12 15,-2 1-3-15,3 3-70 16,2 5-354-16,4-1-204 16</inkml:trace>
  <inkml:trace contextRef="#ctx0" brushRef="#br0" timeOffset="-192361.81">15440 10097 856 0,'0'0'45'0,"0"0"28"0,0 0 69 0,-93 9-102 0,62 25-1 15,-2 13 23-15,2 6-31 16,6 12 7-16,3 4 11 16,6 0-15-16,5 1 26 15,7-9-21-15,4-11 6 16,1-12-27-16,25-8-4 0,11-8 11 16,10-10-17-1,8-8 8-15,6-4 3 0,2-14-9 16,-1-15 0-16,-5-11-1 15,-12-8 2-15,-14-13-6 16,-16-9 8 0,-15-7 9-16,-9 3-4 0,-28 6-13 15,-8 14 2-15,-6 15 2 16,2 12 3-16,1 16-12 16,3 11 1-1,2 8-1-15,6 22-10 0,4 7 6 16,9 6-7-16,12 2-61 15,12 6-85-15,0 1-95 16,18-1-108-16,11-4-395 0</inkml:trace>
  <inkml:trace contextRef="#ctx0" brushRef="#br0" timeOffset="-191966.22">16202 10376 271 0,'0'0'897'0,"0"0"-891"0,0 0 171 16,0 0-41-16,0 0-114 0,0 0-16 15,-61 8 2 1,50 15-2-16,5-2-3 0,6-3-3 15,0-2 2 1,0-4-1-16,0-4-1 0,11-4 3 16,6-4-2-16,3 0 2 15,6-10 0-15,0-11 0 16,0-5 0-16,-10-3-2 16,-3 3 4-16,-10 5-1 15,-3 1 3-15,0 6 30 16,-4 4-9-16,-12 8-21 15,-5 2-7-15,0 8-14 16,2 15-15-16,8 5-120 16,9 3-80-16,2-4-137 0</inkml:trace>
  <inkml:trace contextRef="#ctx0" brushRef="#br0" timeOffset="-191527.01">16969 10222 1123 0,'0'0'66'0,"0"0"-16"16,0 0 172-16,-103-23-153 15,73 39-37-15,0 16 13 0,2 15-15 16,4 9 3-1,5 6 0-15,10 0-25 16,6-4-2-16,3-8 1 0,4-6-3 16,19-8-3-16,11-6 1 15,11-9-1-15,11-10 8 16,12-11-6-16,1 0-2 16,2-18 0-16,-4-13-1 15,-9-12 1-15,-9-7 4 16,-11-10-1-16,-16-7 2 15,-15-4-3-15,-7 5-2 16,-20 10 10-16,-15 18 0 16,-10 13-7-16,-5 15-2 15,-1 10-1-15,0 6-1 0,4 20-5 16,6 7-5-16,10 7-59 16,9 4-89-16,12 2-123 15,9-8-91-15,1-7-508 16</inkml:trace>
  <inkml:trace contextRef="#ctx0" brushRef="#br0" timeOffset="-190487.05">18079 10466 465 0,'0'0'113'0,"0"0"-41"0,0 0 46 0,0 0-6 0,0 0-35 0,0 0 14 15,-5-17 37-15,2 7-42 16,-4-3-44-16,-6-6 30 15,-3 0 10-15,-3-1-24 16,2-1-4-16,-2-2 22 16,3-2-28-16,3-4-26 15,2-3-18-15,4 5 3 0,7-2-6 16,0 4-1 0,7 0 0-16,14 11-1 0,4-1-4 15,10 8 5-15,1 4-3 16,4 3 3-16,-3 0-1 15,-1 0 1-15,-3 10-5 16,-3 6 1-16,-7 5 0 16,-9 3 2-16,-9 3-2 15,-5 6 4-15,-19 3 0 16,-22 9 0-16,-10 4 3 16,-6 4 3-16,-1 3-6 15,8-2 5-15,9 0 18 16,11-6-1-16,17 4 5 15,13-5-18-15,1-4-7 16,37-8-1-16,15-3 0 16,14-10 0-16,10-14 4 0,-1-8-1 15,-12 0-4-15,-12-22 0 16,-19-8 2-16,-14-8 7 16,-14 0 11-16,-5-5 16 15,-24 0-25-15,-21 7-11 16,-16 9-1-16,-12 12-3 15,-6 14-71-15,-8 1-112 16,-11 13-153-16,-14 6-233 16</inkml:trace>
  <inkml:trace contextRef="#ctx0" brushRef="#br0" timeOffset="-189625.93">14088 10404 753 0,'0'0'110'0,"0"0"-107"0,0 0 135 0,0 0-34 0,0 0-69 16,0 0-7-16,16-36-2 15,-16 36-20-15,5 6-4 16,1 8 1-16,3 9 75 15,1-1-64-15,-1 0 11 16,4-3 6-16,1-3-21 0,2-7-4 16,1-2 5-16,2-7 2 15,2 0 1-15,8 0 12 16,5-18-3-16,3-2 5 16,3-3-7-16,2-3-3 15,0 4-5-15,-3 1-5 16,-2 5-1-16,-4 2-1 15,-3 2-4-15,-6 6-1 16,-11 2 0-16,-4 2-1 16,-8 2 0-16,1 0 1 15,-2 0 2-15,0 0-1 16,0 0 1-16,0 0-3 0,0 0-1 16,0 0 1-16,0 0-4 15,0 0-10-15,0 0-100 16,0 0-36-16,-5 0-74 15,-9 6 2-15,-5 0-111 16</inkml:trace>
  <inkml:trace contextRef="#ctx0" brushRef="#br0" timeOffset="-189028.83">14027 10494 744 0,'0'0'11'0,"0"0"119"0,0 0-10 0,0 0-46 15,0 0-33-15,0 0 21 16,-43 5-16-16,43-5-5 16,10 0-8-16,15 0 41 15,10-3 28-15,11-5-48 16,7 2-13-16,12-2-1 15,8 0-15-15,7 2-13 16,0 1 4-16,-8-1-16 16,-16 3-1-16,-18 0 1 15,-19 0-1-15,-12 3 0 16,-7 0 1-16,0 0 7 16,0 0 0-16,0 0 1 0,-9 0-8 15,-11 0 0-15,-9 5-20 16,-8 1-49-16,-4 2-9 15,-2-2-11-15,-6-2-9 16,-3-1 38-16,1-1 2 16,0-2-3-16,8 0 6 15,4 0 18-15,8 0 21 16,10 0 14-16,6 0 2 16,9 0 1-16,4 0 32 0,2 0 51 15,0 0 1-15,0 0-39 16,0 0-24-16,11 0-5 15,14 0 42-15,11 2 38 16,12 4-43-16,10-1-22 16,11 0 3-16,4-5-15 15,1 2-13-15,-10-2-7 16,-7 2-2-16,-12-2-2 16,-9 0-27-16,-6 0-186 15,-11 0-120-15,-7 0-203 16</inkml:trace>
  <inkml:trace contextRef="#ctx0" brushRef="#br0" timeOffset="-186735.14">19073 10095 524 0,'0'0'310'0,"0"0"-300"0,0 0 106 0,0 0 31 15,0 0-93-15,0 0-37 16,0 0 6-16,-5 51 58 15,-13-8-19-15,-7 0-1 16,-4-1-26-16,3-3-3 0,0-1-12 16,4-5-10-16,8-5-8 15,7-8-1-15,5-9 1 16,2-4-2 0,3-4-2-16,19-3 2 0,11 0 1 15,11 0-1-15,1-4 0 16,1-2-1-16,-6 0-4 15,-5 4-80-15,-10 2-51 16,-3 0-59-16,-10 0-123 16</inkml:trace>
  <inkml:trace contextRef="#ctx0" brushRef="#br0" timeOffset="-186545.77">19319 10247 1148 0,'0'0'58'15,"0"0"77"-15,0 0-10 16,0 0-111-16,-17 84 26 16,14-18 23-16,-4 7-48 15,3 2-8-15,-6-1-1 16,0 3-6-16,0-5-8 16,-1 4-125-16,-4-6-279 15,5-9-324-15</inkml:trace>
  <inkml:trace contextRef="#ctx0" brushRef="#br0" timeOffset="-185875.18">19729 10199 915 0,'0'0'30'0,"0"0"36"0,0 0 111 15,0 0-109-15,0 0-57 16,0 0-2-16,111-42 1 15,-66 42 2-15,-3 0-7 16,-6 8 5-16,-9 3-3 0,-9 2-1 16,-14 3-5-1,-4 4 2-15,-7 4 13 0,-20 3 5 16,-9 2 7 0,-2-2 37-16,3-5-30 0,9-2-26 31,9-6-4-31,8 2-5 0,9-2-1 15,0 1-2-15,12 2 0 16,16 5 3-16,11 0 0 0,10 2 0 16,2-1 0-16,-2 7 1 15,-4-1-1-15,-10-1 0 16,-12 3 0-16,-11 0 2 16,-12 0 1-16,-6-2 4 15,-29 0 62-15,-22-1-4 0,-15-1-47 16,-14 1-18-16,-4-3-3 15,5 2-154-15,0-9-394 16</inkml:trace>
  <inkml:trace contextRef="#ctx0" brushRef="#br0" timeOffset="-177474.78">1378 12702 277 0,'0'0'0'0,"-34"112"-145"0</inkml:trace>
  <inkml:trace contextRef="#ctx0" brushRef="#br0" timeOffset="-137689.28">13066 7699 227 0,'0'0'98'0,"0"0"-91"0,0 0 137 0,0 0-64 16,0 0-9-16,0 0-20 15,-24 3-21-15,24-3 6 16,0 0-12-16,0 0-11 16,0 0-6-16,6-3-7 15,0-2 1-15,0-1-2 16,0 3 2-16,-1-3-1 15,-1 2 1-15,-4 0 10 16,0 1 34-16,-6 0-7 0,-15 3 10 16,-10 0 7-16,-6 11-39 15,-1 7 5-15,7 6 25 16,3 1-24-16,6 4-5 16,6 2-3-16,6 0 1 15,4-2-4-15,6-6-11 16,0-2 3-16,9-4-4 15,14-6 3-15,12-8 3 16,10-3 0-16,11 0 1 0,9-6-5 16,6-11 1-1,2-5-2-15,-7-2-2 16,-10 1 2-16,-14-1 0 0,-15 4 4 16,-15 0-2-16,-12 3 5 15,0 3-1-15,-21 6 3 16,-6 1-6-16,-4 7 15 15,3 0 0-15,1 0 18 16,2 13-28-16,3-1-7 16,6 4 0-16,7-2-1 15,6-1-4-15,3-1 3 16,0 0-5-16,15-6 4 16,7 0 2-16,7-5-4 15,1-1 4-15,1 0 1 0,-1-3-1 16,-9-5-1-16,-3 0 1 15,-9 6 3-15,-5 0-3 16,-4 2 6-16,0 0-5 16,0 0-1-16,0 2-9 15,0 10 9-15,6 3 1 16,1-2-1-16,7-1-1 16,7-5 1-16,9-3 2 15,6-4-1-15,1 0-1 16,9-15 6-16,-4-9-5 15,-2-6 1-15,-1-5-1 16,-12-4-1-16,-12-7 1 16,-9-3 2-16,-6-10 1 0,0-3-2 15,-11-2-2 1,-11 9 0-16,-2 14 2 0,3 15 0 16,2 20 1-16,2 7 14 15,1 34 1-15,-2 21-15 16,8 11 9-16,2 3-7 15,8-2 24-15,0 2-18 16,15-8-11-16,3 5 0 16,0-9-2-16,-2 0-1 15,2-5-14-15,-6-8-126 16,-7-5-125-16,-5-7-245 16</inkml:trace>
  <inkml:trace contextRef="#ctx0" brushRef="#br0" timeOffset="-137064.15">11931 8349 1033 0,'0'0'0'0,"-108"6"0"0,78-4 0 0,18 2 34 16,12-2-25-16,0 4-8 0,14 3 5 16,11-2 10-1,13-4 43-15,14-3 14 16,15 0-45-16,27-3 20 16,27-14-11-16,28-6 3 0,23 0-14 15,23 0-13 1,21 0 1-16,17 9-5 0,6 1-8 15,-11 7-1-15,-31 4 0 16,-42 2 0-16,-49 0 1 16,-42 0-1-16,-31-2 2 15,-21-5 1-15,-12-6 89 16,0-2 73-16,-10-5-157 0,-10 4 1 16,2 2 1-1,0 11 0-15,0 1 6 16,3 2-7-16,4 0-9 15,3 0 0-15,3 0-1 0,4 0-2 16,-1 0 1-16,1 0 1 16,1 0 0-16,0 0-1 15,0 0 3-15,0 0-2 16,0 0 2-16,0 0-1 16,0 0 0-16,0 0-2 15,0 0 2-15,0 0-1 16,0 0-2-16,0 0 0 15,0 0-3-15,0 0-29 16,0 0-51-16,0 0 8 16,0 0-17-16,0 0-31 0,0 0 22 15,0-5-23 1,1-7-61-16,4-9-74 16,3-6-143-16</inkml:trace>
  <inkml:trace contextRef="#ctx0" brushRef="#br0" timeOffset="-117352.31">11204 7696 657 0,'0'0'18'0,"0"0"56"0,0 0 83 0,0 0-46 16,0 0-33-16,0 0-8 16,-21-11 1-16,-22 29-50 15,-17 10 18-15,-13 12 23 16,-12 11-1-16,-18 12-11 15,-16 18 6-15,-15 19-1 16,-22 22-29-16,-18 21-6 16,-4 17 13-16,-14 7-14 0,2 13-7 15,5 10-4-15,17 16 3 16,14 23-4-16,15 19-7 16,22 12 0-16,12 7-3 15,22 1 1-15,20-13 1 16,24-11-1-16,17-18 1 15,13-18-2-15,9-13 2 16,0-7 1-16,6-7-3 16,5-12 2-16,0-9-4 15,0-17 4-15,3-11-1 0,6-16 2 16,5-11-1-16,10-13 1 16,3-12 0-16,10-11 0 15,3-10-5 1,-2-8 3-16,-3-8 1 0,4-10 0 15,-3-7-2-15,7-7 1 16,5-5 2-16,3-5-2 16,0-2 0-16,-4 2 2 15,-2-2-3-15,-4 0 1 16,-1 2 2-16,-2-5 0 16,-6 2-1-16,-4-1-9 15,-8-2-21-15,-7-2-25 16,-6-1-11-16,-6 0-44 15,-3 0-49-15,6-3 95 16,-6-9-97-16,-2-1-47 0,1-4-90 16</inkml:trace>
  <inkml:trace contextRef="#ctx0" brushRef="#br0" timeOffset="-117015.52">9779 12958 1518 0,'0'0'6'0,"0"0"0"0,0 0 168 0,0 0-111 16,0 0-40-16,0 0-13 0,-24 23 6 15,44 2 16 1,4-1-9-16,1 1-9 0,2 1-10 15,-5-2-3-15,2-1 3 16,-3 2-4-16,-3 0 2 16,-8 2-2-16,-5 0 0 15,-5 5 0-15,0-1-1 16,-14 4 0-16,-14 4-6 16,-15 0-1-16,-10 2-23 15,-11 0-42-15,-16 3-53 16,-11-1-136-16,-9-4-256 15</inkml:trace>
  <inkml:trace contextRef="#ctx0" brushRef="#br0" timeOffset="-116065.79">10384 13073 1027 0,'0'0'91'0,"0"0"-51"0,0 0 78 0,0 0-93 0,-5 95-24 0,2-15 56 16,-2 22 54-16,-2 6-66 15,-2 7-6 1,0 8-22-16,-3 3-15 15,-1-7 16-15,1-11-8 0,-1-18 1 16,2-21-10-16,5-19 2 16,1-19 0-16,4-18-3 15,1-13 0-15,0-5-2 16,0-34 2-16,0-23 1 16,6-26-1-16,0-15-4 15,-3-17-3-15,-3-17-2 16,0-9-7-16,0 2 7 15,0 11 9-15,11 30 0 0,2 28 0 16,0 28 1 0,4 20 4-16,-2 12-4 15,7 10-1-15,3 5-5 16,8 0 5-16,0 16-1 0,-8 14-1 16,-8 8 2-16,-10 9 3 15,-7 3 3-15,-28 5 12 16,-18-3 4-16,-12 3-14 15,1-6 6-15,9-10-13 16,9-8 1-16,11-11-2 16,10-11-4-16,15-9 0 15,3 0-83-15,0-20-154 0,24-7-102 16,10-4-149 0</inkml:trace>
  <inkml:trace contextRef="#ctx0" brushRef="#br0" timeOffset="-115641.09">11130 13199 945 0,'0'0'243'0,"0"0"-241"0,0 0 118 0,0 0 67 0,0 0-152 0,0 0-28 0,-30-62-7 15,46 87 1-15,12 12 15 0,-1 12 27 16,-6 3 0-16,-6 1-1 16,0 1-25-16,-5-5-7 15,-4-5-5-15,-3-11-2 16,2-13-1-16,-5-8-1 15,4-9 0-15,-2-3 2 16,5-2 2-16,7-25 5 16,6-14 0-16,3-17-8 15,4-6-1-15,-6-3 0 16,-4 5-1-16,-3 10-14 16,-5 12-33-16,3 17-60 0,-3 13-37 15,3 10-47-15,1 11-24 16,2 17 22-16,3 2-163 15</inkml:trace>
  <inkml:trace contextRef="#ctx0" brushRef="#br0" timeOffset="-114342.36">11840 13484 810 0,'0'0'278'0,"0"0"-258"15,0 0 9-15,0-73 44 0,0 46-58 16,0-3 8-16,-14 3-7 16,-5 8-7-16,-1 5 33 15,-5 10 13-15,0 4-20 16,-8 0-31-16,3 19-3 16,5 8 2-16,-2 11 3 15,13 2 8-15,4 2-3 16,1-1-2-1,9-4-9-15,0-6-1 0,0-9 0 16,10-11-2-16,5-6-3 16,8-5-1-16,5-9-3 15,5-14-13-15,4-9-17 16,-2-9-19-16,-1-1 25 16,-6-2 2-16,-9 2 8 0,-9 11 6 15,-4 10 13-15,-6 12 5 16,0 9 15-16,0 2 47 15,-6 26-47-15,-5 14-7 16,-4 10 42-16,6-1-17 16,6 0 5-16,3-4-12 15,0-4-7-15,14-10-15 16,8-9 4-16,3-10-4 16,2-13-2-16,6-1 0 15,6-18 3-15,1-17-1 16,3-12-2-16,-1-11-2 0,3-9 0 15,-6-14-1 1,-5-10-2-16,0-14-3 0,-7-1-24 16,-6 0 10-16,-6 12 6 15,-9 27-22-15,-6 32 32 16,0 24 4-16,0 11 0 16,0 35-2-16,-12 25 2 15,-9 16 2-15,8 16 26 16,-4 2 17-16,7 3-18 15,4 0-3-15,0-6-12 16,0-11-6-16,6-9-2 16,0-16-1-16,2-14-1 15,14-15-2-15,3-15 0 16,5-11-1-16,3-6 1 0,9-25 3 16,5-9-3-16,1-9-20 15,0-3 5-15,-5-3-25 16,-7 7-33-16,-6 8 34 15,-12 15 11-15,-6 12 22 16,-6 13 6-16,0 7 5 16,-8 20 8-16,-9 8 35 15,0 6 2-15,5 0 15 16,3-1-50-16,8-3 10 16,1 0-14-16,0-5-2 15,0-4-2-15,1-7-1 16,8-6-2-16,0-5-2 15,2-8-1-15,1-2 1 0,4 0 1 16,2-7 4-16,3-13-4 16,3-7-3-16,1-7 2 15,-1-7-3-15,1 0 1 16,-2 3-1-16,-4 6-3 16,-10 9 2-16,-6 15 1 15,-3 3 1-15,0 5 5 16,0 0 5-16,-3 22-3 15,-8 12 3-15,0 9 39 16,5 0-7-16,4-4-14 16,2-3-8-16,0-6-7 15,12-3-2-15,6-11-5 16,4-3 4-16,-2-9-3 0,8-4 2 16,10 0 0-16,12-16 1 15,10-7 4-15,3-6-5 16,-7-3-7-16,-11-7-2 15,-15-5 0-15,-14-5-3 16,-11 6 1-16,-5 7 1 16,-9 14 1-16,-14 16 4 15,-3 6 3-15,-9 11 6 16,2 23 9-16,5 9 7 16,9 7-10-16,16 1-4 15,3-5-2-15,24-7-4 16,16-7-6-16,15-7-3 15,14-7-2-15,17-7-2 16,14-10-21-16,11-1-57 0,0-4-88 16,-5-14-242-16,-10-9-817 15</inkml:trace>
  <inkml:trace contextRef="#ctx0" brushRef="#br0" timeOffset="-108607.53">16668 13402 715 0,'0'0'34'0,"0"0"-15"0,-23-94 133 0,19 76-42 0,2 11-7 0,1 5-8 0,-2 2-45 0,1 26-29 0,-4 25-13 16,-4 21 80-16,-7 19-3 16,-5 9-48-16,-2 10 26 0,-1 3-31 15,2-3-14-15,6-10-8 16,11-21-6-16,4-16-2 16,2-18-1-16,0-18-2 15,0-13 1-15,0-14 0 16,5-11 0-16,9-32 8 15,5-19-2-15,-2-15-6 16,-6-17 1-16,-3-10 1 16,-6-7-2-16,-2-1-3 15,0 8 0-15,0 16-17 16,-2 24 10-16,-2 28 9 0,3 22 1 16,1 14 0-16,0 7-4 15,0 26-11-15,0 12 15 16,5 8 0-16,9-2 0 15,5-5-1-15,4-6 1 16,4-6 0-16,4-12 1 16,4-11-2-16,3-9 0 15,5-2 1-15,5-12-1 16,-3-10-2-16,-3-9-35 16,-9-8-20-16,-10-8 14 15,-8-4-1-15,-10 3-2 16,-5 14 24-16,0 13 23 0,0 14 1 15,0 7 14 1,0 4-9-16,-2 23 5 0,-2 14-6 16,1 8 21-16,3 0-20 15,0-5 7-15,6-2-4 16,9-8-9-16,6-4 0 16,4-8 0-16,2-7-1 15,1-13 0-15,1-2-11 16,8-6-64-16,0-19-7 15,-1-6-51-15,-3-8 14 16,-8-5-31-16,-7 0-9 16,-8 5 25-16,-4 16 135 15,-4 11 51-15,-2 11 64 0,0 1 47 16,0 15-112-16,-3 15 31 16,-3 5 37-16,3 0-40 15,3-4-28-15,0-1-15 16,20-5-25-16,11-4 1 15,10-8-6-15,7-6-1 16,6-7-2-16,-1 0 0 16,-6-15-2-16,-7-10 1 15,-16-4-1-15,-12-9 7 16,-12-6-4-16,-13-3 1 16,-22 3 0-16,-7 8 4 15,-5 18 58-15,-3 12-25 16,1 6 3-16,3 12-17 15,3 19-22-15,8 9-3 0,13 4-2 16,15-2-2-16,7-1-1 16,7-6 1-16,26-3 1 15,8-10-3-15,8-7-19 16,3-11-45-16,-2-4-32 16,3-7-7-16,-4-17-54 15,-9-8 19-15,-7-9 22 16,-12-12 44-16,-14-10 57 15,-7-14 19-15,0-9 12 16,-10-3 33-16,-5 8 14 16,6 21 29-16,3 22 17 15,1 25-1-15,5 13 26 16,0 26-129-16,0 23 4 0,8 15 56 16,8 8 3-16,1 0-16 15,0 1-4-15,2-7-19 16,-2-2-9-16,-3-8-8 15,-1-8-7-15,-5-12 1 16,-2-14-2-16,-3-7-2 16,-2-12 2-16,-1-3 3 15,0-2 11-15,0-23 6 16,0-13-19-16,0-7 0 16,0-4-2-16,0 5 1 0,0 9-2 15,13 13-1 1,4 9 0-16,5 9 2 15,2 4-2-15,9 5-4 0,3 20 4 16,0 4 2 0,-2 6 1-16,-4 2 0 15,-11-1 2-15,-8-2-1 16,-11-1 0-16,-5-3 4 16,-22-4 27-16,-8-5-8 0,-3-5-9 15,2-9-7-15,5-7-8 16,7 0 0-16,3-16-29 15,9-9-74-15,9-4-113 16,3-3-132-16,8 2-409 16</inkml:trace>
  <inkml:trace contextRef="#ctx0" brushRef="#br0" timeOffset="-108466.45">18388 13645 1451 0,'0'0'11'0,"0"0"155"0,0 0-114 0,0 0-52 0,0 0 0 16,0 0-31-16,1-31-194 15,12 21-243-15</inkml:trace>
  <inkml:trace contextRef="#ctx0" brushRef="#br0" timeOffset="-106668.27">20029 13489 406 0,'0'0'329'0,"0"0"-329"0,0 0 45 16,0 0 70-16,0 0-60 15,0 0-13-15,-27-9 2 16,27 9 13-16,0-3-19 16,0-2 17-16,0-9 21 15,12-5-38-15,5-9-36 0,5-5 8 16,3-4-3-16,-3-3 2 16,-2-7-2-16,-5-5 2 15,-11 0-2 1,-4-9-4-16,-9 8 2 0,-16 10 8 15,-5 15 30-15,8 18-5 16,-5 10-20-16,-3 10 3 16,-3 31-18-16,4 22 0 15,6 20 5-15,5 8 0 16,17 9 6-16,1 4 12 16,1 7-18-16,20 11-7 15,-1 13-1-15,2 2 0 16,-10 4 2-16,0-13-2 15,-11-14 0-15,-1-13-1 16,-6-21 1-16,-21-13 2 0,-6-14 0 16,-8-14 1-16,-4-12 2 15,-3-13 2-15,3-12-5 16,-1-2 8-16,3-21-10 16,1-15 2-16,5-14 4 15,9-9-6-15,8-10-1 16,11-6-2-16,9-3-3 15,3-3-13-15,25 2-7 16,11 3 6-16,11 1-4 16,9 0-16-16,13 2 10 15,2 2-19-15,8 5-32 16,5 6-49-16,0 8-42 0,-4 5-88 16,-7 6-137-16</inkml:trace>
  <inkml:trace contextRef="#ctx0" brushRef="#br0" timeOffset="-106128.7">20412 13468 386 0,'0'0'411'0,"0"0"-399"0,0 0 130 0,0 0-12 0,-92 37-59 0,80-13-8 16,6 2-18-16,6-1-10 16,0-3-17-16,8-4-12 15,11-5-3-15,8-7 5 16,5-5-6-16,6-1 7 0,2 0-8 15,-6-15 3 1,-4-2-2-16,-9-8-1 0,-14-5 2 16,-7-11 4-16,-10-3-6 15,-20-1 1-15,-6 8-1 16,-4 13 0-16,0 14 0 16,3 10 12-16,-2 6 7 15,9 22-17-15,5 7 5 16,13 4-1-16,12-1-5 15,0-2-2-15,18-5 0 16,15-9 0-16,11-1 4 16,8-11-3-16,9-7-1 15,7-3 7-15,0-1-6 16,0-21-1-16,-12 0-2 0,-14-9 0 16,-12-6-7-16,-14-9 1 15,-14 2 6 1,-2 0 2-16,0 13 2 0,-11 11 0 15,2 12 2-15,2 8 9 16,-2 6-9-16,-3 19-4 16,8 7-3-16,0 5 3 15,4-3 3-15,0-3-3 16,4-3-1-16,15-7-1 16,3-3 2-16,5-4 0 15,6-6 0-15,7-5-3 16,5-3 3-16,7 0-145 15,11-1-148-15,-2-18-287 0</inkml:trace>
  <inkml:trace contextRef="#ctx0" brushRef="#br0" timeOffset="-105654.29">22004 13003 1035 0,'0'0'5'0,"0"0"57"0,-97-20 16 0,68 20-26 0,-1 0-13 16,4 0-15-16,2 4 0 0,8 2 5 16,12-3-12-16,4 0-4 15,0-2-10-15,29 1-1 16,22 0 6-16,10 2-4 15,9 2-1-15,-1 0-3 16,0 4 0-16,1 0-1 16,-5 3 0-16,-5 0 1 15,-15 2-1-15,-15 9 1 16,-23 5 0-16,-7 11 0 16,-40 7 7-16,-23 4 23 15,-7 4 17-15,-6-1-16 16,6-2 15-16,12-8-4 0,11-5-15 15,22-8-6-15,16-7-12 16,9-8-7-16,23-6-2 16,26-9 0-16,12-1 0 15,6 0-1-15,2-11 0 16,-4-5-7-16,1-4-63 16,-15-6-65-16,-2-1-47 15,-13-2-144-15,-13-4-383 16</inkml:trace>
  <inkml:trace contextRef="#ctx0" brushRef="#br0" timeOffset="-105481.29">21921 13377 1015 0,'0'0'5'0,"0"0"95"0,0 0-19 0,0 0-81 0,143-31-4 15,-61 19 2-15,-2-1-6 16,1-1-114-16,-9-3-121 16,-13-5-406-16</inkml:trace>
  <inkml:trace contextRef="#ctx0" brushRef="#br0" timeOffset="-104405.95">23954 13418 968 0,'0'0'6'0,"0"0"0"0,9-72 111 0,-4 53-78 15,-4 10 25-15,-1 6-11 16,0 3-2-16,-15 0-3 16,-18 12-32-16,-11 11 1 15,-4 10 23-15,-1 3 9 16,7 5-27-16,4 1 7 0,10-3-14 15,9-7 0 1,14-7-9-16,5-2-5 0,15-7-1 16,24-6 0-16,12-7 2 15,16-3 5-15,6-3-6 16,3-10 0-16,6-5 0 16,-7-4-1-16,-7-1 0 15,-14-9-6-15,-12 2-17 16,-15 3-6-16,-17 7 28 15,-10 7 1-15,0 7 7 16,-25 4-7-16,-10 2-4 16,0 0 1-16,0 6 3 15,5 3 8-15,11 0-7 16,7-2 0-16,5 3-2 16,4-3 0-16,3-2-3 0,0-1-1 15,10-2 5-15,10-2-2 16,10 0 2-16,4 0 0 15,6-10-2-15,-3-2-4 16,1 3-1-16,-5 2-4 16,-8 3 5-16,-9 4 5 15,-7 0-1-15,-3 0-6 16,-1 14 6-16,-1 4 2 16,-1 1 2-16,3 0-2 15,0-2 4-15,5-3-2 0,6-4-2 16,9-6 5-16,5-4 0 15,9 0 0-15,4-7 0 16,5-14-4 0,1-9 0-16,-6-8 2 0,-7-11-1 15,-12-10 1-15,-7-15-1 16,-12-10-2-16,-4-13 0 16,-2-8 0-16,-2-1 0 15,-14 11-1-15,1 22 2 16,0 29 0-16,5 25 1 15,-1 19 30-15,-2 25-32 16,-1 30 2-16,7 15 15 16,7 16-2-16,0-1-7 15,25 0 2-15,14-4-4 16,3-3-2-16,3-4-4 0,-2-4 0 16,-3-6-3-16,-10-7-66 15,0-12-207-15,-2-16-381 16</inkml:trace>
  <inkml:trace contextRef="#ctx0" brushRef="#br0" timeOffset="-104252.45">25604 13462 1174 0,'0'0'349'0,"0"0"-346"0,0 0 3 16,-70-72-4-16,70 72-4 0,3 0-47 15,12 15-217-15,-9-1-202 16</inkml:trace>
  <inkml:trace contextRef="#ctx0" brushRef="#br0" timeOffset="-100579.2">18632 14987 1064 0,'0'0'0'0,"0"0"0"0,0 0-14 0,0 0 12 16,104-10 2-16,-23 15 3 15,30-5 6-15,29 0-5 0,36-20 4 16,34-6-1-16,35-3 0 16,19-6 5-16,18 4-11 15,17 2 6-15,8 1 0 16,8 2-6-16,-2 7 4 16,-10 2-5-16,-8 2 1 15,-20-1-1-15,-28 5 0 16,-35-3-3-16,-37 3 3 15,-44 4 5-15,-50 3-5 16,-40 4-11-16,-38 0-55 16,-22 3-62-16,-44 14 90 15,-24 4-193-15,-26 3-173 0</inkml:trace>
  <inkml:trace contextRef="#ctx0" brushRef="#br0" timeOffset="-100167.65">20150 15124 583 0,'-111'10'152'16,"23"-1"-152"-16,22 2 0 16,24-3 24-16,22-5 50 15,14 1-55-15,6 0-18 16,18 0 0-16,19-1 17 15,25-3 25-15,27-3-1 16,36-17-5-16,35-13-7 0,40-4 20 16,31-5 7-1,29 1-17-15,13 5-23 0,3 7-8 16,-5 8 2-16,-5 7-7 16,-14 3-4-16,-19 5 3 15,-30-1-3-15,-32-1 2 16,-29-1-2-16,-38-2 0 15,-33 0-1-15,-28 3 1 16,-28 2 3-16,-11-2 1 16,-4-2 48-16,0 2-31 15,-3 0-16-15,-7 4-5 16,2 1-2-16,-1 3-11 16,5 0-75-16,-1 0-92 0,1 0-49 15,4 0-214-15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06:01.2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1490 7730 400 0,'0'0'117'0,"0"0"-40"0,0 0 91 16,0 0-45-16,0 0-39 16,0 0 20-16,0 0-13 15,0 0-16-15,-31-28-9 16,31 28 4-16,0 0-7 16,0 0-7-16,0 0-24 15,0 0-14-15,-3 0-4 16,3 0-5-16,0 0 0 15,0 0-8-15,13 0 6 16,7 4 29-16,-1 0-5 0,11 2-8 16,-2-2-5-16,8 1-6 15,3 1-4-15,4-2 4 16,-1 1-2-16,4-4-2 16,0-1-6-16,2 0 0 15,6-10 1-15,4-10 1 16,5 0 0-16,4-6-3 15,3-4 0-15,-3 2 3 16,2-1-3-16,-8 1 2 16,-6 3-3-16,-7 3 1 15,-2 0-1-15,-4 2 0 16,-2 1 1-16,-3-2 0 0,1-1 0 16,5-7 1-16,2-3 2 15,10-2-1-15,0-4-1 16,5 0-1-16,-5-1 1 15,3 3-2-15,-9-1-2 16,-4 0 2-16,-2-1 2 16,4-1-1-16,0-4-1 15,1-2 1-15,-2-2-3 16,1-3 2-16,-1-3 0 16,-1 2 5-16,1-3-4 15,-4-2-1-15,-2-1 3 16,-4-4-2-16,2 2 0 0,-3-1-1 15,-1 0 1 1,-4 2 1-16,6 1-1 0,-3-6-1 16,-2-2 1-1,0 0 0-15,-1 2-1 16,-3 2 2-16,3 2 2 16,-3-2-1-16,1-2-3 0,0-2 0 15,-1-1 0-15,3-1 3 16,-4 2-1-16,2-2-1 15,0 0-1-15,-1 0-1 16,3-3 0-16,-3 2 0 16,1-2 1-16,-4-5 0 15,0 2 0-15,1-1 0 0,2 3 1 16,-2 0-2-16,-1 2 1 16,0 3 0-16,-3-2 0 15,3 1 0-15,-5 3 1 16,4-3-1-16,-4-1 0 15,5 2-1-15,0-1 1 16,1 2 0-16,2-2 0 16,3 1 0-16,-2-1 0 15,-4 0 0-15,3 5 2 16,-6 2-1-16,1 7 0 16,-3 6-1-16,-2 2 0 15,2 0 1-15,-2 0-1 16,4 0 0-16,-1 1 0 15,2 1 0-15,-2 0 0 0,1 0 0 16,-3 3 1-16,0 1 0 16,-3-1 0-16,3 3-1 15,-6-2 3-15,4-1-2 16,-1 3 0-16,-3 1 0 16,0 3 1-16,6 1-2 15,-5 1 0-15,2 2 2 16,3-2-2-16,0 3 2 15,-4 1-1-15,3 3-1 16,-3 0 1-16,4 2 0 16,-3-1-1-16,1 5 0 15,5 4 0-15,-2 0 0 16,2-1-1-16,3 5 1 16,-4-1 1-16,2 0-1 15,2-1 0-15,1 6-2 0,6-4 0 16,-5-1 2-1,6 5-2-15,-4-2 1 0,0 0 0 16,-1 1 1-16,-5 4-1 16,2 0 1-16,-3 0 0 15,3-1-1-15,4 4 0 16,8 0 1-16,4 0-2 16,2 0 2-16,0 0-2 15,1 0 2-15,-4 7-2 16,-2 2 2-16,-1 3-1 0,-3 0 0 15,-5 7 1-15,0 0-1 16,-2 4 1-16,-1 1 0 16,2 3 0-16,1 0 1 15,6 3-1-15,2 0 1 16,0-2 3-16,2 8-3 16,0-4 4-16,-2 5-3 15,-2 4 6-15,-1 2-2 16,-3 5-1-16,1 4 1 15,-2 3-3-15,-4-1 0 16,-1-6 1-16,0 2-4 16,-2-2 2-16,2 2-1 15,-3 0 1-15,3 5-1 0,0-2 0 16,-2 0-1-16,-1 2 2 16,3 0-2-16,-2 5 2 15,-4 5-2-15,0 2 1 16,0-1 0-16,-3-3-1 15,-3 0 1-15,1-3 1 16,-2 2-1-16,-1-1-1 16,-1-3 0-16,-3 4 2 15,2-2 1-15,-4 2 0 16,0-2 0-16,-2 2 1 16,-2-1-2-16,0 1 3 15,0-1-1-15,0 5 2 16,0 3 2-16,0-1-4 15,0-4 5-15,0 4 0 0,0-1-3 16,0 2 0 0,0-3 0-16,0-4 3 0,0-1-6 15,0 0 0 1,3-1 1-16,4 0 1 0,1-1 0 16,-2-3 2-16,4-1-4 15,-2-3 0-15,-2 3 2 16,1 1-5-16,3-1 5 15,-2 6 2-15,4-5-3 16,-2 0 1-16,1-2-1 16,-2-2-1-16,3-3 1 15,-2 4-2-15,-1-6 1 16,3 2-3-16,-3-3 0 0,2-2 0 16,0-2 0-1,0-2 0-15,2-3 0 0,2-4 0 16,3 3 0-16,0-1 0 15,3 2 0-15,-3 0 0 16,0-1 0-16,-1 3 0 16,-3-3 0-16,1 1 0 15,-2 0 0-15,1 3 0 16,1 1 0-16,1-2 0 16,-1 6 0-16,4-3 0 15,-4-2 0-15,3 2 0 16,-3-8 0-16,3 2 0 0,-3-2 0 15,3-2 0-15,-3 0 0 16,1 0 0-16,-1-4 0 16,0-1 0-16,-3-2 0 15,4-1 0-15,-2 1 0 16,2-2 0-16,2 3 0 16,1-3 0-16,0 1 0 15,0-4 0-15,3-1 0 16,-1 1 0-16,3 0 0 15,0-3 0-15,4-1 0 16,-1 2 0-16,3 0 0 0,1-2 0 16,0-1 0-1,2 1 0-15,-1 1 0 0,-1-3 0 16,3 4 0-16,1-2 0 16,-2 0 0-16,1 1 0 15,-3-1 0-15,4-2 0 16,-4-1 0-16,3 1 0 15,0-2 0-15,2-1 0 16,3-1 0-16,0 1 0 16,5-1 0-16,-2-2 0 15,3 1 0-15,-2-3 0 16,1-4 0-16,-1-2-56 16,-3 0-81-16,-5 0-155 15,-9-6-554-15</inkml:trace>
  <inkml:trace contextRef="#ctx0" brushRef="#br0" timeOffset="1340.96">817 8687 340 0,'0'0'11'0,"-131"-2"37"0,65 2 130 0,2 0-113 16,3 0-24-16,9 0 68 15,10 0-25-15,12 0-45 16,15 0 72-16,11 0-13 16,4 0-35-16,0 0-21 0,-3 0-23 15,3 0-12 1,0 0-6-16,10 0 0 0,14 2 3 16,8 4 17-16,6 2 9 15,16-2-2 1,6 0 15-16,8 0 17 0,13-4-28 15,7-2-8-15,9 0-13 16,4 0-2-16,5 0-8 16,3 0 4-16,-3 0-4 15,2 0 0-15,0 0 2 16,4 0-3-16,3 0 0 16,0-2 5-16,4-1-5 15,-4-1-5-15,-4 1 4 16,2-1 1-16,-5 0 2 0,3 2-2 15,1 2 0-15,6 0 1 16,18 0 1-16,16 0 2 16,18 0 9-16,19 0-13 15,4 0-1-15,4 0 1 16,4 0 0-16,1 0 1 16,8 0 1-16,-1 4-2 15,0 2-2-15,-8-2 1 16,4-2-1-16,3-2 4 15,3 0 1-15,4 0-3 16,-6 0-4-16,-7-3 4 16,-3-2 0-16,1-1 0 15,-3 4 7-15,1-2-7 16,1 2-6-16,-8 0 3 16,-6 2 3-16,-2-2 6 0,1 2-4 15,2 0-2 1,2-1 0-16,-1 1-6 0,-7 0 6 15,-2 0 3-15,-7-3-3 16,4 1 4-16,-2 0-3 16,-1 0-2-16,-4-1-3 15,-10 1 1-15,-10 2 3 16,-12 0 5-16,-8 0-5 16,-7 0 1-16,-9 0 3 15,-12 0-4-15,-11 0-3 16,-8 0 1-16,-14 0 0 15,-9 0 2-15,-10 0 0 0,-15 0-1 16,-17 0-1-16,-7 0 1 16,-9 0-8-16,-9-2-71 15,-15-12-157-15,-16-10-169 16</inkml:trace>
  <inkml:trace contextRef="#ctx0" brushRef="#br0" timeOffset="2140.81">9990 1408 783 0,'0'0'8'0,"0"0"-7"0,-42-82 41 0,37 79 94 0,5 3-49 16,0 0-24-16,0 0-39 0,0 27-24 15,0 19 20 1,0 20 69-16,3 11-19 16,-3 5-2-16,0 3-19 0,0 1-15 15,-10-1-23 1,-3-6-9-16,0-8-2 0,9-15-2 16,4-12-2-16,0-15-102 15,1-15-115-15,12-14-90 16,-3-4-453-16</inkml:trace>
  <inkml:trace contextRef="#ctx0" brushRef="#br0" timeOffset="2479.12">9981 1757 940 0,'0'0'27'0,"0"0"-17"0,0 0 75 15,0 0-62-15,88-78-15 16,-42 57-6-16,3-4-2 15,0-2 0-15,-4-8 0 16,-7-1 0-16,-12-7 0 16,-6 6-2-16,-10 6 2 15,-7 14 4-15,-1 8-2 16,-2 7 17-16,0 2 69 16,0 0-31-16,0 23-29 15,-6 16-26-15,-2 17 47 16,1 6 27-16,-2 1-23 0,3 4-12 15,-2 2-5-15,-1 2-24 16,1-3-9-16,6-5-3 16,1-13-5-16,1-14 2 15,0-11-16-15,1-10-151 16,14-11-99-16,3-4-90 16</inkml:trace>
  <inkml:trace contextRef="#ctx0" brushRef="#br0" timeOffset="2937.95">10818 1934 1070 0,'0'0'92'16,"0"0"-87"-16,0 0 54 0,0 0-4 15,49-88-47-15,-31 68-7 16,-5 0-1-16,-10 3 2 15,-3 5 1-15,-1 6 6 16,-22 6-2-16,-8 0 15 16,-6 11-6-16,-4 15 12 15,1 10 6-15,6 2-3 16,7 3-11-16,6-3 3 16,11-4-18-16,7-4-4 15,3-9-1-15,4-5-7 16,17-9 0-16,4-7 1 15,7 0 6-15,8-15-1 16,5-13-2-16,-2-3-3 16,3-1-3-16,-7 2 4 15,-2 5 5-15,-13 15 0 0,-9 7 0 16,-5 3 0-16,-5 12-4 16,4 9 4-16,-3 9 2 15,-1-1 0-15,3-3-1 16,0-3-1-16,1-2-2 15,4-4 1-15,2-9-107 16,3-8-156-16,-1 0-266 16</inkml:trace>
  <inkml:trace contextRef="#ctx0" brushRef="#br0" timeOffset="3091.77">11631 1666 381 0,'0'0'927'0,"0"0"-924"0,0 0 39 0,0 0-10 16,0 0-32-16,0 0-63 15,-60-11-194-15,72 33-215 16</inkml:trace>
  <inkml:trace contextRef="#ctx0" brushRef="#br0" timeOffset="3230.15">11588 1954 1167 0,'0'0'52'0,"0"0"-31"0,0 0 102 0,0 0-97 15,0 0-26-15,0 0-9 16,46-21-181-16,-27 0-609 16</inkml:trace>
  <inkml:trace contextRef="#ctx0" brushRef="#br0" timeOffset="3919.01">12483 1566 562 0,'0'0'119'0,"0"0"-117"0,0 0 104 0,0 0-30 0,0 0-48 0,0 0-21 0,-5-11 9 15,5 18-5-15,-4 20 6 16,-2 21 90-16,-9 23-18 16,1 23-42-16,-9 17 15 15,-3 11-20-15,-2 5-24 16,5-9-13-16,6-15-5 16,7-20-3-16,7-23 0 15,3-15 3-15,0-17-7 16,0-11 3-16,3-14-21 15,10-3-182-15,3-24-78 16,-3-20-283-16</inkml:trace>
  <inkml:trace contextRef="#ctx0" brushRef="#br0" timeOffset="4340.92">12513 1461 944 0,'0'0'2'16,"0"0"0"-16,0 0 62 0,0 0-51 16,-33 133 11-1,33-68 11-15,0 3-8 0,6 0-1 16,7-6 10-16,4-11-18 16,0-7-6-16,1-14 2 15,-3-10-3-15,1-12-7 16,-2-5 4-16,5-3 2 15,4-8 7-15,7-16-5 16,1-7-8-16,-1-7 0 16,-3-5-4-16,-8-3 3 15,-5 0-1-15,-4 13-1 16,-7 10 3-16,-3 14-4 16,0 9 6-16,0 0 3 15,0 25-9-15,0 13-4 0,0 7 4 16,0 0 0-1,0-3-3-15,24-8 1 0,10-4 1 16,8-7-3-16,8-10 4 16,6-7-21-16,1-6-277 15,-1-3-396-15</inkml:trace>
  <inkml:trace contextRef="#ctx0" brushRef="#br0" timeOffset="4905.14">14386 1616 728 0,'0'0'75'0,"0"0"-24"0,0 0 105 0,0 0-48 0,0 0-64 16,0 0 0-16,0-6 7 16,0 6 2-16,0 0-5 15,-22 14 9-15,-12 8-5 16,-16 7 6-16,-9 3-9 15,-7 0-2-15,-5 4-22 0,2-1-1 16,8-4-3-16,10-2 0 16,21-10-2-16,15-5-10 15,12-3-9-15,3 2-6 16,12 6-2-16,23 2 8 16,15 3 1-16,13 2 1 15,6 1 1-15,5-1-1 16,-2-1-1-16,4 1 0 15,-5-2 2-15,-2-3-3 16,-8 1-5-16,-13-5 3 16,-14-3 2-16,-14-8 0 15,-10-2 0-15,-6-2-2 0,-2-2 2 16,0 0 2 0,-2 0-2-16,1 0-15 0,4-2-101 15,4-10-153-15,13-6-24 16,11-1-75-16</inkml:trace>
  <inkml:trace contextRef="#ctx0" brushRef="#br0" timeOffset="6201.84">15265 1582 501 0,'0'0'49'0,"0"0"-48"0,0 0 120 0,0 0-36 0,0 0-51 16,0 0-2-16,0 0 8 15,0-15 0-15,0 15 4 16,0 0-5-16,0 0 8 16,0 0-9-16,0-1-12 15,0 1-5-15,0 0 3 0,0 0-10 16,0 0-1-1,0 0-8-15,0 0 3 0,0 0-1 16,0 0-4-16,0 0 3 16,0 0-3-16,0 0 1 15,0 0-2-15,0 0-2 16,0 0 0-16,0 0 4 16,0 0-4-16,0-2 0 15,0 2 1-15,0 0 2 16,0 0 1-16,0 0-4 15,0 0 7-15,0 0-2 16,0 0 1-16,0 0 7 16,0 0-5-16,0 0 5 15,0 0-4-15,0 0-2 16,0 0 2-16,0 0 5 0,0 0-6 16,0 0 1-16,0 0 2 15,0 0 0-15,0 0 2 16,0 0 2-16,0 0-1 15,0 0-7-15,0 0-7 16,0 6 0-16,-2 20-13 16,-2 17 13-16,-3 14 16 15,-1 16 15-15,-2 6-8 16,-1 13 7-16,1 4-16 16,-1 6-6-16,0-8-6 15,0-7 2-15,3-17-4 16,1-13 0-16,1-13 0 0,-1-8-1 15,-2-5-2-15,-3-9 1 16,7-9-132-16,1-10-96 16,2-3-94-16,-1-18-272 15</inkml:trace>
  <inkml:trace contextRef="#ctx0" brushRef="#br0" timeOffset="6673.71">15223 1535 750 0,'0'0'15'0,"0"0"-4"0,0 0 78 0,0 0-66 16,0 0-20-16,-7 82 6 0,1-33 34 15,3-1 7-15,1 3 9 16,2-3-34-16,0-3-10 15,0-4 11-15,5-8-16 16,7-11-8-16,4-5 1 16,4-7-2-16,5-9 2 15,5-1 1-15,4-8-3 16,5-16 3-16,-5-10-4 16,-4-11 0-16,-7-2-3 15,-7-4 1-15,-6 5 2 0,-5 13-3 16,-2 12 3-1,-3 15 4-15,0 6 9 0,0 18-13 16,-9 16-8-16,-3 12 7 16,3 3 0-16,5-2 2 15,4-1 1-15,0-7-1 16,0-2-1-16,13-7 0 16,2-7-2-16,9-7 0 15,3-6-1-15,4-10-10 16,3 0-97-16,2-4-57 15,-1-12-58-15,-3-9-159 16</inkml:trace>
  <inkml:trace contextRef="#ctx0" brushRef="#br0" timeOffset="6924.29">15818 1903 646 0,'0'0'33'16,"0"0"30"-16,0 0 47 15,0 0-68-15,-61 73 4 16,58-48-5-16,3-1-16 15,0-3-6-15,9-3-9 16,6-5-3-16,9-7 3 16,3-6-3-16,1 0 3 15,2-1 8-15,3-15 2 16,-6-6 23-16,-9-5 26 16,-5-2 0-16,-10-5-17 15,-3 4-24-15,0 4-19 16,-19 9-9-16,-14 10-6 0,-13 7-126 15,-13 13-235-15</inkml:trace>
  <inkml:trace contextRef="#ctx0" brushRef="#br0" timeOffset="13750.01">10180 2964 772 0,'0'0'6'0,"0"0"35"0,0 0 56 0,0 0-57 0,0 0-13 0,0 0-8 16,0 0-1-16,38-16 5 15,2 7 16-15,11 2-2 16,13-2-3-16,30 1-5 15,30 0-5-15,37-3 0 16,39 3-16-16,33-2 14 16,28 3-5-16,24 0-9 15,11 0-3-15,3-1-5 16,-10 4-2-16,-18-3 2 16,-25-5 1-16,-18 2-1 15,-21-4-6-15,-32-3 0 16,-34 5 5-16,-36-5-10 0,-32 5 11 15,-28 0 0-15,-15 0 0 16,-14 5 2-16,-7-2-2 16,-6 6 0-16,-3 3 0 15,0 0-1-15,-25 0-79 16,-22 0-70-16,-24 3-29 16,-23 6-57-16,-18-3-181 15</inkml:trace>
  <inkml:trace contextRef="#ctx0" brushRef="#br0" timeOffset="14111.07">11052 3023 530 0,'0'0'0'0,"-129"9"0"0,95-3 7 0,18-3 72 15,14 2-6-15,2-2-69 16,18 0 2-16,24-2 16 16,25-1 21-16,35 0 39 15,42-4-9-15,29-7-21 16,32-2-18-16,24 2-17 16,10 2-10-16,0-1-7 15,-17 5 0-15,-25-2 0 16,-31 2 0-16,-31 0 1 0,-30-2-3 15,-29-1 0-15,-30 2 0 16,-20-1 2-16,-17 4 0 16,-9 0 6-16,0 0 2 15,-3 2-8-15,-18-1-62 16,-6 2-123-16,-5 0-30 16,4 0-128-16</inkml:trace>
  <inkml:trace contextRef="#ctx0" brushRef="#br0" timeOffset="14282.42">13385 3000 1153 0,'0'0'2'0,"0"0"1"16,0 0 105-16,0 0-63 15,0 0-34-15,0 0-11 16,-21 1-19-16,14 11-131 15,-5-2-257-15</inkml:trace>
  <inkml:trace contextRef="#ctx0" brushRef="#br0" timeOffset="17549.08">5183 8616 106 0,'0'0'227'0,"0"0"-167"0,0 0 83 0,0 0-55 15,0 0-6-15,0 0-7 16,19-80-32-16,-13 64 8 16,2 0 6-16,-1 3-25 15,-3 1 11-15,1 2 3 16,-2 4 17-16,-2 4 8 15,-1 0-1 1,0 2-14-16,0 0-1 0,0 0-7 16,0 0-17-16,0 2-17 15,0 22-10-15,0 15-3 16,-9 11 11-16,-7 12 14 16,2 3 15-16,1 2-11 0,1-3-14 15,0-9-5 1,5-9-5-16,1-11-3 0,6-11-3 15,-2-13 1-15,2-7 1 16,0-4-2-16,0 0 5 16,0-6 22-16,0-19 29 15,11-13-46-15,5-12-8 16,-1-6-2-16,0-8 4 16,-6-8-3-16,-3-2-1 15,3 3 0-15,-6 8-1 16,-2 22 1-16,-1 14 0 15,0 15 1-15,0 10 0 16,0 2-1-16,0 12-2 0,0 19-12 16,-1 14 14-1,-5 12 0-15,-6 5 3 16,6 6-3-16,-3 2 4 16,-3 1-3-16,3-6-1 15,-3-6 0-15,5-9-1 0,-2-13 0 16,3-7 1-16,1-11-9 15,1-7-139-15,4-6-135 16,0-6-126-16</inkml:trace>
  <inkml:trace contextRef="#ctx0" brushRef="#br0" timeOffset="18374.43">4995 9482 780 0,'0'0'85'16,"0"0"-67"-16,0 0 190 0,0 0-62 0,0 0-68 15,0 0 15-15,0 0-61 16,-6 89 18-16,-8-25-1 16,-2 7-3-16,-3 3-18 15,-1 2-5-15,1-4-11 16,2-11-3-16,4-9-3 16,5-11-5-16,5-17-1 0,3-8-1 15,0-12-2 1,0-4-13-16,6-8 2 0,15-23-17 15,2-15-21 1,5-11-2-16,-6-7-15 0,-4-11 29 16,-3-1 22-16,-4 3 9 15,-3 9 9-15,-3 22 1 16,-5 20 5-16,0 16 8 16,0 6 58-16,0 0-19 15,0 0-18-15,0 14-22 16,0 15-13-16,-5 9 6 15,-3 7 3-15,3-4 0 0,4 4 4 16,1-7-1 0,0-7-6-16,0-6-3 0,0-10-2 15,4-8-1-15,8-7-5 16,5 0 4-16,5-12 1 16,5-17 3-16,1-6-3 15,-3 1-2-15,-5 3-34 16,-1 8-4-16,-8 12 20 15,-4 6 6-15,-6 5 0 16,-1 0 7-16,0 7 5 16,2 9-2-16,-2 8 4 15,0 4-3-15,0-3-5 16,0-1-82-16,0-3-39 0,0-1-76 16,0-5-91-1,4-4-417-15</inkml:trace>
  <inkml:trace contextRef="#ctx0" brushRef="#br0" timeOffset="18687.02">5435 9780 925 0,'0'0'277'0,"0"0"-265"0,0 0 156 0,0 0-132 0,0 0-15 16,0 0 28-16,-51 83-30 15,51-64-8-15,0-7-6 0,0 0-3 16,12-6 1-16,6-4-3 16,3-2 6-1,7-8-1-15,5-12 1 16,-6-3-4-16,-2 1 0 0,-10 2 4 16,-9 2 2-16,-6 0 80 15,-6 1-15-15,-19 2-25 16,-13 5-32-1,0 10-11-15,-4 0-5 0,1 19-7 16,3 13-87-16,-4 8-224 16,-3 4-221-16</inkml:trace>
  <inkml:trace contextRef="#ctx0" brushRef="#br0" timeOffset="21874.17">2115 8964 155 0,'0'0'211'0,"0"0"-204"0,0 0 11 0,0 0 98 0,0 0-69 0,0 0-31 15,-15 2-6-15,15-2 3 16,0 0-7-16,0 0-5 0,0 0-1 16,0 0-2-16,0 0 1 15,0 0 0-15,0 0-2 16,0 0 0-16,2 0-17 16,-2 0 7-16,3 0 8 15,-3 0 4-15,0 0 1 16,0 0 0-16,0 0 0 15,0 0 0-15,0 0 0 16,0 0 4-16,0 0-3 16,0 0-1-16,0 0 3 15,0 0-3-15,0 0 0 16,0 0 2-16,0 0 1 16,0 0-2-16,0 0 2 0,0 0-1 15,0 0 3-15,0 0-1 16,0 0-3-16,0 0 5 15,0 0-6-15,0 0 0 16,0 0 0-16,0 0 4 16,0 0-5-16,3 0 1 15,1 0-3-15,-1 0 3 16,0 0 0-16,-3 0-13 16,8 0-36-16,-4 0-91 15,1 0 3-15</inkml:trace>
  <inkml:trace contextRef="#ctx0" brushRef="#br1" timeOffset="36499.6">2569 8547 317 0,'0'0'73'0,"0"0"-41"0,0 0 124 0,0 0-63 0,0 0-19 15,0 0 11-15,28-44-18 16,-28 41 16-16,0 2-12 16,0-1-18-16,0 2 9 15,0 0-12-15,0 0-12 16,0 0-7-16,0 0-4 15,0 0-5-15,0 16-6 16,0 11-7-16,0 11 12 16,0 8-4-16,0 4 1 15,-3 5-1-15,2 0-3 16,-1-2-8-16,2-6-1 16,0-7-4-16,0-10 2 15,0-8-3-15,0-8 4 16,0-7-3-16,0-4 1 15,0-3 7-15,0 0 2 16,0-6 20-16,0-18 17 0,0-9-43 16,0-11-4-16,2-11 0 15,-2-7 1-15,1-8-2 16,-1-2 0-16,0 7-2 16,0 16 4-16,3 20-1 15,-3 16-1-15,0 10 1 16,0 3 1-16,0 0-1 15,0 0-1-15,0 13-7 16,0 17 1-16,0 8 6 16,-3 9 0-16,-6 12 0 15,0 3 0-15,-4 7 2 16,1-8-2-16,-1-2 0 0,2-10 0 16,5-11 1-16,3-14-2 15,0-9 2-15,3-11-1 16,0-4 0-16,0 0 0 15,0 0 0-15,0-19 19 16,9-15-10-16,5-13-6 16,2-11-2-16,-4-6 1 15,-2-6-1-15,-1 2 0 16,-3 11 2-16,-4 16-3 0,-2 19 0 16,0 13 2-1,0 9 2-15,0 0 3 0,0 9-7 16,0 16-10-16,-8 9 8 15,2 7 1-15,-4 7 1 16,4-3-1-16,-2-2 1 16,-1 4 0-16,1-2 0 15,-3 1-1-15,2-3-4 16,-1 3-95-16,4-4-140 16,0-3-65-16,1-1-263 15</inkml:trace>
  <inkml:trace contextRef="#ctx0" brushRef="#br1" timeOffset="36964.28">2290 9757 883 0,'0'0'13'0,"0"0"60"0,0 0 103 0,0 0-131 0,0 0-43 16,0 0 33-16,-6 17 20 16,6 26 39-16,-5 11-15 15,-4 10-34-15,-4 5 1 16,1 2-15-16,3-2-13 16,0-6-3-16,5-8-8 15,4-10-4-15,0-9-1 16,0-11-2-16,0-7-1 15,6-7-3-15,-3-5 1 16,-1-6-4-16,1 0-64 16,2-6-83-16,-2-17-17 0,3-14-63 15,0-10-77 1</inkml:trace>
  <inkml:trace contextRef="#ctx0" brushRef="#br1" timeOffset="37437.87">2272 9743 775 0,'0'0'26'0,"0"0"41"15,0 0 58-15,0 0-72 16,0 0-18-16,0 0 22 16,3-31 3-16,-3 41-2 15,0 13 32-15,0 14-5 16,0 7-37-16,0 2-14 0,-3 3 1 15,0-2-18-15,3-6-6 16,0-6-2-16,0-5-5 16,0-9-3-16,7-9-1 15,4-1-1-15,2-11 1 16,2 0 0-16,9-11 1 16,3-11 3-16,1-13-4 15,5-11-2-15,-3-4-2 16,-2-5-2-16,-5 0 0 15,-7 11 6-15,-7 13-1 0,-3 15 1 16,-3 12 1 0,-3 4 0-16,0 0-1 0,0 4 1 15,0 22-1-15,0 7 12 16,0 0 9-16,3 0-2 16,3-5 0-16,4-3-9 15,5-5-5-15,6-4-5 16,3-7 1-16,7-4 0 15,4-5-1-15,5 0-29 16,-3-14-110-16,5-3-158 16,-6-1-299-16</inkml:trace>
  <inkml:trace contextRef="#ctx0" brushRef="#br1" timeOffset="42877.88">2621 8488 541 0,'0'0'151'0,"0"0"-151"0,0 0 83 0,0 0-50 0,0 0-32 16,0 0-1-16,0 0-4 16,0-3 4-16,0 1 0 0,0 1 3 15,0 0 3 1,0-2 5-16,0-3 4 0,0 1-10 15,0-7-5 1,0-4-1-16,0-1 0 0,0-4 0 16,0 2 0-16,-3 0-6 15,-3 5-38 1,0 0-48-16,3 5-11 0,-3 0-101 16,3-2 44-1</inkml:trace>
  <inkml:trace contextRef="#ctx0" brushRef="#br1" timeOffset="43075.7">2588 8213 205 0,'0'0'71'16,"0"0"-35"-16,0 0 63 16,0 0 11-16,0 0-33 15,0-80-39-15,0 71 18 0,3-2-35 16,-1-1 17-16,-1 4 3 16,2-4-1-16,-3 1-10 15,3-2-7-15,-3-1-10 16,0 0 1-16,3-2 1 15,-3 4-12-15,0-3-3 16,0 1 0-16,0-1-44 16,0-2-89-16,-6-1-118 15</inkml:trace>
  <inkml:trace contextRef="#ctx0" brushRef="#br1" timeOffset="43437.52">2604 7703 738 0,'0'0'6'16,"0"0"116"-16,0 0-32 16,0 0-47-16,0 0-27 15,-7-86-7-15,16 69 13 16,0-1-10-16,-6 3-1 16,3 1-2-16,-3-3-8 15,-3 2 3-15,3-2-4 16,-1-1-5-16,-2 2-1 15,2 0-47-15,-2 1-25 16,2 1-12-16,-1-4-48 16,1 2-7-16,-1 0-68 15,-1 1 41-15,3 4 172 0,-3 3 4 16,0-1 47 0,0 3 34-1,0 1-2-15,0-1 12 0,0-1-38 0,0 4 23 16,0-1-50-16,0 0-5 15,0 1-3-15,0 0-22 16,0 3-1-16,0 0-14 16,-3 0-303-16</inkml:trace>
  <inkml:trace contextRef="#ctx0" brushRef="#br1" timeOffset="45521.49">1426 8732 189 0,'0'0'0'0</inkml:trace>
  <inkml:trace contextRef="#ctx0" brushRef="#br1" timeOffset="46748.68">813 8139 169 0,'0'0'2'0,"0"0"33"15,112-51-14-15,-60 31 16 16,4-1-16-16,0 2-4 16,5-2-10-16,3 2 4 15,-4 0-3-15,-8 3 3 16,-3-1-4-16,-10 6-1 15,-3 2 0-15,-17 3 21 16,-10 3-12-16,-9 3-2 16,-12 0 150-16,-34 9-128 15,-17 13-24-15,-23 6 0 16,-17 7 11-16,-21 7 5 0,-13 5 1 16,-20 12-8-1,-18 5 15-15,-13 3 23 0,17 2-19 16,50-8-13-16,51-9 2 15,52-13 2-15,12-9-1 16,6-11-15-16,0-12-14 16,0-4 0-16,0-3-6 15,0-3-3-15,0-11 2 16,0-5-51-16,0-2-43 16,0 0-105-16,6-4-30 15,40-2-54-15</inkml:trace>
  <inkml:trace contextRef="#ctx0" brushRef="#br1" timeOffset="47073.9">1526 8101 789 0,'0'0'36'0,"0"0"-31"0,0 0 63 0,0 0 16 0,0 0-62 16,0 0-21-16,-134 50-1 16,44-10 14-16,-19 8-4 15,-31 7 15-15,-17 6-11 16,-25 2 0-16,-7 1 1 16,8-3-3-16,23-11-4 15,58-6-1-15,42-18-7 0,37-6 1 16,15-10-2-16,6-2-1 15,0-8-42-15,9 0-54 16,34-2-65-16,23-23-252 16</inkml:trace>
  <inkml:trace contextRef="#ctx0" brushRef="#br1" timeOffset="47340.53">2033 8180 1074 0,'0'0'0'0,"0"0"0"16,0 0 4-16,0 0 15 16,-143 76-4-16,58-36 2 15,-18 3 13-15,-18 4-4 16,-10 4-10-16,-11-1-10 15,6-7-3-15,20-10 0 16,34-8 0-16,34-16-2 16,36-5-1-16,12-4-7 15,36 0-75-15,22-8-71 16,17-9-165-16</inkml:trace>
  <inkml:trace contextRef="#ctx0" brushRef="#br1" timeOffset="47610.42">2512 8200 1033 0,'0'0'197'16,"0"0"-197"-16,0 0 0 15,0 0 3-15,-90 62 12 16,35-21-2-16,-19 7 1 15,-16 0 10-15,-13 2-4 16,-10-2-8-16,-2-8-4 16,24-8-8-16,25-10 0 15,35-10 0-15,28-8-4 0,7-4-61 16,37 0-119-16,23-4-65 16,18-16-368-16</inkml:trace>
  <inkml:trace contextRef="#ctx0" brushRef="#br1" timeOffset="47814.27">2621 8445 1257 0,'0'0'0'16,"-91"22"0"-16,43-1 9 0,-4 7 41 15,1 2-35-15,8-1-12 16,7-1-3-16,8-1-8 15,1-4-26-15,-6-13-369 16</inkml:trace>
  <inkml:trace contextRef="#ctx0" brushRef="#br1" timeOffset="48624">1462 8038 811 0,'0'0'29'0,"0"0"-27"0,0 0 110 0,0 0-34 0,0 0-33 0,0 0 31 0,0 0 15 16,-51 8-19-16,33-8-3 16,-3-14 11-16,-6-7-21 0,2-11-18 15,-5-15-5 1,2-17-9-16,-2-21-17 0,6-23-4 16,9-22-3-16,12-12-2 15,3-4 0-15,27 11-1 16,15 17 0-16,10 16 0 15,2 13 0-15,7 14 0 16,-4 10 0-16,-7 19-3 16,-11 10-1-16,-12 14-4 15,-15 14-41-15,-7 7-32 16,-5 1-34-16,0 12-18 16,-17 11-55-16,-10-1-89 15</inkml:trace>
  <inkml:trace contextRef="#ctx0" brushRef="#br1" timeOffset="48923.77">1398 6579 1064 0,'0'0'21'15,"0"0"29"-15,0 0 73 16,0 0-94-16,0 0-21 15,0 0-8-15,22-16 0 16,11 16 4-16,4 0 4 16,5 0-2-16,-2 0 0 15,-1 3-6-15,-3 6 2 0,-4 4-2 16,-12 4-1 0,-7 3-7-16,-13 5 8 0,0 3 21 15,-19 1-5 1,-3-2-9-1,5-7-7-15,7-5-2 0,7-5-22 16,3-10-186-16,0 0-165 16</inkml:trace>
  <inkml:trace contextRef="#ctx0" brushRef="#br1" timeOffset="50279.56">2084 6042 726 0,'0'0'4'16,"0"0"30"-16,0 0 20 16,0 0-27-16,0 0-14 15,0 0 6-15,13 19 3 16,-5-20-5-16,-1-12 27 15,-4-6 9-15,0 0-16 16,-3-6-3-16,-6 2-1 16,-9 7 2-16,-4 7 11 0,-2 9-10 15,-4 0-14 1,-4 14-15-16,1 14 9 0,3 3-14 16,5-1 0-1,5 0 5-15,9-7-5 0,6 2-2 16,0-8-5-16,0-3-4 15,14-6 1-15,8-5 8 16,5-3 10-16,6-6-6 16,1-12 0-16,-4-7-3 15,0-5-1-15,-6-5 2 16,-9-4-2-16,-5 0 1 16,-7 7 2-16,-3 8-2 15,0 16 4-15,0 6 6 16,0 2 39-16,-5 9-31 15,-3 17-19-15,0 8-4 16,7 5 3-16,1-7 0 16,0-3-5-16,13-7 5 15,5 0-7-15,6-9 8 0,1-9 4 16,6-4 3-16,1-2 1 16,-1-18-2-16,-3-7-2 15,-5-8-2-15,-7-2-1 16,-8-7-1-16,-8-2 0 15,0 0-2-15,-3 8 2 16,-9 11-2-16,-3 10 4 16,9 11-1-16,-3 5 0 15,6 1 0-15,-4 3-1 0,2 15-12 16,2 7 8-16,2 0 1 16,1 0-9-16,0-2 9 15,4 1 2-15,8-3-1 16,0-3-5-16,3 1 7 15,-2-7 4-15,5-1-2 16,0-6 2-16,1-2-1 16,-2-3 8-16,11 0-6 15,1-11 5-15,5-9-7 16,-1-6-2-16,-2-5 3 16,-1-1-3-16,-8-5 2 15,-4-2-2-15,-7-3 3 16,-7 5-2-16,-4 4-2 0,0 8 2 15,-12 7-2-15,-1 9 0 16,-4 5 38-16,1 4-15 16,4 0-16-16,0 1-6 15,0 15-1-15,9 0-4 16,3 1-1-16,0 3 3 16,3-4-8-16,16-3 10 15,6-2 10-15,0-6-7 16,9-3-1-16,2-2 2 15,1 0-2-15,2-6-2 16,0-11 0-16,2-7 0 16,3-6 0-16,-1-6 0 15,-1-2 0-15,-11-2-7 16,-9 9-6-16,-11 5 11 0,-11 2 0 16,0 10 2-16,0 1 1 15,-13 6 3-15,-2 4-3 16,4 3 1-16,-8 0-2 15,5 3-1-15,-5 14-1 16,7 2-8-16,0 3 9 16,8-2-2-16,4-1-9 15,0-2 0-15,0-6 8 16,9 0 0-16,7-7 3 16,6 1 2-1,1-5 4-15,4 0-2 0,1-11-3 16,0-9-3-16,-4-1-4 15,-3-2 5-15,-3 2 1 16,-7 4 2-16,-6 7 1 16,-2 5 3-16,-3 3-1 0,0 2 0 15,0 0-4-15,0 0-16 16,5 6-3-16,-1 5 19 16,5 0 0-16,0-1 0 15,3-3-4-15,0 1-6 16,3-6-148-16,-3-2-72 15,3 0-121-15</inkml:trace>
  <inkml:trace contextRef="#ctx0" brushRef="#br1" timeOffset="51017.24">3352 5135 839 0,'0'0'6'0,"0"0"64"0,0 0-26 0,0 0-25 0,-55 88 7 16,55-70-18-16,0-5 4 16,12 2 12-16,4-8-9 15,3-3-2-15,4-4-3 16,5 0-3-16,1-2-4 16,-4-15-3-16,-1-1 0 15,-9-2-1-15,-5-5-6 16,-10 3 3-16,0 2 2 15,-4 5 2-15,-14 5 4 16,-3 7-2-16,1 3 3 16,-2 0 1-16,3 1-5 0,2 11-2 15,9 0 1-15,3-1-2 16,5-1-6-16,0 0 5 16,0-4-6-16,13-2 4 15,10-4-7-15,5 0-31 16,2 0-48-16,0-10 11 15,-2-7-74-15,-4-4 9 16,-3-9-17-16,-6-7 9 16,-6-7 153-16,-9-9 11 0,0-7 72 15,0-2 83 1,-11 3-25-16,-9 2-13 0,0 11 1 16,-1 15-17-16,2 11 15 15,8 11-26-15,5 5-31 16,3 4-8-16,3 14-62 15,0 23-22-15,5 22 22 16,17 15 6-16,11 18 9 16,4 13 23-16,2 9-24 15,-3 8-9-15,1-1-3 16,-6-7-2-16,-6-16 0 16,-9-16-2-16,-12-14-3 15,-4-20 0-15,-4-9-10 16,-20-14 14-16,3-11 1 15,0-11 4-15,-3-3 5 0,-1-27 3 16,0-17 4 0,2-16 0-16,8-18 15 0,11-11-8 15,4-12-16-15,0 2-7 16,3 12-1-16,6 20-4 16,1 26 0-1,-2 28-68-15,-4 13-100 0,-4 38-148 16,0 21-28-16</inkml:trace>
  <inkml:trace contextRef="#ctx0" brushRef="#br1" timeOffset="51998.55">2115 6773 725 0,'0'0'33'0,"0"0"76"0,0 0 68 0,0 0-135 0,0 0-26 0,0 0-16 16,-31-9 16-16,31 11-2 15,0-2 3-15,0 0 12 16,3-3 6-16,15-17 3 0,13-10-3 15,-1-10-23 1,-2-4-3-16,-10-7-5 0,-7-5-2 16,-10 6-2-16,-1 7 4 15,-6 11-4 1,-13 13 5-16,-1 8 17 16,-5 11 5-16,0 0-9 15,1 2-14-15,4 17-4 0,4 3-1 16,10 4-1-16,3 1-7 15,3 1 8-15,0-3-3 16,3-2-3-16,15-5-1 16,0-1 1-16,6-5 7 15,1-3 2-15,0-3-1 16,-2-4 2-16,-1-2-1 0,-3 0-1 16,-8 0 1-16,-8 0-2 15,0 0 0-15,-3 2 0 16,0 2 0-16,3 1-11 15,6 3 7-15,-3 1 3 16,6-2 1-16,1-1 4 16,4-3-2-16,2-2 3 15,5-1 2-15,-2 0-3 16,2-9-4-16,-2-8 2 16,-5-4-2-16,-2-5-13 15,-6-3-8-15,-9-2 3 16,0 1-2-16,0 8 16 15,-9 6 3-15,-9 9 1 0,1 6 3 16,1 1 2 0,-2 0 2-16,8 11-7 0,2 7 0 15,8 5-8-15,0-1 5 16,0 1-3-16,14 1 0 16,7-6 3-16,1-2 0 15,3-7 1-15,-2-3 1 16,8-6-3-16,-1 0-51 15,0-6-50-15,-2-12 15 16,-4-7-10-16,-5-3 49 16,-7-3 31-16,-9-2 11 15,-3 5 9-15,0 2 5 16,0 9 35-16,-3 6 107 16,0 7-38-16,-3 4-3 0,2 9-46 15,0 22-55 1,-1 14 8-16,2 11 26 15,3 10 2-15,-3 11 1 16,3 1-17-16,0 5-15 16,0-8-10-16,0-10 0 0,0-8 0 15,0-18-1-15,0-9-2 16,0-14-3-16,0-14-109 16,0-2-114-16,0-26-147 15</inkml:trace>
  <inkml:trace contextRef="#ctx0" brushRef="#br1" timeOffset="52154.6">2548 6255 1035 0,'0'0'7'0,"0"0"42"0,0 0 39 0,0 0-88 0,0 0-31 0,0 0-29 16,28 30-108-16,-16-6-105 15</inkml:trace>
  <inkml:trace contextRef="#ctx0" brushRef="#br1" timeOffset="52797.53">2858 6372 692 0,'0'0'14'16,"0"0"113"-16,42-87-91 15,-34 66-25-15,-8 7 9 16,0 4 39-16,-5 6 59 16,-12 4-29-16,-6 2-44 15,-1 17-19-15,4 3-4 16,1 8-12-16,10-3-6 16,2 4-4-16,7-5-4 15,0-3 1-15,0-3-2 0,4-6 4 16,8-7-8-1,3-5-2-15,6-2-43 0,1-3-44 16,5-14-50 0,-3-6 17-16,-3-2-56 0,-2 0-94 15,-7-1 157 1,-3 6 124-16,-5 4 13 0,-4 6 136 16,0 7 43-16,0 1-8 15,0 2-65-15,0 0-49 16,0 3-49-16,0 12-12 15,0 6-5-15,0-3 2 16,0 2-1-16,8-7-3 16,4 0 0-16,3-8-2 15,1-3 0-15,5-2 8 16,1 0-8-16,1-18-3 16,2-7-52-16,-4-8-10 0,-4-6 14 15,-7-9-2-15,-10-3 15 16,0-12 38-16,-5-6 2 15,-11 0 7-15,-3 6 22 16,2 17 24-16,1 21 11 16,7 16 52-16,3 9 15 15,0 20-97-15,6 24-36 16,0 12 10-16,0 8-1 16,6 0-3-16,9-6 6 15,0-3-12-15,-3-3-3 16,1-6 2-16,1-6-24 0,-4-13-153 15,2-10-28-15,-3-15-226 16</inkml:trace>
  <inkml:trace contextRef="#ctx0" brushRef="#br1" timeOffset="53018.24">3225 6178 683 0,'0'0'66'0,"0"0"52"0,0 0 21 0,0 0-103 0,0 0-32 15,0 0-4-15,27-53-2 16,-18 64 2-16,0 6 12 16,0 6 20-16,-2 1 7 0,-2 0 0 15,-1 0-23 1,-1-3-9-16,-1-5-7 0,1-3 0 16,0-5-2-1,-3-7-63-15,3-1-130 16,-3-5-78-16</inkml:trace>
  <inkml:trace contextRef="#ctx0" brushRef="#br1" timeOffset="53151.71">3239 5936 793 0,'0'0'74'0,"0"0"95"16,0 0-17-16,0 0-140 15,0 0-12-15,0 0-9 16,-27 64-15-16,27-21-226 15,0 6-454-15</inkml:trace>
  <inkml:trace contextRef="#ctx0" brushRef="#br1" timeOffset="55436.81">2632 9521 228 0,'0'0'382'0,"0"0"-364"0,0 0 81 0,0 0-28 0,0 0-17 16,0 0-18-16,0 0 2 15,-2-39 7-15,-7 33 23 16,0-1-4-16,-9 1-21 0,0-1-17 16,-9 1 12-1,-4 0-3-15,-5 2-7 0,-4 0 9 16,6 4-1-16,-4 0-13 16,-2 0-7-1,-3 4 1-15,1 7 1 0,0 5-2 16,-4 2-4-16,1 3 4 15,-1 4-3-15,1 1-2 16,2 4-2-16,7 0 1 16,6 6 3-16,2 4-6 15,4 2 0-15,3 8 4 16,8-1-7-16,1 0 0 0,4 5-3 16,1-4 0-16,1 1 4 15,6-2-4-15,0 1-1 16,13 0 2-16,2-1 0 15,3 2-1-15,5-4 0 16,5-1-1-16,2 3 0 16,4-2 1-16,2-1-2 15,-2 3 1-15,2-8 0 16,3-4 0-16,4-4 0 16,6-5 2-16,2-4-2 15,0-5-1-15,4-7 1 16,0-3 0-16,2-4 2 15,1-5-1-15,3 0 1 0,-3-3 0 16,-1-8-2-16,-3-4 0 16,-5 1 0-16,-4-6 0 15,1-3 1-15,-3 1 4 16,0-2-5-16,-1 1 0 16,-4-4 2-16,-4-1-1 15,-1-4 0-15,-5-4-1 16,-1 0 0-16,-2-5 1 15,-7-3-1-15,-1-7 4 16,-5-7-2-16,-5-2 0 16,-6-9 1-16,-1-2-3 15,-3-4 5-15,-20 0 3 0,-9 3-2 16,-12 5 5 0,-19 9 13-16,-7 10-7 0,-15 14-12 15,-14 9-5-15,-7 9-3 16,-7 12 2-16,-2 4-2 15,12 2-14-15,15 16-66 16,21 2-118-16,15 2-137 16,10 0-427-16</inkml:trace>
  <inkml:trace contextRef="#ctx0" brushRef="#br1" timeOffset="57891.61">1760 8294 253 0,'-149'39'0'0</inkml:trace>
  <inkml:trace contextRef="#ctx0" brushRef="#br1" timeOffset="58609.83">610 8412 313 0,'0'0'8'0,"0"0"-6"16,0 0-4-16,0 0 1 15,0 0 1-15,0 0-4 0,6 0 4 16,-5 0 0-16,-1 0 0 16,2 0 0-16,-1 0 1 15,-1 0-1-15,0 0 2 16,0 0-2-16,0 0 4 16,0 0 15-16,0 0 2 15,0 0-6-15,0 0-3 16,0 0-5-16,0 0-2 15,0 0-2-15,0 0-2 16,0 0 3-16,0 0-3 16,0 0 3-16,0 0 16 15,0 0 48-15,0 0-15 16,0 0 5-16,0 0-11 0,0 0-14 16,0 0 0-16,0 0-6 15,2 0-3-15,-1 0-10 16,1 0 1-16,-2 0-5 15,0 0-3 1,3 0-5-16,-3 0 4 0,7-2-2 16,-7 0 0-16,0 2-3 15,0 0 0-15,0 0-1 16,0 0 0-16,0 0 1 16,0 0 1-16,0 0 2 15,0 0 0-15,0 0-3 16,0 0 3-16,0 0 3 0,0 0-4 15,0 0 3 1,0 0-5-16,0 0 0 0,0 0-1 16,0 0 0-16,0 0-1 15,0 0 0-15,3 0-12 16,5 0-133-16,1-4-82 16</inkml:trace>
  <inkml:trace contextRef="#ctx0" brushRef="#br1" timeOffset="62795.44">2433 8986 331 0,'0'0'46'0,"0"0"-36"0,0 0 85 0,0 0-42 16,0 0-39-16,0 0 3 15,0 0 10-15,0 0 5 16,0 0-3-16,0 0-6 15,0 0 5-15,0 0-2 0,0 0-10 16,0 0-4 0,0 0-6-16,0 0-5 0,0 0-1 15,0 0-1-15,0 0 1 16,0 0-3-16,0 0-7 16,0 0-16-16,0 0-2 15,0 0-3-15,0 0-4 16,0 0-15-16,0 0-9 15,0 0-41-15,0 0-13 16,0 0-46-16</inkml:trace>
  <inkml:trace contextRef="#ctx0" brushRef="#br1" timeOffset="62893.65">2433 8986 274 0</inkml:trace>
  <inkml:trace contextRef="#ctx0" brushRef="#br1" timeOffset="64609.66">2433 8986 274 0,'-6'4'54'0,"6"-4"-48"0,0 0 56 0,0 0-26 16,0 0-19-16,0 0 4 15,0 0 18-15,0 0 7 16,-2 0-4-16,-1 0 17 16,3 0-8-16,-3 0 1 15,-4 0-8-15,0 0-11 16,-7 0 1-16,2 0 2 0,-6 0 4 15,-4 0 9 1,-5 0-5-16,-4 0 1 16,-2 0 0-16,-3 2-18 15,-3 2 3-15,-5 0-4 0,-16 2-7 16,-9 4-8-16,-20 0-8 16,-13 3-3-16,1-1 7 15,4-1-4-15,6-5 1 16,7 0 3-16,-1-5 15 15,3 2 4-15,6-3-7 16,0 0 3-16,6 0-7 16,4 0 20-16,5 1-18 15,6 6 0-15,3 0-7 0,7 0 1 16,6 0 2-16,-1 4-13 16,10-7 4-16,3 3-4 15,8-2 0-15,8-1 0 16,4-3 0-16,4-1 0 15,3 0 0-15,0 0 0 16,0 0 0-16,0 0 2 16,0 0-2-16,0 0 0 15,0 0 1-15,0 0 0 16,0 0-1-16,0 0 0 16,0 0-1-16,0 0 1 15,0 0 0-15,0 0 0 16,0 0-1-16,0 0 1 15,0 0-8-15,0 0-2 0,0 0-28 16,0 0 4-16,0 0 5 16,0 0 4-16,0 0 11 15,0 0 8-15,0 0 5 16,-3 0-1-16,3-10-1 16,0-1-1-16,0-1 3 15,0-6 1-15,0 4 0 16,0-5 0-16,0 3 0 15,0 1 1-15,0 4-1 16,3 2 0-16,0 4 0 16,-3 3 2-16,0 1 1 15,0-1 6-15,0 2 0 0,0 0-1 16,0 0-5 0,0 0 8-16,0 0-1 0,0 0-5 15,0 0 6-15,-12 9-2 16,-10 6-6-16,-10 4 1 15,1 0 0-15,0 0 1 16,1-1 3-16,3-1 1 16,6-2 3-16,2-2-5 15,1-2-5-15,10-5 6 16,4-4-7-16,2 0 0 16,2-2-1-16,0 0 1 15,0 0-1-15,0 0 0 16,0 0-2-16,3 7-2 15,18 5 2-15,7 3 2 16,7 2 5-16,11 3-4 0,5 1 3 16,7 2-2-16,8 0 8 15,-5-1-7-15,3-1-1 16,0-1 0-16,-6-6-1 16,-6 1-1-16,-10-5 3 15,-13-3-2-15,-12-1-1 16,-9-3 0-16,-5-3 1 15,-3 1 0-15,0-1 4 16,0 0 1-16,0 0 10 16,0 0-4-16,0 0 3 15,0 0-4-15,0 0-11 16,0 0 4-16,0 0-3 0,0 0-1 16,0 0 2-16,0 0-2 15,0 0 2-15,0 0 2 16,0 0-1-16,0 0 1 15,-3 0-4-15,-15-9 0 16,-7 1-1-16,-8-2-2 16,-6-5 6-16,-7 1-6 15,-8-6 7-15,-1-6-2 16,-6 1-2-16,-3-4 0 16,1 0 0-16,5 2 0 15,6 4-3-15,13 5 3 16,9 4 0-16,13 8 2 15,6 1-2-15,8 4 0 0,3 1 1 16,0-3-2 0,0 3 1-16,0 0-1 0,0 0-1 15,0 0-1-15,0 0 2 16,0 0 0-16,0 0 1 16,0 0-4-16,1 0 0 15,14 0 4-15,3 0-1 16,13 0 1-16,2 0 1 15,7 0 0-15,2-8 1 16,10 0-2-16,6-9 5 16,-2-2-5-16,8-4 0 15,3-1 1-15,-3 2-1 0,-4 1-2 16,-9 3 2-16,-11 7 0 16,-13 2 2-16,-6 5-2 15,-11 3 0-15,-4 1 1 16,-6 0-1-16,0 0 6 15,0 0 7-15,0 0-2 16,0 0 11-16,0 0-7 16,0 0-7-16,0 0-3 15,0 0-3-15,0 0 0 16,0 0-2-16,0 0 0 16,0 0 1-16,0-2-1 15,0 2 1-15,0 0-1 0,0 0 0 16,0 0 0-16,0 0 1 15,0 0-1-15,0 0-1 16,0 0 1-16,-2 0-7 16,-8 0-32-16,-5 0-36 15,2 0-36-15,1 9-21 16,-3 3-50-16,0 0-65 16,1 0-327-16</inkml:trace>
  <inkml:trace contextRef="#ctx0" brushRef="#br1" timeOffset="74985.72">2499 9351 672 0,'0'0'9'0,"0"0"-4"0,0 0-3 16,0 0 59-16,0 0 14 15,0 0-49-15,0 0-20 16,-17 0-5-16,13 0-1 15,4 0 0-15,0 0 0 16,0 0 3-16,0 0-3 16,0 0 0-16,0 0 3 15,0 0 2-15,0 0 3 16,0 0-3-16,0 0 10 0,0 0-1 16,0 0 2-16,0 0-1 15,0 0-6-15,0 0 0 16,0 0 1-1,0 0-8-15,0 0 2 0,0 0-3 16,0 0 2-16,0 0-2 16,0 0-1-16,0 0 1 15,0 0 1-15,0 0-2 16,0 0 1-16,0 0-1 16,0 0 4-16,0 0-1 15,0 0-2-15,0 0 0 16,0 0 1-16,0 0 2 0,0 0-1 15,0 0-2-15,0 0-1 16,0 0 1-16,0 0-1 16,0 0 1-1,0 0 0-15,0 0-1 0,0 0 1 16,-3 0-1-16,3 0 1 16,0 0 3-16,0 0-3 15,0 0 1-15,0 0-2 16,0 0 3-16,0 0 1 15,0 0-3-15,0 0 0 16,0 0 1-16,0 0-1 16,0 0-1-16,0 0 1 15,0 0-1-15,0 0 1 0,0 0 1 16,0 0-1 0,0 0 2-16,0 0-2 0,0-1 2 15,0 1-1-15,0 0 0 16,0 0 0-16,0 0-1 15,0 0-1-15,0 0 0 16,0 0 0-16,0 0-1 16,0 0 1-16,0 0-3 15,0-1-38-15,0-4-30 16,3-2-8-16,10-4-61 16,-5-1-96-16</inkml:trace>
  <inkml:trace contextRef="#ctx0" brushRef="#br1" timeOffset="78924.32">547 12187 708 0,'0'0'61'0,"0"0"-7"0,0 0 30 0,0 0-22 16,0 0-23-16,-46 84 37 16,26-46-18-16,1 9-8 15,3-1-3-15,5 2-17 16,5-1-6-16,5-4-7 15,1-5-11-15,0-9-4 16,7-8 0-16,11-10-2 16,5-9 0-16,5-2 1 15,5-13 14-15,5-18-6 16,9-14-5-16,0-4-2 16,-6-4-2-16,-4-1-1 15,-7-3 1-15,-9-4 0 0,-6-7 0 16,-2-2 0-16,1-1 0 15,-4 9 0-15,-4 13 0 16,0 12-2-16,-3 16 2 16,-3 11 0-16,0 6 1 15,0 4 5-15,0 0-6 16,0 3-13-16,0 22-2 16,0 17 15-16,0 17 1 15,-6 16 0-15,-2 17-2 16,-2 17 2-16,0 18 0 15,-8 15-1-15,4 10 0 16,-2 4 0-16,4-10 0 0,9-21-2 16,3-27 1-16,0-19 1 15,18-21-2-15,4-18 0 16,4-15 2-16,-1-21-4 16,8-4 2-16,4-24 2 15,6-18 0-15,1-14 4 16,-4-10-4-16,-7 2 0 15,-5 3-3-15,-13 8 2 16,-15 8 1-16,0 6 0 16,-24 5 9-16,-13 5-7 15,-12-1 4-15,-11 2 4 16,-7 0 0-16,-2-5-6 16,-1 4 4-16,9-4-7 0,4-4 2 15,11 2-3 1,12-5 0-16,7-3-7 0,13-4-25 15,8 0-88-15,6-7-125 16,0-3-273-16</inkml:trace>
  <inkml:trace contextRef="#ctx0" brushRef="#br1" timeOffset="79110.6">456 11849 1032 0,'0'0'0'0,"0"0"0"0,0 0-2 0,0 0-1 0,0 0-64 16,0 0-147-16</inkml:trace>
  <inkml:trace contextRef="#ctx0" brushRef="#br1" timeOffset="80372.5">1939 12145 438 0,'0'0'275'0,"0"0"-257"0,0 0 116 0,0 0-35 15,0 0-27-15,0 0-27 0,8-69 4 16,5 51 2-1,-1 1-15-15,-3 0-7 0,0 5 5 16,-5 4-1-16,-2 4 7 16,-2 4-1-16,0 0 25 15,-12 0-25-15,-15 15-27 16,-16 9-12-16,-2 5 1 16,-4 0 15-16,5 2 5 15,3-2 3-15,11-4-11 16,10-3-7-16,9-4-5 15,11 0-1-15,0-2-4 16,19 0 3-16,20 3-2 16,13-1 3-16,11 1 0 0,-2 1-2 15,-6 1-8-15,-9-1-18 16,-13-1-9-16,-15-5 1 16,-15 4 11-16,-3 0 25 15,-36-1 3-15,-19 3 9 16,-12 1 4-16,-14-4 21 15,-5-2 29-15,8-3-29 16,2-6-1-16,21-6-20 16,12 0-9-16,19 0-2 15,15 0-5-15,9-2-8 16,0-6-102-16,19-7-98 16,17 1-68-16,13-5-124 15</inkml:trace>
  <inkml:trace contextRef="#ctx0" brushRef="#br1" timeOffset="81786.39">2348 12231 866 0,'0'0'37'0,"0"0"37"0,0 0 95 0,0 0-72 16,-88-38-19-16,54 51-31 15,-4 11-14-15,1 4 24 16,4 1-32-16,8 4-13 16,4-5-9-16,15-1-3 0,3-5 0 15,3-3-2-15,6-7-1 16,12-6 2-16,7-6-3 16,5 0 1-16,4-8-3 15,5-13-35-15,-3-6-13 16,0-4 11-16,-5 0 4 15,-10 4 10-15,-6 6 19 16,-11 10 8-16,-1 5 2 16,-3 6 10-16,0 0 16 15,-3 13 5-15,-13 13-21 16,4 6 12-16,0 3-4 16,8-3 5-16,4-3-14 15,0-7-6-15,4-4-2 0,11-6-1 16,0-7 0-16,7-5 1 15,-1 0 0-15,10-14 9 16,1-7-6 0,-4-7-3-16,-4-1 0 0,-3 3-1 15,-6 3 0-15,-6 8 0 16,-5 8 0-16,-4 4 1 16,0 3-2-16,0 11-1 15,-4 15 2-15,-5 3 3 16,-3 2 12-16,6-6 6 15,0-2-5-15,6-6-9 16,0-7-1-16,0-4-4 0,0-4 0 16,0-2 1-1,0 0 0-15,15-9 5 0,7-13-1 16,-1-5-6-16,0-3 0 16,0-6 1-16,-2 1-2 15,-4 2 0-15,-4 11 0 16,-4 8 0-16,-4 10 0 15,-3 4 0-15,0 0-3 16,0 14-7-16,0 8 10 16,0 4 0-16,0-2 1 15,5-3-1-15,-1-4 0 16,1-7 0-16,2 0 0 16,0-5 0-16,1-5 0 15,1 0 2-15,6 0-1 16,-2-13 3-16,5-7-4 0,-4-3 1 15,2-7-2-15,-7 6-4 16,0 1-5-16,-9 9 7 16,3 8-2-16,-3 6 5 15,0 0 0-15,0 0-4 16,0 20-4-16,0 4 7 16,0 7 1-16,0-3 0 15,0-6 0-15,7-3-1 16,10-2 1-16,7-9 0 15,-1-2 1-15,10-6 0 0,2 0-1 16,2-9 0-16,-1-8 0 16,-6-2-5-16,-8 0-34 15,-10 3 13-15,-3 7 20 16,-8 4 6-16,-1 5 2 16,0 9 7-16,-22 21-8 15,-3 18 11-15,-2 11 37 16,6 8-20-16,6 9 7 15,6 8-8-15,1 2-7 16,3-4-13-16,0-10-6 16,2-16 1-16,3-16-3 15,0-17-1-15,0-11 1 16,0-12 1-16,6-17 7 16,12-28 2-16,9-24-10 15,-2-14 0-15,1-17-3 0,-7-15-10 16,-1-6-24-1,-5 9 7-15,-2 23 3 0,-1 31 15 16,-4 30 12 0,-1 20 0-16,-1 8-2 0,12 0-1 15,8 20-1-15,6 8 2 16,3 7 2-16,-6 2 0 16,-3-3 0-16,-11-2 0 15,-7-3 0-15,-6-2 1 16,-6-2 2-16,-22-6 5 15,-12-4 20-15,-7-6 7 16,-5-8 8-16,1-1-14 0,1-5-9 16,8-15-9-16,9-4-8 15,9-1-2-15,11-1-1 16,10 4-3-16,3 11-5 16,6 3-71-16,22 8-57 15,4 0-21-15,2 5-75 16,1 5-161-16</inkml:trace>
  <inkml:trace contextRef="#ctx0" brushRef="#br1" timeOffset="82310.67">3330 11906 862 0,'0'0'10'0,"0"0"53"0,0 0 90 0,0 0-54 0,0 0-82 16,0 0-16-16,1 60 39 15,11 5 32-15,-3 2-31 16,3 0 18-16,1-5 22 16,2-6-51-16,0-7-15 0,2-10 3 15,0-11-13-15,-3-8-2 16,5-8 0-16,-2-12-3 16,10 0 3-16,7-10 1 15,3-18-1-15,-3-7-3 16,-4-7-2-16,-10 1-6 15,-7 0-21-15,-10 9 16 16,-3 9 10-16,0 12 2 16,0 11 1-16,-16 0 1 15,2 14 0-15,-5 14 1 16,4 9 12-16,5 1-2 16,8 2 1-16,2-6 2 15,3-2-8-15,15-5-7 0,3-5 2 16,3-8-4-16,4-8 1 15,4-6-50-15,3 0-113 16,2-16-100-16,2-7-162 16</inkml:trace>
  <inkml:trace contextRef="#ctx0" brushRef="#br1" timeOffset="83748.75">4181 12218 1248 0,'0'0'7'0,"0"0"4"0,0 0 120 0,-37 90-27 16,37-61-42-1,0-1-42-15,0-2-3 0,0-6-7 16,0-9-4-16,0-2-3 16,0-7-1-16,0-2 1 15,0 0 9-15,12-15 6 16,9-12-18-16,3-10 0 15,0-8-2-15,-2 2-12 16,-3 1 5-16,-2 5-7 16,-1 16 6-16,-4 8 8 15,-4 13-1-15,-2 0-3 16,-2 18-20-16,5 8 26 16,-3 7 2-16,-3-1 0 15,-1-3 16-15,1-1 3 0,0-6-14 16,1-6-2-16,-1-7-4 15,-2-6 1-15,2-3-2 16,5 0 6-16,8-3 6 16,5-17-7-16,6-11-5 15,0-7-11-15,-3-5-31 16,-9 5 9-16,1 7 0 16,-8 13 19-16,-4 8 10 15,-4 10 4-15,0 0 0 16,0 13-13-16,0 14 13 15,0 5 3-15,0 0 9 16,0-4-1-16,0-1 0 16,0-7 1-16,8-3-9 0,2-6 4 15,2-5-5-15,10-6 1 16,11 0 6-16,9-11-5 16,9-9-3-16,-1-8-2 15,-8-4 0-15,-3-6-15 16,-14-4-34-16,-7 4 5 15,-15 12-2-15,-3 8 12 16,-7 11 33-16,-16 7 1 16,-8 3-1-16,-2 18 2 15,3 6 30-15,8 4 5 0,11 0-8 16,3-3 3 0,8-2-16-16,0-4 1 15,16-4-5-15,14-6 0 0,9-5-3 16,16-7-3-1,6 0 3-15,9-7-5 0,-1-9-2 16,2-2 3-16,-7-4-3 16,-7-4-1-16,-12-2 1 15,-8 0-1-15,-14 4 0 16,-17 10 1-16,-6 5 0 16,0 5 7-16,-9 4-7 15,-21 0 2-15,-6 7-2 16,0 13 5-16,5 1 12 15,4-2 6-15,6 2-13 16,6-3-6-16,6-3-2 0,5-3 0 16,4-1-2-16,0-7 0 15,0-1-1-15,6-3 2 16,16 0 1-16,2-6-2 16,4-12-28-16,-1-2-21 15,-1-1 8-15,1 2-8 16,-10 9 1-16,-5 4 32 15,-7 6 16-15,-1 0-5 16,2 11 3-16,-1 9 2 16,-1 4 4-16,-1-3 8 15,2 1 10-15,2-4-3 16,0-2-13-16,1-5 1 16,4-5-1-16,1-4-1 0,4-2 1 15,5 0-5-15,2-7 4 16,4-11-3-16,-4-1-3 15,3-6 1-15,-6-4-29 16,0-1-17-16,-6 4 30 16,-9 9 3-16,1 7 8 15,-7 10 3-15,0 0-2 16,0 23 4-16,-16 4 13 16,-2 8 31-16,-6-3-9 15,12-3 8-15,2-1-12 16,1-7-9-16,4-5-11 15,5-6 3-15,0-6-8 16,0-2-2-16,0-2-1 16,5 0 2-16,14-10 5 0,7-9-4 15,3-11-5-15,1-1-1 16,0-7-2-16,0 2-11 16,-8 9-9-16,-10 11 15 15,0 10 6-15,-9 6-3 16,-2 7 0-16,-1 18 4 15,0 6 41-15,0 1 9 16,0-7-14-16,0-3-5 16,2-4-13-16,4-6-10 15,9-3-4-15,-2-6-1 16,8-3-3-16,3 0-5 16,6-9-108-16,3-12-244 0,7-7-279 15</inkml:trace>
  <inkml:trace contextRef="#ctx0" brushRef="#br1" timeOffset="84437.31">3316 13697 93 0,'0'0'0'0,"0"0"-11"0,0 0-13 16</inkml:trace>
  <inkml:trace contextRef="#ctx0" brushRef="#br1" timeOffset="85158.06">6655 11630 247 0,'0'0'117'0,"0"0"-117"0,0 0-1 0,0 0-1 0,0 0 2 15,0 0 0-15,24 32 0 16,-21-3 0-16,-3 1-22 15,0 3-90-15</inkml:trace>
  <inkml:trace contextRef="#ctx0" brushRef="#br1" timeOffset="85623.57">6788 11925 512 0,'0'0'353'0,"0"0"-352"16,0 0 151-16,-6-78 0 15,3 77-52-15,3 1-34 16,-9 14-46-16,0 20-15 16,-10 12 46-16,1 5 20 15,4-1-55-15,4-7-2 16,6-6-8-16,4-7 0 15,0-10-2-15,0-8-2 16,11-8-1-16,6-4 2 0,13-4 1 16,8-17 9-16,1-7-12 15,-3-6-1-15,-3-4 1 16,-6-5-1-16,-5-1 0 16,-1 4 0-16,-8 12 0 15,-4 14-2-15,-4 10 2 16,-5 4-3-16,1 12-3 15,1 16 1-15,-2 9 5 16,0 6 0-16,0-3 7 16,0-5 11-16,0-3-8 15,-9-4-10-15,0-7 0 16,-1-7 0-16,-4-6-1 0,3-8-65 16,-3 0-188-16,-3-19-165 15</inkml:trace>
  <inkml:trace contextRef="#ctx0" brushRef="#br1" timeOffset="85782.81">6764 11593 1148 0,'0'0'2'0,"0"0"2"0,0 0 91 0,0 0-87 0,0 0-8 15,-40 86-4-15,59-40-1 16,14-1-108-16,6 3-189 15</inkml:trace>
  <inkml:trace contextRef="#ctx0" brushRef="#br1" timeOffset="86546.29">7952 11818 1178 0,'0'0'49'0,"0"0"11"16,0 0 88-16,-105 19-75 15,78 15-16-15,5 4-24 16,7 4-18-16,9-2 0 16,6-2-12-16,0-5 5 15,9-4-3-15,11-8-1 0,2-6-1 16,3-9 1-16,5-6 4 15,7 0-8-15,2-18-8 16,3-8-15-16,-6-8-6 16,-11-9-15-16,-8-5 12 15,-16-7 13-15,-1 5 8 16,-15 10 4-16,-9 16 3 16,-4 18 4-16,-5 6 0 15,2 16 0-15,2 20 0 16,7 10 10-16,10 4 5 15,12-1 0-15,0-6-9 16,12-3 0-16,15-6 1 16,10-7-5-16,3-7 3 15,7-12-2-15,3-8 3 0,1 0-3 16,-2-11-3-16,-4-12-3 16,-3-8-17-16,-6-6 3 15,-5-3 5-15,-7 7 2 16,-12 9 2-16,-2 11 8 15,-10 10 2-15,0 3-2 16,0 15-6-16,-13 11 6 16,-1 5 9-16,1-1 16 15,7-7-15-15,5-7-5 16,1-4-1-16,0-4 0 16,0-4-1-16,1-4 0 15,15 0 6-15,8 0 5 0,10-18-6 16,4-7-5-16,1-7-2 15,0-4 0 1,-8 3-1-16,-4 6 1 0,-11 11-1 16,-10 9 2-1,0 7-2-15,-3 2-1 0,3 22 1 16,3 8 21-16,0 2 11 16,0-5-16-16,1-3-4 15,-1-5-8-15,2-6-4 16,-3-2 0-16,-5-5-4 15,-3-2-119-15,0 0-159 16,-20-2-194-16</inkml:trace>
  <inkml:trace contextRef="#ctx0" brushRef="#br1" timeOffset="87830.08">3458 13644 700 0,'0'0'58'0,"0"0"-57"0,0 0 75 0,0 0-11 15,-63 72-33-15,59-64 0 16,1-1 21-16,1-2-20 15,2-5-6-15,0 0 5 16,0-2 12-16,18-18 4 16,8-14 2-16,5-3-35 15,2-9-8-15,2-5 0 0,-5-4-4 16,-7-3-3-16,-4 1 2 16,-10 4-2-16,-7 19 0 15,-2 10 0-15,0 17 0 16,0 7 4-16,-17 2-4 15,-7 16-2-15,-1 9 0 16,3 4 2-16,2 5-1 16,10 6 2-16,4 2-1 15,6 3 1-15,0-1 4 16,3-4 0-16,18-10-4 16,1-5 0-16,6-10-1 15,5-12 1-15,6-5 0 16,6-3 3-16,4-23-1 15,0-9-3-15,-1-4 0 16,-2-5-2-16,-7-1-7 16,-14 2-28-16,-11 7 2 0,-11 11 16 15,-3 11 12-15,0 9 6 16,-5 5 0-16,-8 5 0 16,-5 14 0-16,-3 6 0 15,6 3 1-15,3 2 1 16,2-3-1-16,7-2 3 15,3-2 1-15,0-3 0 16,0-5-3-16,0-4-1 16,9-4 0-16,6-7 0 0,4 0 0 15,2 0 3 1,9-16 3-16,0-6-5 16,-2-5-1-16,5-5-1 0,-5-5-7 15,2-5-14-15,-3-10-15 16,-5-5-4-16,-4-11 2 15,-6-4 3-15,-6-2-1 16,-6 1 20-16,0 13 9 16,0 14 7-16,0 19 1 15,0 16 5-15,0 11 44 16,-2 8-9-16,-1 28-38 16,2 20 7-16,-1 14 57 15,2 10 3-15,0 8-7 0,0 10-14 16,0 6 10-16,0 7-23 15,0 7-9-15,0 6-14 16,-5-1-10-16,-3-9-2 16,5-10 0-16,2-18 1 15,1-18 1-15,0-19-4 16,0-17 1-16,10-14 1 16,8-17-2-16,7-1-2 15,5-29-6-15,6-14-24 16,1-12-4-16,-4-4-4 15,-6-2 12-15,-13 3 16 16,-7 6 7-16,-7 7 7 16,-3 7 0-16,-21 8 14 0,-9 3 18 15,-7 4 24-15,-3 1-15 16,-2 0-2-16,3-1-10 16,9-4-21-16,10-1 4 15,9-3-10-15,11-4-2 16,3-7-1-16,17-3-6 15,18-8-19-15,13-3-81 16,10-3-27-16,5-1-67 16,-2 0-52-16,-3-1-232 15</inkml:trace>
  <inkml:trace contextRef="#ctx0" brushRef="#br1" timeOffset="87998.28">4686 12981 646 0,'0'0'162'0,"0"0"-148"0,0 0 74 0,-25 104 8 0,20-50-23 0,5-2-12 0,0-2-26 16,0-2-18-16,12-7-15 15,1-2-4-15,-2-8 2 16,-1-9-75-16,-10-11-180 16,0-8-414-16</inkml:trace>
  <inkml:trace contextRef="#ctx0" brushRef="#br1" timeOffset="88158.33">4650 13199 1114 0,'0'0'86'0,"0"0"-79"0,0 0 5 16,0 0-7-16,0 0-5 15,83-25-2-15,-15 23-94 16,5 2-145-16,1 0 71 15,-5 0-143-15</inkml:trace>
  <inkml:trace contextRef="#ctx0" brushRef="#br1" timeOffset="89095.3">5371 13195 1046 0,'0'0'14'16,"0"0"101"-16,-91 42 18 15,65-13-75-15,8 6-12 16,5 0-10-16,1-2-6 16,12-5-17-16,0-6-6 15,0-2-7-15,16-10 0 16,-1-3 1-16,9-7 2 16,3 0 0-16,4-13-3 15,5-9 1-15,0-6-2 16,-3-1-8-16,-2-8-33 15,-13 1 0-15,-9-3 18 16,-9-6 15-16,-3 7 7 16,-19 10-5-16,-5 13 7 15,0 15 4-15,-3 2-3 0,-3 25 2 16,9 13 0-16,2 5 6 16,16 0 6-16,6-5-12 15,0-5 3-15,18-8-5 16,9-7 1-16,14-9 0 15,6-10 1-15,5-1 0 16,3-12-3-16,-1-14-2 16,-3-2-27-16,-9-3 1 15,-7-2-3-15,-4-4 13 16,-2-1 1-16,-8-5 11 16,0 0-1-16,-8 0 3 15,-4 11 0-15,0 6 1 0,-9 11-1 16,3 7 3-1,-3 4 0-15,0 3 1 0,0-1 2 16,0-1-2-16,0 2 0 16,-3-1 3-16,0 1-3 15,-3 0 3-15,4 1-2 16,-5 0 11-16,3 0 6 16,-4 15-2-16,-1 14-5 15,-1 7 14-15,2 11 4 16,5 1 6-16,0 7 5 15,2 4-6-15,-2 4-19 16,-2 8 0-16,-3 8 15 16,-6 6-20-16,-4 4-4 15,0 4-1-15,0-2-3 0,-1-1-1 16,4-13-1-16,7-12 0 16,5-16-1-16,3-13 2 15,0-8-1-15,0-13 0 16,11-9-4-16,13-6-5 15,4-10-25-15,6-18-13 16,2-6-34-16,2-2 21 16,-4-1 38-16,-1 1 16 15,-6 4 6-15,-10 5 1 16,-12 4 5-16,-5-1 3 16,-6 4 20-16,-16-2 5 0,-8 0 5 15,-6-1-5-15,3-2-18 16,-1-6-7-16,4-3-2 15,3-8-6-15,8-8-1 16,5-11 0-16,14-10-1 16,5-10-27-16,26-1-68 15,17-7-34-15,10 3-125 16,12 2-190-16</inkml:trace>
  <inkml:trace contextRef="#ctx0" brushRef="#br1" timeOffset="91109.28">6818 13246 319 0,'0'0'36'0,"0"0"-36"0,0 0-2 0,0 0-44 0,0 0-74 0</inkml:trace>
  <inkml:trace contextRef="#ctx0" brushRef="#br1" timeOffset="91346.63">6818 13246 265 0,'15'-16'1'16,"-17"16"1"-16,2 0 1 16,0 0-3-16,0 0-6 15,0 0-3-15,0 0-14 16,0 0-56-16</inkml:trace>
  <inkml:trace contextRef="#ctx0" brushRef="#br1" timeOffset="93453.82">2977 9981 334 0,'0'0'64'0,"0"0"-31"0,0 0 66 0,0 0-17 0,0 0-1 16,0 0-7-16,5-63-5 15,-5 57-30-15,0 4 14 16,0 2 1-16,0 0 1 16,0 0-19-16,0 0-11 15,0 0-3-15,0-2 3 0,0 2-2 16,0 0 3-16,0-2 11 15,0 2-2-15,0 0-11 16,0 0 3-16,0 0-4 16,0 0-11-1,0 0 2-15,0 0-5 0,0 0-8 16,0 0 3-16,0 0-3 16,0 0-2-16,0 0 1 15,0 0 0-15,0 0 1 16,0 0 2-16,0 0-3 15,0 0-2-15,0 0 2 16,0 0-1-16,0 0 5 16,0 0-8-16,0 0 4 15,0 0 0-15,0 0 0 0,0 0 0 16,0 0 0-16,0 0 3 16,0 0-3-16,0 0 1 15,0 0 4-15,0 0-4 16,0 8 0-16,0 9 0 15,-8 3 3-15,0 3 1 16,-1-1-2-16,1-2 0 16,8 0 0-16,0-5-2 15,0-3 1-15,0-1-2 16,0-4 0-16,17-3-3 16,-1-4 7-16,11 0-4 15,1-3 3-15,8-12-1 0,1-5 2 16,-5-1-4-16,-7 2 0 15,-3-4 0-15,-7 6 1 16,-7-3-1-16,-8 3 2 16,0 2 0-16,0 6 2 15,-8 4-3-15,-7 5-2 16,-1 0-2-16,-2 3-4 16,6 7 4-16,0 1 1 15,5 1 0-15,7-2-2 16,0 0 0-16,0-2 2 15,7-2 0-15,11-2-4 16,9-4 2-16,1 0-8 16,4 0-11-16,-4 0-11 0,-4-3 0 15,-6 2 21-15,-5 1 10 16,-5 0-3-16,-5 0 2 16,-2 3-1-16,-1 5 5 15,0 3 0-15,0 3 1 16,0-2 1-16,0-5 2 15,0 3-4-15,0-2 1 16,6-5 0-16,9-3 0 16,3 0 5-16,6 0-3 15,4-3 1-15,-1-10-2 16,1-4-2-16,-4-1 1 16,-4-4-1-16,-4-2 1 15,-1-5-1-15,-6 7 1 16,-5 2-1-16,-4 9 2 0,0 6 3 15,0 5-1-15,0 0-3 16,0 3-1-16,-7 14-7 16,-5 4 7-16,6 0-1 15,6-2 1-15,0-6 0 16,0 1 0 0,3-4 0-16,15-7 1 0,1 2 1 15,4-5-1-15,0 0-2 16,1 0-1-16,-1-11 0 15,-2 0-6-15,-5-6-24 16,-1-3 16-16,-9-7-10 16,6-5 11-16,-8-8 7 0,-2-6-5 15,-2-4 13-15,0 8 0 16,0 11 0 0,0 11 0-16,0 13 3 15,-2 7 14-15,-1 15-15 0,2 17-1 16,-2 10-1-16,3 3 2 15,0-2-2-15,0-6 3 16,12 0-3-16,0 1 0 16,-2-7-1-16,-1-5-51 15,-4-10-286-15</inkml:trace>
  <inkml:trace contextRef="#ctx0" brushRef="#br1" timeOffset="93665.37">3756 9779 893 0,'0'0'2'0,"0"0"40"0,0 0-22 0,0 0-18 16,108-36-1-16,-62 31-2 15,-6-2-1-15,-10 2-72 16,-12-2-236-16</inkml:trace>
  <inkml:trace contextRef="#ctx0" brushRef="#br1" timeOffset="93841.32">3573 9593 647 0,'0'0'89'0,"0"0"3"0,0 0 38 15,0 0-82-15,0 0-26 16,0 0-22-16,-36-12-13 16,36 18-7-16,0 14-132 15,-6 5-417-15</inkml:trace>
  <inkml:trace contextRef="#ctx0" brushRef="#br1" timeOffset="95050.54">6810 12903 676 0,'0'0'113'0,"0"0"-66"0,0 0 14 15,0 0-39-15,-1 80 60 16,-8-11 4-16,-6 16-9 15,-6 15-12-15,-4 17-2 16,-7 11-15-16,1 0-9 16,3 2-23-16,2-5-10 15,9-15-6-15,3-13 0 16,8-23-2-16,4-21 1 16,1-16 0-16,1-15 0 0,0-16-3 15,0-6-8 1,0-23-59-16,17-24-56 15,6-18-59-15,3-17-1 0,-1-13-213 16</inkml:trace>
  <inkml:trace contextRef="#ctx0" brushRef="#br1" timeOffset="95443.31">6742 13059 646 0,'0'0'31'15,"0"0"103"-15,0 0-52 16,0 0-63-16,0 0-13 15,1 120 50-15,-1-59 6 16,0-4-10-16,0-1 11 16,0-8-4-16,5-8-27 15,1-9-11-15,4-9-6 16,-1-8-12-16,5-11-2 16,3-3 4-16,9-7 13 0,5-19-1 15,3-9-10-15,1-8-6 16,-7-5-1-16,-6-4 0 15,-8-1 0-15,-5 5 2 16,-5 13-1-16,-4 15 1 16,0 13-1-16,0 7 4 15,0 21-5-15,0 12-1 16,0 13 1-16,0-2 9 16,0-6-7-16,3-5 2 15,12-4-3-15,4-5 0 0,4-2-1 16,7-8-3-1,7-5 0-15,6-6-27 16,8-3-147-16,-3-3-121 0</inkml:trace>
  <inkml:trace contextRef="#ctx0" brushRef="#br1" timeOffset="96497.4">7522 13350 904 0,'0'0'49'0,"0"0"-48"0,0 0 51 0,0 0-22 0,0 0-30 0,0 0-1 16,36-41-1-16,-20 27 2 15,-4 0-3-15,-7 3 6 16,-1 5 0-16,-4 6-1 15,0 0 25-15,-4 0 27 16,-13 11-37-16,-7 15-15 16,-2 6 12-16,0 7 12 15,5 0-1-15,3 0 1 16,5 4-4-16,4-8-7 16,5-1-5-16,4-9-5 15,0-8-5-15,1-6 0 16,15-6 1-16,8-5 0 0,7 0-1 15,5-22 4-15,6-1-4 16,1-7 0-16,-2-6-6 16,-7-4 1-16,-4 1-20 15,-8 2-7-15,-10 10-8 16,-7 8 39-16,-5 13 1 16,0 6 11-16,0 0 8 15,0 0-7-15,-5 2-10 16,-1 9-2-16,0-1-6 15,3-4 3-15,3-2-2 16,0 2 2-16,0 1 0 16,0 2 1-16,3 0-1 15,5 4 3-15,-1 2-1 16,-1-2 1-16,1 3 0 16,-2-1 0-16,-2 1 2 0,0-1-3 15,0-2 5-15,2-3-3 16,1 0 1-16,1-4-1 15,0-1 0-15,2-4 0 16,6-1 8-16,-1 0-6 16,2 0 1-16,4-1-4 15,-1-12 1-15,3-4-1 16,1-3 0-16,-1-2 0 0,2-5 0 16,-6 1 0-1,-3 0-1-15,-8 5 1 16,-5 10 0-16,-2 6 0 0,0 3 18 15,0 2 21-15,0 2-32 16,-2 17-6-16,-7 6-2 16,0 6 2-16,9-4-1 15,0-3 1-15,0-3-2 16,9-4 3-16,2-4-3 16,3-5 2-16,2-4-2 15,1-4 1-15,3 0 0 16,7-6 3-16,1-8-3 15,0-10 0-15,1-2 0 16,-1-8-3-16,3-6 1 16,-1-7-10-16,-3-10-7 15,-3-8 9-15,-6-10-2 0,-3-7 9 16,-8-4 3-16,-2 7 0 16,-4 19 0-1,-1 23 4-15,0 22 0 0,0 15 38 16,0 22-42-16,-3 27 2 15,-6 14-2-15,3 13 12 16,6-2 14-16,0-5-7 16,0-3-1-16,3-10-17 15,3-10-1-15,0-1 0 16,-1-10-1-16,-4-12-11 16,2-7-133-16,-3-12-63 15,5-4-144-15</inkml:trace>
  <inkml:trace contextRef="#ctx0" brushRef="#br1" timeOffset="96699.53">8280 13126 860 0,'0'0'37'0,"0"0"-30"0,0 0 68 0,0 0-68 16,0 0-1-16,86-41 5 15,-42 25-11-15,-7 2 0 16,-9-2-1-16,-8-1-101 0,-11 3-77 16,-6-1-293-16</inkml:trace>
  <inkml:trace contextRef="#ctx0" brushRef="#br1" timeOffset="96987.76">7862 12944 304 0,'0'0'564'15,"0"0"-562"-15,0 0 35 16,0 0 4-16,0 0-36 16,0 0 11-16,18 43-1 15,15-43-4-15,0 0 7 0,-2 0 7 16,-1-12-11-16,-8 2-6 15,-10-4 13-15,-10-3 34 16,-2-1 11-16,-11-5-30 16,-14 2-8-16,-2 8-24 15,-6 12-4-15,-1 7-3 16,-1 38-60-16,-2 20-110 16,4 19-164-16</inkml:trace>
  <inkml:trace contextRef="#ctx0" brushRef="#br1" timeOffset="99728.3">831 15323 703 0,'0'0'30'0,"0"0"6"0,0 0 174 0,0 0-85 16,0 0-40-16,0 0-26 16,0 0-32-16,-51 43 21 15,67-28 10-15,8-3-26 16,10 0-6-16,8-8-14 15,12-1-7-15,4-3-2 16,2 0-3-16,-2-7 0 0,-7 0-7 16,-7 7-36-16,-11 0-159 15,-19 6-98-15,-14 11-210 16</inkml:trace>
  <inkml:trace contextRef="#ctx0" brushRef="#br1" timeOffset="99922.02">868 15629 259 0,'0'0'501'0,"0"0"-460"16,0 0 114-16,0 0-47 15,0 0-71-15,0 0-14 16,-55 16-5-16,82-13 11 16,4-3 1-16,9 0-15 15,2-5-11-15,3-5 0 0,4 0-4 16,-7-1-5-16,7 1-3 15,-7 1-99-15,-5-7-196 16</inkml:trace>
  <inkml:trace contextRef="#ctx0" brushRef="#br1" timeOffset="100274.73">1108 15143 852 0,'0'0'9'0,"0"0"122"0,0 0-58 15,0 0-34-15,0 0-3 16,0 0 18-16,15 28 31 16,12-13-52-16,13 3-4 15,5 4-1-15,7 4-12 16,6 2 1-16,-4 4 0 15,-6 4-9-15,-12 1 1 16,-14 1-5-16,-16 5 21 16,-6 6 11-16,-25 9-3 15,-25 2 9-15,-21 6-18 0,-1 3-13 16,0-3-11 0,8-4-6-16,20-9-11 0,17-9-135 15,21-14-225-15,6-11-499 16</inkml:trace>
  <inkml:trace contextRef="#ctx0" brushRef="#br1" timeOffset="101636.47">2618 15327 570 0,'0'0'56'0,"0"0"-27"0,0 0 51 0,0 0-43 16,0 0-21-1,0 0 32-15,9 0 1 0,3 0 10 16,-2-7 16-16,8-7-18 16,3-5-16-16,3-5-16 15,0-2-15-15,-2-3 0 16,1 0-6-16,-7 1-1 15,-7 4 0-15,-6 5-2 16,-3 7 10-16,-3 7 33 16,-22 5 11-16,-11 9-38 15,-11 21-8-15,-6 5-8 16,-1 6 11-16,9-1-3 16,7-3-1-16,12 0-2 15,8-5 0-15,9-1-3 16,9-5-2-16,0-1-2 0,11-4-1 15,17-2-1-15,8-6-1 16,7-1 1 0,5 0 3-16,1 0-1 15,-4 2 1-15,-6 3-1 0,-4 3-3 16,-15 3 3-16,-5-1-1 16,-15 4-1-16,-2-1 3 15,-29 4 4-15,-9 1-3 16,-11-1 2-16,-9-1 1 15,-1-4 2-15,-3-4 0 16,4-5 0-16,5-4 5 16,13-4 0-16,14-3 2 0,10-4-8 15,9 0-5-15,9 0 0 16,0-11-4-16,12-4-15 16,15-5-58-16,10-1-45 15,5 1-81-15,-3-1-118 16</inkml:trace>
  <inkml:trace contextRef="#ctx0" brushRef="#br1" timeOffset="103501.23">3184 15336 1030 0,'0'0'9'0,"0"0"160"0,-81-27-99 0,51 27-19 0,-6 23-35 15,8 9-15-15,-2 9 1 16,0 2-1-16,9 0 0 16,2-1 0-16,7-4-1 15,1-7-1-15,10-10 0 16,1-7-4-16,0-6-4 16,9-8-6-16,15 0 10 15,7-15 2-15,5-9-9 16,9-5-11-16,1-4 0 15,-1 0-3-15,-7 2 0 16,-12 9 6-16,-10 8 20 0,-11 10 0 16,-5 4 11-1,0 4 0-15,-9 16-9 0,-12 9-1 16,4 1 6-16,0 3 8 16,6-6-3-16,4-2 0 15,7-4-8-15,0-10 0 16,0-2-3-16,7-6 1 15,11-3 0-15,12-3 1 16,3-13 3-16,8-8-4 16,0-4-2-16,-1-3-1 15,-4 4 1-15,-2-3-5 16,-8 10 5-16,-10 7-2 16,-10 8 2-16,-6 5 1 15,0 0-1-15,0 15-2 0,0 8 2 16,-9 3 2-16,-1 1-2 15,2-3 1-15,2-4 4 16,5-4-3-16,1-3-2 16,0-5 0-16,0-5-1 15,0-3 1-15,0 0 0 16,13 0 0-16,8-12 8 16,4-8-4-16,2-7-3 15,-3-1-2-15,-3 0 1 16,-5 6 0-16,-4 4 0 15,-7 8 0-15,-2 6 0 16,-3 4 2-16,0 0-2 16,0 1-2-16,0 14 0 0,0 1 2 15,0 3 2-15,0-4-2 16,7-2 0-16,1-3 1 16,-1 0-1-16,4-6 1 15,2 0-1-15,1-4 1 16,2 0 0-16,-1 0 0 15,7-7 0-15,-1-5-1 16,-1-7-4-16,0-2 1 16,1-4-4-16,-1-4-14 15,-4 3-23-15,-7 5-3 0,-1 10 37 16,-8 5 5 0,0 6 5-16,0 7-1 0,0 18-4 15,0 10 5-15,0 6 10 16,0 0-3-16,0-1-2 15,7-4 0-15,3-7-4 16,4-6 1-16,1-11-2 16,1-8 1-16,5-4 4 15,7-3 8-15,2-18-12 16,0-6 4-16,0-8-5 16,-8-3-1-16,-2-3-3 15,-7 1 2-15,-4 7-7 16,-6 11 9-16,-3 16 2 15,0 6 5-15,0 20-6 16,-3 23-1-16,-6 15 35 0,-1 12 10 16,1 5-9-16,1 3 5 15,-5 1-25-15,5-2-7 16,-4 4-8-16,-2-6 1 16,0-7-2-16,5-15 0 15,-3-21 0-15,6-16 1 16,5-16 1-16,1-3 3 15,0-33 16-15,0-18-21 16,6-21-2-16,7-14-3 16,-1-13 0-16,4-8-17 15,1-2-19-15,2 14 2 16,4 21 34-16,-1 24 4 16,-1 24 2-16,-3 13 0 15,3 16-1-15,1 0 0 0,0 19 5 16,-5 7-5-16,-5 8 0 15,0 3 3-15,-8-2-2 16,-4 1-1-16,0-6 1 16,-3-3-1-16,-16-4 4 15,-1-7-4-15,1-7 3 16,-2-4 0-16,0-5 3 16,5-2-6-16,-1-14 0 15,4-4-1-15,7 1-1 16,0 2-2-16,6 9 3 15,0 6 0-15,0 2-4 16,0 0-5-16,6 10 5 0,12 7 5 16,-2-1 2-16,5-1-2 15,3-5 4-15,2-6-3 16,2-4 6-16,13-2 5 16,0-18 4-16,4-9-9 15,5-10-4-15,1-4-3 16,-5-5 3-16,-3-7-3 15,-13-4-4-15,-10-5 0 16,-14-5-14-16,-6-3-5 16,0 9 4-16,-14 15-1 15,-3 19 16-15,0 24 4 16,1 9 2-16,-1 35-1 16,-4 16 7-16,12 7 18 15,6 1-2-15,3-3 2 0,3-1-8 16,14-6-6-16,7-3-10 15,-2-12 1-15,6-7-3 16,-1-12-1-16,-3-8 0 16,8-11 2-16,-1 0 0 15,4-19 4-15,-2-12-5 16,0-7 0-16,-6-6-10 16,-9-4-24-16,-5 3 0 15,-13 3 8-15,0 11 12 16,-8 15 14-16,-12 16 4 15,-1 2 12-15,-3 32 14 16,5 7 2-16,7 6-5 16,12-6-10-16,0-4-8 15,12-7-7-15,9-6 0 0,9-9-2 16,7-1-2-16,18-10-18 16,21-4-165-16,23 0 138 15,8-8-421-15</inkml:trace>
  <inkml:trace contextRef="#ctx0" brushRef="#br1" timeOffset="104310.53">6205 15012 757 0,'0'0'2'0,"0"0"36"0,0 0 63 15,0 0-42-15,0 0-1 0,0 0-20 16,37-30-13 0,-37 30 5-16,0 0-1 0,0 0-5 15,0 2 3-15,-12 19 28 16,-18 13 64-16,-12 6-59 15,-11-1-31-15,-5-2 6 16,2-3-2-16,1-3-10 16,9-8 0-16,13-3-3 15,11-6-6-15,13-8 1 16,7-6-14-16,2 0-1 16,0 4-6-16,11 9-5 15,19 5 11-15,8 4 7 16,12 4-5-16,2 5 4 15,1-1 0-15,7 5-3 16,-2 2 7-16,-1-2-1 0,-5 2 1 16,-6-7-9-16,-8-4 8 15,-12-8-2-15,-9-7 5 16,-7-5 1-16,-5-2-1 16,-5-4 1-16,0 2 2 15,0-2-6-15,0 0-1 16,0 0-7-16,0 0-1 15,0 0-2-15,1 2-66 16,5-2-178-16,3 0-100 16,3 0-310-16</inkml:trace>
  <inkml:trace contextRef="#ctx0" brushRef="#br1" timeOffset="104970.69">7456 14754 454 0,'0'0'91'0,"0"0"-25"0,23-83 104 0,-19 70-23 0,-1 13 13 15,3 7-85-15,6 27-63 16,0 19 62-16,0 13 40 16,-5 9-70-16,-7 6 30 15,0 3-38-15,0-7-17 16,0-2-8-16,-7-6-9 15,1-11-2-15,0-12-2 16,-2-11 2-16,2-13-4 16,1-8-5-16,2-10-56 0,1-4-106 15,2 0-20-15,-4-22-80 16,-1-12-278-16</inkml:trace>
  <inkml:trace contextRef="#ctx0" brushRef="#br1" timeOffset="106472.08">7295 15120 647 0,'0'0'45'0,"0"0"76"16,0 0-1-16,0 0-27 16,0 0-27-16,0 0-40 15,-25-9-16-15,25 9-1 16,0 0-9-16,19 0 11 0,9-7 12 15,14-9 6 1,10-6-2-16,8-9-12 16,1-6-11-16,3 1-4 0,-8-3-2 15,-4 0 1-15,-13 5-1 16,-8-1 2-16,-13 1-2 16,-6 5 0-16,-8 4 0 15,-4 13 2 1,0 6 1-16,0 6 0 0,0 14-1 15,-8 21-5-15,-3 15 5 16,0 10 6-16,1 5 0 16,3 4 9-16,-1-3-2 15,-2-7-3-15,7-12-10 16,3-11 4-16,0-13-2 16,0-13-3-16,0-5 2 0,0-5 1 15,7 0 1-15,13-15 13 16,5-12-7-16,6-7-9 15,-1-3 0-15,-3 2 1 16,0 7-2-16,-11 10 1 16,-4 11-2-16,-7 7-2 15,-2 14-14-15,-3 13 18 16,0 7 3-16,0-1-3 16,4-5 6-16,1-7 2 15,5-2-8-15,2-8 5 16,7-4 2-16,4-5-1 15,5-2 10-15,5 0 3 16,3-14-10-16,4-5-9 0,-4-5 0 16,-5-5 0-16,-4-7 0 15,-6-5 0-15,-5-2-1 16,-7 3 0-16,-7 9 1 16,-2 11 0-16,0 10-1 15,-9 9 0-15,-9 1-1 16,0 1-2-16,2 9 4 15,4 5-3-15,6-2 3 16,1-1-8-16,5 0 4 16,0 2-5-16,5-2 6 15,10 1 3-15,4-3 0 16,2 2-1-16,3 1 0 16,1 1-2-16,2 0 3 0,0 2 0 15,-3 2-1-15,-6 0-2 16,-4 2 3-1,-3-2 0-15,-3 0 0 16,0-4 0-16,0-4 1 0,1-2 0 16,0-5 2-16,7 1 1 15,5-4 8-15,6 0-1 16,4-4-5-16,2-10-5 16,-2-6 1-16,4-3-2 15,-6-5 1-15,-2-6-1 16,-9-6 0-16,-6-3 2 15,-12 0-2-15,0 10 0 0,0 7 0 16,-9 14 1-16,-4 10-2 16,-8 2 3-1,-1 16-4-15,1 15 1 0,0 2 1 16,7 7 6-16,10-5-6 16,4-1 0-1,0-1 0-15,4-6 2 16,10-2-2-16,5-6 0 0,1-4 0 15,-1-7 0-15,8-6 1 16,0-2 0-16,4 0-1 16,2-17 0-16,0-9-2 15,-2-5-5-15,0-7-7 16,-4-5-9-16,-7-8 5 16,-4 0 4-16,-5 1 3 15,-5 7 7-15,-1 16 2 16,-3 15 2-16,-2 7 0 0,0 5 0 15,0 0 0 1,0 0-4-16,0 14 1 0,0 7 3 16,0 4 0-16,0 1 0 15,4 1-1-15,4 1 1 16,-4-2 0-16,4-1 0 16,-4 2 0-16,-4-5-1 15,0 0 2-15,0 0-1 16,-4-5 0-16,-4-3 0 15,-1-5 0-15,-5 0 3 0,0-5-3 16,2-1 0 0,-3-3 0-16,2 0-13 0,-1-1-113 15,4-15-36 1,5-8-90-16</inkml:trace>
  <inkml:trace contextRef="#ctx0" brushRef="#br1" timeOffset="107685.64">9172 14477 1156 0,'0'0'2'0,"0"0"4"0,0 0 116 0,0 0-89 0,0 0-31 0,-5 87 49 16,5-29-21-1,3 5-2-15,5-1 0 0,4 6-11 16,-2-3-12-16,2-4-4 15,-1-11-1-15,2-12 0 16,-2-13-4-16,0-13 3 16,0-10-4-16,7-2 5 15,6-6 8-15,3-19-3 16,4-10-5-16,-4-5-6 16,-3-1-7-16,-8 4-8 15,-6 11 1-15,-5 9 19 16,-2 12 1-16,-3 5 0 15,0 0 0-15,0 22-16 16,0 7 16-16,0 7 3 0,0 2 1 16,0-5-3-1,0-3-1-15,9-7 1 0,1-4-1 16,1-3-1-16,4-8-1 16,9-5 0-16,4-3-3 15,6 0-76-15,4-16-32 16,2-7-25-16,-1-10-36 15,-3-6-12-15,-10-2-143 16,-8 4-14-16,-9 10 343 16,-9 10 221-16,0 9 28 15,-1 6-47-15,-17 2-68 16,-3 6-74-16,-3 15 60 16,6 1-48-16,9 6-28 15,3-3-16-15,6-1-12 16,0-2 13-16,3 1-20 0,11-7-3 15,2-4-2-15,8-4-3 16,-3-8 1-16,12 0-2 16,0 0 1-1,-2-10-1-15,3-3-1 0,-10-6 0 16,-8 1-1-16,-8-7 2 16,-8-4 1-16,0-5 0 15,-24-3 3-15,-10 1-1 16,-10-1-2-16,-3 2 7 15,-1-2 9-15,2-1 10 16,7 1-11-16,6-1-7 16,8 1-1-16,8-1-5 15,17-2 2-15,0-2-5 0,12-1-9 16,18 2-5-16,10 5-19 16,8 1-23-16,3 7-18 15,4 3 6-15,-6 9 7 16,-7 5 32-16,-6 8 25 15,-8 3 4-15,-7 15 0 16,-6 17 0-16,-6 10 8 16,-8 5 38-16,-1 8 9 15,0 0 28-15,-4 0-15 16,-5-2-20-16,6-2-18 16,3-4-10-16,0-3-11 15,0-5-4-15,9-3 0 0,6-7-5 16,-3-5 0-16,6-8 0 15,2-7 7-15,5-5-5 16,3-4 2 0,10 0-4-16,7-13 0 0,4-7 0 15,-1-1-20-15,-6-1-48 16,-9-4 6-16,-9-1 12 16,-8 0 4-16,-8 0 25 15,-8 0 14-15,0 5 7 16,-12 4 0-16,-9 7 1 15,-7 8 29-15,-2 3-19 16,-5 0 21-16,1 14-1 16,4 7 15-16,8 1-17 15,10 2-4-15,6 1-8 0,6 0-11 16,0-3 0-16,1 1-5 16,13-5-1-16,4-2 6 15,0-7-3-15,4-3-2 16,-1-6-2-16,4 0 0 15,-2 0-76-15,-4-18-61 16,5-4-77-16,-8-7-51 16,-4-8-238-16</inkml:trace>
  <inkml:trace contextRef="#ctx0" brushRef="#br1" timeOffset="107887.64">10370 13954 809 0,'0'0'74'0,"0"0"-51"0,0 0 106 0,-24 142 38 0,24-66-81 16,0 8-1-16,12 0-15 15,6-3-19-15,-3 3-27 16,-2 0-13-16,1 1-11 16,-1 7-2-16,-4 4-1 15,0-4-104-15,0-15-253 16,0-24-637-16</inkml:trace>
  <inkml:trace contextRef="#ctx0" brushRef="#br1" timeOffset="108406.73">11562 14182 872 0,'0'0'53'0,"0"0"-49"0,0 0 58 16,-97 84 16-16,66-17 46 0,0 11-19 15,4 7-40 1,4 10 23-16,2 11-30 16,5 8-26-16,6 8-7 15,8-6-16-15,2-10-3 16,16-20-6-16,19-18-4 16,7-16 0-16,7-16 4 0,0-15-6 15,5-15-18-15,1-6-150 16,1-17-88-16,-5-24-133 15</inkml:trace>
  <inkml:trace contextRef="#ctx0" brushRef="#br1" timeOffset="108997.02">11814 14562 430 0,'0'0'507'15,"0"0"-507"-15,0 0 95 16,-104 121 11-16,84-57-14 0,4 16-21 15,1 8-16-15,0 5-17 16,8-3 0-16,-2-11-28 16,1-16-9-16,8-17-1 31,0-16-3-31,0-16 2 0,0-11-1 0,11-3 2 16,2-23 7-16,11-14-1 15,0-18-6-15,-5-9-23 16,1-17 3-16,-10-16-16 15,-1-11-26-15,-6-2 4 0,-3 4-4 16,0 23 27 0,0 26 32-16,0 28 3 0,0 18 7 15,0 11 48-15,-10 15-48 16,-1 22-5-16,1 11 24 16,-1 4-12-16,8-4 5 15,3-2-4-15,0-6-1 16,0-5-2-16,0-1-4 15,3-12-7-15,9-5 0 16,-3-7 6-16,6-7-4 16,5-3 7-16,3-2-4 15,6-16-5-15,2-8 0 16,-3-3-2-16,-8-9 0 16,1-1 0-16,-11 5-18 0,-3 9-3 15,-4 12 21-15,-3 10 1 16,0 3 1-16,0 13-1 15,-8 11 0-15,-1 5 3 16,3 0 5-16,6-2-8 16,0 1 1-16,0-1-1 15,13-4-1-15,5-3 1 16,4-4-6-16,7-5-59 16,0-3-202-16,0-8-89 15</inkml:trace>
  <inkml:trace contextRef="#ctx0" brushRef="#br1" timeOffset="109969.53">12322 14727 842 0,'0'0'20'0,"0"0"40"0,0 0 112 15,0 0-108-15,0 0 2 16,0 0-31-16,-96 0 26 15,66 25 4-15,2 7-1 16,6 6-30-16,5 0-10 16,5 4-15-16,8-3 0 15,4-4-8-15,0-6 0 16,1-9-2-16,14-4 1 16,10-8 0-16,5-6 0 0,7-2 1 15,4-2-1 1,2-16-2-16,-3-8 1 0,-4-7-9 15,-4-10-19-15,-6-3-8 16,-5-4 19-16,-9 10 7 16,-9 11 9-16,-3 8 2 15,0 14 2-15,0 4 9 16,0 3-4-16,-6 0-7 16,-1 3-6-16,4 7 1 15,3 2-4-15,0-2 3 16,0 3 5-16,4 2-1 15,8 0 1-15,3 1 1 16,-1 1 0-16,-5 2 0 0,2 1-1 16,-2 1 1-16,-4 2 0 15,-1-4 0-15,1 3 1 16,-1-6-1-16,-1 2-1 16,5-8 1-16,1-1 2 15,2-5-2-15,3 0 1 16,5-4 1-16,2 0 1 15,5 0 0-15,-4-8-3 16,3-8 0-16,-2-6 0 16,1-7-6-16,-2-9 0 15,-3-6-8-15,-5 8-9 16,-5 5 13-16,-6 12 10 0,-3 10 0 16,0 9 6-16,0 0 9 15,-8 7-5-15,-5 13-9 16,0 6 0-16,5 6 0 15,5-1 1-15,3-2 4 16,0-2-4-16,0-4 0 16,12-4 1-16,4-5-3 15,1-3 0-15,5-6 0 16,0-5 0-16,2 0 1 16,2-12-2-16,-1-6-11 15,-1-11-22-15,1-10-10 16,-2-12-5-16,-5-5 3 0,2-10 18 15,-1-7 0 1,-2-3-8-16,0 3-15 0,-8 14 26 16,-6 21 25-16,-3 21 1 15,0 14 40-15,-3 3 41 16,-12 28-70-16,0 6 39 16,3 9-8-16,9 2-19 15,3-1-10-15,0-1 3 16,0 0-6-16,0-1-11 15,6-5-1-15,-3-3 1 16,0-5 0-16,-2-8 0 16,2-7-23-16,3-10-173 15,-1-4-91-15,-2 0-493 0</inkml:trace>
  <inkml:trace contextRef="#ctx0" brushRef="#br1" timeOffset="110156.5">13036 14672 807 0,'0'0'21'0,"0"0"13"0,0 0-17 16,90-39-16-16,-49 32 0 0,-5-1-2 16,-6 1-1-16,-10 1-24 15,-7-3-217-15,-12-1-311 16</inkml:trace>
  <inkml:trace contextRef="#ctx0" brushRef="#br1" timeOffset="110299.85">12835 14499 896 0,'0'0'94'16,"0"0"29"-16,0 0 60 15,0 0-109-15,0 0-36 16,0 0-38-16,-54-34-7 15,79 34-27-15,5 7-142 16,3-2-214-16</inkml:trace>
  <inkml:trace contextRef="#ctx0" brushRef="#br1" timeOffset="110559.2">13394 14108 1038 0,'0'0'32'16,"0"0"38"-16,0 0 60 15,0 0-48-15,139 21 35 16,-68 19-16-16,0 6-29 16,-4 7-10-16,-9 6-33 15,-19 3-10-15,-17 7-12 16,-22 10-6-16,-22 11 0 15,-39 17 0-15,-26 13-1 16,-23 6-14-16,-11-2-231 0,-3-16-455 16</inkml:trace>
  <inkml:trace contextRef="#ctx0" brushRef="#br1" timeOffset="113030.53">3346 17241 1094 0,'0'0'25'0,"0"0"-24"0,0 0 114 0,0 0 0 16,0 0-58-16,0 0-49 16,-49-17-8-16,71 24-7 15,11 7 7-15,9-4 1 16,5-4 2-16,6-6 0 16,2 0-3-16,-3 0-4 0,-3 0-5 15,-2 0-133-15,-13 6-149 16,-4-1-294-16</inkml:trace>
  <inkml:trace contextRef="#ctx0" brushRef="#br1" timeOffset="113236.2">3410 17499 1170 0,'0'0'25'15,"0"0"-22"-15,0 0 62 0,0 0-36 16,0 0-24-1,0 0-2-15,-13 40 19 0,57-40 16 16,1-10-5-16,1-7-10 16,-1 4-18-16,-2-3-5 15,1 3-7-15,-2 6-12 16,1-1-124-16,-4 1-135 16,-11 1-215-16</inkml:trace>
  <inkml:trace contextRef="#ctx0" brushRef="#br1" timeOffset="113560.19">3537 16967 841 0,'0'0'12'16,"0"0"26"-16,0 0 117 15,0 0-110-15,0 0-6 0,-28 76 50 16,56-36-19-16,8 2-30 15,6 1 14-15,4 1-3 16,-1-1-18-16,2 0 0 16,-3-8-22-16,-3 1-3 15,-8-1-3-15,-10 3 1 16,-13 3-2-16,-10 6 3 16,-10 4 7-16,-26 4-5 15,-9-2-5-15,-10-5-4 16,1-2-5-16,6-9-49 0,8-3-148 15,13-9-101 1,14-9-270-16</inkml:trace>
  <inkml:trace contextRef="#ctx0" brushRef="#br1" timeOffset="114359.14">5969 17323 576 0,'0'0'45'0,"0"0"-34"0,0 0 145 0,0 0-75 0,0 0 9 0,0 0 43 0,0-53-60 16,0 66-50-16,-5 22-20 16,-5 14 29-16,1 10 24 15,0 1-30-15,-4-4-3 16,-1-5-7-16,5-8-5 16,-1-12-5-16,5-11-5 15,4-12 0-15,1-8-1 0,0-6 0 16,0-28 8-16,9-15-8 15,7-15 1-15,-4-9-1 16,-6-6 0 0,-3-13-2-16,-3-11 2 0,0 3 0 15,0 14 1-15,12 25 2 16,6 31 0-16,1 25-3 16,11 9-1-16,3 35 1 15,13 23 7-15,-7 18 14 16,0 8 0-16,-8 6 10 0,-7-4-21 15,-3-5-7 1,-8-6-3-16,-5-9 0 0,-1-14-1 16,-7-17-2-16,0-11-25 15,0-18-111-15,-7-10-94 16,-14 0-11 0,-14-20-316-16</inkml:trace>
  <inkml:trace contextRef="#ctx0" brushRef="#br1" timeOffset="114548.37">5741 17554 881 0,'0'0'64'16,"0"0"-59"-16,0 0-5 15,0 0 14-15,0 75-4 16,22-73-1-16,9-2 2 16,7-8 14-16,9-19-9 15,7-11-9-15,7-8-7 16,8-7-3-16,6-2 2 0,2-15-9 15,2-5-100 1,-4-8-65-16,-14 5-130 16</inkml:trace>
  <inkml:trace contextRef="#ctx0" brushRef="#br1" timeOffset="115344.29">6512 16973 326 0,'0'0'419'0,"0"0"-365"16,0 0 36-16,-84 101 31 15,70-52-40-15,3 4-24 16,8 2 12-16,3 6-27 15,0-4-10-15,0-6-11 0,3-4-12 16,16-11-7-16,2-7 0 16,2-12-4-16,2-8 1 15,6-9 1-15,1-5 0 16,5-19-3-16,2-10-5 16,7-8-48-1,0-14-52-15,-1-7-36 0,-8-9-27 16,-8-4-35-16,-16 3-43 15,-8 11 155-15,-5 18 94 16,0 17 93-16,0 13 147 16,-6 10-87-16,-8 4-56 15,-2 8-50-15,-1 19-20 16,3 13 49-16,3 10-18 16,6 12-6-16,5 4 2 15,0 2 4-15,0-4-14 16,0-7-21-16,8-5 1 15,8-9-14-15,5-10-7 0,3-7-3 16,3-12 0 0,3-8-4-16,1-6 4 0,2 0-1 15,3-20 1-15,-2-6-7 16,-7 0-45-16,-3-6-19 16,-11 1-13-16,-8 4 5 15,-5 5 46-15,0 11 33 16,0 7 3-16,-3 4 32 15,-2 0 4-15,-2 4-7 16,1 13-8-16,1 7-1 0,5 5-2 16,0-3 2-16,0 7-2 15,11-2 3-15,8-3-9 16,5-5-1-16,5-2-7 16,-1-7-2-16,2-7-4 15,1-7 2-15,2 0 1 16,0-10 3-16,1-15-7 15,-4-4-1-15,-3-5 0 16,-8-4-11-16,-8-2-8 16,-8 0-6-16,-3 3 8 15,0 7 18-15,-3 9 5 16,-5 13 4-16,5 4 10 16,0 4 10-16,3 4-26 0,0 15-3 15,0 12 0 1,0 1 1-16,0-1 0 15,14 0 1-15,-1 0 3 0,-1-6-4 16,-3-3-1-16,3-6 1 16,-5-4-1-16,-2-4 0 15,-1-2-61-15,-1-6-181 16,-3 0-296-16</inkml:trace>
  <inkml:trace contextRef="#ctx0" brushRef="#br1" timeOffset="115513.6">7010 17123 1116 0,'0'0'0'0,"0"0"-38"0,0 0 25 0,0 0-1 16,109 2-7-16,-33 10-144 15,-1 7-276-15</inkml:trace>
  <inkml:trace contextRef="#ctx0" brushRef="#br1" timeOffset="116706.4">7904 17443 1229 0,'0'0'8'16,"0"0"69"-16,0 0 98 15,0 0-125-15,0 0-31 16,0 0 37-16,-39 109-24 16,35-70-5-16,1-6-13 15,1-3-3-15,2-10-6 16,0-9-3-16,0-7-2 16,0-2-2-16,0-2 0 15,12 0 2-15,12-21 3 16,4-11-3-16,4-10-19 15,-4-9-29-15,-1-1 1 16,-2 6 5-16,-7 11 8 16,-6 16 33-16,-9 12 1 0,0 7 0 15,-3 0 0-15,0 13-1 16,3 14 1-16,3 6 24 16,0 3-8-16,3-5-7 15,3-3 2-15,4-3-2 16,1-8-4-16,0-2-5 15,5-10 1-15,0-5 2 16,5 0 1-16,1-5-2 16,5-13-2-16,3-4-7 15,7-7-3-15,0-1 5 16,-2-2-10-16,-10 0-34 16,-13 7-4-16,-12 1 17 0,-6 8 29 15,0 9 7-15,-12 7 5 16,-12 0 12-16,-6 8 13 15,3 12 0-15,2 2 1 16,10 0-10-16,3 0-9 16,6 3-6-16,6-4-6 15,0-6-1-15,0-4 0 16,6-4 0-16,6-5 1 16,1-2-2-16,5 0-1 15,2-7-15-15,-1-8-30 16,6-8-12-16,1 0-6 15,-5 3 2-15,-5 8 25 0,-2 4 24 16,-6 8 7 0,-5 0 8-16,2 4 0 0,-2 12 14 15,1 8 25-15,1 3 12 16,5-2-25-16,1 0 0 16,1-4-4-16,1-5-15 15,2-5-5-15,3-3 1 16,-3-8-2-16,6 0 6 15,2-9-3-15,3-17-4 16,2-8-5-16,9-11-32 16,-2-7 1-16,1-12-25 15,-11-8-3-15,-8-11 48 16,-10-6-51-16,-7 5-1 16,0 20 37-16,0 22 31 0,0 24 23 15,-3 18 53-15,-6 8-15 16,0 33-47-16,0 16 48 15,3 14 0-15,6 6-8 16,0-2 0-16,0-8-8 16,12-5-1-16,2-10-18 15,5-5-15-15,0-11-5 16,4-9-4-16,-4-11-3 16,3-11-4-16,-4-5 3 15,8-5 1-15,-1-20-22 16,2-8-23-16,-6-8-38 15,-11-1-7-15,-4-7-7 16,-6 10 44-16,0 8 35 16,-3 15 18-16,-3 12 7 15,-4 4 33-15,-1 6 12 0,2 15-5 16,2 10 6-16,7 3 0 16,0 3 3-16,6-2-16 15,9-3-20-15,4-4-6 16,5-4-3-16,-1-8-5 15,0-9-6-15,3-4-1 16,-1-3-1-16,3-4-58 16,7-11-118-16,-3-4-34 15,-8-2-111-15</inkml:trace>
  <inkml:trace contextRef="#ctx0" brushRef="#br1" timeOffset="116858.39">8805 17267 1228 0,'0'0'6'0,"0"0"-6"0,0 0-1 0,0 0-5 16,121-30-102-16,7 16-78 16,32-8-203-16</inkml:trace>
  <inkml:trace contextRef="#ctx0" brushRef="#br1" timeOffset="117872.11">10449 16809 835 0,'0'0'16'0,"-25"-126"-13"16,13 76 81-16,3 15 63 16,1 16-5-16,3 13-41 15,2 6-23-15,0 31-60 16,-2 21-17-16,2 21 38 16,0 7 5-16,-3-2-22 15,3-4 12-15,-3 2-12 16,2-1 7-16,-4-6-11 15,5-7-10-15,-1-15-7 16,1-14 3-16,3-14-4 0,0-12 0 16,0-4-1-16,0-3-1 15,0 0 2-15,3-15 0 16,10-18 3-16,6-13-3 16,0-11-9-16,-2 8 6 15,0 6 2-15,-1 17-1 16,-2 19 1-16,2 7-4 15,2 21-10-15,3 21 15 16,-2 11 3-16,-2 3 4 16,-4-6-1-16,1-5 4 15,0-5-1-15,-2-11-4 0,5-5-1 16,1-9-4 0,1-7 0-16,6-8-4 15,7 0 2-15,5-5-19 16,5-19-46-16,2-10-19 15,0-7-17-15,-10-9 2 0,-2-1-13 16,-9 2 37-16,-6 11 62 16,-11 17 15-16,-5 12 3 15,-1 9 67-15,0 2 23 16,-16 21-42-16,-2 7 7 16,-6 7 11-16,8 1 4 15,4-1-29-15,9-4-2 16,3-3-15-16,0-4-9 15,6-3-13-15,16-6-1 0,8-10-3 16,6-5 0-16,6-2 1 16,2-4-1-16,0-14-1 15,-3-3-3-15,-10-5-12 16,-11-10-14-16,-12-1-1 16,-8-11 18-16,-6-2 7 15,-20 7 4-15,-8 9 1 16,-3 14 6-16,-4 14-3 15,0 6 0-15,3 0-3 16,5 19 0-16,10 5-1 16,9 6-4-16,11 3-3 15,3 1-3-15,21 0-101 16,19-3-54-16,14-5-10 16,7-7-54-16,3-5-221 15</inkml:trace>
  <inkml:trace contextRef="#ctx0" brushRef="#br1" timeOffset="118497.22">11682 17259 741 0,'0'0'21'0,"0"0"92"0,0 0 50 0,10-87-87 0,-10 64 15 0,-3 3-27 0,-15 14-13 0,-9 6 4 0,-3 0-11 16,-1 26-18-16,-3 6 3 15,1 4-7-15,6-1-5 16,9-3-4-16,9-2-9 0,8-7 0 16,1 1-4-16,9-9-3 15,13-5 2-15,9-7-2 16,5-3-4-16,4-6-52 16,-1-14-43-16,2-10-8 15,-7-5-17-15,0-15 11 16,-5-12 9-16,-7-11 57 15,-6-11-2-15,-7-11 37 16,-6-1 15-16,-3-9 4 16,0 2 1-16,-9 18-3 15,-4 28 8-15,5 34 46 16,-1 23 60-16,-5 35-65 16,0 27-36-16,2 25 61 0,5 12 9 15,7 8 3-15,0 5-31 16,0 0-21-16,3-11-12 15,7-14 0-15,2-17-6 16,6-20-10-16,1-14-6 16,5-16-2-16,3-9 5 15,10-11-3-15,8-11 0 16,6-14-2-16,1-9-4 16,-4-8-51-16,-7-10-18 15,-9-9-35-15,-7-9-2 16,-13 8 47-16,-7 14 3 15,-5 18 60-15,0 19 16 0,-12 9 32 16,-6 2-7-16,0 0-18 16,-3 11-15-16,6 2-6 15,3 3-2-15,2-2 0 16,-2 3-5-16,4-1-56 16,-2-1-112-16,-5 0-134 15</inkml:trace>
  <inkml:trace contextRef="#ctx0" brushRef="#br1" timeOffset="118902.21">11292 16724 252 0,'0'0'354'0,"0"0"-293"0,0 0 90 0,0 0-33 15,0 0-46-15,0 0-28 16,20 18-5-16,-7 15 116 15,-4 8-68-15,3 5-30 16,-3 4 24-16,-2 5-23 16,-2 2-17-16,-1 5-16 15,-2 0-14-15,1-4-3 0,0-5-7 16,2-8-1-16,0-12-2 16,7-7-4-16,4-10-34 15,7-5-142-15,12-7-43 16,10-4-31-16,6 0-350 15</inkml:trace>
  <inkml:trace contextRef="#ctx0" brushRef="#br1" timeOffset="119670.19">12212 17050 648 0,'0'0'74'0,"0"0"-44"0,0 0 89 0,0 0-36 0,0 0-24 16,0 0-16-16,6-57 17 15,-1 47-16-15,-2 0 27 16,-3-2-29-16,0 7 6 16,0-1 7-16,-3 2-2 15,-10 4-2-15,-8 0-36 0,-3 0-3 16,-6 4 12-16,3 7 1 15,2 7-4-15,10 0 5 16,3 0-22 0,9 3-1-16,3 2-3 0,3 1-3 15,22-1 1-15,8 6 2 16,7-2 0-16,7 3-1 16,2 1-2-16,2-2 2 15,-2 0-1-15,-7 0 0 16,-2-5 2-16,-12 0 0 0,-13-3-1 15,-10-4 1 1,-5-1 0-16,-14 1 7 0,-20-4 2 16,-14 0 1-16,-5-3 19 15,-1-5 9-15,0-2-16 16,5-3-15-16,4 0-1 16,11-3-5-16,4-5-1 15,12-3-1-15,9-4-24 16,9-9-119-16,14-9-102 15,17-12-58-15,13-12-264 16</inkml:trace>
  <inkml:trace contextRef="#ctx0" brushRef="#br1" timeOffset="119920.62">12994 16727 1041 0,'0'0'76'0,"0"0"-71"0,0 0 178 0,-1 94-16 0,1-50-73 15,0 3-15-15,0 1-38 16,0 4-31-16,0 0-1 16,0 2-9-16,0-2 0 15,0-5-2-15,0-6-1 0,0-11-11 16,0-6-109-1,0-3-89-15,-6-12-84 0,-9-6-184 16</inkml:trace>
  <inkml:trace contextRef="#ctx0" brushRef="#br1" timeOffset="120093.83">12802 17105 1147 0,'0'0'37'16,"0"0"-34"-16,0 0 49 15,54-76-25-15,-10 62-21 16,10 5-6-16,6 5-9 16,-3 4-43-16,-4 0-210 15,-12 0-277-15</inkml:trace>
  <inkml:trace contextRef="#ctx0" brushRef="#br1" timeOffset="120485.27">13205 17017 871 0,'0'0'55'0,"0"0"-49"16,0 0 120-16,0 0 3 16,0 0-34-16,113-57-30 15,-74 57-20-15,-6 7-14 16,-7 10-18-16,-7 8-6 0,-8 5-5 15,-8 1 1 1,-3 3 5-16,0-3-5 0,-17-6 1 16,-2-4 1-1,2-7-4-15,-1-7 0 0,4-4 0 16,2-3 3-16,2 0-2 16,4-21 1-16,0-8-2 15,6-9-1-15,0-7 1 16,15 3-2-16,9 5 0 15,0 5-6-15,1 13 4 16,-1 4-7-16,3 8-2 16,-3 7-24-16,-2 0-3 15,-4 10-36-15,-2 16-56 16,-5 2-35-16,-1 1-53 16,-2 0-228-16</inkml:trace>
  <inkml:trace contextRef="#ctx0" brushRef="#br1" timeOffset="121159.17">13692 16954 703 0,'0'0'43'16,"0"0"85"-16,0 0 92 16,0 0-34-16,0 0-68 15,0 0-50-15,6-52-41 16,-6 72-11-16,-1 4 55 15,-4 4-26-15,4-3-26 0,1 0-5 16,0 1-5-16,0-6-8 16,0-3 1-16,0-5-2 15,7-5 0-15,1-1-4 16,0-6 4-16,6 0-1 16,6 0-19-16,2-19-13 15,7-4 2-15,-3-7-14 16,1-4-6-16,-3-1-5 15,-4 2 25-15,-3 7 24 16,-6 11 7-16,-7 5 1 16,-2 8 6-16,-2 2 12 15,0 2 16-15,0 15-20 16,0 6 36-16,0 6 24 16,0 2-55-16,0-6 26 0,7 3-24 15,8-1-8-15,4-2-2 16,4-5 2-16,4-7-9 15,3-7 5-15,3-6-6 16,1 0 0-16,3-5-3 16,3-13 1-16,1-3-2 15,2-6 0-15,-7-2 2 16,-5-4-4-16,-6-9 2 16,-13 4-1-16,-9 4 0 15,-3 11-1-15,-3 10 2 16,-17 13 2-16,-5 0-2 15,-3 10 1-15,3 16 7 16,4 1 14-16,12 0 2 16,7 2-6-16,2 1-14 0,10-7 10 15,13 3-12-15,6-6 1 16,-1-3-3-16,2-7 0 16,0-4-35-16,-1 0-60 15,3-6-98-15,2 0-115 16,4 0-198-16</inkml:trace>
  <inkml:trace contextRef="#ctx0" brushRef="#br1" timeOffset="133545.49">19423 2532 490 0,'0'0'112'0,"0"0"2"0,-12-91 67 0,5 78-49 15,4 5-12-15,1 5-6 16,-2 3-5-16,2 0-39 16,-1 9-37-16,3 24-32 15,0 22 16-15,0 20 50 16,-1 17-16-16,-9 10 11 15,0 16-19-15,-4 4-17 16,-3 7-13-16,1-4-7 16,2-8-1-16,4-19-5 0,4-22-1 15,6-18 0-15,0-20 0 16,0-17 0-16,0-10-1 16,4-11-7-16,8-2 0 15,6-26-53-15,5-12-18 16,5-13-70-16,-4-10-34 15,-5-7-69-15,-10-13-61 16</inkml:trace>
  <inkml:trace contextRef="#ctx0" brushRef="#br1" timeOffset="133968.56">19278 2449 655 0,'0'0'129'15,"0"0"-120"-15,0 0 126 16,0 0-41-16,0 0-57 15,0 0 8-15,66 2 11 16,-41 43 13-16,-5 11 3 16,-8 5-14-16,-5 3-25 15,2 1 7-15,-2-6-5 16,0-8-18-16,0-8-12 16,2-12-4-16,4-9-1 15,3-12 0-15,6-10-1 16,5 0 1-16,7-14 4 0,2-17-4 15,-3-11-4 1,-5-8-4-16,-9-9-3 0,-7-15 2 16,-9 0 1-16,-3 11 1 15,0 19 7-15,0 20 0 16,0 20 8-16,0 8-8 16,-3 30 0-16,-1 20 0 15,2 16 2-15,2 5 7 16,0-6 5-16,6-2 4 15,12-8-18-15,2-7 1 0,2-7-1 16,2-7-2 0,0-13-3-16,2-8-122 0,0-11-113 15,2-6-119 1</inkml:trace>
  <inkml:trace contextRef="#ctx0" brushRef="#br1" timeOffset="134683.75">18916 4772 1196 0,'0'0'97'0,"0"0"-93"0,0 0 160 0,0 0-58 0,0 0-80 0,0 0-24 0,0-66 10 0,39 71 20 0,8 4 0 0,9-1 0 16,3-4-13-16,11-4-9 16,4 0-5-16,-1 0-3 15,-6 0-2-15,-18 0-2 16,-22 0 0-16,-15 7-3 15,-12 7-2-15,-13 11 7 16,-25 8 1-16,-14 9 1 0,-4 3 3 16,0-1-5-16,4 2 1 15,11 1-1-15,5-6 1 16,11 2-1-16,8-8-2 16,13-5 1-16,4-3 1 15,4-7-3-15,19-9-1 16,9-8 2-16,7-3 1 15,13-6-31-15,-2-12-45 0,0-3-69 16,-6 1-104 0,-14-1-109-16</inkml:trace>
  <inkml:trace contextRef="#ctx0" brushRef="#br1" timeOffset="134872.59">18889 5168 1078 0,'0'0'72'16,"0"0"-19"-16,0 0-53 16,0 0 25-16,0 0-25 15,136-9-12-15,-39-16-137 16,9-4-27-16,3 0 54 16,-5 1 13-16,-10 2-226 15</inkml:trace>
  <inkml:trace contextRef="#ctx0" brushRef="#br1" timeOffset="135781.03">19934 4922 1187 0,'0'0'0'16,"0"0"7"-16,0 0 47 15,0 0-12-15,0 0-27 16,0 0 21-16,-20-9 37 15,-1 19 32-15,-4 9-28 16,-5 3-17-16,3 0-14 16,9 3-25-16,6 4-13 15,11 1-4-15,1-1-3 0,11-3-1 16,19 0 0-16,8-10 0 16,7-7-2-16,4-9-8 15,3 0-46-15,-3-9-4 16,-3-10 6-16,-7-6-38 15,-13 1 25-15,-8-5 36 16,-11-1 21-16,-7 3 7 16,0 2 3-16,-16 10 14 15,-5 2 69-15,1 7-43 16,1 6 26-16,8 0-33 16,7 0-19-16,4 3-14 15,0 7-1-15,15 4-2 16,9-2 3-16,3 4 0 0,-1-3-1 15,0-1-1-15,-8-1-1 16,-2 1 3-16,-5-1-1 16,-5-1 1-16,-2 1 0 15,2-1 0-15,1 2-2 16,-1 0 4-16,5 1 0 16,5-1-2-16,2-4-1 15,8-5-3-15,8-3 3 16,2 0-47-16,4-6 10 15,-6-8-61-15,-5-2 37 16,-11-3 40-16,-7-6 5 16,-9-1 16-16,-2 3 1 0,0 4 6 15,0 7 36-15,0 6 25 16,0 5 9-16,-2 1-31 16,2 6-43-16,0 11 1 15,0 10 8-15,14-3 3 16,7 1-12-16,4-5-1 15,5-2 1-15,1-6-2 16,2-5-2-16,-2-7 1 16,2 0-1-16,-4-7-32 15,-4-11-25-15,-4-7-1 16,-8-9 16-16,-4-4 4 16,-4-11 25-16,-2-12 2 15,-3-11 11-15,0-5 1 16,0 2-1-16,0 15 1 15,0 20 1-15,0 20 10 0,0 20 53 16,0 6 12-16,4 27-27 16,7 15 39-16,-2 10-40 15,8 3-6-15,-2-3-34 16,2-2-7-16,-5-9 3 16,-5-9-3-16,-7-12-3 15,0-6-60-15,0-11-142 16,-4-9-67-16,-8-2-118 15</inkml:trace>
  <inkml:trace contextRef="#ctx0" brushRef="#br1" timeOffset="135932.04">20906 4769 1469 0,'0'0'0'15,"0"0"-107"-15,146-58 107 0,-66 45 0 0,-3-3-44 16,-8 3-173-16,-17-7-407 16</inkml:trace>
  <inkml:trace contextRef="#ctx0" brushRef="#br1" timeOffset="136075.14">21115 4470 1429 0,'0'0'0'16,"0"0"0"-16,0 0-14 16,0 0-48-16,0 0-340 15</inkml:trace>
  <inkml:trace contextRef="#ctx0" brushRef="#br1" timeOffset="136593.96">5930 9396 290 0,'0'0'0'0</inkml:trace>
  <inkml:trace contextRef="#ctx0" brushRef="#br1" timeOffset="138332.79">5360 9607 355 0,'0'0'147'16,"0"0"-98"-16,0 0 103 15,0 0-20-15,0 0-20 16,16-79 5-16,-17 64 6 16,-12 1-32-16,-4 9-11 0,1 0-19 15,-3 5 56-15,-1 0-31 16,-4 0-79 0,-6 5 1-16,2 10-2 0,-3 9 3 15,-1 6-1-15,1 8 3 16,6 4 2-16,8 11 0 15,7 2-9-15,7 4 2 16,3-3 3-16,3-4-2 16,18-9-2-16,7-8-4 15,6-5 0-15,4-2 0 16,6-10-1-16,3-7 0 16,5-7 2-16,6-4 1 15,5-8-2-15,-4-14 2 0,-2-9-2 16,-14 1 1-1,-8-1-2-15,-13-2 3 0,-13-2-2 16,-9-6 4-16,0-1 7 16,-22-7-4-16,-17 1-4 15,-9 5 8-15,-6 4-9 16,-2 11 2-16,2 11 1 16,6 5-4-16,-1 9 0 15,9 3-2-15,-1 6 1 16,3 14-1-16,2 10 0 15,3 3-2-15,8 9 3 16,8 1-4-16,7 7 5 16,7 0-2-16,3-2 1 15,0-4-1-15,18-4 1 0,4-5-1 16,5-4-2-16,7-3 2 16,3-6 1-1,2-9-1-15,12-4 1 16,0-6-1-16,7-3 4 0,0-3-4 15,-4-13 5-15,-9-4-5 16,-9-6 1-16,-11-1 0 16,-6-7 2-16,-10-3-2 15,-9-4 5-15,0-9 2 16,-25-3 2-16,-17-5-5 16,-7 0 3-16,-8 6-6 15,-3 12-1-15,10 17-2 16,6 14 0-16,4 9 1 15,1 1 0-15,5 24 1 16,0 9-2-16,4 10 1 0,6 3 0 16,6 7 0-1,11 1 0-15,7-4 0 0,0-3 0 16,7-7 3-16,11-7-2 16,9-7-1-16,1-6 0 15,5-6 0-15,1-9 0 16,7-6 2-16,6 0-1 15,5-19 0-15,4-9 6 16,-1-3-5-16,-6-2-2 16,-13-3 1-16,-9-1-1 15,-14-1 3-15,-11-3-2 16,-2-6 2-16,-20-3-2 16,-17 2 1-16,-9 6 3 0,-3 11-3 15,1 12-2-15,2 12-1 16,2 7-3-1,-3 4 4-15,5 18 0 0,-2 9 0 16,6 9-1-16,2 4 2 16,11 6 1-16,5 2-1 15,10-3-1-15,7 2 2 16,3-6 0-16,6-1-1 16,16-6-1-16,5-5 0 15,7-7 0-15,5-7 2 16,1-8-2-16,4-9 0 15,2-2 2-15,6-6 4 16,0-17-2-16,-4-1-3 16,-9 1 0-16,-17-3 0 0,-8-4 0 15,-10-3 3-15,-4-8-4 16,-10-6 6-16,-19-8-4 16,-7-4-2-16,-5 4 0 15,2 4 0-15,2 16-3 16,2 8 2-16,7 14 1 15,3 9 0-15,-1 4 0 16,0 1 0-16,1 22 0 16,-3 10-1-16,4 6 1 15,2 7 0-15,7 6 4 0,5-2-6 16,2 1 3 0,7-5-1-16,1-5 0 0,0-7 1 15,12-6-1-15,4-8-2 16,5-7 0-16,0-8 2 15,4-5 0-15,5 0 0 16,3-16 0-16,1-10 1 16,1-1-1-16,-7 1 0 15,-1-1-2-15,-8 2 0 16,-7 4 1-16,-4 5-3 16,-3-1 4-16,-5 5 0 15,0 0 1-15,-1-1-1 16,-11 3 0-16,0 3-3 0,3 1-7 15,-6 5-19 1,0 1-50-16,-4 0-63 0,3 8-163 16,-1 10-90-1,1 1-447-15</inkml:trace>
  <inkml:trace contextRef="#ctx0" brushRef="#br1" timeOffset="140267.37">2323 9971 327 0,'0'0'365'0,"0"0"-353"0,-108-34 147 0,66 23-46 0,-1 0-31 0,7 2 16 16,2-4-23-16,1 2-30 16,9-3 13-16,5 5 4 15,4 1-2-15,9 6-12 16,4-2 4-16,2 4-16 15,0 0-26-15,0 0-10 16,2 0-10-16,16 14 7 0,12 2 3 16,10-3 1-16,6 0 1 15,11-4 0-15,6-5-1 16,1-4 7-16,6 0-6 16,1-8 0-16,-8-8 4 15,0-3-5-15,-17 3 1 16,-4-1-2-16,-18 0 1 15,-11 3 3-15,-2 1 2 16,-11 4 3-16,0 4 20 16,-5 5 5-16,-17 0-9 15,-11 16-20-15,-6 25-5 0,-10 16 0 16,-12 21 1-16,-2 7-1 16,-10 11 3-1,-9 5 3-15,3-4-5 16,1-8 1-16,17-16 0 0,21-18 3 15,16-23-3-15,15-17-1 16,9-11-1-16,0-4 3 16,0-4 0-16,12-19 0 15,15-14 1-15,4-11-1 16,2 1-3-16,-2 5 0 16,-2 10 2-16,-7 10-2 15,-7 15-1-15,-2 7-1 0,1 0-2 16,5 11 4-1,9 14 3-15,2 1 0 16,6 4 1-16,0-3-2 16,6-4 2-16,4-5-1 15,-1-6 0-15,-5-8-5 16,-9 2 2-16,-4-6-10 0,-6 0-65 16,-3-7-89-16,-6-13-67 15,-9-5-44-15,-3-6-91 16</inkml:trace>
  <inkml:trace contextRef="#ctx0" brushRef="#br1" timeOffset="140460.03">2049 10238 960 0,'0'0'11'0,"0"0"46"0,0 0 64 0,0 0-96 0,0 0 30 0,90 9-18 15,-23-24-32-15,8-6 0 16,7-2-5-16,2 0-111 16,-7 0-317-16</inkml:trace>
  <inkml:trace contextRef="#ctx0" brushRef="#br1" timeOffset="143783.84">10109 13199 309 0,'0'0'19'0,"0"0"-14"0,0 0-3 0,0 0 4 16,0 0-5-16,0 0 1 16,-1-87 0-16,-10 64-2 15,-1-4-13-15,-4-5 12 16,-2-7 1-16</inkml:trace>
  <inkml:trace contextRef="#ctx0" brushRef="#br1" timeOffset="144197.59">9821 12293 512 0,'0'0'109'16,"0"0"-74"-16,0 0 64 15,0 0-1-15,0 0-22 0,-24 82 10 16,12-35 10-16,-1 16-16 15,1 10-9 1,-7 22-11-16,-7 18-17 0,-5 17 5 16,-3 11 15-16,-10 6-30 15,-2-6-6-15,-3-4-16 16,0-9-8-16,2-14 6 16,4-10-8-16,6-15 2 15,7-11-3-15,12-13 0 16,5-19-1-16,8-21-13 15,5-13-89-15,0-12-35 16,11-5-130-16,8-32 120 16,5-17-20-16,-2-15-235 15</inkml:trace>
  <inkml:trace contextRef="#ctx0" brushRef="#br1" timeOffset="144708.16">9940 12827 614 0,'0'0'97'0,"0"0"-54"15,0 0 132-15,0 0-47 16,0 0-43-16,0 0-20 16,0-13 4-16,0 13-9 0,0 0-15 15,0 0-13-15,0 0-7 16,0-3-16-16,6-2-9 15,12-7 0-15,11-4 1 16,8-1-1-16,2 1 3 16,0 4-3-1,-5 4-2-15,4 5-1 0,-2 2 1 16,-1 1 0-16,-4 0-2 16,-4 0-5-16,-11 0-4 15,-7 10 6-15,-9 11-5 16,0 10 12-16,-18 13 2 15,-13 11 1-15,-2 6 3 16,-6 2 1-16,-1 3 8 16,1 1 1-16,2-4 1 0,7-1-7 15,5-11-3-15,10-13-2 16,6-14-5-16,9-11-1 16,3-6-10-16,24-6 6 15,6-1 1-15,11-11 4 16,1-14 2-16,9-10-1 15,-2 3 1-15,-3-2-2 16,-1 6-23-16,-8 6-47 16,-8 6-51-16,-12 8-118 15,-10 2-55-15,-10 4-311 16</inkml:trace>
  <inkml:trace contextRef="#ctx0" brushRef="#br1" timeOffset="144920.5">10089 13105 863 0,'0'0'36'0,"0"0"-35"0,-86 15 78 0,78-13 26 16,6-2-69-16,2 0-27 16,0 0-9-16,16-2-2 15,12-10 2-15,7-7 0 16,5-1 0-16,6 4-4 15,1 2-151-15,2-1-129 16,0 5-400-16</inkml:trace>
  <inkml:trace contextRef="#ctx0" brushRef="#br1" timeOffset="145873.01">10680 12983 1029 0,'0'0'121'0,"0"0"-111"16,0 0 56-16,-88 56-29 16,74-17-13-16,-3 5 8 15,6 2 7-15,-3-3-9 16,8-7-11-16,4-9-10 16,2-7-8-16,2-7-1 15,18-9-4-15,8-4 1 16,9-4 2-16,3-22 1 0,9-7-5 15,4-4 3 1,-3-3-40-16,-5 1-8 0,-6 3-14 16,-10 6 11-16,-13 8 32 15,-10 6 18-15,-5 7 3 16,-1 4 16-16,0 5 30 16,0-2-5-16,0 2-3 15,0 0-27-15,-1 0-7 16,1 2-4-16,-2 12-4 15,2 4 2-15,0 1 1 16,0-1-1-16,0-1 1 16,9 3 1-16,-3-3-4 15,0 0 5-15,0-5-1 0,-2 1 1 16,-2-3-1-16,5-4-3 16,-5 4 3-16,2-1 0 15,2-1 1-15,-1 4-1 16,2-2 1-16,2-1-3 15,-3-4 1-15,5-2 1 16,-2 0-2-16,5-3-1 16,0 0-2-16,-1-4-2 15,4-10-17-15,-1-4 6 16,-2-8-6-16,3 1-2 16,-6-6 2-16,-1-1 20 15,-2-3 4-15,-5 4 0 16,-3 5 1-16,0 7 2 15,0 9 2-15,0 7 43 16,0 3 2-16,0 0-39 16,0 19-11-16,3 13 0 0,1 8 0 15,5 7 3-15,1-6-1 16,3-3 3-16,-3-2-1 16,8-8-3-16,-2-6-1 15,-2-8 2-15,2-9-4 16,1-5 2-16,0-3 0 15,3-19 0-15,1-12-19 16,-1-8-37-16,-1-8-8 0,0-8 17 16,-6-5-2-1,-2-11 23-15,-5-6 18 0,-5-2 8 16,-1 3 0-16,0 18 0 16,0 22 12-16,0 20 17 15,0 14 24-15,0 5 2 16,0 24-50-16,0 23-4 15,0 20 21-15,0 5 5 16,0 6 1-16,0-8-7 16,0-3-14-16,6-4-7 15,0-6 1-15,-1-6-1 16,0-5-1-16,-2-11-28 16,-1-11-110-16,-2-11-94 15,1-13-327-15</inkml:trace>
  <inkml:trace contextRef="#ctx0" brushRef="#br1" timeOffset="146058.26">11392 12955 1027 0,'0'0'30'0,"0"0"-30"0,0 0-2 0,0 0 2 0,70-80 5 15,-32 60-5-15,-10 4 0 16,-6 5-38-16,-10 4-105 0,-8 2-154 16</inkml:trace>
  <inkml:trace contextRef="#ctx0" brushRef="#br1" timeOffset="146233.25">11201 12733 1151 0,'0'0'21'0,"0"0"-13"15,0 0-8-15,0 0 25 16,0 0-25-16,0 0-89 16,-46 0-211-16</inkml:trace>
  <inkml:trace contextRef="#ctx0" brushRef="#br1" timeOffset="149268.1">17919 258 405 0,'0'0'157'0,"0"0"-114"0,0 0 28 0,0 0 50 0,0 0 4 0,0 0-49 16,-4-7-1-16,2 7-6 15,1 0-7-15,-1 0-17 16,0 0-10-16,2 0-7 16,-2 0-7-16,1 8 2 15,-4 8-13-15,3 8 15 16,2 5 34-16,-1 4-24 16,1 0-15-16,-2 0-2 15,1-2 6-15,-1 0 0 16,2-1-5-16,0 3-6 15,0 3 14-15,0 3-1 16,0 8-2-16,0 6-6 16,0 6-6-16,0 6-3 15,0 7-1-15,-6 5 22 16,0 2-11-16,-1 3-1 0,3 3-5 16,2 1-4-16,2 6-1 15,0 1 3-15,0-3-4 16,3-1-1-16,7 3-1 15,1-3 0-15,-4 4-3 16,5-3 5-16,-3 1-3 16,-1 2-1-16,-4-2 2 15,-1 3 1-15,-1 5-4 16,-2 0 3-16,0-3 1 16,0 0-5-16,0-2 4 15,0 0 0-15,-3-1 0 0,-3 2-1 16,-5-2-2-1,1 1 6-15,-1 1-2 0,1 4 0 16,-2 5 1-16,0 0-2 16,1 4-1-16,1-2 0 15,0-6-4-15,4 1 7 16,0-5-4-16,-1-2-3 16,3 1 3-16,-3-5 0 15,4 3-1-15,-3 7 0 16,-1 0 1-16,-1 1-3 15,-1 4 4-15,0-4-2 16,-3 1-1-16,3-2 2 16,0 0-2-16,1-4 2 0,-2 0-3 15,1 0 2 1,2 6 3-16,-5 2-1 0,6 2-2 16,-3 3 2-16,-1-2 0 15,1-2-1-15,-2 1 0 16,1-2-1-16,1-2 1 15,3-2-3-15,0 1 2 16,-1 2 1-16,1 4-2 16,0 1 1-16,1 2-2 15,-3 1 3-15,1-3-2 16,0 3 1-16,1-2 2 16,-2-4-4-16,4-3 0 15,-3 2 0-15,2 1 0 16,0 2 0-16,-1 1 0 0,0 2 0 15,-2-4 0 1,2-4 0-16,-3 3 0 0,2-5 0 16,-4 4 0-16,3 0 0 15,-1 4 0-15,5 1 0 16,-2 2 0-16,3-3 0 16,3-1 0-16,0 3 0 15,0-3 0-15,0 3 0 16,0-1 0-16,0-1 0 15,0 3 0-15,3 2 0 0,-3 6 0 16,4 2 0-16,-1 1 0 16,0 2 0-1,3-6 0-15,0 0 0 16,3 0 0-16,0 0 0 0,3 2 0 16,1 3 0-16,-1 0 0 15,1 3 0-15,0-4 0 16,-3-3 0-16,1 1 0 15,2-4 0-15,-4-4 0 16,-3-1 0-16,3 1 0 16,-5 5 0-16,-1 1 0 15,5 1 0-15,-3-2 0 16,-1-5 0-16,2 2 0 16,-2-4 0-16,1-1 0 15,1-1 0-15,1 2 0 0,0-1 0 16,0 2 0-16,0-3 0 15,-1 0 0-15,3-4 0 16,-5 1 0 0,2-3 0-16,-1-2 0 0,-2 0 0 15,0 0 0 1,-2 4 0-16,1 1 0 0,0-1 0 16,-1-1 0-16,1-3 0 15,0 0 0-15,0-1 0 16,1-2 0-16,-3 0 0 15,3-5 0-15,-2 3 0 16,1 2 0-16,-1 1 0 16,-1 2 0-16,0 0 0 0,0-3 0 15,0 1 0-15,0-4 0 16,2 1 0 0,-1-2 0-16,1-4 0 0,-2-3 0 15,3 1 0-15,-2-2 0 16,-1 5 0-16,0-5 0 15,3-1 0-15,-1-6 0 16,1-1 0-16,-1-2 0 16,1-1 0-16,0-3 0 15,2-5 0-15,-2 0 0 16,5-5 0-16,-4-3 0 16,5 0 0-16,-2-5 0 15,-1-5 0-15,1-4 0 16,3 2 0-16,-4-1 0 0,1 1 0 15,-1-2 0-15,0-4 0 16,1-1 0-16,-2-3 0 16,-2-5 0-16,-1-2 0 15,-2-4 0-15,0-1 0 16,0-4 0 0,0 0 0-16,0-3 0 0,0 3 0 15,0-4 0-15,0-2 0 16,0 2 0-16,0-3 0 15,-5-1 0-15,5-2 0 16,-1 4 0-16,-1-1 0 0,0-3 0 16,1 6 0-1,-1-2 0-15,1-4 0 0,-2 3 0 16,2 0 0 0,1-2 0-16,0 2 0 0,0-3 0 15,-2 0 0-15,2 3 0 16,0-6 0-16,0-2 0 15,0 2 0-15,0-3 0 16,0-4 0-16,0 0 0 16,0 0 0-16,0 0 0 15,0 0 0-15,-4 0 0 16,-8 0 0-16,-8-9 0 16,-8-19 0-16,-6-15-39 15,-5-19-121-15,-9-11-132 0,-4-23-162 16,-12-12-475-16</inkml:trace>
  <inkml:trace contextRef="#ctx0" brushRef="#br1" timeOffset="157862.07">12787 3114 778 0,'0'0'208'0,"0"0"-192"0,0 0 49 0,0 0 38 0,2 78 75 16,-2-15-40-16,0 6-72 16,0 2 18-16,-5 4-24 15,-4 5-32-15,0-3-11 16,0-3-6-16,2-12-7 15,2-16-4-15,1-13 0 16,4-12 0-16,0-11-33 16,0-10-116-16,0 0-128 15,18-27-85-15,4-18-480 16</inkml:trace>
  <inkml:trace contextRef="#ctx0" brushRef="#br1" timeOffset="158044.94">12969 3232 1048 0,'0'0'84'16,"0"0"-61"-16,0 0 112 16,0 0-56-16,0 0 26 15,-17 112-36-15,13-57-38 16,4 3 13-16,-1 5-18 16,-2 2-22-16,-3 1-1 15,-3-7-3-15,0-12-3 16,-5-8-69-16,-1-9-107 15,1-13-69-15,-3-7-141 16</inkml:trace>
  <inkml:trace contextRef="#ctx0" brushRef="#br1" timeOffset="158402.87">12551 3625 869 0,'0'0'135'0,"0"0"-131"15,0 0 191-15,0 0-96 16,0 0-37-16,0 0-45 16,57-6 9-16,-27 55 34 15,-3 10-14-15,-5-2-8 0,-3 4 10 16,-2-6-14 0,-2-4-15-16,1-10-8 0,0-7-6 15,1-14 0-15,2-13-5 16,7-7 7-16,9-18 8 15,10-21-4 1,6-15-1-16,6-10-10 0,-2-10 7 16,-4-7-3-16,-7 3-4 15,-12 9-1-15,-14 20-3 16,-12 21-17-16,-6 18-79 16,0 10-109-16,-20 7-101 15,-4 22-221-15</inkml:trace>
  <inkml:trace contextRef="#ctx0" brushRef="#br1" timeOffset="159358.47">10907 4672 342 0,'0'0'402'0,"0"0"-387"0,0 0 176 0,-10-80-55 16,10 68-27-16,0 8-23 15,0 2-6-15,0 2-8 16,0 16-60-16,0 26-1 15,-6 18 6-15,-5 19 17 16,-4 7 7-16,-7 4 10 16,-2 2-19-16,5-3-20 15,-1-10-11-15,8-10 0 0,2-19-1 16,4-17 1 0,3-16-2-16,3-9 1 0,0-8 0 15,0-12 7-15,0-28 6 16,11-14-10-16,2-20-1 15,2-11-1-15,0-11 0 16,4-13 2-16,2-3-1 16,7 6 0-16,2 20-2 15,3 25 1-15,-6 22 3 16,0 17 2-16,-6 16-3 16,4 6-3-16,0 4-3 15,2 21 0-15,-6 6 0 16,-12 7 3-16,-9 5 1 15,-8 4 1-15,-23 0-1 16,-7 3 2-16,-6-10-2 16,1-3 0-16,4-10 1 0,11-12-2 15,11-8 4 1,10-3-3-16,4-4 2 0,3 0 1 16,0 0-3-16,0 2-1 15,3 10-6-15,16 11-5 16,8 11 11-16,8 7 2 15,-1 7 5-15,6 4 5 16,0-1-6-16,1 0-4 16,0-8-1-16,-2-1-1 15,-3-11-2-15,-6-7-40 16,-2-10-223-16,-7-13-154 16</inkml:trace>
  <inkml:trace contextRef="#ctx0" brushRef="#br1" timeOffset="159900.7">11289 5053 1087 0,'0'0'42'0,"0"0"-36"0,0 0 149 0,0 0-145 0,0 0-6 0,0 0 5 0,78 7 29 15,-31-7-29-15,1 0-9 16,-3-1-1-16,-11-10 1 15,-9-3-15-15,-14-3-14 16,-8-1 21-16,-3 4 1 16,-9 2 7-16,-16 2 1 0,-8 6 6 15,-5 4 25-15,0 0 11 16,5 12-11 0,8 9 18-16,7 7-24 0,10 5-17 15,8 2-1-15,0 0-5 16,20 2 0-16,14-7-3 15,9-3 1-15,2-10-1 16,6-9 0-16,-5-7-16 16,0-1-43-16,-5-14 19 15,-9-14 31-15,-5-6 9 0,-8-4 5 16,-6 6 5-16,-6 3 23 16,-1 14 29-1,-6 8 20-15,0 7 8 0,0 7-64 16,-2 31-24-16,-12 17 20 15,-6 19 40-15,2 7-23 16,-1 4-9-16,1 8-19 16,0-5-9-16,3-8-2 15,3-17-1-15,5-14 1 16,4-19 0-16,0-16-20 16,3-14-75-16,4-8-82 15,17-28-71-15,5-20-92 16,0-13-239-16</inkml:trace>
  <inkml:trace contextRef="#ctx0" brushRef="#br1" timeOffset="160030.47">11853 4861 965 0,'0'0'119'0,"0"0"-117"0,0 0 169 0,0 0-142 0,0 0-29 15,0 0-2-15,-67 87-2 16,80-51-145-16,8-5-193 15</inkml:trace>
  <inkml:trace contextRef="#ctx0" brushRef="#br1" timeOffset="160683.84">12138 5105 896 0,'0'0'20'0,"0"0"124"16,0 0-42-16,43-76-72 15,-31 58-17-15,-7 5-6 16,-2 3 14-16,-3 6 34 16,0 4 22-16,-17 0-41 15,-8 1-21-15,-7 17 18 16,3 13 11-16,3 5-21 16,4 5 9-16,10 2-12 15,7-2-5-15,5-1-13 16,0-3-2-16,14-8-1 15,14-9 1-15,5-9 0 16,6-8-7-16,3-3-31 16,3-14-28-16,2-13-7 0,-3-11 7 15,-3-7 22 1,-12-2 21-16,-2-1 19 0,-11 8 4 16,-9 10 4-16,-4 13 6 15,-3 10 44-15,0 7 26 16,0 4-46-16,-12 20-32 15,-4 10 16-15,1 5 2 16,9 1-13-16,6-2 6 16,0-3-9-16,0-5-1 15,17-6-2-15,5-7-1 16,3-13 0-16,8-4-1 0,3-4-4 16,6-19-30-16,8-14-33 15,-2-9 29-15,4-9 25 16,-7-15-72-16,-8-14 44 15,-7-19 3-15,-6-4 31 16,-9 7-2-16,-9 22 10 16,-4 34 6-16,-2 31 71 15,-2 13 14-15,-18 29-56 16,-2 24-6-16,-2 18 41 16,6 10-29-16,7-1-17 15,3 1-10-15,0-3-9 16,5-3-4-16,-4-7-1 15,4-8-6-15,0-13-141 0,3-16-97 16,0-19-121-16</inkml:trace>
  <inkml:trace contextRef="#ctx0" brushRef="#br1" timeOffset="160937.87">12920 5013 1055 0,'0'0'22'0,"0"0"75"0,0 0-4 0,0 0-70 16,0 0 4-16,0 0 35 15,70 66-32-15,-67-30 1 16,-3 0 24-16,0-3-24 16,-5-3-8-16,-8-3-19 15,1-8-1-15,6-1-3 0,1-12-3 16,1-4-89-1,4-2-119-15,0-10-37 16,9-15-231-16</inkml:trace>
  <inkml:trace contextRef="#ctx0" brushRef="#br1" timeOffset="161044.94">13046 4836 912 0,'0'0'31'0,"0"0"-28"16,0 0 10-16,0 0-13 15,-38 78-1-15,38-41-101 0,0-2-222 16</inkml:trace>
  <inkml:trace contextRef="#ctx0" brushRef="#br1" timeOffset="161766.87">13344 5003 980 0,'0'0'75'15,"0"0"46"-15,0 0 64 16,-81-11-121-16,57 38-13 16,9 6-22-16,9 3-11 15,5 4-1-15,1-4-11 16,0-2 0-16,13-7-6 16,5-9-1-16,6-7 1 15,4-6 2-15,5-5-2 0,3-7-5 16,0-14-16-16,-5-10 4 15,-6-9-42-15,-8-5 33 16,-11-6 17-16,-6 6 5 16,0 7 4-16,-5 11 2 15,-8 15 2-15,-2 9 28 16,-4 3 12-16,2 20-39 16,-1 7 0-16,6 7-3 15,9 0-1-15,3 1 1 16,0-5-2-16,3-3 0 15,14-9-1-15,3-6 1 0,6-10-1 16,5-2-17-16,5 0-14 16,9-18 11-1,1-6 12-15,-3-1 9 0,-5-2-3 16,-10 2 3 0,-7 4 3-16,-9 5-1 0,-3 7 5 15,-8 5 18-15,-1 4 16 16,0 0-23-16,0 0-15 15,0 0-2-15,0 11 7 16,0 3 0-16,0-3-4 16,0-3-2-16,0-1 0 15,8-1 4-15,1-2-6 16,4-4 3-16,7 0 5 0,5 0-8 16,5-6 7-16,3-5-7 15,-2 0-3-15,-3 3 3 16,-9 0 4-16,-8 7-4 15,-8 1-1-15,-1 0 1 16,-2 0 4-16,0 0 0 16,3 9 8-16,2 5 11 15,1 1-13-15,2-2-6 16,-2-1-4-16,0-2 0 16,6-3-1-16,3-3-67 15,9-2-147-15,10-2-77 16,9 0-177-16</inkml:trace>
  <inkml:trace contextRef="#ctx0" brushRef="#br1" timeOffset="162178.44">14639 4738 1210 0,'0'0'12'0,"0"0"77"0,0 0 56 0,0 0-66 0,-99 68-30 15,66-27-8-15,9-2 2 16,8-3-26-16,4-1-10 16,9-4-4-16,3-6-3 15,0-4 0-15,12-9-1 16,16-8-3-16,6-4 3 16,5-5-17-16,0-18-52 15,-3-10-16 1,-6-3 1-16,-3-13 3 0,-8-7 10 0,-4-4 30 15,-12 4 15-15,-3 12 21 16,-6 17 6-16,-15 17 10 16,-7 10 11-16,-4 6-2 15,-1 19 16-15,5 7-12 16,6 1-4-16,9 1-16 16,8-8-2-16,5-5-2 15,0-2 0-15,16-11-28 16,10-8-126-16,6 0-25 15,3-17-141-15,5-15-195 0</inkml:trace>
  <inkml:trace contextRef="#ctx0" brushRef="#br1" timeOffset="162520.1">14971 4401 733 0,'0'0'65'0,"0"0"80"16,0 0 71-16,0 0-97 15,0 0-102-15,0 0 58 16,-70 138 29-16,40-26-21 15,2 16-2-15,-2 16-27 16,2 12-15-16,1 10-13 16,2 2-4-16,2-8-18 15,-1-4-1-15,-4-22-3 16,-5-23-2-16,-1-26 0 16,-2-33-19-16,3-25 3 15,2-26-3-15,-3-11 19 0,2-35 2 16,3-23 2-1,9-20-1-15,15-14 12 0,5-7-7 16,21-8 0-16,21 8 1 16,7 8-7-16,7 17 0 15,3 13 0-15,1 16-3 16,1 10-2-16,3 13-31 16,2 7-97-16,3 7-79 15,-3 6-9-15,0-4-100 16,-3-3-334-16</inkml:trace>
  <inkml:trace contextRef="#ctx0" brushRef="#br1" timeOffset="163032.4">15522 4517 1086 0,'0'0'39'0,"0"0"26"16,0 0 64-16,0 0-88 15,0 0 107-15,-52 101-63 16,43-46-27-16,6 4-27 15,-1-2-1-15,1-1-21 16,2-8-7-16,-6-7-2 16,2-8-2-16,-2-8-6 15,2-8-89-15,1-6-103 16,-1-9-46-16,-2-2-29 0,2-7-8 16,4-10-12-16,-1 0 295 15,2 3 92-15,0-2 167 16,0 1-101-16,10 1-29 15,9 2 30 1,6 1-105-16,8 1-20 16,7 3 2-16,6-2-26 15,2 3-5-15,0-4-4 0,-6-5-1 16,-3-5 0-16,-8-10 2 16,-3-7-1-16,-5-2-1 15,-10 3 3-15,-9 11 4 16,-4 9 14-16,0 12 66 15,0 4 14-15,-8 7-78 16,-11 24-19-16,-4 13 43 16,0 6 14-16,11 0-20 0,3 0-18 15,4-4-19-15,2 1 0 16,3-4-2-16,0 0-2 16,0-10-3-16,0-3-49 15,3-11-132-15,14-12-36 16,9-7-102-16,3 0-179 15</inkml:trace>
  <inkml:trace contextRef="#ctx0" brushRef="#br1" timeOffset="163291.94">16019 4963 831 0,'0'0'96'0,"0"0"-32"0,0 0 133 0,0 0-70 0,-59 91-48 0,55-56-9 16,4-3-7-16,0-1-24 15,16-7-17-15,10-5 2 16,4-7-7-16,7-9-5 16,2-3-1-16,-2-3-3 15,0-20 4-15,-4-7 20 16,-9-7 8-16,-9-1-16 16,-15 4-5-16,-2 4-15 15,-36 13-4-15,-22 14-35 16,-18 3-179-16,-10 27-284 15</inkml:trace>
  <inkml:trace contextRef="#ctx0" brushRef="#br1" timeOffset="-214043.36">850 933 37 0,'0'0'696'0,"0"0"-618"0,0 0 20 0,0 0 44 0,0 0-84 16,0 0-23-16,0 0 27 16,3-6-7-16,-3 6-21 15,0 0-8-15,0 17 3 16,0 9 13-16,-7 14 34 16,-2 11-37-16,-5 9-10 15,-2 11 4-15,1 4-9 16,-3 2-9-16,3 3-6 15,-1-4-1-15,-1-9 1 16,5-7-7-16,2-14 5 16,2-9-7-16,1-10 4 15,7-7-4-15,0-6 0 16,0-2-1-16,3-4 0 0,12-3 2 16,4-5 0-16,5 0-1 15,12-1 5-15,1-17-4 16,2 4 4-16,3-4-4 15,-9 5-1-15,-5 5-4 16,-4 3-4-16,-5 2-116 16,-5 1-118-16,-7 1-99 15,-5-2-441-15</inkml:trace>
  <inkml:trace contextRef="#ctx0" brushRef="#br1" timeOffset="-213042.9">1039 1492 741 0,'0'0'139'0,"0"0"-122"0,0 0 141 15,0 0-95-15,0 0-58 16,0 0 1-16,-1-4 1 15,10 4 18-15,9 0 3 16,0 0 5-16,4-4-13 16,5-9-6-16,0-2-3 15,1-3-6-15,-2-1-2 0,-4-5-2 16,-6 3 0-16,-5-1 0 16,-7 0 1-16,-4 9-2 15,0 3 7-15,0-1-6 16,-10 9 2-16,-8 2-1 15,3 0 0-15,-3 5-2 16,0 11 0-16,-3 7-2 16,2 1 2-16,7 5 0 15,0 1 1-15,8-2-1 16,4-1 3-16,0-3-3 16,3-5 0-16,13-6 0 15,5-3 0-15,7-6 0 16,6-4 1-16,5 0 0 0,3-7-1 15,6-12 2-15,-5-5-2 16,0-2-9-16,-4-8-58 16,-6-1 4-16,-5-4-44 15,-11-7-30-15,-4-4 47 16,-7-14-77-16,-1-2 31 16,-1-5-37-16,-1 6 25 15,1 7 148-15,-4 12 58 16,0 14 69-16,0 10 6 15,0 7 8-15,0 8 2 16,0 2-52-16,0 5 15 16,0 0-67-16,0 12-37 15,0 18-2-15,0 9 75 16,3 10 4-16,-1 14-6 0,-2 11 0 16,0 19-23-16,-9 20-8 15,-4 12-19-15,-8 8-19 16,4 6-1-16,-2-11-3 15,5-9 1-15,3-18-1 16,5-15 0-16,6-21 0 16,0-16-2-16,1-12-3 15,15-13 3-15,1-11-2 16,10-12-8-16,1-1 6 16,8-18-46-16,3-15-5 15,1-5 10-15,-4-4-5 16,-11 1 30-16,-8 0 9 0,-9 2 13 15,-8 3 12-15,0 3-7 16,-10 2 39-16,-18 7 20 16,-8-1-14-16,-6 5-24 15,-4 0 1-15,-2-1 9 16,-4 1-18-16,3 2 2 16,1 1-10-16,6-5-1 15,14 4 3-15,7-3 2 16,9-1-14-16,9-3-1 15,3-6-3-15,9-2-11 16,16-3-28-16,5-1-83 16,12 4-36-16,-2-4-73 15,2-1-132-15</inkml:trace>
  <inkml:trace contextRef="#ctx0" brushRef="#br1" timeOffset="-212766.89">1981 794 489 0,'0'0'516'0,"0"0"-491"0,0 0 143 0,0 0-62 16,0 0-106-16,0 0 0 16,0 98 43-16,0-38 8 15,0 9 22-15,0 4-30 16,-3-2-23-16,-3-3-14 0,3-10-5 15,3-9-1-15,0-9 0 16,6-9-4-16,10-10 4 16,-1-9-22-16,6-12-119 15,3 0-23-15,-3-20-64 16,4-10-98-16</inkml:trace>
  <inkml:trace contextRef="#ctx0" brushRef="#br1" timeOffset="-212573.05">1954 1094 910 0,'0'0'131'0,"0"0"-78"15,0 0 198 1,0 0-149-16,0 0-102 0,0 0-2 16,73-61-5-16,-25 48 1 15,1 1-10-15,2 2-144 16,-6-3-136-16,7-3-232 15</inkml:trace>
  <inkml:trace contextRef="#ctx0" brushRef="#br1" timeOffset="-212288.9">2667 725 990 0,'0'0'67'16,"0"0"-10"-16,0 0 124 16,0 0-105-16,0 0-76 15,0 0-3-15,57-39 3 16,-12 27 0-16,1-2 2 16,3 0 1-16,2 6-2 15,-9 0-2-15,-8 5 1 16,-9 2-2-16,-8 1-66 15,-7 0-142-15,-10 0-73 16,0 0-266-16</inkml:trace>
  <inkml:trace contextRef="#ctx0" brushRef="#br1" timeOffset="-212120.67">2967 639 794 0,'0'0'78'0,"0"0"18"0,0 0 0 15,0 0-19-15,-6 107 35 16,6-58-29-16,0 11 3 15,0 5-2-15,0 4-37 16,-4 5 2-16,-14-4-33 16,4-1-8-16,-3-1-8 15,3-12-1-15,3-6-1 16,4-11-7-16,7-10-106 16,0-17-126-16,18-12-140 15</inkml:trace>
  <inkml:trace contextRef="#ctx0" brushRef="#br1" timeOffset="-211178.53">3433 1163 974 0,'0'0'61'0,"0"0"-14"16,0 0 86-16,0 0-119 15,0 0-14-15,35-88 2 16,-35 72 0-16,0 3 1 16,-4 6 1-16,-14 7 5 15,-1 0 0-15,-8 12-6 16,-3 16-1-16,3 9 3 16,0 2 5-16,8 7 3 0,8-1-2 15,3-8-11 1,8 1 3-16,0-9-3 15,0-9-1-15,13-10-4 16,5-7 2-16,9-3 1 0,1-13-4 16,3-12-10-16,-1-5-5 15,-3-5 11-15,0-6 7 16,-5 3 3-16,-7 8 0 16,-6 13 2-16,-5 11 0 15,-4 6 19-15,0 3-3 16,0 20-17-16,0 4 16 15,-7 2 32-15,6-3-20 0,1-4-4 16,0-5-14-16,0 1-6 16,1-5-1-1,11-1-3-15,3-5 2 0,4-6 1 16,5-1-4-16,2-1 3 16,-1-17-1-16,2-2 1 15,-3-7-1-15,-2-7 3 16,-7-9-4-16,4 4 1 15,-10 1-1-15,-3 7 2 16,-4 13-3-16,-2 10 2 16,0 8-2-16,0 7-4 15,0 22-8-15,3 10 12 16,-3 5 8-16,4-2 4 16,2-5 15-16,6-8-13 15,1 0-2-15,1-9-3 16,7-5-3-16,-3-8-2 0,9-7 2 15,4 0-3-15,5-22 6 16,4-8-3-16,-4-9-3 16,-3-13-2-16,-5-8 0 15,0-10-2-15,-8-10 2 16,-1-8-1 0,-10-5 1-16,-6-5 0 0,-3 9 0 15,0 20-1-15,0 23 0 16,-4 28 2-16,-1 16 1 15,-1 10-3-15,0 37-5 0,3 22 5 16,-1 19 1-16,4 4 30 16,0-1 20-16,4 3-2 15,10-9-22-15,3-6-13 16,3-11-4-16,4-10-10 16,1-13 5-16,2-10-5 15,-4-8 0-15,-3-13-2 16,-2-12 0-16,2-6-18 15,-4-22-159-15,-7-14-183 16,-6-16-275-16</inkml:trace>
  <inkml:trace contextRef="#ctx0" brushRef="#br1" timeOffset="-210872.52">3725 483 854 0,'0'0'74'0,"0"0"-59"0,0 0 131 16,-30 91-44-16,30-62-53 16,0-2-8-16,6-2-2 15,12-9-11-15,7-4 0 16,5-9 3-16,0-3-19 0,-3-8 6 15,-2-14 7-15,-10-5 18 16,-9-4 9 0,-6 4-6-16,-6 0-8 0,-21 2-20 15,-7 5-18-15,-11 16-2 16,-1 4-10-16,-3 11-31 16,-3 19-200-16,5 7-240 15</inkml:trace>
  <inkml:trace contextRef="#ctx0" brushRef="#br0" timeOffset="-206328.6">20590 9033 177 0,'0'0'108'0,"0"0"-91"0,0 0 53 16,0 0 3-16,0 0-4 15,0 0 17-15,0 0-30 16,-63-47-2-16,63 47 2 16,0 0-14-16,-3 0-16 15,3 0-12-15,0 0 0 16,0 0 1-16,0 0 3 15,0 0 4-15,14 0 35 0,12 0 2 16,9 4-12 0,11 0-15-16,11-1 3 0,10-3-11 15,16 0 3 1,16 0 11-16,10 0-30 0,5 0 5 16,5 0-8-16,5 0-2 15,-1-1 0-15,10-3 4 16,6-2-4-16,7 0-1 15,9-2-2-15,-1-2-1 16,-5 1 1-16,-7 0 2 16,-5 3-1-16,-12-1-1 15,-4 0 4-15,-5 1 2 0,-5-1-2 16,4-3-1 0,-8 0-3-16,-1-1 0 0,0-1 2 15,-3 1-1-15,0 1 2 16,-7 0 2-16,-2 1-4 15,-6 0 3-15,-1 2-2 16,-3 0 1-16,5 3-2 16,0 0 5-16,0 0-6 15,5-1 1-15,-1-1-1 16,-1 0 2-16,1 1-1 16,-4 2 0-16,-2-2 2 15,-4 2-3-15,-5 0 4 16,-4 0-1-16,0 0-3 15,-6 2 10-15,7-2-9 0,4 0 4 16,7-1 0 0,8-1-1-16,9-2 2 0,2 1-4 15,2-3 3-15,2 2-1 16,-4 0-3-16,-3-1 2 16,-6 0-1-16,-7 1 4 15,-3-1 2-15,0 2-4 16,-1 0 3-16,3-1 9 15,1 1 0-15,4 0-9 16,1-1 13-16,3 1-8 16,0-2-10-16,0 2 0 15,-1 3 11-15,-2-1-7 16,-2 4-2-16,-2 0 1 0,-4 0 7 16,-3-2-8-1,4-2 1-15,-2 0 0 0,3-1 2 16,-4-4-7-16,-2-2-1 15,-5-3 1-15,-1-2 1 16,2 2-1-16,-2-2 0 16,-4 5 1-16,-2-1-1 15,3 3 1-15,-1 2 0 16,-4 3 3-16,-5 1-2 16,-6 0-1-16,-7 1-1 15,0 0 6-15,0-2-5 16,2 4 1-16,1-2-2 15,-3-2 4-15,-1 3-4 16,-4 0-3-16,7-1 3 16,5 2 4-16,6 0-2 15,4 0 5-15,-1 0-2 16,-7 0-1-16,-4 0-3 16,0-3 3-16,11 0-1 0,3 0 0 15,1 3 11-15,-6-2-8 16,-10-2-5-16,-12 2 0 15,-2-2 3-15,0-2 2 16,2 2-4-16,1-2 2 16,1 1 0-16,-4 0-4 15,2-1 2-15,-3 4-2 16,-4-2-1-16,-2 3-1 16,-3-1-1-16,-5 1 2 0,-7-1 0 15,-7 0-5 1,-8-4-33-16,-3-6-143 15,-11-9-168-15,-20-8-374 0</inkml:trace>
  <inkml:trace contextRef="#ctx0" brushRef="#br0" timeOffset="-203217.51">21090 8412 835 0,'0'0'9'0,"0"0"8"0,0 0 49 16,0 0-54-16,0 0-11 16,0 0 3-16,7 14 36 0,5-3 15 15,4 1-6-15,2-2 1 16,2-2-20-16,8-3 4 15,3-1 13-15,8-4-26 16,7 0 28-16,8-13-21 16,9-6 1-16,-1-3-8 15,3-4 6-15,2 1-8 16,-3-1-13-16,0 3 1 16,-6 1 1-16,-9 1-5 15,-4-1 0-15,-9-2-1 16,3-2 3-16,-2-5 3 15,6-1-2-15,3-1 10 0,4 0-6 16,4-2-1 0,4-3-6-16,-3-1 5 0,-4-5-6 15,-5-1 4-15,-3-2-3 16,-5-1 2-16,-5-3 1 16,-2-1-1-16,-6-2 2 15,4-2-4-15,-6-3 2 16,6 2-3-16,-3-1 0 15,1 1 4-15,1-3 0 16,0-2-5-16,0 2 2 16,0-4 0-16,1 2 0 15,-1 3-1-15,2 2-1 16,0 2-1-16,-2 0 2 16,0 5-1-16,-2 0 2 0,-5 2-3 15,-2 1 2-15,3-3-2 16,-1-6 1-16,5-5-1 15,2-4-2-15,2-5 2 16,3-1 2-16,0 2-2 16,-4 0-1-16,1 2 1 15,-1 3 0-15,-6 4 0 16,-2 1 3-16,-4 8-3 16,-1 0 3-16,-1-2-3 15,0 2 2-15,4-2-2 16,1 2 0-16,2-1 0 15,2 0-1-15,0 0 2 16,3-1-1-16,1 2 0 0,0 0 1 16,2-3-3-16,-3 0 2 15,-4 5 0-15,2 1 5 16,-4-1-4-16,-1-1 0 16,0-2 0-16,1-3 0 15,4-2-1-15,0 0 1 16,0 0 2-16,-2 4-2 15,3 3 1-15,-1 0-2 16,-4 3 0-16,1 0 2 16,-5 3 4-16,-10 1-4 15,1 3 2-15,-5-1-4 16,5 0 1-16,-2 0 2 16,-1 0-1-16,6-1 2 0,-1 0-4 15,-1 0 0 1,1 2 1-16,5 1 1 0,0 0-1 15,1 3 4-15,3 0-5 16,1 2 0-16,1 0-1 16,0-1 2-16,3-1-1 15,0 3 0-15,0-2 0 16,-2 1 1-16,8 4 0 16,-2 2 2-16,4 3-3 15,1 2-3-15,4 0 1 16,-3 3 2-16,5 0 0 15,-3 2-1-15,3-1 0 16,-1 1 1-16,-1 1-1 16,-1 2 2-16,0-2-1 0,0 5 0 15,6-1 0-15,0 0 0 16,4 6 1-16,0-2-1 16,3 2 0-16,1 3-1 15,2-1 1-15,1 5 0 16,-3 0 1-16,-6 0 0 15,-6 0-1-15,-5 10 2 16,-1 5-2-16,0 2-1 16,8 5 1-16,5 1 0 15,4 3 1-15,8 4 1 16,2 2-1-16,3 3-2 0,-3 7 1 16,-2 2-4-1,-2 7 3-15,-6 2 1 0,1 0 0 16,-5 0 0-16,-1-4 0 15,-4 3 0-15,2 4 0 16,-5 2 0-16,2 2 1 16,2-2 0-16,2 3-1 15,2 2 3-15,-1-1-2 16,1-1 3-16,-3 3-3 16,-2-2 2-16,-3 3 1 15,1-1-3-15,-5 2 1 16,-2 2-1-16,-1 1 2 0,1-4-3 15,0-3 5 1,2-4-4-16,0 4 1 0,4-1-1 16,-1-1 3-16,-2-1 0 15,-1-2-4-15,-3-3 0 16,-3-1 1-16,-2-3 1 16,1 0 2-16,-1 3-3 15,2-3 3-15,-2-2-3 16,0-2 1-16,2 1-1 15,-2 2 4 1,0 1-3-16,2 1 3 16,-1-3-5-16,1-1 3 0,0-5 2 15,-3-2-4-15,-2 0 4 16,1-1-2-16,-1 5-2 16,-1 6 6-16,1-2-6 0,-1 2 8 15,-1-4 0-15,-1-4-6 16,2-1 0-16,0 0 0 15,3-2 0-15,0 2 2 16,1-3-4 0,0-3 3-16,-4 0-1 0,0-4-3 15,0 1 3-15,-3-3 0 16,0-2 0-16,0 0 0 16,0 2 1-16,-3-1-3 15,2 2 6-15,-3-1-7 16,1 1 0-16,-2-1 2 15,2-1 0-15,-3-3 2 16,1-6-4-16,-2 1 3 16,4-1-2-16,-2-2 1 0,2 2 1 15,3 0-2-15,6 2 1 16,-4 0 10-16,3 0-10 16,-2-2 0-16,1 2 1 15,1 0 0-15,-1 0 3 16,0 0-5-16,2-3 0 15,-4 2 0-15,1-3 3 16,-5-1-3-16,-1 0 2 16,2-1-3-16,-1 1 2 15,-1 0-2-15,6-1 2 16,-1 1 2-16,4 0-3 0,-1-1 1 16,1-2-1-16,4 1 0 15,-1-1 3-15,-2-2-3 16,-2 0 0-16,1-1-1 15,-2-3 1-15,-1 3-2 16,-3-4 2-16,-1 2-1 16,2 0 2-16,-2-3-1 15,-1 1 0-15,4-1 0 16,2 2-1-16,4 2 3 16,2-2 0-16,-1 5-2 15,5-4 1-15,-1 3-1 16,0 0 3-16,-2-1-3 0,-4-1 0 15,0 0 1 1,-1 0-2-16,0-1 0 0,-1-1 2 16,2 2 0-16,3-2 3 15,3 3 2-15,2-2-4 16,0 0 2-16,0 0-1 16,-2 0-1-16,2 1-1 15,0-1-1-15,1 0 3 16,-5-2-1-16,1 0-2 15,-4-2-1-15,3 2 2 16,-3-2 0-16,1 1 0 16,0-1-1-16,-2 0 2 15,-3 0-1-15,-3-2 0 16,0 2 0-16,2-3 0 16,6 2 1-16,3 0 0 0,4 0-3 15,1-1 4 1,-3 2 1-16,-2-1-5 0,0-1 3 15,3 3-1-15,1-5-1 16,-1 4 3-16,-2-4-3 16,-3 0-1-16,0 0 2 15,3 0-2-15,4 0 3 16,4 0-2-16,3 0-2 16,3 0 1-16,-3-2-2 15,0-7-8-15,-1-2-89 16,-1-14-179-16,1-16-545 15</inkml:trace>
  <inkml:trace contextRef="#ctx0" brushRef="#br0" timeOffset="-201412.6">27695 1446 469 0,'0'0'86'0,"0"0"20"0,0 0 58 15,0 0-41-15,-6-79-19 16,3 79 4-16,-1 0 7 16,3 0-53-16,-1 0-32 0,-1 17-28 15,-1 24 1 1,-3 20-3-16,1 10 26 0,1 5 12 15,2-3-4 1,-1-2-16-16,1-4-7 16,-3-8-8-16,1-8-2 0,1-9-1 15,1-9-2-15,3-13-3 16,0-9-6-16,0-8-74 16,0-3-47-16,0-6 48 15,0-18 17-15,0-10-55 16,0-5 55-16,0 0 55 15,0 7 12-15,0 10 4 16,0 9 15-16,0 9 40 0,1 2 16 16,5 2-66-16,9 0-6 15,6 0-2 1,9-2 10-16,7-2 9 16,0 0 0-16,1-8-11 0,-2 0 0 15,-5-4-8-15,-1-6 2 16,-5-3-2-16,-6-5 1 15,-5-5 4-15,-6-5-1 16,-5 1 8-16,-3 2 26 16,0 11 16-16,0 9-4 15,0 10-1-15,-2 7 12 16,1 7-62-16,-1 23-16 16,-2 13 16-16,-1 6 10 15,-1 7 2-15,0 0 6 16,-1 3-9-16,-1 1-7 15,1-6-1-15,1-7-2 0,3-8 1 16,-1-7-4-16,4-10-17 16,0-8-161-16,1-8-84 15,15-6-82-15</inkml:trace>
  <inkml:trace contextRef="#ctx0" brushRef="#br0" timeOffset="-200928.93">28284 1976 936 0,'0'0'45'0,"0"0"-43"0,0 0 106 0,0 0-70 0,74-77-30 0,-54 59 0 16,-7-5 3-16,-10-2 21 15,-3 0 11-15,-4 5-15 16,-17 7 2-16,-9 9-8 15,-6 4 7-15,-3 17-21 16,-2 11 1-16,5 4-4 16,6 3 1-16,12 1-1 15,6-3-5 1,11-2 1-16,1-5-2 0,4-5-1 16,19-7 0-16,5-6 2 15,6-8-2-15,5 0 1 0,6-8 2 16,-2-15 1-16,3-4-1 15,-2-6 0 1,-8 2 4-16,-8 6 11 0,-12 9 22 16,-10 9 19-16,-4 7-3 15,-2 0-14-15,0 5-40 16,0 15-6-16,0 3 6 16,-2 3 4-16,2 0-2 15,0-6-2-15,0 1 0 16,0-6 0-16,3-1-4 15,6-6-3-15,7-5-153 16,5-3-63-16,2 0-65 16,1-21-369-16</inkml:trace>
  <inkml:trace contextRef="#ctx0" brushRef="#br0" timeOffset="-200765.11">28912 1555 1132 0,'0'0'24'0,"0"0"62"0,0 0 66 0,0 0-136 16,0 0-16-16,0 0-20 15,-13-31-5-15,13 56-143 16,0 8-123-16,0-1-247 0</inkml:trace>
  <inkml:trace contextRef="#ctx0" brushRef="#br0" timeOffset="-200606.13">28916 1883 1063 0,'0'0'41'0,"0"0"123"15,0 0-24-15,0 0-121 16,0 0-19-16,0 0-10 16,20-67-10-16,-10 61-145 15,-4 2-126-15,0-1-270 16</inkml:trace>
  <inkml:trace contextRef="#ctx0" brushRef="#br0" timeOffset="-200201.67">29801 1561 951 0,'0'0'42'0,"0"0"67"0,0 0 86 0,0 0-140 15,0 0-55-15,-25 72 14 16,16-9 85-16,-2 12-17 15,2 9-5-15,-1 11-25 16,-2 7-22-16,-2 6-16 16,-3-1 2-16,0 5-4 15,-1-12-11-15,3-12 1 16,4-17-2-16,3-22-2 16,2-20-1-16,3-15-3 15,3-12-10-15,0-2-93 16,1-29-29-16,16-19-98 15,7-18-111-15,3-11-44 16</inkml:trace>
  <inkml:trace contextRef="#ctx0" brushRef="#br0" timeOffset="-199807.86">29674 1589 943 0,'0'0'27'15,"0"0"115"-15,0 0 14 16,0 0-138-16,0 0-18 15,0 0 0-15,-4 63 1 16,16-15 0-16,0 0 9 16,-1 0 24-16,0-2-16 15,3-6-6-15,3-8-1 16,4-8-5-16,5-6-3 16,4-7-2-16,8-8 3 15,3-3-2 1,-1-10 0-16,-4-20 3 0,-8-9-1 15,-6-11 1-15,-11-3-1 0,-7 4 5 16,-4 10-8-16,0 15 16 16,-9 13 39-16,3 9 4 15,-1 2-21-15,-1 13-39 16,1 16-3-16,3 5 3 16,4 4 2-16,0-1-2 15,14 0 1-15,8-3-2 16,6-3-1-16,3-6 1 15,4-3-8-15,3-8-139 16,4-6-95-16,0-6-35 0,1-2-287 16</inkml:trace>
  <inkml:trace contextRef="#ctx0" brushRef="#br0" timeOffset="-199295.1">30862 1498 900 0,'0'0'33'0,"0"0"14"16,0 0 143-16,0 0-81 0,0 0-16 0,0 0-47 0,-64-53-7 0,62 53-7 16,2 0-10-16,0 0-7 15,0 3-2-15,8 10-1 16,14 3 7-16,14 2-6 16,11 1 1-16,13-2 4 15,7 3-7-15,1 0-8 16,-3 3-3-16,-8 0-2 15,-12-2 2-15,-14-1-2 16,-13-2 0-16,-12-4 2 16,-6 3 0-16,-8 3 3 0,-21 4 0 15,-15 4 10-15,-11 6 10 16,-11-1-2-16,-5 3-5 16,1-1-5-16,-1-1-6 15,9-3 2-15,8-3-4 16,11-3-3-16,16-4-3 15,12-6-1-15,14-4-27 16,1-1-142-16,19-7-100 16,14-3-108-16,7-7-422 15</inkml:trace>
  <inkml:trace contextRef="#ctx0" brushRef="#br0" timeOffset="-198972.63">31712 1498 1067 0,'0'0'63'0,"0"0"-51"0,0 0 104 0,0 0-93 16,-13 79 57-16,10-10 12 15,-3 12-25-15,-3 11 19 16,-7 9-17-16,-3 6-39 15,-7 2-15-15,-7 0-6 16,1-12-5-16,6-11-4 0,6-12 0 16,11-19-2-16,5-11 0 15,4-18 1-15,0-12-5 16,0-11-8-16,0-3-111 16,20-24-43-16,6-15 10 15,7-18-94-15,2-10 6 16,-4-17-226-16</inkml:trace>
  <inkml:trace contextRef="#ctx0" brushRef="#br0" timeOffset="-198579.13">31672 1613 677 0,'0'0'80'16,"0"0"78"-16,0 0-22 16,0 0-52-16,0 0-77 15,0 0-1-15,-34 3-6 0,34 38 18 16,0 4 9-16,0 1 16 15,10 0 8-15,1-2-10 16,6-8-22-16,0-5-11 16,4-10-2-16,0-6-4 15,6-10-1-15,3-5 4 16,1-2-3 0,-1-22 3-16,-2-11 1 0,-6-12-1 15,-8-6-5-15,-4-4 5 16,-9 6-4-16,-1 11 10 15,0 11 37-15,0 15 13 16,0 9 5-16,0 5-30 16,-6 11-36-16,-1 20-12 0,1 8 12 15,3 4 6-15,3 3-3 16,0 0 4-16,16 0-7 16,1-3 1-16,1-4-1 15,0-8-5-15,0-7 0 16,4-7-93-16,-1-9-122 15,3-8-102-15,0 0-103 16</inkml:trace>
  <inkml:trace contextRef="#ctx0" brushRef="#br0" timeOffset="-198293.76">32204 1826 788 0,'0'0'46'0,"0"0"118"0,0 0-99 0,0 0-50 0,0 0 59 0,-39 76 2 15,32-46-25-15,6-1 3 16,1-1-16-16,0-2-13 16,5-5-1-16,15-1-5 15,7-6-1-15,3-7 0 16,0-7 1-16,-2 0 6 16,-1-11 28-16,-6-15 23 15,-5-7-18-15,-4-7-15 16,-9-1-20-16,-3 3-8 0,-6 5-11 15,-20 10-4 1,-12 11-11-16,-11 12-10 0,-2 4-90 16,-1 26-178-16,1 7-175 15</inkml:trace>
  <inkml:trace contextRef="#ctx0" brushRef="#br0" timeOffset="-195406.07">25633 8591 113 0,'0'0'579'0,"0"0"-568"0,-15-73 85 0,15 54 44 16,0 1-35-16,0 4 10 16,0 2-38-16,0 6 1 0,0 4 15 15,0 2-32-15,0 0-24 16,0 0-17-16,0 2-14 16,0 16-5-16,0 15-1 15,6 10 52-15,-2 10-34 16,2 5-3-16,0 6 7 15,-5 2-18-15,-1 0-3 16,0 2-1-16,0-4-1 16,0-3-22-16,2 2-130 15,2-3-75-15,-4 6-58 16,0 2-85-16</inkml:trace>
  <inkml:trace contextRef="#ctx0" brushRef="#br0" timeOffset="-194696.14">25482 9604 912 0,'0'0'71'16,"0"0"-39"-16,0 0 213 15,0 0-117-15,0 0-69 16,0 0-23-16,6-36-28 16,-6 65-7-16,-6 17 25 15,-4 5 3-15,0 1-13 0,-1 6 15 16,2-6-23-16,1-2-8 16,5-9 2-16,-1-10-5 15,4-13 1-15,0-5 1 16,0-10-32-16,0-3-43 15,0-3-3-15,4-22 17 16,11-8-44-16,-2-12 31 16,-2-10 27-16,-5-6-33 15,4-12 49-15,-4-5 25 16,-4 4 2-16,-2 10 5 0,0 19 4 16,0 14 26-16,0 13 50 15,-2 12 21-15,1 6-1 16,-1 0-83-1,1 18-17-15,1 10 0 0,0 7 10 16,0 1 1-16,0-1 11 16,9-3-10-16,4-5 3 15,4 0-10-15,1-9-1 16,6-4-1-16,1-9-3 16,5-5 0-16,4 0 3 15,-1-14-3-15,-3-9-11 16,-5-6 0-16,-7 0-10 15,-9-1 16-15,-6 5 5 16,-3 5 1-16,0 8 3 16,0 6 10-16,0 3 17 0,0 3 3 15,0 0-28 1,0 8-6-16,-3 10-8 0,-2 8 8 16,4 1 0-16,1-1 0 15,0-1 0-15,1-3-1 16,8-2-10-1,3-3-63-15,5-7-58 0,-1-4-82 16,4-6-120-16</inkml:trace>
  <inkml:trace contextRef="#ctx0" brushRef="#br0" timeOffset="-194328.52">25970 9416 340 0,'0'0'631'0,"0"0"-630"0,0 0 51 0,0 0-17 0,0 0 47 16,0 0-33-16,-18 95-20 16,18-73 27-16,0 1-23 15,0-5-19-15,6-5 1 16,6-3 1-16,9-6-10 15,2-4 0-15,4 0-5 16,1-4 4-16,0-13-2 16,-4-5-2-16,-8-4 2 15,-9-5 2-15,-7 1 1 0,0 2 2 16,-6 4 3 0,-13 6-2-16,-6 10-9 0,-5 4-3 15,-3 4-6-15,2 4-37 16,1 15-103-16,9 4-69 15,0 4-181-15</inkml:trace>
  <inkml:trace contextRef="#ctx0" brushRef="#br0" timeOffset="-193807.43">25437 10232 928 0,'0'0'31'0,"0"0"30"0,0 0 154 0,0 0-156 15,0 0-59-15,0 0 0 16,9-36 0-16,26 33 2 16,5-1 4-16,-2 4 0 15,0 0-2 1,-4 0 2-16,-8 14-6 15,-9 4 8-15,-12 1-5 0,-5 9 5 16,-18 3 7-16,-15 1-6 16,-4 1-1-16,-2 0 1 15,3-1 10-15,9-1-7 16,8-7 11-16,10-5-2 16,9-9-20-16,0-2 2 15,27-7-3-15,16-1 7 0,14-1-6 16,9-14-1-1,1-4-2-15,-9 2-42 16,-9-2-68-16,-12 3-70 0,-11 0-132 16,-13 1-267-16</inkml:trace>
  <inkml:trace contextRef="#ctx0" brushRef="#br0" timeOffset="-193634.41">25462 10343 991 0,'0'0'3'0,"0"0"73"16,0 0-37-16,0 0-39 15,90 1 2-15,-30-1-2 16,4-7 0-16,-2-4-131 16,-3 0-185-16</inkml:trace>
  <inkml:trace contextRef="#ctx0" brushRef="#br0" timeOffset="-189295.11">28454 8385 117 0,'0'0'702'0,"0"0"-689"0,0 0 106 0,0 0-22 0,0 0-46 0,0 0 32 16,0 0-27-16,-19-53-6 15,17 53-1-15,1 0 5 16,1 0-19-16,-2 0-12 16,2 0-20-16,0 11-3 15,0 12-4-15,0 10 4 16,0 5 12-16,0 3-4 16,9 1 1-16,1 1-8 15,2-3 3-15,0-1-4 16,0-9 2-16,-1-3-2 15,-3-11-1-15,-3-7 1 16,-4-4-1-16,-1-5 1 0,0 0 2 16,0 0 2-16,0 0 10 15,0 0 54-15,0-18 7 16,0-10-53-16,0-9-22 16,-6-8 1-16,-4-2-1 15,-2-6 1 1,-1 1-1-16,1 2 1 0,1 7-1 15,1 9 1-15,4 13-1 16,3 10 3-16,0 6 2 16,2 5 2-16,-1 0-2 15,2 0-5-15,0 1-12 0,0 25-8 16,0 9 17 0,0 9 3-16,0 2 2 15,2 4-2-15,2 1 1 16,2 4-1-16,0-5 0 15,0-5-1-15,0-4 0 0,0-6 1 16,-2-10 1-16,1-2-1 16,-2-11 0-16,-3-7 0 15,2-3 1-15,-2-2 3 16,2 0 2-16,-2 0 7 16,0-19 4-16,0-6-9 15,0-12-6-15,0-8 0 0,-7-9-2 16,-1-4 0-1,-2-9 1-15,0 8 1 16,-1 6-2-16,-1 13 1 16,3 13 1-16,3 13 1 0,2 10 3 15,2 3 4 1,2 1-3-16,0 0-7 0,0 0-4 16,-1 0-7-16,1 19 1 15,0 12 5-15,0 7 5 16,0 3 1-16,3 8-1 15,7 1 0-15,2 1 0 16,0-1 0-16,3-8 0 16,-2-3-1-16,2-8 1 15,-4-6 0-15,-2-7-2 16,-5-6 2-16,-1-8 1 0,-1-4 0 16,0 0 2-16,-2 0 6 15,2-7 5-15,-2-15-3 16,0-5-8-16,0-10 2 15,0-5-3-15,0-13 0 16,-4-1-1 0,-5-2 0-16,-3 1 0 0,0 6 0 15,0 11 0-15,3 11-1 16,3 13 1-16,0 9 0 16,5 5 4-16,1 2-2 15,0 0-3-15,0 0-4 16,0 6-10-16,0 21-2 15,0 10 16-15,0 10 2 16,1 5-1-16,8 0-1 16,0 2 0-16,0-1 0 0,-1-7 0 15,0-4 0-15,0-9 0 16,-2-5 0-16,0-8 0 16,-1-7 1-16,-3-8-1 15,-2-4 2-15,1-1 0 16,-1 0 7-16,3 0-3 15,-3-12-1-15,0-5-5 16,0 2-18-16,-3 8-144 16,-16 7-206-16,-8 2-534 15</inkml:trace>
  <inkml:trace contextRef="#ctx0" brushRef="#br0" timeOffset="-187939.36">28336 9306 276 0,'0'0'26'0,"0"0"-26"0,0 0 0 16,0 0 0-16,0 0 0 16,0 0 0-16,0 14-1 15,0-13-2-15,0 2-20 16,0-1-1-16,0-2-20 0,0 3-20 15,0-3 1 1,0 0 40-16,0 0 2 0,0 0 7 16</inkml:trace>
  <inkml:trace contextRef="#ctx0" brushRef="#br1" timeOffset="-183327.98">28132 9289 707 0,'0'0'71'0,"0"0"-42"0,0 0 129 0,0 0-105 15,0 0 2-15,0 0-14 16,-84-46 0-16,78 40 14 0,2 6 25 15,2-5-25-15,1-1-16 16,1-2-11-16,0 0-21 16,0-2 4-16,0 3-6 15,0 6-2-15,0-3-1 16,0 4-2-16,0 0-1 16,4 0-15-16,13 15 12 15,8 6 4-15,6-1 5 16,4 3-5-16,2-7 1 15,6-6-1-15,3-6 2 16,3-4 1-16,-5 0-2 16,-8-10 1-16,-9-6-1 0,-8-1 7 15,-7 0-2 1,-8 5 1-16,-2 3 29 0,-2 5 18 16,0 2-8-16,0 2-5 15,-15 18-41-15,-15 17-1 16,-9 12 1-16,-1 8 7 15,4-2 2-15,3-4-3 16,8-1-5-16,4-5-1 16,3-4 2-16,11-5-2 15,1-12-2-15,2-9-1 16,4-8 0-16,0-5-8 16,0 0-10-16,0-8-9 15,11-13-19-15,0-6-13 16,-8 2 16-16,-2 5-14 0,-1 6 45 15,0 7 14-15,0 2 1 16,0 5 7-16,-1 0 33 16,-1 0-15-16,2 0-18 15,0 0-6-15,0 0 1 16,8 3 16-16,10 1 1 16,5 1-9-16,4-4-1 15,1-1-8-15,0 0-1 16,-6 0 3-16,-6-1-6 15,-4-5-25-15,-6 0-149 16,-4-1-200-16</inkml:trace>
  <inkml:trace contextRef="#ctx0" brushRef="#br1" timeOffset="-183121.07">28060 9428 1053 0,'0'0'32'0,"0"0"29"0,0 0 24 0,0 0-79 0,0 0-2 15,107-19-2-15,-54 16-2 16,0 2-11-16,-2-3-134 16,-5-1-94-16,-4 2-218 15</inkml:trace>
  <inkml:trace contextRef="#ctx0" brushRef="#br1" timeOffset="-182203.59">28734 9346 964 0,'0'0'51'0,"0"0"25"15,0 0 37-15,0 0-83 16,0 0 3-16,0 0 16 15,-85 42-6-15,73-21-7 16,5 2-9-16,1 1-1 16,6-2-17-16,0-5 0 0,6 1-6 15,10-6-3 1,10-6 1-16,8-4-1 0,5-2 1 16,1 0-1-1,-3-8-20-15,-5-8-21 0,-4-5 20 16,-6-4 9-16,-8-2 12 15,-8 0 2-15,-6 3 0 16,0 4 2-16,-12 8 7 16,-9 0-8-16,-1 8-2 15,2 3 0-15,5 1 2 16,8 0-3-16,5 0-1 16,2 0-4-16,0 1 1 15,0 3 0-15,6 4-4 16,11-3 7-16,1 1 0 0,1-1 0 15,-2 4-3 1,-3 0 0-16,-3 3 1 0,-1 0 3 16,-4 3-1-16,0-1 1 15,0 4 1-15,2-1-1 16,3-1 0-16,2-4 1 16,6 0-1-16,2-2 0 15,4-6-2-15,2-3 2 16,3-1 0-16,-3 0 0 15,-4-13-21-15,-3-5-3 16,-2-1 18-16,-6-6 5 16,0 2-2-16,-6-4 3 15,-3 7 6-15,-2 4-6 16,-1 7 9-16,0 6 25 16,0 3 13-16,0 0-47 0,0 5 0 15,0 11 0-15,-4 9 5 16,4 0 0-16,0-3-4 15,0-1 3-15,12-1-3 16,4-6 0-16,1 1-1 16,3-5 0-16,1-5 0 15,-3-5-4-15,3 0-38 16,-2-5-12-16,-4-12 17 16,0-5-11-16,-1-9 17 15,-5-5 23-15,2-10 7 0,-3-4 1 16,0-5 0-1,-2 6 5-15,-4 10 5 0,-2 17 28 16,0 12 20-16,0 10 15 16,0 0-59-16,-5 22-10 15,-6 7-4-15,2 11 23 16,3-1-14-16,6-4-3 16,0 2-1-16,0-7-5 15,3-5 0-15,5-5-1 16,1-6-44-16,2-7-90 15,-2-4-141-15,2-3-255 16</inkml:trace>
  <inkml:trace contextRef="#ctx0" brushRef="#br1" timeOffset="-182045.2">29315 9168 1103 0,'0'0'13'16,"0"0"167"-16,0 0-162 0,0 0-17 0,120-34-1 0,-75 29-2 0,-5-6-125 15,-12-4-338-15</inkml:trace>
  <inkml:trace contextRef="#ctx0" brushRef="#br1" timeOffset="-181324.99">28073 6922 464 0,'0'0'183'0,"0"0"-176"0,0 0 76 0,0 0-69 0,0 0-14 15,0 0-21-15,11-5-153 16</inkml:trace>
  <inkml:trace contextRef="#ctx0" brushRef="#br1" timeOffset="-180598.43">28282 7220 590 0,'0'0'3'15,"0"0"7"-15,0 0 90 16,0 0-72-16,0 0-6 16,0 0 15-16,24 12 19 15,-24-12-2-15,0 0 0 16,2 0-17-16,-1-2-16 15,1-6-15-15,-1-3 14 16,-1 3 40-16,0 0 21 16,0 2-11-16,0 2 8 15,0 1 31-15,0 3-33 0,0 0-21 16,0 0-27 0,0 0-19-16,0 0-9 0,0 17-1 15,0 12 1-15,0 10 27 16,5 9-6-1,6 5-4 1,2 10-1-16,3 6-5 0,-1 1-3 0,1 1-6 16,2-1 0-16,-3-3-3 15,-3-4 1-15,0-1-3 16,-5-8-8 0,1-2-58-16,3-4-35 0,3-5-40 15,0-4 8-15,4-8 11 16,-6-4-7-16,-1-8 70 15,-5-10 22-15,-3-3 35 0,-1-4 5 16,1 3 0-16,1 0 45 16,5 3 60-16,-1 1 4 15,2 1-8-15,2 2-16 16,-1 0 0-16,-1 2 3 16,0 2-35-16,-1 1-4 15,-4 10 5-15,-1 2-20 16,-4 4-21-16,0 2-3 15,0 3-6-15,-4 0-4 16,-1 3 1-16,-1-1-3 16,5-4 2-16,-1 1-4 15,2-6-10-15,0-4-23 16,0-8-24-16,0-4-24 0,8-5-53 16,7-8-36-16,6-2-82 15,5 0-242-15</inkml:trace>
  <inkml:trace contextRef="#ctx0" brushRef="#br1" timeOffset="-180135.3">28981 7760 512 0,'0'0'154'0,"0"0"-150"0,0 0 179 0,0 0-114 16,0 0-22-16,0 0 4 15,-56-35 7-15,55 35 17 0,-1 0 17 16,-1 0-7-16,-3 0 0 16,-10 15-9-16,-8 12-30 15,-16 12 41-15,-7 5-30 16,-6 3-22-16,-5 3-3 15,-2 0-16-15,5-3-5 16,12-5-9-16,8-3-2 16,13-6-7-16,13-5-47 15,9-11-86-15,0-13-79 16,28-4-42-16,14-17-92 16</inkml:trace>
  <inkml:trace contextRef="#ctx0" brushRef="#br1" timeOffset="-179903.11">29315 7779 1049 0,'0'0'36'15,"0"0"68"-15,0 0 5 16,0 0-63-16,0 0 91 16,-38 87-55-16,1-47-11 15,-6 6-12-15,-12 1-29 16,-5 0 4-16,-6 2-25 15,1 0-5-15,7-2-4 16,16-7-1-16,16-14-6 16,19-7-51-16,7-13-101 15,21-6-64-15,17-2-33 16,7-22-114-16</inkml:trace>
  <inkml:trace contextRef="#ctx0" brushRef="#br1" timeOffset="-179666.25">29721 7925 1002 0,'0'0'130'15,"0"0"-120"-15,0 0 106 16,0 0 43-16,-62 81-29 16,25-38-50-16,-11 2-1 15,-4 3-22-15,-8 3-12 16,-1-3-18-16,6-7-14 0,11-5-12 15,14-11-1-15,16-7-3 16,14-11-25 0,6-7-101-16,32-2-91 15,15-25-69-15,8-8-108 0</inkml:trace>
  <inkml:trace contextRef="#ctx0" brushRef="#br1" timeOffset="-179433.37">30243 7924 868 0,'0'0'94'16,"0"0"58"-16,0 0 14 15,0 0-26-15,-42 104-49 0,3-64-13 16,-7 3-26-16,-6 0-19 16,-2 4-17-16,6-9-8 15,9-7-8 1,16-9-3-16,15-10-26 0,8-9-135 15,20-3-106 1,21-8-72-16,7-21-416 0</inkml:trace>
  <inkml:trace contextRef="#ctx0" brushRef="#br1" timeOffset="-179231.86">30754 8011 1106 0,'0'0'52'0,"0"0"158"0,-101 96-58 16,61-52-42-16,1 9-47 16,-1-1-26-16,-1-2-2 15,6-9-18-15,3-6-12 16,10-9-4-16,8-9-2 16,13-7-38-16,1-7-138 15,1-3-161-15,18 0-157 16</inkml:trace>
  <inkml:trace contextRef="#ctx0" brushRef="#br1" timeOffset="-177686.44">29292 7219 814 0,'0'0'86'0,"0"0"-56"0,0 0 75 0,0 0-53 15,0 0-33-15,0 0 5 16,-1 0 17-16,1 0 7 15,0 0-5-15,12-4-5 16,6-8-10-16,-1-5-11 16,0 2-4-16,-5-6 0 15,-8-1 12-15,-4-2-4 16,0 4 9-16,-7 3-20 16,-16 4 35-16,-8 8-24 15,-7 5-19-15,-1 0-1 16,3 6 7-16,5 13 0 0,2 1 4 15,7 2-2-15,7 3-7 16,7-3 0-16,8-4-2 16,0 0-1-16,6-8-2 15,17-3 0-15,5-4 2 16,9-3 2-16,5 0 2 16,4-6-4-16,-2-10-7 15,-2-6 5-15,-5-3-1 16,-10-1-1-16,-9 5 4 15,-8 7 0-15,-7 6 2 0,-3 6 4 16,0 2-6-16,-1 10-11 16,-13 15 2-16,-1 7 9 15,5-1 4 1,10-3 0-16,0-4-2 0,13-6 0 16,14-5-2-16,9-6 0 15,6-7 0-15,1 0 0 16,0-1 0-16,2-18-1 15,-9 1 1-15,-6-8 0 16,-5-8 0-16,-12-5 0 16,-7-2-3-16,-6 2 1 15,0 11 2-15,0 8 0 16,-11 9 0-16,1 8-1 0,0 3-6 16,-3 0 0-1,7 12 3-15,0 4 1 0,4 2 0 16,2-3-1-1,0-1-2-15,8 0 4 0,8 0 1 16,-1-2-2-16,3 1 0 16,-6 2 3-16,1 1 0 15,-2 0 0-15,-5 3 2 16,0-2-2-16,-2-1 0 16,5-1 0-16,1-3 1 0,8 2-1 15,6-4 1 1,12-4 1-16,3-4 2 0,6-2 1 15,-1 0-2 1,-2-10-2-16,-6-7 0 16,-6-5 0-16,-6-6 3 0,-11-6 3 15,-6 0-3-15,-7 2-1 16,0 6 4-16,-4 9-4 16,-11 8-3-16,0 9 6 15,-4 0-4-15,0 9-1 16,2 11-1-16,4 3 1 15,8 2-1-15,5 0 0 16,3 0 0-16,21-2 4 16,10-2-3-16,8-4-1 15,4-6 4-15,9-3-3 0,2-8 1 16,1 0-1 0,1 0 0-16,-1-10 3 0,3-6-2 15,-6-5 1 1,-7-3-2-16,-16-1 1 15,-12-1 1-15,-13 2 3 0,-7 4-3 16,0 8 2-16,-19 5-4 16,-9 7-1-16,-5 0-1 15,0 4 1-15,5 13 4 16,6-1-4-16,8 2 1 16,6-4-2-16,3 0 0 15,5-3-3-15,0-3 2 16,1-2-3-16,15-2 0 0,5-4 4 15,3 0-3-15,3 0-10 16,1-10 0-16,-1 0 11 16,-3 0 2-16,-9 2-1 15,-5 8 2-15,-2 0-3 16,-1 1 0-16,5 17 2 16,2 1 1-16,2 2 1 15,1-2 0-15,3-2-1 16,2-6-2-16,0-2 1 15,5-7-13-15,5-2-203 16,7 0-88-16,9-2-54 16</inkml:trace>
  <inkml:trace contextRef="#ctx0" brushRef="#br1" timeOffset="-176929.92">31415 6906 1162 0,'0'0'2'0,"0"0"98"0,-88 10-16 0,57 13-6 16,9 7-24-16,10 1-37 15,7 0-12-15,5-1 0 16,0-2-5-16,17-6 0 16,7-5 2-16,5-7-4 15,3-4 4-15,2-6-2 16,1 0 0-16,-2-6 0 0,-3-10-26 15,-7-6-42 1,-5-4 9 0,-11-6 5-16,-7 1 44 0,-3 5 9 0,-24 8 0 15,-7 8 1-15,-5 8 9 16,-1 2 9-16,10 0 6 16,11 4 1-16,11 4-25 15,8 2 0-15,0-2-3 16,12 4 1-16,15-5 0 15,7-4-37-15,2-3-53 16,5 0-71-16,-1-14-12 16,-1-10 18-16,-5-10-28 15,-3-4 83-15,-4-11 102 16,-6-7 45-16,-3-4 103 16,0 1-41-16,-8 3 14 15,-2 17-37-15,-8 13 34 0,0 10 14 16,0 12-30-16,0 4 2 15,0 3-75 1,-8 23-21-16,-7 20-4 0,2 20 31 16,2 14-13-16,5 23 12 15,2 25-2-15,0 16 4 16,2 16-5-16,2 9-20 16,0-2-10-16,10-3 2 15,4-16-3-15,-5-16-2 16,-5-26-3-16,-4-24-80 15,-15-26 3-15,-8-29-26 0,-6-21 73 16,4-8 35-16,-5-33 19 16,0-18 42-16,2-16 27 15,4-10-30-15,12-12-20 16,10-12-13-16,2-13-14 16,25-6-2-16,17 0-9 15,10 16-1-15,3 19-1 16,6 24-11-16,-3 19-37 15,3 17-66-15,2 10-47 16,-1 7-41-16,-3 3-133 16</inkml:trace>
  <inkml:trace contextRef="#ctx0" brushRef="#br1" timeOffset="-176073.28">32233 7197 584 0,'0'0'471'0,"0"0"-459"0,0 0 188 0,0 0-140 0,0 0-19 0,0 0-30 15,39-51-11-15,-14 33 0 16,-4-7 0-16,-3-7 1 16,-6-5 3-16,-6-4-1 15,-6 1-2-15,0 3 1 16,-17 9 2-16,-6 7-3 16,-6 13 6-16,0 8-3 15,-3 0-3-15,8 16-1 16,6 9-2-16,11 3 1 15,7 3-4-15,4-2 4 16,20-3 0-16,7-4-5 16,5-7 0-16,2-5-15 15,-2-4-22-15,-5-4 19 16,-9-2 20-16,-8 0 3 16,-7 5 0-16,-6 3 1 0,-1 10 0 15,0 4 10-15,0 6 8 16,0-3-3-16,2-1-4 15,10-3-4-15,6-3-3 16,8-4-3-16,7-8 0 16,3-6 4-16,2 0-3 15,-4-5 2-15,-1-15-1 16,-8-8-3-16,-9-10 6 16,-8-3-3-16,-7 1 4 15,-1 4-4-15,-4 11 2 0,-12 11-1 16,-5 9 7-1,-5 5 3-15,1 3-10 0,1 16-2 16,6 8 2 0,11 7-3-16,7-1-2 0,0 2 0 15,7-6 1-15,17-4 0 16,3-6-1-16,9-5 1 16,4-6-3-16,2-7-14 15,0-1-21-15,1-6-8 16,-4-9 10-16,-7-8-6 15,-5-1 0-15,-12 0 13 16,0 1 4-16,-10 7 15 16,-5 4 8-16,0 6 0 15,0 6-1-15,0 0 2 16,0 0-6-16,0 3 3 0,-3 12 4 16,1-1-1-16,2 6 1 15,0-4 0-15,0 1 1 16,6-3-2-16,9-4 1 15,0-1-59-15,3-5-122 16,1-4-126 0</inkml:trace>
  <inkml:trace contextRef="#ctx0" brushRef="#br1" timeOffset="-175827.85">33185 7020 755 0,'0'0'87'0,"0"0"22"0,0 0 54 0,0 0-87 0,0 0-31 0,0 0-45 16,21-26-3-16,12 26 3 15,8 0 1-15,-3 2-1 16,-7-2 0-16,2 0-1 16,3 0-1-16,3 0 1 15,4 0 1-15,0-3-26 16,-4 1-40-16,-1 2-87 15,-8 0-116-15,-7-3-370 16</inkml:trace>
  <inkml:trace contextRef="#ctx0" brushRef="#br1" timeOffset="-175673.08">33858 7009 1227 0,'0'0'8'16,"0"0"43"-16,0 0 5 15,0 0-56-15,0 0-72 16,0 0-532-16</inkml:trace>
  <inkml:trace contextRef="#ctx0" brushRef="#br1" timeOffset="-171154.13">29815 7846 831 0,'0'0'4'0,"0"0"14"0,0 0 10 0,0 0-28 15,0 0 0-15,0 0-3 16,0 0 4-16,-2 25-1 16,-6-21 0-16,-2-1-81 15,1-3-642-15</inkml:trace>
  <inkml:trace contextRef="#ctx0" brushRef="#br1" timeOffset="-170429.39">29718 6609 509 0,'0'0'60'0,"0"0"-58"0,0 0 89 0,0 0-53 0,0 0-20 0,0 0-2 16,-11 58-5-16,11-52 1 15,0 1-4-15,0-3-1 16,0-2 4-16,0-2 4 15,0 0 4-15,0 0 31 16,0 0 37-16,0 0 13 16,0 0 28-16,0-8-22 15,-7-9-54-15,-1-1-2 0,-2-8 8 16,-3-3 4-16,0-9-37 16,-3-7 17-1,3-6-16-15,-1-6-7 0,4-2-7 16,5 5 0-16,5 4-6 15,0 8 2 1,3 9-7-16,13 8-1 0,3 2 0 16,1 4-3-16,6 6 1 15,-3 3-1-15,-1 2-2 16,-6 7 2-16,-9 1-2 16,-4 0-5-16,-3 0 2 15,0 0 0-15,0 3 0 0,-12 9 6 16,-5 2-15-16,-4-5-101 15,1 3-47 1,-1-6-23-16,2 0-39 16,1-6-71-16,2 0-270 15</inkml:trace>
  <inkml:trace contextRef="#ctx0" brushRef="#br1" timeOffset="-170105.19">29552 6082 399 0,'0'0'55'0,"0"0"27"0,0 0 44 15,0 0-46-15,19-75 10 0,-14 65-2 16,-2 3 3 0,0 3 20-16,-3 4-39 15,0 0-44-15,0 0-15 16,0 0-11-16,0 8-1 16,7 4 11-16,2-1 4 0,3-3 4 15,6 1 8-15,6-4-3 16,4-1-10-16,7 0-7 15,0-2 2-15,-2 2-6 16,-6-1-2-16,-9 1 0 16,-8 3 2-16,-4 5 1 15,-4 1 17-15,-2 8-13 16,0 0 1-16,-3 1-4 16,-6-2-6-16,4 0-4 15,1-3-27-15,3-6-271 0,-1-7-253 16</inkml:trace>
  <inkml:trace contextRef="#ctx0" brushRef="#br1" timeOffset="-169183.97">30186 5513 720 0,'0'0'45'0,"0"0"118"0,0 0-27 0,0 0-76 0,0 0 32 16,0 0-3-16,9-71-17 16,-9 70 6-16,0 1-27 15,0 0-30-15,4 6-21 16,4 18 7-16,1 12-3 16,0 11 13-16,0 2 5 15,-3 5 14-15,-2 2-20 0,1 1-1 16,-4 2-14-1,-1-6 5-15,0-3-6 0,0-12 1 16,0-10-1 0,0-9 0-16,0-8-1 0,0-5 0 15,0-5 0-15,0-1-1 16,0 0-9-16,0-18-86 16,0-9-52-16,0-9 12 15,0-8-23-15,0-10 28 16,-6-7 33-16,0 0 54 15,-3-3 25-15,0 4 20 16,3 11 2-16,0 6 17 16,2 17 16-16,4 6 27 15,0 7-3-15,0 7 15 16,0 4 6-16,0 2-18 0,0 0-30 16,0 0-27-16,0 10-2 15,0 10-3-15,0 6 36 16,0 7 5-16,4-1 17 15,2 0-22-15,4-2-11 16,3-7-5-16,0-3-11 16,2-5-3-16,-1-7-1 15,-3-1-4-15,3-7 2 16,1 0 3-16,3-2 6 16,1-14 1-16,-1-7-6 0,-3-4-1 15,-3-9-2 1,-3-2-3-16,-3 1 5 0,-3 5-4 15,-3 12 2 1,0 10 1-16,0 10 21 0,0 0-16 16,0 15-10-16,0 13-17 15,0 10 17-15,0-3 5 16,1-1-4-16,10-6 4 16,3-1-3-16,2-6 2 15,7-4-4-15,0-3 4 16,-2-5-3-16,3-6-1 15,1-3-6-15,-1 0-29 16,0-3-202-16,-2-14-84 16,3-7-383-16</inkml:trace>
  <inkml:trace contextRef="#ctx0" brushRef="#br1" timeOffset="-168593.25">30942 5332 874 0,'0'0'26'0,"0"0"158"0,0 0-41 0,0 0-75 16,0 0 2-1,0 0-28-15,0 0 27 0,-59-12-28 16,53 12 10-16,0 1-17 16,3 1 0-16,-2 2-5 15,5-2-9-15,-1 1-3 16,1-3-8-16,0 0 0 16,0 0-6-16,0 6 0 15,0-2 0-15,15 2 8 16,7-1 2-16,8 1-5 15,10 0 1-15,7-1-1 16,6 1-6-16,1 4-1 16,-8 0-2-16,-5 1 0 15,-6 0 0-15,-8 2 0 16,-6-3-1-16,-6 0 2 0,-9-5-3 16,-5 0 3-16,-1-2-2 15,0 5 1-15,-13 4 1 16,-15 4 12-16,-11 2 12 15,-8 5-1-15,-6-3-6 16,-2 3-6-16,-2 2-4 16,5 0-5-16,3-6 1 15,10-1-3-15,7-3 3 16,12-4-5-16,7-5 2 16,10-4-1-16,3-2-14 0,0 0-16 15,0 0-93 1,10 0-138-16,12-7-93 0,8-13-164 15</inkml:trace>
  <inkml:trace contextRef="#ctx0" brushRef="#br1" timeOffset="-167830.22">31509 5321 988 0,'0'0'8'0,"0"0"126"0,0 0-64 0,0 0-48 0,0 0-4 16,0 0 98-16,10 96-14 15,-6-54-32 1,-4 5-6-16,1 6-12 0,-1-1-19 16,0 3-1-16,2-1-18 15,-2-6-5-15,3-5 0 16,-2-7-7-16,1-9-2 15,-2-11-3-15,1-9 3 16,1-3 1-16,-1-4-1 16,1 0-7-16,2-13-43 15,4-14-129-15,0-11-43 16,2-10 46-16,-3-7-65 16,-1-5-40-16,0-11 72 15,-6-2 178-15,0 2 31 0,-12 8 98 16,-3 10 71-16,3 18-36 15,2 10-35-15,4 10 9 16,3 10 20-16,1 3-15 16,2 2-51-16,0 0-61 15,0 17 3-15,0 10-3 16,0 5 28-16,0 4 11 16,2-5 17-16,5 2-14 15,2-3-3-15,6-2-18 16,0-6-7-16,3-2-4 15,3-5-3-15,-2-6 1 0,5-5 1 16,0-4-6 0,0 0 4-16,0-9-6 0,-3-10 0 15,-5-6 5 1,-3-4-3-16,-4-5-1 16,-4-1-2-16,-2 4 2 15,-3 7 1-15,0 8-1 16,0 8 7-16,0 4-5 15,0 4 26-15,0 0-30 0,0 10-3 16,-3 11 2-16,-2 3 1 16,4 0 1-16,1 2 1 15,0-3 2-15,1 1 0 16,13-2-1-16,-2-4 0 16,0 1-1-16,0-6-1 0,-3 0-1 15,5-3-6-15,-2-7-37 16,4 2-219-16,1-5-59 15,-1 0-204-15</inkml:trace>
  <inkml:trace contextRef="#ctx0" brushRef="#br1" timeOffset="-167559.26">32039 5445 907 0,'0'0'13'0,"0"0"106"0,0 0-55 0,0 0-31 15,0 0 62-15,0 0-26 16,-13 78-17-16,13-56-8 0,0-2-14 16,7-1-3-16,11-3-8 15,0-5-4-15,3-3 3 16,-1-5-1-16,-4-3 1 16,-3 0-7-16,-4-3 15 15,-3-13 10-15,-5-3-7 16,-1-5-10-16,-9 0-15 15,-23 6-4-15,-19 13-13 16,-12 5-96-16,-15 4-196 16,0 24-574-16</inkml:trace>
  <inkml:trace contextRef="#ctx0" brushRef="#br1" timeOffset="-165704.68">32344 5045 379 0,'0'0'211'0,"0"0"-203"0,0 0 77 0,0 0-7 0,0 0-49 15,0 0 16-15,-50-36-6 16,38 25-6-16,-4-1-4 15,-5-1 13-15,-6-3-13 16,-4-2 10-16,-10 1-5 16,-6-1-7-16,-6-2 0 15,-6 3 9-15,-6-3-3 16,-3 1-4-16,-5-2-12 0,-6 6-14 16,-8 1 5-16,-14 1 1 15,-8 1-2-15,-9 4 3 16,-4 1-4-16,1 1 1 15,2 2 1-15,5 2-5 16,8 2 9-16,8 0 0 16,5 3-10-16,4 16-2 15,-1 8-1-15,2 0 1 16,0 6 0-16,6-1 0 16,2 2 0-16,5-1 0 0,2 0 0 15,9-2 1 1,9 5-1-16,7-4 0 0,5 7 0 15,2 1 0-15,1 0 0 16,-2 6 0-16,3-1 0 16,2 0-1-16,6 4-1 15,4 1-1-15,6 2 3 16,9 4-2-16,4 0 1 16,8 4-1-16,0 5-2 15,14 0 4-15,14 2-1 16,10-1 2-16,8-1 0 15,7-6-1-15,3-4 1 16,2 0-2-16,6 0 1 16,5-1 0-16,1-2-1 0,3-3 1 15,3-5 0-15,3-5 1 16,8-5-1-16,2-4 5 16,4-6 0-16,2-4 0 15,1-6 3-15,1-4-1 16,-2-2 1-16,3-3-6 15,-7 0-1-15,-4-3 0 16,0-2 1-16,-4 0-1 16,1 0 1-16,-7 0 3 15,-1 0-4-15,-4 0 1 16,-3-4 4-16,0-3 0 0,-3-1 2 16,0-3-5-1,-2-3 2-15,0 0-2 16,4-3 4-16,0 4-7 0,0-3 2 15,4 2-2-15,-1 2-1 16,-3-2-1-16,2-2 2 16,-3 0 0-16,-2-1 0 15,-4-3 1-15,0-2-1 16,-5-5 1-16,0-4-1 16,-2-1 6-16,-2-5-5 15,0 2 2-15,-3-1-3 16,-1-3 1-16,-8-2 1 15,-5-4-1-15,-6-2 6 0,-3 0-5 16,-6-3-1 0,-3 0 6-16,-2 0-3 15,-5-4-3-15,-2-3-1 16,-8-6 0-16,0-3 3 0,0-5-3 16,-20-5 0-16,-11-1-2 15,-18-4 1-15,-18 2-9 16,-27 1-11-16,-29 7-101 15,-26 8-110-15,-19 13-259 16</inkml:trace>
  <inkml:trace contextRef="#ctx0" brushRef="#br1" timeOffset="-163594.25">32484 5757 38 0,'0'0'28'0,"0"0"-21"0,0 0-7 16,0 0 1-16,0 0-1 15,0 0 0-15,0 0-13 16,-11-1-48-16</inkml:trace>
  <inkml:trace contextRef="#ctx0" brushRef="#br1" timeOffset="-162872.05">27083 9393 444 0,'0'0'391'0,"0"0"-391"0,0 0-68 0,0 0 68 16,0 0-2-16,112-83-18 16,-54 60-161-16,8-10-39 15</inkml:trace>
  <inkml:trace contextRef="#ctx0" brushRef="#br1" timeOffset="-162531.93">29163 9099 761 0,'0'0'0'0,"0"0"-35"16,0 0-21-16,0 0-15 15,0 0-207-15</inkml:trace>
  <inkml:trace contextRef="#ctx0" brushRef="#br1" timeOffset="-159108.33">20251 12209 542 0,'0'0'21'0,"0"0"51"0,0 0 62 0,0 0-54 0,0 0-1 16,0 0 29-16,0 0-22 15,0-56-4-15,3 56-14 16,-3 0-20-16,0 0-18 16,0 0-15-16,0 0-10 15,0 15-5-15,0 16 0 16,0 14 10-16,-7 4 3 16,-5 4 1-16,1 2 11 15,3-3-7-15,2 0-12 16,1-5-5-16,5-6-1 0,0-9 0 15,0-10-2-15,11-9-3 16,8-9 2-16,8-4 3 16,2-19 2-16,10-15 5 15,4-11-5-15,1-5-1 16,-1-8 2-16,-3-4-3 16,-5-7 0-16,-4-8 0 15,-3-9 3-15,-4-6-3 16,2 2-1-16,-6 11 1 15,-2 19-1-15,-10 26 2 16,-5 20 1-16,-3 14 7 16,0 8-9-16,-6 36-5 0,-12 18 5 15,-6 20 2 1,-3 11-2-16,6 10 2 0,-4 15 1 16,0 10 2-16,1 13-4 15,3 6-1-15,3-3-2 16,4-7 0-16,6-21 1 15,6-23-1-15,2-21 0 16,0-28 0-16,12-19 1 16,8-21-4-16,15-6 4 15,11-29 1-15,11-15-1 16,7-12 1-16,-4-3-9 16,-15-2 3-16,-8 7 3 15,-19 7 3-15,-16 12 1 16,-2 4 0-16,-39 9 9 15,-17 5-1-15,-18 4-8 0,-13 2 5 16,-1 3-6-16,8-2 2 16,10-1-3-16,15 1 1 15,13-3-1-15,9 0-2 16,14-5-4-16,8-4-39 16,3-4-64-16,4-8-55 15,-2-1-65-15,2-7-225 16</inkml:trace>
  <inkml:trace contextRef="#ctx0" brushRef="#br1" timeOffset="-158757.8">20078 11890 561 0,'0'0'290'0,"0"0"-288"0,0 0-2 15,0 0 1-15,0 0 1 16,0 0-2-16,-6 55 1 16,12-34-1-16,2-3 0 15,-1-8 4-15,5-4 0 16,3-6-1-16,7 0 8 16,8-10 15-16,3-14 2 15,-3-3-13-15,-5 2 16 16,-13-3 1-16,-7 1 24 0,-5 0 55 15,-8 2-74 1,-16 2-3-16,-1 13-11 16,-4 10 5-16,-1 0-28 15,2 26-3-15,4 14-6 0,14 10-10 16,10 6-148-16,0 4-36 16,28-4-113-16</inkml:trace>
  <inkml:trace contextRef="#ctx0" brushRef="#br1" timeOffset="-158261.15">22225 12144 1083 0,'0'0'61'0,"21"-76"-60"0,6 43 113 15,4 2-81-15,2 5-24 16,-6 10 21-16,-9 7-11 16,-12 7-3-16,-6 2 53 15,-3 0-7-15,-33 21-39 16,-16 4 8-16,-10 7 15 16,-2 1 0-16,3-1-13 15,8-1-23-15,6-3-2 16,17-2-8-16,14 1-1 15,16-5-1-15,0 1 1 0,30-1-2 16,14-2 2-16,7 2-1 16,4-4 2-16,-2 1-1 15,-4-3 0-15,-11-1 0 16,-12-1 1-16,-11 1-2 16,-11-1 0-16,-4 6-1 15,-15 0 3-15,-23 3 2 16,-12-3-1-16,-8-1 2 15,-4-3-1-15,-4-2 2 16,-1-1-3-16,10-4-1 16,14-3 0-16,19-5-8 15,21-1-115-15,9-1-103 0,33-21-113 16,16-5-209-16</inkml:trace>
  <inkml:trace contextRef="#ctx0" brushRef="#br1" timeOffset="-156428.93">22850 12152 793 0,'0'0'38'0,"0"0"39"0,6-71 109 0,-16 62-16 16,-16 9-106-16,-8 4-34 16,-12 20-28-16,-2 11 21 15,-4 7 8-15,1 3-18 16,6 4 5-16,9-4-5 15,16-4-6-15,11-7-7 0,9-9-5 16,10-10 1-16,19-9 0 16,9-6 4-16,8-6-1 15,5-20 1 1,2-6-4-16,0-4-7 16,-5-4-2-16,-6 2 12 0,-11 0 0 15,-10 8 1 1,-12 10 4-16,-5 8 3 0,-4 8 10 15,0 4 21-15,-17 10-18 16,-11 15-17-16,-6 9-1 16,10 3-1-16,5-5-1 15,8 2 1-15,4-8-4 16,7-7 2-16,0-8-3 0,21-5 3 16,9-6 1-16,10-4 0 15,11-15 1-15,12-6 1 16,5-1 0-1,5 0-2-15,-4 2 0 0,-14 6-1 16,-16 5-1-16,-18 6 1 16,-15 6 0-16,-6 1-1 15,0 8 1-15,-21 19 1 16,-7 5 4-16,-2 7 9 16,3-5 18-16,6 1-18 15,3-5-8-15,7-7-5 0,5-7 1 16,6-8-2-1,0-6 3-15,2-2-1 16,21-5 3-16,6-12 2 0,8-10-3 16,1-5-1-16,-5-3 1 15,1-2-2 1,-3 0-1-16,-4 6 0 0,-9 12 0 16,-8 9 0-16,-5 7-1 15,-4 3-4-15,-1 7-3 16,0 15 3-16,0 3 5 15,0-1 1-15,4-1-1 16,3-4 0-16,6-4 0 16,4-4-1-16,10-5 1 15,6-2 2-15,4-4-1 16,1 0-1-16,3-8 0 0,-7-8-1 16,-1-2 1-16,-9-4-4 15,-5-4-14-15,-8 2 9 16,-4 5 9-16,-5 5 0 15,-2 5 0 1,0 4 2-16,0 5 4 16,0 2-6-16,0 18-12 0,0 7 10 15,-2 4 2-15,2-3-1 16,0-4 2-16,9-1-2 16,15-9 0-16,10 0 1 15,9-8 0-15,5-6 4 16,4 0-3-16,-2-6-1 15,-10-10-1-15,-7-8 1 16,-9-1 1-16,-8 0-1 16,-9 3 1-16,-2 10-1 0,-5 6 6 15,0 6 9-15,0 10 1 16,-19 25-15-16,-7 24 5 16,-3 18 19-16,-3 10 2 15,2 13 5-15,1 6-19 16,6 2 2-16,2-6-11 15,6-8 3-15,5-15-7 16,2-20 0-16,4-22 0 16,1-17 0-16,3-16 0 0,0-4 7 15,7-31-1-15,19-19 0 16,3-18-6 0,6-15-1-16,2-16-1 15,8-16 1-15,4-14-9 16,2-2-4-16,-2 7-6 0,0 22 16 15,-8 29 3-15,-11 28 1 16,-11 22 0-16,-9 15-2 16,-2 8 1-16,7 1-5 15,0 21-4-15,-1 12 9 16,-6 4-1-16,-8 1 0 16,-8 2 1-16,-20-8 2 15,-11-3-1-15,-2-6 1 16,3-9-1-16,1-3 0 15,4-11 0-15,5-1 2 0,7 0-2 16,6-8 0 0,0-14 4-16,12-6-4 0,2 2-3 15,1 3 3-15,0 8 0 16,0 6-1-16,1 6-2 16,2 3-1-16,12 0 0 15,0 13 4-15,6 5-2 16,4 1 0-16,8-5 4 15,4-3-1-15,12-7-1 16,8-4 0-16,5 0 2 0,2-17-1 16,-5-13-1-1,0-9-1-15,-3-9 0 16,-1-15-1-16,-4-13-7 0,-8-16-8 16,-5-10 5-16,-10 3-7 15,-9 13-1-15,-11 27 17 16,-7 26 3-16,-1 25 9 15,-10 8-9-15,-25 37 0 16,-9 16 0-16,-1 18 8 16,12 4 9-16,17-1-5 15,11-4 0-15,5-7-3 16,3-9-9-16,18-9 2 16,9-13-2-16,7-10 3 15,4-14-3-15,8-8 7 16,0-8-4-16,2-21-1 0,-1-9-2 15,-8-6 1 1,-9-8-2-16,-12 0 1 16,-10 13-2-16,-4 9 2 15,-7 17 1-15,0 13 2 16,-12 12-3-16,-16 20-2 0,-1 10 2 16,4 3 18-16,14-2-6 15,11-4-3-15,0-1-4 16,4-8-4-16,12-5-1 15,3-6 0-15,10-8-31 16,14-7-175-16,18-4-102 16,23 0-293-16</inkml:trace>
  <inkml:trace contextRef="#ctx0" brushRef="#br1" timeOffset="-154678.84">26647 12097 853 0,'0'0'14'0,"0"0"-7"0,0 0 207 0,0 0-156 0,0 0 9 16,0 0-40-16,-6-44-26 16,0 63 0-16,-4 12 16 15,-7 0 42-15,-2-1-21 16,4-7-24-16,0 2 8 16,5-9-12-16,4-5-8 0,4-6 0 15,2-3-2 1,0-2 3-16,0 0-4 15,0 0 3-15,17-6 2 0,14-18 5 16,9-9-5-16,4-5-2 16,2-5 1-16,-6 3-2 15,-3 6-2-15,-8 13 2 16,-13 8 0-16,-9 10-1 16,-2 3-8-16,-2 12-3 15,-1 18 11-15,-2 5 3 16,0 0-3-16,0-3 2 15,0-2 2-15,0-4-4 16,0-1 0-16,0-8 1 0,6-6-1 16,8-4 4-16,6-7-2 15,11 0 0-15,9-4 3 16,4-19 2-16,2-8-7 16,-3-7 2-16,-4-9-2 15,-4 0 1-15,-9 4-1 16,-7 12 2-16,-9 14-1 15,-9 11 2-15,-1 4 5 16,0 2-4-16,0 13-4 16,-14 16-11-16,-5 8 11 15,3 8 0-15,7-4 1 16,9-4-1-16,0-4-1 16,10-3 0-16,17-4 1 0,9-7 0 15,10-6 2-15,14-8 1 16,4-5 1-16,3 0-2 15,0-13-2-15,-7-8 2 16,-8-9 1-16,-9-9 1 16,-13-1-1-16,-9-5-1 15,-11 1-2-15,-7 11 4 16,-3 11-4-16,0 10 5 16,-7 10 0-16,-11 2-2 15,-7 14-3-15,-3 12-7 16,1 10 7-16,12 1-3 15,12 1-2-15,3-3 3 16,10-4 1-16,19-4 0 0,8-7 1 16,12-8 0-1,9-8 6-15,5-4-2 0,4 0-3 16,0-10-1-16,0-9 1 16,1-7 5-16,-10-5-6 15,-11-1 2-15,-11-5-2 16,-11 5 3-16,-12 3-2 15,-10 10 1-15,-3 9 2 16,-8 8 2-16,-25 2-6 16,-10 13 2-16,-6 14-2 15,1 4 2-15,11 1-2 16,10 1 0-16,10-4-2 0,10-4 2 16,5-4-3-16,2-7 1 15,2-4 1-15,16-6-2 16,9-4 3-16,4 0 0 15,5-11-1-15,4-12 1 16,0-5-3-16,1-3-3 16,-2-4 3-16,-2 2 0 15,-12 5 3-15,-8 17-1 16,-11 3 2-16,-5 7 1 16,-1 1-2-16,0 4-9 15,0 16-1-15,-1 7 10 16,-4-2 2-16,5-1 0 15,0-4-2-15,0-5 0 0,5-3 0 16,8-5 2-16,3-5-2 16,7-2 6-16,5 0 0 15,3-14-2-15,1-5-4 16,2-6 3-16,-3-4 1 16,1-1-2-16,-6 1 0 15,-7 8-2-15,-6 9 6 16,-10 5 8-16,-2 6 13 15,-1 1-15-15,0 5-12 16,0 15-1-16,0 6 1 16,0 0 2-16,0-4 0 15,0-5-2-15,0-4 1 16,9-4 1-16,8-4 0 0,2-4 1 16,7-1 4-16,5 0-3 15,2-14 1 1,4-4-4-16,-3-3 0 0,-1 0 0 15,-3 2 4-15,-5 5-5 16,-10 7 1-16,-7 2-1 16,-7 4 0-16,-1 1-2 15,0 0-11-15,0 10 11 16,2 4 2-16,2-1 0 16,2-4 0-16,3 0 1 15,2-3-1-15,5 0 1 16,6-3-2-16,4 0 0 0,5 0-29 15,2-2-184-15,-1-1-81 16,3 0-341 0</inkml:trace>
  <inkml:trace contextRef="#ctx0" brushRef="#br1" timeOffset="-154204.15">30191 11739 912 0,'0'0'53'0,"0"0"-12"0,0 0 99 0,0 0-71 0,0 0-28 0,0 0-22 0,0 0 60 16,-47 79-37-16,36-46-29 15,4 3 1-15,6-2-5 16,1-4-6-16,0-3-2 16,13-5-1-16,5-6 3 15,6-6-2-15,3-3 4 16,4-7 1-16,4 0 1 16,3-11-7-16,5-10 0 15,1-8 0-15,-1-6 4 16,0-2-4-16,-1-1 1 15,-4 1 1-15,-3 9 1 16,-14 11-1-16,-8 8 3 16,-6 9-3-16,-6 0-2 0,2 13-11 15,0 18 11-15,5 5 10 16,-7 3 0-16,-1-6-1 16,0-1-7-16,0-5-1 15,-13-3-2-15,-8-8 1 16,-7-3-4-16,-8-7-162 15,0-6-178-15,-2 0-444 16</inkml:trace>
  <inkml:trace contextRef="#ctx0" brushRef="#br1" timeOffset="-154056.9">30338 11644 1095 0,'0'0'1'0,"0"0"18"16,0 0 62-16,0 0-81 15,0 0-16-15,0 0-186 16,55-8-87-16</inkml:trace>
  <inkml:trace contextRef="#ctx0" brushRef="#br1" timeOffset="-153343.08">31290 11571 802 0,'0'0'255'16,"0"0"-159"0,0 0 102-16,0 0-130 0,0 0-19 15,-83 10 15-15,48 18-22 16,9 3-13-16,6 1-12 16,7 1-11-16,13-2-6 15,0 1 2-15,11 0-1 16,15-4 3-16,5-7 3 15,8-6-6-15,3-10 0 16,-2-5-1-16,8-5-20 16,-6-19-5-16,-2-9 5 15,-8-10-2-15,-5-7-5 16,-10-7 15-16,-11-1 12 16,-6 7 1-16,-2 13 0 15,-16 17 6-15,-8 19-5 16,-9 2-2-16,-2 27-3 0,3 12-5 15,10 4 5-15,10 0 2 16,11-4-6-16,3-3 7 16,5-7 1-16,19-4-1 15,6-6 3-15,7-9 1 16,6-6-1-16,3-4 1 16,3 0-1-16,-1-12-1 15,2-10-1-15,-7-2 0 16,-4 0 0-16,-4 1 6 15,-13 6-5-15,-8 7 1 0,-9 9 0 16,-5 1-3-16,0 0-1 16,0 0-13-16,0 0 3 15,1 11 1-15,2 3 10 16,3-1 1-16,4-4 1 16,1-2 1-16,4-3 2 15,4-4 11-15,13 0-5 16,-1-3-7-16,8-14 3 15,2-5-4-15,-3-5-2 16,-4 3 1-16,-8 6 4 16,-13 8 11-16,-7 6 40 15,-6 4-36-15,0 0-21 16,10 0-5-16,9 11 1 16,6 7 3-16,6-1 1 0,4-6 0 15,-4-1 0 1,-6-4-65-16,-10-6-183 0,-15 0-198 15</inkml:trace>
  <inkml:trace contextRef="#ctx0" brushRef="#br1" timeOffset="-152863.28">24056 13275 933 0,'0'0'7'0,"0"0"-6"0,-5 91-1 0,4-29 99 0,-4 6-38 16,-4-2-4-16,-3 0-1 15,-3-4-31-15,-3-4-9 16,6-9-11-16,1-10-5 16,5-14-3-16,3-14-8 15,3-11-144-15,0-15-71 16,0-20-154-16</inkml:trace>
  <inkml:trace contextRef="#ctx0" brushRef="#br1" timeOffset="-152266.65">23857 13549 200 0,'0'0'686'0,"0"0"-682"16,0 0-4-16,0 0 39 15,0 0-18-15,0 0 37 16,111 10-10-16,-47-41-13 16,9-7 4-16,0-5-27 15,0-3-12-15,-6-1 4 16,-13-4-4-16,-17 0 0 15,-17 6-1-15,-13 12 2 16,-4 17 1-16,-3 16 6 16,0 3 64-16,-15 35-61 15,-12 17-11-15,-2 13 11 16,-1 1 11-16,9-4-4 0,4-3 1 16,7-3 1-16,3-11-13 15,7-8-6-15,0-15-1 16,7-12 0-16,11-13 0 15,12 0 10-15,4-20 0 16,8-16-1-16,-2-6-8 16,-1-4 0-16,-8 2 0 15,-8 13-1-15,-6 9 0 16,-11 18-1-16,-3 4 0 16,-3 10-13-16,2 18 8 15,-2 4 6-15,1 1 3 16,7-8-2-16,4-3-1 15,3-8 1-15,8-3 1 16,7-9 1-16,9-2 3 16,7-1 0-16,2-23-1 15,0-4-4-15,-11-7 0 0,-7-1 0 16,-11-3 5-16,-14 8-4 16,-5 6 2-16,0 10 2 15,-13 11 50-15,-4 4-10 16,-7 15-40-16,5 12-6 15,4 6-1-15,9-1-1 16,6-1-2-16,10-4 3 16,20-6-2-16,14-2-44 15,9-11-100-15,7-8-68 16,9 0-91-16,-1-12-259 16</inkml:trace>
  <inkml:trace contextRef="#ctx0" brushRef="#br1" timeOffset="-151684.39">25719 13552 1149 0,'0'0'36'0,"0"0"-34"0,0 0 137 16,0 0-114-16,0 0-24 16,0 0-1-16,35-16 3 15,2-8-2-15,3-6 0 16,-7-7 0-16,-8-8 0 15,-7-8 3-15,-6 0-4 16,-9 6 1-16,-3 14 0 0,0 14 0 16,0 13 5-1,-18 6 7-15,-6 6-13 0,-5 21-1 16,-1 6-2 0,9 6 1-16,4 0 1 15,14-2 0-15,3 0 1 16,0-5-4-16,8-5 4 0,7-4-1 15,-3-8-2-15,2-4 3 16,0-2-2-16,1 1 2 16,-2 1-1-16,5 2 1 15,-3-2 0-15,4 0 0 16,1-4 0-16,7-4 0 0,9-3 0 16,8-3 4-16,6-15-4 15,6-7 0-15,0-5 0 16,-6-1 0-16,-8-3 0 15,-12-4 2-15,-11 1-1 16,-8 6 8-16,-8 13-9 16,-2 8 16-16,-1 10 101 15,0 10-72-15,-19 25-41 16,-5 10 10-16,0 8 13 16,9-3-6-16,8-6-4 15,5-6-16-15,2-6 1 16,0-9-2-16,0-10 0 15,9-12-8-15,6-1-131 0,7-15-90 16,-1-19-105 0,-1-7-445-16</inkml:trace>
  <inkml:trace contextRef="#ctx0" brushRef="#br1" timeOffset="-151505.37">26480 13085 1184 0,'0'0'46'0,"0"0"-44"0,0 0 93 0,0 0-95 0,0 0-4 0,0 0-4 16,-79 79-26-16,79-41-143 15,3-3-81-15,7 0-242 16</inkml:trace>
  <inkml:trace contextRef="#ctx0" brushRef="#br1" timeOffset="-151134.33">26859 13411 703 0,'0'0'62'0,"0"0"63"16,33-78 15-16,-32 54-53 15,-1 6 9-15,0 5 2 16,-21 10 7-16,-10 3-30 16,-8 5-51-16,-1 17-3 15,6 3-2-15,7 6-16 16,11-2-3-16,7 0-1 15,6-5 0-15,3-2-2 0,0-8 3 16,0-7-18-16,12-7-25 16,4 0-5-16,8 0 3 15,-5-6 25-15,-1 1 12 16,-6 5 8-16,0 0-5 16,-5 22 0-16,-1 15 5 15,-6 14 7-15,0 14 38 16,-3 12 36-16,-10 9-32 15,-3 6-28-15,0-4 2 16,0-9-16-16,3-12-4 16,-1-12-3-16,7-13 0 15,4-19-2-15,3-14-53 16,3-9-152-16,19-21-71 0,6-21-228 16</inkml:trace>
  <inkml:trace contextRef="#ctx0" brushRef="#br1" timeOffset="-150511.15">27316 13050 1190 0,'0'0'10'0,"0"0"-9"0,-68 104 107 0,46-31-19 0,3 0-33 15,7-1-19-15,4-8-22 16,4-7-4-16,4-9-9 15,0-12 1-15,0-10-3 0,4-15-3 16,10-11 3-16,8 0 3 16,11-27-3-16,6-11-3 15,7-13-14-15,-3-2-13 16,-5 2 7-16,-9 10 11 16,-8 15 12-16,-12 14 0 15,-6 8 1-15,-3 4-1 16,0 12-5-16,-1 17 5 15,-10 6 20-15,5-1-3 16,5-6-10-16,1-5-5 16,0-5 3-16,10-6-2 15,8-6-3-15,5-6 3 0,7 0 3 16,5-12-6-16,2-12 3 16,2 1-3-16,0-7 4 15,3-2-4-15,-3-3-1 16,-1-5 1-16,-2-4-1 15,-3-6-4-15,-3-7 3 16,-3-5 2-16,-6 3-8 16,-6 13 8-16,-5 17 0 15,-7 15 1-15,-3 10 2 16,0 4-2-16,0 0 3 16,-3 4 1-16,-15 20-1 15,-4 15 0-15,2 9 3 16,1 10 4-16,7 5 2 15,0 0 2-15,6-2 4 16,5-6-11-16,1-8-8 0,0-6 2 16,0-4-1-16,0-9-1 15,0-8-56-15,0-10-135 16,7-10-119-16,3 0-415 16</inkml:trace>
  <inkml:trace contextRef="#ctx0" brushRef="#br1" timeOffset="-150343.78">27926 13214 1165 0,'0'0'61'0,"0"0"-49"0,0 0 15 0,85-27-21 0,-31 18-6 15,2-1 0-15,-4-3-77 16,-2-3-245-16</inkml:trace>
  <inkml:trace contextRef="#ctx0" brushRef="#br1" timeOffset="-149322.68">29267 13280 1029 0,'0'0'6'0,"-88"7"-5"0,34 15 119 0,-2 8-38 0,2 3-23 15,7 3 3-15,15-3-15 16,11-2-11-16,16-6-23 16,5-6-10-16,18-4 0 15,28-7 3-15,16-8 1 16,9 0-5-16,8-5 1 0,-4-14-1 15,-6 0 0-15,-10-8-2 16,-13 1 2-16,-13-6 3 16,-19-2-3-16,-14 4-2 15,0 6 3-15,-23 10-2 16,-11 12 3-16,-5 2-4 16,-4 11-3-16,0 14 2 15,9 4 1-15,8 0-3 16,11-2 3-16,12-2-1 15,3-2-1-15,11-6 0 16,23-5-1-16,15-8-8 16,12-4-54-16,5-4 0 15,4-17 2-15,-5-10 23 16,-7-6 19-16,-8-7 15 0,-9-9 4 16,-8-5 2-16,-7-1 2 15,-10 9 3-15,-8 13 26 16,-6 15 57-16,-2 18 25 15,0 4-49-15,-17 36-61 16,-8 23 1-16,-4 22 48 16,1 20-10-16,4 13-10 15,4 20 3-15,-2 9-16 16,-1 6-9-16,-3 3-7 16,1-8 0-16,0-15-3 15,5-14 0-15,-1-20-1 16,3-20 1-16,0-20-5 15,2-21-6-15,3-21-11 16,0-13 13-16,0-17 8 0,-2-24-2 16,-1-15 3-16,5-18 0 15,5-13 2-15,6-16-1 16,11-12-1-16,26-7 0 16,20 9-1-16,15 8-14 15,5 17-81-15,-1 22-15 16,0 22-54-16,-1 14-25 15,2 6-77-15,-2-1-395 16</inkml:trace>
  <inkml:trace contextRef="#ctx0" brushRef="#br1" timeOffset="-148824.05">30561 13237 714 0,'0'0'69'0,"0"0"33"0,0 0 87 0,-78-72-74 0,65 65-18 0,7 2 24 0,3 2-32 16,3 3-48-16,0 0-17 15,0-2-17-15,26 2-4 0,18 0-2 16,17 0 0-16,7 0 0 16,-7 0-2-16,-11 10 1 15,-16 7-2-15,-14 7-3 16,-16 9-6-16,-4 5 9 15,-33 6 0-15,-16-2 4 16,-6-1 2-16,-1-5-4 16,9-7 12-16,13-4 4 15,13-3-9-15,10-2-6 16,11-3 0-16,0-2-1 0,16-5 1 16,17-4-1-16,9-5-4 15,7-1-60-15,-1-3-79 16,-5-14-1-16,-8-6-60 15,-9-4-112-15</inkml:trace>
  <inkml:trace contextRef="#ctx0" brushRef="#br1" timeOffset="-148656.22">30438 13428 937 0,'0'0'65'0,"0"0"-63"15,0 0 71 1,0 0-64-16,0 0-9 16,84-1 0-16,-28-4-4 0,6-3-137 15,-3-3-84-15,-2 1-172 16</inkml:trace>
  <inkml:trace contextRef="#ctx0" brushRef="#br1" timeOffset="-147713.15">31044 13325 944 0,'0'0'28'15,"0"0"57"-15,0 0 20 0,-90 34-59 16,80-9-17 0,7 0 6-16,3 2-11 0,0-3-10 15,13-4-3-15,8-3-1 16,9-5-5-16,6-6 0 15,3-6 2-15,5 0-6 16,-2-4-1-16,0-13 0 16,-2-5 0-16,-9-5-5 15,-8-4-21-15,-4-2 10 16,-9 5 10-16,-9 8 4 16,-1 5-1-16,0 9 3 15,0 6 1-15,-5 0-1 16,-7 3-3-16,-2 9 2 0,5 7-1 15,7-3 2 1,2-1 1-16,0-1-1 16,0-4 0-16,9-2 0 15,6-3 1-15,0-4 2 16,1-1 1-16,-2 0-2 16,-3 0 0-16,-4 0 3 0,-4 0 1 15,-2 0 0-15,2 7-3 16,0 10 5-16,3 2 2 15,3 3 25-15,0 0-26 16,5-3 0-16,5-4-6 16,3-5 0-16,6-3 3 15,4-7 0-15,-1 0-4 16,0-6-2-16,-2-13 1 16,-1-5-1-16,-4-8 0 15,-2-1-1-15,-1-12 1 16,-4-3 0-16,1-3 0 15,-3 4-1-15,-4 14 5 0,-5 13-4 16,-4 14 1-16,-2 6-1 16,-8 8-6-16,-14 25 2 15,-2 11 4-15,6 7 1 16,7 2 1-16,6-2 1 16,5-3 2-16,0-6-4 15,6-6 0-15,13-11-1 16,3-8 3-16,4-10-2 15,4-7-1-15,5-1-4 0,6-20-35 16,-4-10-30 0,-1-11 58-16,0-11-82 0,-6-12 25 15,0-12 22 1,-2-10-56-16,-4-7 45 0,-5 5 31 16,-8 16 23-16,-5 22 3 15,-5 22 0-15,-1 24 11 16,0 5 12-16,-13 4-22 15,-5 20 45-15,3 2 12 16,5 9-27-16,7 10-7 16,1 1 16-16,2 6-1 15,0-1-8-15,0 2-8 0,0-3-1 16,3-3-13-16,-1-6-7 16,-2-4-3-16,0-6 1 15,0-9-1 1,0-3-106-16,0-10-167 0,0-5-400 15</inkml:trace>
  <inkml:trace contextRef="#ctx0" brushRef="#br1" timeOffset="-147519.65">32074 13211 897 0,'0'0'8'0,"0"0"-1"0,88-26 35 0,-53 19-21 0,1 1-7 0,-5-1-14 16,-8 0 0-1,-7-3-23-15,-8-1-274 0</inkml:trace>
  <inkml:trace contextRef="#ctx0" brushRef="#br1" timeOffset="-147361.9">31872 12933 1160 0,'0'0'51'0,"0"0"-26"16,0 0 109-16,0 0-128 0,0 0-6 16,0 0-17-16,-91-9-247 15,39 29-275-15</inkml:trace>
  <inkml:trace contextRef="#ctx0" brushRef="#br1" timeOffset="-146481.3">20153 15434 850 0,'0'0'76'0,"0"0"-16"0,0 0 94 0,0 0-43 0,0 0-73 16,0 0-31-16,-26-11-6 16,60 11-1-16,22-5 8 15,15-4-1-15,3-2-6 16,6 0-1-16,-5 3 0 16,-9 3-2-16,-2 4-22 15,-17 1-119-15,-17 0-60 16,-21 8-90-16</inkml:trace>
  <inkml:trace contextRef="#ctx0" brushRef="#br1" timeOffset="-146295.45">20285 15616 753 0,'0'0'49'16,"-82"40"-38"-16,63-28 112 16,15-6-71-16,4-4-48 15,20-2-4-15,22-2 19 16,15-17-10-16,10-9 1 15,8-6-10-15,-4-1 0 16,7 0 0-16,-4-3-24 16,-6 1-130-16,-16-7-201 15</inkml:trace>
  <inkml:trace contextRef="#ctx0" brushRef="#br1" timeOffset="-146015.35">20583 15008 840 0,'0'0'11'15,"-91"-17"-11"-15,59 16 107 16,14 1-7-16,8 0-51 16,10 0-24-16,0 6-25 15,10 10 5-15,26 13-5 16,19 3 16-16,20 3 12 16,14 0-7-16,5-1 7 15,2 3-3-15,-7 6-12 16,-8 5-2-16,-19 8 64 15,-32 7-35-15,-30 8-36 0,-53 7 1 16,-37 3-2-16,-19-1-3 16,-6-4-58-1,7-5-55-15,17-4-67 16,19-9-95-16</inkml:trace>
  <inkml:trace contextRef="#ctx0" brushRef="#br1" timeOffset="-145247.96">22922 15418 648 0,'0'0'179'0,"0"0"-164"0,0 0 109 0,0 0 21 0,0 0-46 0,0 0-61 0,8-39-5 0,3 18-6 0,3-1-18 15,2-2-6-15,-2 5-3 16,-6 5 2-16,-5 1 3 16,-3 6-2-16,0 5 16 15,-17 2 4-15,-15 0-21 0,-13 16-2 16,-7 13-1-16,-3 5 1 31,3 1 1-31,8 1 1 0,13-3-1 16,9-5-1-16,14-1-3 0,8-4-1 15,11-1 0-15,24-2 4 16,13 0 0-16,10-2-1 16,8 3 1-16,-2 0 1 15,-4 4-1-15,-9-3 1 16,-19-3-1-16,-16-1 0 16,-16-1 0-16,-13 1 2 15,-36 0 9-15,-18 3-4 16,-18-7 13-16,-3 4 41 15,-2-5-35-15,5-4-18 16,10 0-2-16,16-3-5 0,19-2-1 16,19-4 1-16,15 0-2 15,6-9-22-15,32-18-149 16,21-4-23-16,19 0 15 16,13 3-47-16,0 4-375 15</inkml:trace>
  <inkml:trace contextRef="#ctx0" brushRef="#br1" timeOffset="-143433.81">23405 15596 935 0,'0'0'52'0,"0"0"-51"0,0 0 130 0,0 0-82 0,0 0-43 15,-4-78 60-15,-2 69-43 16,-9 5-10-1,-6 4 25-15,-6 0-23 16,-15 22-15-16,-1 1 3 0,1 10 6 16,5 0 2-16,7-1-9 15,15-4-1-15,12-2-1 16,3-9-2-16,14-2-9 16,20-8 7-16,11-7 2 15,6 0 1-15,2-12 1 16,-4-13-24-16,1-5 3 0,-7-4 11 15,-9 0 8-15,-9 2 1 16,-11 4 1-16,-9 9 2 16,-2 7 4-16,-3 9 13 15,0 3 33-15,0 7-48 16,-11 13-4-16,0 7-2 16,4 0-1-16,7-4 0 15,0-4 1-15,6-5-2 16,9-7 0-16,6-3 2 15,7-4 2-15,3 0 1 16,8-15 4-16,-3-1-4 16,-3-7 0-16,-3 3 1 15,-6-2-2-15,-8 7 0 16,-4 5 0-16,-6 4 1 16,-4 6-1-16,-2 0-1 0,0 7 0 15,0 14 0-15,0 5 0 16,1-2 2-16,4-5-1 15,-1-4 0-15,5-4 0 16,0-2-1-16,1-8 1 16,7-1 0-16,6 0 3 15,4-11 0-15,2-11 0 16,1 0-3-16,-2-3 2 16,-3 1 2-16,-8 8-3 15,-7 4-1-15,-8 11 5 16,-2 1 19-16,0 0-16 15,0 1-8-15,0 15 0 16,0 0 6-16,0-1 2 0,0-3-7 16,0-4 0-1,3-1 1-15,0-3-2 0,4-4 0 16,0 0 0-16,6 0 2 16,4-6 7-16,-2-7-8 15,8-4 2-15,-8 1-1 16,-1 4-2-16,-6 1 0 15,1 4 1-15,-5 4 0 16,-1-1-1-16,-3 4-2 16,0 0 2-16,3 4-10 15,-1 10 6-15,4 5 3 16,3-3 2-16,0-5-2 0,1-5 2 16,2 0-1-16,12-4 4 15,6-2-3-15,4 0-1 16,8-2 4-16,-3-6-4 15,-4-4-3-15,-3-3 2 16,-4-1-9-16,-11-3-9 16,-4 2 4-16,-8 9 12 15,-5 2 3-15,0 6 3 16,0 0 7-16,-5 21-9 16,-10 21 0-16,0 20 4 15,3 13 12-15,0 8 23 16,8 10-1-16,-2 6-11 15,1-3-3-15,1-7-17 0,0-11-1 16,4-21-3 0,-2-17-4-16,2-14-1 0,0-15 1 15,0-11 0-15,0-3 9 16,6-24 0-16,7-15-9 16,-1-17 0-16,3-18-1 15,-4-16 1-15,2-13 0 16,1-12-13-16,3-6-8 15,3 4-3-15,7 18-1 16,-2 32 25-16,-1 30-2 16,-6 24-1-16,3 14 1 15,1 2-4-15,1 14 5 16,0 13 0-16,-3 4-1 0,-5 0 2 16,-7-1 0-16,-6-4 0 15,-2-2 1-15,0-5 0 16,-7-4 0-16,-13-2 2 15,-4-5 1-15,-2-4-3 16,-3-4 2-16,1 0-3 16,0 0 0-16,3-7 0 15,9 0 1-15,7 4-1 16,3 3 1-16,6 0-2 16,0 0-4-16,0 0-5 15,21 6 7-15,11 0 3 16,6-5-1-16,5-1 2 15,8-4 1-15,6-17 0 0,11-7-2 16,7-9 1-16,4 1 1 16,-3-6-1-1,-8-6 0-15,-12-4 1 0,-11-10-1 16,-18-11-2-16,-9-6-2 16,-15 1 0-16,-3 11-4 15,-3 18 7-15,-15 24 3 16,-5 25-3-16,-11 25 0 15,-8 32 0-15,4 18 4 16,9 9 14-16,16 4 3 16,13-5 1-16,0-5-1 0,22-10 2 15,10-11-12 1,6-14-2-16,4-11-8 16,9-17 4-16,4-13-5 15,10-2 10-15,3-27-4 0,-1-13-6 16,-12-13 0-16,-13-10 0 15,-17-10-19-15,-11 9-20 16,-14 15 21-16,0 21 18 16,-11 26 1-16,-19 2 2 15,-2 33-1-15,2 11 5 16,10 9 2-16,16-2-3 16,4-7-2-16,1-2-3 15,22-10-2-15,5-10 1 16,12-9-3-16,19-5-97 15,12-8-52-15,16 0-39 16,2-21-545-16</inkml:trace>
  <inkml:trace contextRef="#ctx0" brushRef="#br1" timeOffset="-142636.33">27483 14931 852 0,'0'0'32'0,"0"0"3"0,-90-44 132 0,74 37-55 16,5 6-34-16,6-2-17 0,3 3-23 16,2 0-17-16,0 0-15 15,16 7-3 1,20 9 2-16,19 7 14 15,15-2-3-15,12 1-4 0,6 1-4 16,6 4 10 0,-3 3-8-16,-4 2-4 0,-3-1-4 15,-12-2 2-15,-10-1-1 16,-17-6-3-16,-20-5-3 16,-15-5 3-16,-10 2 0 15,-18 5 17-15,-35 7 81 16,-25 8-24-16,-22 1-37 15,-11 2 11-15,-8 0-29 16,-2 5-5-16,4 2-10 0,11-2-1 16,21-1-3-16,23 1-2 15,30-3-4-15,26-5-29 16,15-1-142-16,39-9-115 16,17-12-140-16</inkml:trace>
  <inkml:trace contextRef="#ctx0" brushRef="#br1" timeOffset="-142236.12">29121 15031 105 0,'0'0'0'0</inkml:trace>
  <inkml:trace contextRef="#ctx0" brushRef="#br1" timeOffset="-139587.95">29127 15016 438 0,'0'0'70'0,"0"0"-69"0,0 0 45 0,0 0 41 16,0 0-48-16,0 0 16 15,58-83 19-15,-48 63-30 16,3-2-10-16,-2-3 26 16,-2 2 24-16,-3 2-33 15,-3 4 8-15,-3 5 25 16,0 9-1-16,0 3-16 16,0 0-13-16,-9 24-32 15,-11 22-22-15,-9 19 17 16,3 12 2-16,4 1 2 0,3 4 7 15,7 3-2-15,6-2-7 16,6-4-10-16,9-8-6 16,24-12-1-16,9-10 1 15,7-14 1-15,4-9-1 16,-2-15-2-16,4-11 2 16,-4 0-3-16,-8-11-1 15,-3-11-28-15,-7-8-117 16,-10-8-53-16,-7-12-95 15,-13-5-198-15</inkml:trace>
  <inkml:trace contextRef="#ctx0" brushRef="#br1" timeOffset="-138136.6">28981 15243 277 0,'0'0'433'0,"0"0"-428"0,0 0 81 0,0 0-2 16,0 0-26-16,0 0-34 15,-32 12 3-15,64-24 1 16,14-2-11-16,6-6-3 16,6 0-8-16,5-3-6 15,3 0 0-15,3-4 0 16,2-1 0-16,0-3 0 15,-6-8-9-15,-10-5-123 16,-15-7 36-16,-13-4-38 16,-11 6 71-16,-13 4 63 15,-3 10 0-15,0 11 34 0,-6 10 66 16,-6 10 12-16,-3 4-24 16,-2 30-51-16,0 20 3 15,2 19 28-15,9 8 4 16,6 4-19-16,0 1-5 15,2-3-8-15,11-1 1 16,4-5-11-16,-1-10-20 16,-3-9-2-16,0-13-6 15,-2-13-1-15,-2-11 0 16,-1-6-1-16,-5-8 0 16,7-3 6-16,1 0 4 15,6-18-4-15,5-12-3 0,4-9-2 16,0-9 0-16,-1 4-1 15,-3 5-5-15,-5 11 4 16,-3 14-1-16,-8 9-1 16,-2 5 1-16,-1 3-13 15,3 17 6-15,1 7 9 16,5-1 0-16,0-2 0 16,6-3 1-16,3-2-1 15,9-5 4-15,8-4-3 16,3-5 2-16,2-5 0 15,-2 0-1-15,-6 0-2 16,-7-13 2-16,-7-7 0 16,-7-11 0-16,-7-12-2 0,-7-4-1 15,0-2-11-15,-3 8 9 16,-11 13-2-16,-3 10 5 16,-6 6-1-1,1 8 0-15,-2 4-1 0,5 0 0 16,4 0 0-16,3 14-4 15,10 0 1-15,2 1-3 16,0 1 2-16,17-2 3 16,9-2 2-16,7-1 1 15,6-2 0-15,5-5 2 16,-1-1-2-16,-6 3 0 16,-4 2-1-16,-9 1-1 0,-6 4 1 15,-5 3-1 1,-5 4-1-16,-2-2 3 0,-2 1 0 15,3 0 0-15,4-3 0 16,4-1 0-16,6-5 1 16,6-4 0-16,5-3 1 15,3-3 1-15,1 0 2 16,-1-6-5-16,-4-11 4 16,-2-7-1-16,-7-9-1 15,-5-9 1-15,-8-8-3 16,-8 0 2-16,-1 2 1 15,0 11-2-15,-4 13-1 0,-11 13 3 16,-2 11-3-16,-5 1-1 16,-2 23-5-16,3 12 2 15,5 4 3-15,10 6 0 16,6-1 0-16,0-1 2 16,12-7 0-16,12-6 1 15,6-6-2-15,6-10 2 16,2-5 1-16,2-10-2 15,2 0 2-15,-4-9-2 16,2-8 3-16,-6-11 0 16,-3-8-2-16,-2-8 1 15,-6-3-2-15,-6 3 0 16,-8 5 1-16,-7 13-1 0,-2 10 5 16,0 11 0-16,0 4-1 15,0 1 2-15,-3 0-7 16,-3 3-10-16,0 13 7 15,1-1-4-15,5 2 5 16,0 2 1-16,5 2-2 16,10 4 3-1,4-3 0-15,2 2-1 0,-3-2 1 16,-3-3-3-16,-6 0 2 16,-5-4-8-16,-4-5-14 15,0 1 12-15,0-5 6 16,-10 0 1-16,-5 0 4 15,3-2 0-15,1-3 0 0,3 1-5 16,3 1-30-16,3-3-20 16,2 0-29-16,0 0-21 15,11-9-77-15,8-10-56 16,10-12-155-16</inkml:trace>
  <inkml:trace contextRef="#ctx0" brushRef="#br1" timeOffset="-136933.6">31396 14807 541 0,'0'0'129'0,"0"-96"-7"0,0 78 23 0,0 18-20 0,-15 8-83 0,-6 30-38 0,0 20 28 0,3 11 16 0,9 6-28 16,6-2-8-16,3-8-4 0,0-9 5 15,0-7-6-15,6-10-5 16,3-10 1-16,5-13-4 15,1-7 2-15,4-9-1 16,8 0 7-16,0-11-5 16,4-14-1-1,1-6-1-15,-2-7 0 0,-4 1-2 16,-3 6 1-16,-10 10 1 16,-6 12 0-16,-5 9 1 15,-2 0-2-15,0 16-6 16,0 10 5-16,-2 3 2 15,1-1 0-15,1-2 0 16,0-7 0-16,0-1 0 16,10-7 0-16,4-4 0 15,7-6 1-15,4-1-1 0,2-1-1 16,3-16-80 0,-2-8-2-16,0-7 8 0,-3-1 2 15,-5 0 46-15,-5 9 19 16,-7 11 8-16,-8 8 8 15,0 5 14-15,0 1-6 16,-17 16 2-16,2 4 46 16,4 3-41-16,8 0-10 15,3 0-5-15,0-3 1 16,1-3-2-16,12-4-6 0,5-4 2 16,5-7 0-16,3-3 5 15,4 0-6 1,3-2 1-16,0-12-2 15,-5-5-1-15,-4-4 2 0,-12-2-1 16,-9 0-1-16,-3 0 2 16,-10 6-2-16,-20 5 2 15,-5 8 0-15,1 1 2 16,3 5-1-16,5 0-2 16,9 0-1-16,6 0-1 15,7 0 1-15,4 0-4 16,0 2-6-16,0-2-1 0,13 0 1 15,9 0-39-15,4-3-34 16,0-16 19 0,3-8 8-16,-2-7-37 0,0-8 22 15,-3-9 35 1,-4-8 23-16,-4-3 13 0,-3-7 0 16,-1-2 6-16,-2 7 18 15,2 9 22-15,-3 17 21 16,-4 17 13-16,-4 15-17 15,-1 6-9-15,0 24-53 16,0 21-1-16,0 16 23 16,0 10 33-16,-3 2-12 15,0 4-6-15,3-1 16 16,0 0-14-16,0-11-14 16,0-9-13-16,9-11-8 0,9-9-2 15,6-8 2 1,4-8 1-16,5-10 0 0,7-8-1 15,2-2 3-15,1-4-7 16,-1-14 0-16,-6-7-1 16,-5-6 0-16,-7-5 0 15,-3-5 0-15,-9 3-5 16,-6 9 4-16,-3 5-3 16,-3 13 3-16,0 1 0 15,0 2-2-15,0-2 0 16,-9-1-1-16,-6 2 3 15,-4 4 0-15,-8 5 1 0,-5 0 0 16,0 15-1 0,2 11 2-16,6-1 6 15,12 3 5-15,7-5-9 0,5 1 2 16,0-1-4-16,6-5 2 16,11-2-1-16,2-6 0 15,2-4 1-15,1-4 0 16,1-2-3-16,1-2-22 15,-2-16-87-15,-2-12-45 16,-1-11-15-16,-4-15-56 16,0-12-110-16</inkml:trace>
  <inkml:trace contextRef="#ctx0" brushRef="#br1" timeOffset="-136736.72">32585 14479 366 0,'0'-73'124'0,"0"22"22"0,-7 24 46 0,0 26-40 0,-4 9-45 16,-1 39-105-16,-1 22 118 15,0 14-10-15,10 5-37 16,3 2 2-16,0 2-1 16,5-3-27-16,7-5-29 15,1-10-14-15,-2-14-4 16,0-10-3-16,-1-11 1 16,-3-9-81-16,1-12-186 15,3-9-140-15</inkml:trace>
  <inkml:trace contextRef="#ctx0" brushRef="#br1" timeOffset="-132043.09">25039 16911 930 0,'0'0'0'0,"0"0"6"0,0 0 18 0,0 0 39 0,0 0-63 16,0 0 2-16,0 0 1 15,50 4 20-15,-18 3-11 16,2-3-3-16,7-3-1 15,6-1-5-15,-5 0-1 16,-5 0-2-16,-8-3-4 16,-13 3-138-16,-9 0-114 15,-7 0-248-15</inkml:trace>
  <inkml:trace contextRef="#ctx0" brushRef="#br1" timeOffset="-131853.33">25043 17080 822 0,'0'0'23'15,"0"0"-22"-15,0 0 85 16,0 0-1-16,0 0-77 16,0 0-4-16,-42 38 7 15,78-38 4-15,9-6-13 16,6-16-1-16,1-1-1 16,-4 4-12-16,-2-3-110 15,-7 2-44-15,-6-3-183 16</inkml:trace>
  <inkml:trace contextRef="#ctx0" brushRef="#br1" timeOffset="-131571.28">25290 16654 980 0,'0'0'8'0,"0"0"2"16,-81 1 124-16,68 17-87 15,11 8-26-15,2 4 7 16,12 2 1-16,18 2-5 15,11 0 13-15,4-1-10 16,3 2-7-16,-3-3-14 16,-8 0-6-16,-7-2 0 0,-11-2 0 15,-14 2 1 1,-5 2 2-16,-24 5 4 0,-16 7 1 16,-14 2-8-16,-9 0 1 15,4 0-2-15,3-3 1 16,10 0-6-1,13-2-22-15,16-1-147 0,15-11-126 16,2-15-438-16</inkml:trace>
  <inkml:trace contextRef="#ctx0" brushRef="#br1" timeOffset="-131135.58">25915 16873 1336 0,'0'0'0'15,"0"0"0"-15,0 0 23 16,0 0-10-16,-70 118 3 16,47-42 50-16,4 5-37 15,-1 0-15-15,7-6-8 16,-3-9-5-16,5-10 1 16,5-13-3-16,4-12 1 15,2-13-6-15,0-13-12 16,13-5-84-16,9-21 56 15,3-22 32-15,1-12-11 16,-1-16 8-16,-4-20 6 16,-2-12 11-16,-2-10 0 15,-1 9-1-15,1 26 2 0,-7 29 16 16,-1 27 35 0,-6 22-9-16,3 13-26 0,6 35-8 15,4 22 59-15,2 19 7 16,-3 11-38-16,0 2 4 15,-3-4-16-15,-2-8-20 16,2-14-5-16,-4-12 0 16,-2-14-1-16,-2-15-2 15,1-16-34-15,-4-12-153 16,-1-7-52-16,-4-16 17 16,-25-23-341-16</inkml:trace>
  <inkml:trace contextRef="#ctx0" brushRef="#br1" timeOffset="-130220.45">25683 17383 1026 0,'0'0'10'0,"0"0"20"0,0 0 87 0,0 0-102 0,0 0-2 16,0 0 20-16,115 3-20 16,-36-26-13-16,11-6 0 15,4-7-5-15,1-8 4 16,-5-11-12-16,-11-8-119 15,-18-6-14-15,-21-1 22 16,-19-3 27-16,-19 13 89 16,-2 12 8-16,-12 17 47 15,-8 19 72-15,-3 12 38 16,-3 10-89-16,-1 31-35 16,5 19-2-16,4 12 33 15,10 14-19-15,8 1-4 0,0-4-2 16,13-1-13-16,7-15-9 15,4-14-9-15,3-12-7 16,3-13 1-16,6-12 1 16,-1-15-3-16,7-1 3 15,6-27 0-15,0-10-3 16,2-16-2-16,-5-9-53 16,-3-14-32-16,-12-13-6 15,-9-3-4-15,-12 7 10 16,-9 17 54-16,0 25 33 0,-11 23 24 15,-8 20 41-15,-4 14-7 16,0 30-39 0,2 18 23-16,6 13 8 15,12 5-10-15,3-4-9 0,0-7-6 16,12-8-11-16,7-16-4 16,5-7-4-16,0-13-1 15,4-11 0-15,5-10-4 16,7-4 2-16,4-12 2 15,5-13-2-15,-1-9-3 16,-5-3-10-16,-6-6-34 16,-10 0-16-16,-10 6 23 15,-7 5 27-15,-9 14 10 0,-1 9 3 16,0 4 22-16,-13 5-11 16,-7 0 3-16,1 12-2 15,0 11 2-15,5 11 0 16,13 2-5-16,1-3-2 15,1 2-1-15,19-7-2 16,2-5-1-16,5-3 0 16,1-6-3-16,5-8 2 15,2-6-5-15,5 0 1 16,-2-7 3-16,3-12-3 16,-5-6-1-16,-5-6-1 15,-7-3-5-15,-6 3 2 16,-8 8-1-16,-5 6 5 15,-4 14 5-15,-1 3 8 0,0 3-6 16,0 21-6-16,0 9 18 16,0 7 31-16,5-1-24 15,6-6-6-15,5-2-9 16,-2-9-5-16,0-6-4 16,-1-11-2-16,4-5-5 15,3-7-37-15,6-24-116 16,-4-13-98-16,-4-24-147 15</inkml:trace>
  <inkml:trace contextRef="#ctx0" brushRef="#br1" timeOffset="-127260.95">27668 17317 808 0,'0'0'43'0,"0"0"-41"0,0 0 78 0,0 0-37 0,0 0-26 0,0 0 49 16,67-74-14-16,-60 68-15 16,-5 6-16-16,-2 0-1 15,0 0 13-15,0 21-12 16,1 8-15-16,2 13-5 16,-3 2 24-16,0-5-8 15,0-3-9-15,0-4 4 16,0-3-7-16,0-12 1 15,0-5-3-15,0-8-2 16,0-4 0-16,5 0 1 0,5-6 1 16,8-18 3-16,7-9 4 15,4-10 7-15,0-6-8 16,0 3-7-16,-5 3 1 16,-5 12-2-16,-4 13 0 15,-6 12 0-15,0 6-2 16,4 9 0-16,1 18-13 15,2 5 14-15,1 2 0 16,0-3 1-16,3-3-1 16,4-5 0-16,3-3 0 0,6-8 1 15,4-3 0 1,4-9 3-16,3 0-3 16,-1-6 0-16,-1-13-1 15,-8 3 0-15,-7-5 3 0,-7 4-1 16,-6 1 0-16,-6-1 0 15,-5 4 2-15,-3 3 2 16,0 0 3-16,0 4 4 16,0 0 17-16,0 1-6 15,-6 3-9-15,-2 2 6 16,-2 0-10-16,-3 0-2 16,-4 0-9-16,-2 0-2 0,1 13-4 15,3-1 4 1,5-4-1-16,7 2 1 0,3-5 0 15,0 1-10-15,10-1 3 16,9-5-1-16,11 0 7 16,6 0-5-16,7-8 1 15,1-10-1-15,-1 4-3 16,-6-1-4-16,-9 7 9 16,-11 6 3-16,-8 2 0 15,-6 0 1-15,-2 6-8 16,-1 11-2-16,0-1 12 15,0 2 3-15,0-4 0 16,0-4-3-16,3-3 1 16,6-4-1-16,4-3-2 15,6 0 2-15,7-5 1 16,7-16 3-16,6-12 3 16,3-10-6-16,-2-15 2 0,-4-15-3 15,-6-7 0-15,-8-9 3 16,-11-3-2-16,-10-2-1 15,-1 5-2-15,0 23-4 16,-4 24 6-16,-2 24 0 16,-1 18 7-16,0 18 10 15,0 29-17-15,-1 18-24 16,4 12 24-16,4 1 2 0,0-5 5 16,12-4-7-16,10-3 4 15,6-8-1 1,7-9-3-16,2-11 1 15,5-14-1-15,-7-18 1 16,1-6 3-16,-4-6-2 16,-6-21 2-16,-2-10 2 0,-10-5-3 15,-8-5 5-15,-6 2-4 16,0 8 0-16,-9 14 3 16,0 10-7-16,2 13 4 15,-1 10 10-15,-3 23-14 16,0 11-19-16,5 9 13 15,6-8 6-15,0-5 3 16,6-8 2-16,12-8-3 16,2-12-2-16,3-3 0 15,-1-8 0-15,0-1-1 16,-2-3-33-16,-2-16-111 0,-9-10-69 16,-9-12-209-16</inkml:trace>
  <inkml:trace contextRef="#ctx0" brushRef="#br1" timeOffset="-127056.81">28725 16968 1086 0,'0'0'0'0,"0"0"1"0,0 0 87 0,0 0-43 0,0 0-45 15,87-35-10-15,3 8 6 16,17 0-34-16,11-4-46 15,15-1 14 1,8-1-25-16,0 2-71 16,-14 1-110-16</inkml:trace>
  <inkml:trace contextRef="#ctx0" brushRef="#br1" timeOffset="-126375.38">29929 16549 845 0,'0'0'226'0,"0"0"-221"16,0 0 69-16,-61 110-45 15,47-40 41-15,3 2 32 16,6 0-34-16,2-5-2 16,3-3-24-16,0-12-20 15,0-6-5-15,12-12-6 0,3-11-9 16,-3-10-2-16,4-12-1 16,4-1 1-16,5-17 5 15,8-16-1-15,2-7 0 16,-3-3-4-16,-2 1-5 15,-7 4-14-15,-8 12-11 16,-8 14 17-16,-6 8 9 16,-1 4 4-16,0 9 0 15,0 14-4-15,0 10-6 16,-3-1 10-16,3-3 2 16,0-1-2-16,2-8 4 15,11-3-2-15,5-8-2 0,5-4 1 16,5-5 0-16,4-8 0 15,4-14 2-15,-1-4-3 16,-4-5-1-16,-4-1-6 16,-9 1-9-16,-9 8-29 15,-5 11 29-15,-4 8 16 16,0 4 8-16,0 0 15 16,-10 16-2-16,-3 8-17 15,-2 4-1-15,6 1 2 16,7 0 5-16,2-2-1 15,0-5-2-15,14-5-4 16,8-6 3-16,6-6-4 16,7-5-1-16,6-3 2 15,7-13 2-15,1-10-1 16,-1-1-4-16,-5-3 0 0,-14-2 1 16,-17 1-1-16,-12-2 2 15,-2 7 2-15,-25 10 2 16,-8 7-4-16,-6 9-2 15,0 0-2-15,3 12-3 16,5 7 1-16,7 3 1 16,6 2-2-16,8-1 1 15,6-1-1-15,6 0-35 16,0 1-111-16,14-4-39 16,8-5-48-16,2-5-172 0</inkml:trace>
  <inkml:trace contextRef="#ctx0" brushRef="#br1" timeOffset="-125628.83">30925 16954 793 0,'0'0'119'16,"0"0"-115"-16,0 0 81 0,3-90-49 0,3 50-30 0,-1-3 5 0,-2-8-6 15,0-6 4 1,-1-8 9-16,-2 6 12 16,1 8-8-16,-1 18 4 15,0 16 12-15,0 14 24 0,0 4-16 16,0 34-37 0,0 18-9-16,-7 17 0 15,-3 9 8-15,4 1 23 16,1-1 9-16,5-10 0 0,0-9-10 15,0-11-22-15,19-7-4 16,6-7 0-16,6-9-1 16,6-18-2-16,3-8 0 15,2 0 2-15,3-23-3 16,-3-6 3-16,-3-8-2 16,-5-3-2-16,-7-6-3 15,-7 1-5-15,-10 1-11 16,-9 10 1-16,-1 10 19 0,-5 13 0 15,-14 11 6-15,-10 0-5 16,-5 20-1-16,-3 7-1 16,4 7 1-16,8 0 16 15,7-1-2-15,9 1-4 16,5-5-1-16,4-2-3 16,0-7-3-16,16-2-3 15,3-9-1-15,5-6 1 16,3-3-1-16,5-5 0 15,3-16-7-15,1-6-42 16,0-7 1-16,-2-11-4 16,-3-11-4-16,-4-13 16 0,-6-14 14 15,-4-14 6 1,-7-7 10-16,-5 2 6 0,-5 19 5 16,0 29 3-16,0 31 2 15,-3 23 21-15,-9 23 45 16,-1 33-64-16,0 13-3 15,6 15 18-15,7-3 16 16,0-4 5-16,0-4-22 16,0-7-10-16,0-9-6 15,3-6-5-15,1-10-1 16,4-15-9-16,4-12-147 16,1-14-110-16,8-4-274 0</inkml:trace>
  <inkml:trace contextRef="#ctx0" brushRef="#br1" timeOffset="-125158.09">32175 16755 1072 0,'0'0'1'0,"0"0"122"0,0 0-23 0,0 0-76 0,0 0 8 16,0 0-25-16,0 0 7 15,3-21 17-15,-3 21 33 0,-15 3-27 16,-12 11-25-16,-6 4-4 16,4 4 8-16,9-1 10 15,7-2-8 1,8-2-9-16,5-1-5 0,0-1-3 15,18 1-1 1,10 1 0-16,4 0 1 0,0 0-1 16,0-2-5-1,-2 4 2-15,-5-2-5 0,-5-5-18 16,-7-3 7-16,-9-4-15 16,-4 1 17-16,-17-4 4 15,-18 4 7-15,-11-1 6 0,-6-3 2 16,-7 2 6-16,-3-4-2 15,-1 2-2-15,10 0-4 16,17 0 0-16,27-2-5 16,9 0-84-16,15-8-146 15,21-18-228-15</inkml:trace>
  <inkml:trace contextRef="#ctx0" brushRef="#br1" timeOffset="-124917.08">32563 16414 938 0,'0'0'52'0,"0"0"-28"0,0 0 98 0,109-27-58 0,-64 20-32 0,1-5-22 0,-3 0-9 16,-3 1 0-16,-13 1 1 15,-8 1-2-15,-12 4-4 16,-7 1-36-16,-8 2-113 16,-19 2-159-16,2 0-145 15</inkml:trace>
  <inkml:trace contextRef="#ctx0" brushRef="#br1" timeOffset="-124748.16">32707 16406 731 0,'0'0'101'16,"-12"81"71"-16,9-31 17 0,1 3-62 15,0 0-2-15,-1 2-33 16,-1-6-28-16,-1-3-36 16,-1-3-17-16,1-4-10 15,2-9-1-15,1-8-4 16,2-7-27-16,0-11-144 16,5-4-96-16,11 0-122 15</inkml:trace>
  <inkml:trace contextRef="#ctx0" brushRef="#br1" timeOffset="-123810.27">32861 16581 888 0,'0'0'38'16,"0"0"46"-16,0 0 58 16,87-23-40-16,-61 36-20 15,-3 9-20-15,-4 6 8 16,-3 3 0-16,-9 4-5 15,-7 2-35-15,0 0-13 16,-4-2-7-16,-7-7-7 16,0-1-3-16,4-13 0 15,1-5 0-15,2-4-2 16,4-5-2-16,0 0 4 0,0-15 0 16,0-13 7-1,8-4-7-15,9-9 0 0,4-4 2 16,5 0-4-1,4-1 2-15,-2 9-4 0,1 9-30 16,-6 13-36 0,-1 5 8-16,-3 10-58 15,-8 0 8-15,-2 5-25 0,-5 9-8 16,-2-3 7-16,5-5-34 16,-1 0 38-16,1-5 63 15,3-1-11-15,1 0 80 16,1 0 2-16,5-8 42 15,-1-3 33-15,0-1 31 16,-3 0-11-16,-7 6 25 16,-5 0 6-16,-1 5 42 0,0 1-5 15,0 3-64-15,0 15-60 16,-3 8-31-16,-3-3 76 16,1 4-43-16,1-2-9 15,4-4-13-15,0-5-9 16,0-1-6-16,4-7-2 15,7-2-2 1,2-2 2-16,2-4-1 0,3 0-1 16,3-7 2-16,-3-10-2 15,6-4-4-15,-6-7-9 16,0-5-17-16,-2-4 5 16,-4 6 3-16,-4 7 13 0,-5 10 8 15,-2 8 2-15,-1 6 2 16,0 4-3-16,-1 17-7 15,-9 3 0-15,4 2 7 16,3-1 3-16,3-6 0 16,0-3 1-16,2-6 8 15,12-1 4-15,0-5-2 16,6-2 6-16,4-2-6 16,1 0-4-16,2-4-5 15,-2-10-1-15,-2-6-1 16,-1-4-1-16,-1-7 0 15,-6-4-1-15,-4-1 0 16,-4 4-1-16,-6 11 1 16,-1 9-1-16,-1 12 0 15,-23 0-4-15,-5 19 4 0,0 12-4 16,8 4 4-16,12 2 2 16,9-4 3-16,1-3 1 15,26-7 10-15,11-6 2 16,8-10-6-16,-8-7-7 15,-11 0-5-15,-13 0 0 16,-14 0-44-16,0 0-206 16,0-10-368-16</inkml:trace>
  <inkml:trace contextRef="#ctx0" brushRef="#br2" timeOffset="-112387.72">10982 9538 722 0,'0'0'40'0,"0"0"-35"0,0 0 87 0,0 0-33 0,0 0-20 16,0 0-7-16,0 0 14 15,37-63 4-15,-37 63-21 16,6 7-15-16,-1 17 46 15,1 17-3-15,-5 9-35 0,-1 6 0 16,0 6-10-16,-12-1 1 16,0-3-6-1,-3-9-7-15,6-11 0 0,6-9 0 16,-1-14-4-16,4-8 4 16,0-7-53-16,0 0-85 15,0-9 50-15,7-14 6 16,2-7-34-16,-1-5 41 15,-5 4 39-15,1 1-24 16,-3 8 52-16,1 9 8 16,-2 8 49-16,0 5 33 0,0 0 22 15,0 0-85 1,3 0-19-16,3 0-2 16,12 0 2-16,4 0 3 15,8 0 18-15,5-9-10 0,3-5-1 16,-5 1-6-16,-5-6-4 15,-5 3 2-15,-7-5-1 16,-4 1 0-16,-6-5 7 16,-3 0-3-16,-3 6 2 15,0 4 2-15,0 7 34 16,0 6 38-16,0 2-8 16,0 0-45-16,0 16-28 15,-3 12-5-15,-4 7 5 16,-1 9 1-16,1 0 0 0,-2 1 16 15,6 0-10 1,0-7 1-16,0-2-6 0,3-7-2 16,0-7-1-16,0-10-3 15,3-5-94-15,7-7-111 16,2 0 0-16,2-12-415 16</inkml:trace>
  <inkml:trace contextRef="#ctx0" brushRef="#br2" timeOffset="-112059.42">11474 9793 329 0,'0'0'478'0,"0"0"-475"0,0 0 44 0,0 0 25 0,0 0-48 0,-34 86 4 16,34-75-15-16,0 0 13 15,10-4-8-15,2-5 0 16,1-2 9-16,4 0 17 16,4-6 0-16,-3-10-8 15,-3-4-14-15,-3 1-5 16,-8-1 28-16,-4-1-9 16,0 3 6-16,-3 2 7 15,-13 4-44-15,-8 7-5 16,-3 5-3-16,-3 0-7 15,5 11-8-15,8 3-58 0,4 4-64 16,10-4-53 0,3-3-83-16</inkml:trace>
  <inkml:trace contextRef="#ctx0" brushRef="#br2" timeOffset="-111839.66">11820 9610 1083 0,'0'0'12'15,"0"0"49"-15,0 0 72 16,0 0-109-16,0 0-21 0,0 0-3 16,-25-17-14-16,25 18-24 15,0 15-102-15,-2 5-86 16,-8 1-127-16</inkml:trace>
  <inkml:trace contextRef="#ctx0" brushRef="#br2" timeOffset="-111669.2">11789 9849 710 0,'0'0'374'15,"0"0"-343"-15,0 0 152 16,0 0-142-16,0 0-41 0,0 0-2 15,-12-10-12-15,12 10-77 16,0 0-134-16,2 0-51 16,5 0-444-16</inkml:trace>
  <inkml:trace contextRef="#ctx0" brushRef="#br2" timeOffset="-110901.48">12696 9321 746 0,'0'0'15'0,"0"0"121"0,0 0-38 0,0 0-17 16,0 0-71-16,0 0-5 16,13 44 83-16,-7 6-1 15,-3 10-20-15,-3 12 19 16,0 9-8-16,0 9-46 16,-10 2-9-16,-3-1-10 15,0-3-5-15,0-8-7 16,3-12 2-16,2-10-3 0,4-21-1 15,2-11 1-15,-2-10 0 16,4-8-2-16,0-5 1 16,0-3-48-16,0-4-123 15,6-21-20-15,6-13-182 16,-2-15-245-16</inkml:trace>
  <inkml:trace contextRef="#ctx0" brushRef="#br2" timeOffset="-110436.96">12698 9418 751 0,'0'0'18'0,"0"0"-4"0,0 0 152 16,0 0-109-16,0 0-50 16,0 0-7-16,-14 10 0 15,14 22 33-15,0 3-1 16,8 7 20-16,-4-1 15 15,2 0-32-15,4-3-5 16,-2-5-12-16,4-8-8 16,3-7-9-16,-2-6 2 15,8-8-2-15,4-4 3 16,4-3-2-16,-3-17-2 16,3-2 2-16,-8-8-2 15,-8-1 0-15,-5-5 5 0,-8-1-4 16,0-1 3-16,0 5-4 15,-2 8 2-15,-4 11 4 16,3 8 2-16,-1 6 1 16,1 0 15-16,0 22-24 15,0 8 0-15,0 8 8 16,3-1 6-16,0-6-1 16,0 0-4-16,6 0 1 15,7-5-10-15,1-7 0 16,2 0-2-16,-1-8 0 15,4-7-29-15,4-1-111 16,4-3-130-16,3-5-275 16</inkml:trace>
  <inkml:trace contextRef="#ctx0" brushRef="#br2" timeOffset="-109199.98">13694 9263 690 0,'0'0'24'0,"0"0"125"0,0 0-24 0,0 0-34 16,0 0 13-16,0 0-39 15,-19-12 2-15,17 12-5 16,2 0-4-16,0 0-15 15,0 0-7-15,0 0-11 16,0 0-6-16,0 0-4 16,0 0-5-16,0 0-2 15,0 0-3-15,0 0-1 16,0 0-4-16,0 0 2 0,0 0-1 16,0 0-1-1,0 0 1-15,0 0 3 16,0 0 0-16,0 0 3 15,3 0-2-15,5 0 2 0,6 0-1 16,5 0 8-16,4 6 9 16,4 2-16-16,3 2-4 15,4 2-1-15,4 2-2 16,2 5 2-16,0-1 0 16,5 2-2-16,-2-2 1 15,-2-1 0-15,-6-3-1 16,-3 3 0-16,-2-5-3 15,-5 3 3-15,-4-4 0 16,-6-2 0-16,-8-4-1 0,0-2-1 16,-5 0 4-16,-2-3-1 15,0 0 0-15,0 2-1 16,0-2 6-16,0 1-4 16,0 2 1-16,-9 4-2 15,-15 7 2-15,-12 6 11 16,-11 2-6-16,-5 3 6 15,-5 3-4-15,0 5-5 16,-3-1 0-16,5-2 0 16,9-7-2-16,15-2 1 15,11-7-4-15,5-3 0 0,9-5 1 16,3-4-1-16,3-2-2 16,0 0-4-16,0 0 1 15,0 0-32 1,0 0-24-16,0 0-32 0,9-4-58 15,8-6-29-15,4-6-68 16,1 3-54-16</inkml:trace>
  <inkml:trace contextRef="#ctx0" brushRef="#br2" timeOffset="-108574.49">14713 9334 639 0,'0'0'67'0,"0"0"46"0,0 0 49 0,0 0-72 0,0 0-27 0,0 0 5 0,-36-8-18 0,35 6-16 15,1 2-3-15,0 0 13 16,0 0-12-16,0 0 8 16,0 0-4-16,0-3-15 15,0 3-9-15,0 0-9 16,4-1 0-16,16 1-3 15,13-1 5-15,7 0 6 16,3 1-4-16,-2-4-7 0,-3 4 0 16,-2-1-1-16,-6-2 1 15,-2-1 0-15,-10 4 0 16,0-3 1-16,-8 1-1 16,-5 2 0-16,-2-1 1 15,-3 1-1-15,0 0-5 16,0 0-45-16,0 0-136 15,0 0-62-15,-6 3-107 16</inkml:trace>
  <inkml:trace contextRef="#ctx0" brushRef="#br2" timeOffset="-108260.1">14789 9479 917 0,'0'0'5'16,"0"0"62"-16,0 0 51 16,0 0-46-16,0 0-41 15,0 0-24-15,-4 0 11 16,20 0 9-16,8 0 42 16,8 0-23-16,4 0-17 15,0-4-15-15,0-2-10 16,-1 0-2-16,-4 3 2 15,-3-3-2-15,-1 2-1 0,-2 1-1 16,-2 2 0 0,-2 1-8-16,-9 0 8 0,-4 0-1 15,-5 0-44-15,-1 0-124 16,3 0-101-16,-2 0-68 16</inkml:trace>
  <inkml:trace contextRef="#ctx0" brushRef="#br2" timeOffset="-107655.3">15871 9121 512 0,'0'0'235'0,"0"0"-183"0,0 0 142 0,0 0-80 0,0 0-55 0,0 0-59 0,-20 28 1 0,13 19 51 0,1 14 14 15,-1 12-6-15,-3 9-3 16,-3 7-10-16,0 7-2 0,-4-3-23 16,2-7-18-16,2-11 3 15,7-12-6-15,5-16 2 16,1-12 3-16,0-7 0 15,0-11-6-15,0-8 0 16,1-5-1-16,5-4-9 16,7-4-106-16,2-20-30 15,9-10-113-15,-5-8-48 16,-3-11-348-16</inkml:trace>
  <inkml:trace contextRef="#ctx0" brushRef="#br2" timeOffset="-107202.03">15834 9214 660 0,'0'0'44'0,"0"0"57"0,0 0 8 15,0 0-12-15,0 0-57 16,0 0-40-16,-13 2 0 16,13 33 27-16,0 8 3 15,0 4 28-15,0 0 4 16,0-3-29-16,2-9-4 15,6-3-10-15,1-6-8 16,2-9-2-16,0-6-9 16,4-6 1-16,1-3 0 0,5-2 3 15,2-3-3 1,2-14 0-16,2-7-1 0,-2-7-1 16,-3-7-9-1,-2-3 2-15,-4-5 2 0,-7 0 4 16,-3 11 1-16,-4 10 1 15,-2 11 1-15,0 9 5 16,0 5 31-16,0 0-21 16,0 16-16-16,-2 14 0 15,-5 7 14-15,4-1 1 16,1-2 3-16,2-2 0 16,0-1-14-16,0-3-2 15,3-6 2-15,3-1-4 16,0-6-4-16,3-5-67 0,-1-4-101 15,4-5-101 1,5-1-290-16</inkml:trace>
  <inkml:trace contextRef="#ctx0" brushRef="#br2" timeOffset="-106860.08">16323 9412 721 0,'0'0'211'0,"0"0"-207"0,0 0 40 0,0 0-23 15,0 0 52-15,0 0-45 0,-5 31-3 16,5-23 13 0,0 3-11-16,2-6-9 0,5 3 4 15,5-4 7-15,2 2-5 16,1-3 8-16,6-3 0 15,1 0-10-15,3 0-4 16,-1-9 6 0,2-3-1-16,-7-4 5 15,-9 5-2-15,-5 0 27 0,-5-2-20 16,0 3-14-16,-31 4-19 16,-20 6 0-16,-31 10-40 15,-23 18-157-15,-14 10-210 16</inkml:trace>
  <inkml:trace contextRef="#ctx0" brushRef="#br2" timeOffset="-102387.18">12741 9928 316 0,'0'0'75'0,"0"0"-75"0,0 0-1 0,0 0-13 15,0 0-16-15,0 0-16 16,0 0-47-16,0 0-53 16</inkml:trace>
  <inkml:trace contextRef="#ctx0" brushRef="#br2" timeOffset="-101785.61">14250 9557 374 0,'0'0'33'0,"0"0"-33"0,0 0 34 0,0 0-27 16,0 0-5-16,0 0-4 15,-1 0 0-15,-1 0 0 16,2 0-9-16,-4 0-18 16,4 0-66-16,0 0-87 15</inkml:trace>
  <inkml:trace contextRef="#ctx0" brushRef="#br2" timeOffset="-100544.45">17027 9743 38 0,'0'0'59'0,"0"0"-59"0,0 0 0 16,0 0 0-16,0 0-2 15,0 0 2-15,-8 6 0 16,5-2 0-16,-1-1 11 15,1 1 9-15,2-2-9 16,-2 1 0-16,3 0 1 16,-2-2-7-16,2-1-1 15,0 3-2-15,0-1-2 16,0-2 2-16,0 0-2 16,0 0 1-16,0 0-1 0,0 0 0 15,0 0 0-15,0 0 0 16,0 0 0-16,0 0 0 15,-1 2-3-15,1-2-4 16,-3 0-8-16,1 0-7 16,1 3-10-16,-2-3-14 15</inkml:trace>
  <inkml:trace contextRef="#ctx0" brushRef="#br2" timeOffset="-97555.6">12795 10728 18 0,'0'0'55'0,"0"0"-36"0,0 0 14 0,0 0-4 0,0 0-1 0,0 0-10 16,0-2-3-16,0 2 2 16,0 0-4-16,0 0-5 15,0 0-6-15,0 0-2 16,0 0-2-16,0 0 2 0,0 0 0 16,2 0 0-16,0 0 12 15,-1-2 12-15,1 2 19 16,-2 0 40-16,3 0-42 15,-3 0 12-15,1-3-10 16,-1 2 14-16,0-1 16 16,0 2-21-16,0 0-10 15,0-2 19-15,2 0-3 16,-2 2-14-16,0 0 1 16,0-1-6-16,0 1 9 15,0 0 4-15,0-1-6 16,0 1-5-16,0-2-2 15,0 2-2-15,0 0-4 16,0 0 6-16,0 0 1 16,0 0-9-16,0 0-7 0,0 0 0 15,0 0-11 1,0 0-7-16,0 0-6 16,-2 0-2-16,-7 6 1 0,-2 8 1 15,-5 2 2-15,-1 3-2 16,-4 0 0-16,1 0 8 15,0 4-7-15,-3-2 1 16,4-1-1-16,-4 0 5 16,0-2-6-16,6-3 0 15,-1 1 0-15,0-3 1 0,0 0-1 16,1-1 2 0,0-2-2-16,4-3 1 0,-1 1 0 15,2-4-1 1,2-2 2-16,-1 0 1 0,1 0-2 15,-3-2 0-15,2 0 1 16,1 0 3-16,4 0 0 16,-2-4-5-16,-1-2 5 15,-1-6 3-15,2-3-7 16,4 1 3-16,1-1-4 16,0 0 2-16,1-3 0 15,2 7-2-15,0-6 0 16,0 4 1-16,0 1-1 15,0-1-3-15,8 1 0 16,-1 2 3-16,4 0-2 16,-1-1-2-16,4 3 4 0,2-4 0 15,1 3-1-15,0 1 1 16,0 1 0 0,-1 0 2-16,0 4-2 0,0-1-4 15,-3-1 4-15,-4 3 2 16,-2 0-2-16,-1 2-4 15,3 0 2-15,-1 0-1 16,1 0 2-16,3 2 1 16,-2 6-1-16,4 1 1 15,-3 3 0-15,0-1-2 16,-2 0 4-16,-3 5-1 16,6-5-1-16,-5 1 1 15,1 2 0-15,0-3-1 0,0 2 0 16,3-2 7-16,-4 1-2 15,3-4-2-15,-2 3-1 16,1-1-2-16,6 0 1 16,-3 0 5-16,2-2-3 15,2 1 1-15,-2-4-1 16,1 1 1-16,-1-2-3 16,-2-1 1-16,-2 0 1 15,0-1-3-15,3 0 2 16,-3-2 1-16,2 0 1 15,0 0-1-15,1 0 2 16,-1 0 2-16,-1 0-3 16,2 0-3-16,-2-3 3 0,1-3 3 15,1 1-2 1,0-1 1-16,4-1 3 16,-4 0-7-16,2 3 5 0,-4-4-4 15,-4 4 3-15,0 1-2 16,-2-4-3-16,-1 3 7 15,1-4 7-15,1 1-2 16,-3-1 2-16,3-4-3 16,-3 2 4-16,-3-2-5 15,0-1 0-15,0 1 9 16,0-4 3-16,-2 0-12 16,-11-1-7-16,1 2 0 15,-4 0 1-15,0 3 5 0,-1 1-6 16,-7 1-2-16,1 2-1 15,-14 4-1-15,-11 4-2 16,-20 2-12 0,-14 22-129-16,-12 7-366 0</inkml:trace>
  <inkml:trace contextRef="#ctx0" brushRef="#br2" timeOffset="-94295.59">10846 10790 483 0,'-64'-139'0'0</inkml:trace>
  <inkml:trace contextRef="#ctx0" brushRef="#br2" timeOffset="-92981.28">2646 8651 175 0,'0'0'281'0,"0"0"-281"0,0 0 73 0,0 0-25 16,0 0-5-1,0 0-25-15,0-14-7 0,0 14-4 16,0 0-6-16,0 0-1 15,0 0 0-15,0 0 5 16,0 0-1-16,0 0-2 16,0 0 0-16,0 0-2 15,0 0 0-15,0 0-3 16,0 0 3-16,0 0-1 16,0 0-9-16,0 0-19 15,0 1-42-15,0 4-50 16,-1-1-70-16</inkml:trace>
  <inkml:trace contextRef="#ctx0" brushRef="#br2" timeOffset="-90964.76">2873 8090 310 0,'0'0'18'0,"0"0"64"0,0 0 32 0,-92 54-55 15,80-47 0-15,4-4 12 16,1 0-37-16,7-3 17 16,0 0-14-16,0 0-14 15,0 0-2-15,13-13 7 16,17-12 40-16,21-13-21 0,20-14 8 15,26-16-19-15,29-12-1 16,23-15 5-16,18-9-22 16,21-13-13-16,13-4 3 15,19-7 1-15,15-2-7 16,13 4-2-16,-2 4-1 16,-19 9 0-16,-9 11 1 15,-20 11 1-15,-20 9 0 16,-16 11-1-16,-38 11-2 15,-22 8 2-15,-34 11 0 0,-23 7 0 16,-17 9 2 0,-13 3 5-16,-7 7-3 15,2 5 9-15,-7 3-10 0,-1 5 1 16,-1 1-4-16,-1 1-1 16,0 0-7-16,0 10-20 15,-16 12 12-15,-15 9-112 16,-19 7-40-16,-14 5-19 15,-21 6-243-15</inkml:trace>
  <inkml:trace contextRef="#ctx0" brushRef="#br2" timeOffset="-90500.73">3515 8256 585 0,'0'0'1'0,"0"0"-1"0,0 0 108 0,0 0 0 0,0 0-95 15,0 0 0-15,89-92 43 16,-14 38-21-16,20-9 4 0,16-8-4 15,27-8 8 1,25-9-9-16,25-10-2 16,25-3-14-16,2-5-4 15,0 2-2-15,-2-1-4 16,-4 2-8-16,-6 10 1 16,-8 7 0-16,-27 11-1 0,-31 16 0 15,-30 9 0-15,-26 9 2 16,-27 7-1-16,-13 7 1 15,-15 4 2-15,-5 5 2 16,-11 5 4-16,-4 6-3 16,-5 2-4-16,-1 5-3 15,0 0-1-15,0 0-1 16,0 0-20-16,-8 17-58 16,-18 9 17-16,-12 4-201 15,-10 5-17-15</inkml:trace>
  <inkml:trace contextRef="#ctx0" brushRef="#br2" timeOffset="-90073.33">4880 8107 898 0,'0'0'0'0,"0"0"-8"0,0 0 8 0,0 0 39 0,73-81 1 0,-28 54-23 16,11-4 22-16,7-5 21 16,11 1-23-16,15-6 2 15,15-5-7-15,23-3 2 16,22-6-17-16,17-2 0 15,7-4-14-15,-3 2-1 16,-6 0-1-16,-16 4 2 16,-11 4-3-16,-13 8 2 15,-18 4-2-15,-20 7-1 0,-22 6 0 16,-21 5 0 0,-20 4 0-16,-11 10 1 15,-12 5 2-15,0 2-1 16,-3 0-1-16,-21 8-110 0,-7 13-57 15,-10 5-16-15,-5 3-96 16,-3 2-252 0</inkml:trace>
  <inkml:trace contextRef="#ctx0" brushRef="#br2" timeOffset="-89683.57">6067 8206 1087 0,'0'0'0'16,"0"0"0"-16,0 0 15 0,0 0 1 16,0 0-16-16,0 0 0 15,8 20 9-15,44-30 43 16,21-16-8-16,21-10-7 15,15-1-16-15,19-5-4 16,12 2-6-16,7-1-1 16,5 0-10-16,-1 3 1 15,-11 0-2-15,-15 4-1 16,-19 4 2-16,-21 6 0 0,-19 4 0 16,-19 5 3-1,-15 5-3-15,-17 4 0 0,-12 4 0 16,-3 2 1-1,0 0-4-15,-8 0-27 0,-18 15-102 16,-13 8-85-16,-10 5-8 16,-1 0-211-16</inkml:trace>
  <inkml:trace contextRef="#ctx0" brushRef="#br2" timeOffset="-89299.34">6973 8524 1132 0,'0'0'0'0,"0"0"0"16,0 0 6-16,0 0 16 16,0 0-22-16,0 0 6 15,-24 42 30-15,33-36-13 16,13-2 3-1,11-4 2-15,21 0 6 0,25-13-6 16,30-13 5-16,16-7-12 16,14-4-12-16,3 1-7 15,-5-1 2-15,0 2-4 16,-10 1 2-16,-15 3-3 16,-12 3 1-16,-24 5-4 0,-18 2 4 15,-17 6-4 1,-18 5-2-16,-15 6-46 0,-8 2-24 15,0 2-1-15,-23 2-113 16,-18 15-122-16,-9 8-62 16</inkml:trace>
  <inkml:trace contextRef="#ctx0" brushRef="#br2" timeOffset="-88937.08">7986 8685 1046 0,'0'0'0'0,"0"0"-2"0,0 0 2 16,0 0 47-16,0 0-18 16,0 0-11-16,-15 11-11 15,45-11 9-15,18 0 59 16,20-3-12-16,16-14-39 15,17-3-16-15,11-6-1 16,0-3-4-16,4 2-3 16,-7-4 0-1,-13 4-1-15,-7-1 1 0,-11 5 2 16,-16 1 0-16,-12 3-2 0,-9 3 0 16,-8 4-2-1,-10 4 1-15,-8 2 0 16,-3 6-1-16,-4 0-28 0,-3 0-97 15,1 11-49-15,5 3-21 16,6 1-117-16</inkml:trace>
  <inkml:trace contextRef="#ctx0" brushRef="#br2" timeOffset="-88713.88">9741 8624 1077 0,'0'0'0'0,"0"0"0"15,0 0 29-15,114 0 28 16,-59-5-30-16,13-5-15 16,0-3-5-16,0-1-7 15,-7-2-4-15,-8-4-206 16,-5-2-359-16</inkml:trace>
  <inkml:trace contextRef="#ctx0" brushRef="#br2" timeOffset="-87588.41">12005 7020 626 0,'0'0'5'0,"0"0"105"0,0 0-28 0,0 0-36 0,5-73 36 0,-5 68-28 15,0 4 27-15,0 1 0 16,0 0-48-16,0 0-27 0,0 18-5 16,0 11 8-1,0 19 34-15,-6 15-20 0,-6 12 17 16,3 4-7-1,-2 6-10-15,3-6-13 0,3-4-7 16,5-11-2-16,0-16-1 16,0-13 0-16,0-13 0 15,0-8 0-15,2-6 0 16,1-6-2-16,-3-2 0 16,2 0-5-16,1-2-8 15,3-18-99-15,2-8-96 16,1-11 18-16,4-7-204 15</inkml:trace>
  <inkml:trace contextRef="#ctx0" brushRef="#br2" timeOffset="-86962.33">12086 6967 392 0,'0'0'191'0,"0"0"-163"16,0 0 81-16,0 0-38 16,0 0-30-16,0 0-28 15,-3-10 4-15,3 10 15 16,0 0-9-16,0 0 1 16,0 0 7-16,0 0-4 0,0 0-1 15,0 0-5-15,0 0-3 16,0 0-3-16,0 0 0 15,0 0-1-15,0 0 2 16,0 0 3-16,0 0-3 16,0 0 3-16,0 10-3 15,0 4 15-15,0 7 4 16,-3 7-26-16,0 5 7 16,-2 7 17-16,1-2-16 15,1-2-4-15,1-2-3 16,2-7-3-16,0-2-3 15,0-10-4-15,5-5 0 16,4-4 1-16,4-6 1 0,7 0 7 16,5-10 1-16,6-11 0 15,4-9-5-15,-1-4-4 16,-6-2 1-16,2-8-2 16,-9 0 1-16,-4 3 2 15,-6 6-3-15,-6 13 3 16,-1 10 0-16,-4 8-2 15,0 4 6-15,0 0-7 16,0 14-1-16,-1 14-5 16,-7 7 6-16,1 8 6 15,3 0 1-15,2-1-4 16,2-3 9-16,0-2-9 16,0-7-3-16,2-3 0 15,6-2-2-15,3-7 1 0,1-4-22 16,4-7-178-1,5-7-138-15,-4 0-352 0</inkml:trace>
  <inkml:trace contextRef="#ctx0" brushRef="#br2" timeOffset="-86151.63">12665 7282 629 0,'0'0'118'0,"0"0"-107"0,0 0 87 0,0 0-35 0,34-76-10 0,-31 69 13 0,-3 3 31 16,0 1-12-16,0 3-10 16,0 3-41-16,-15 15-26 15,-4 7-5-15,-2 6 4 16,3 3-1-16,7-1-5 15,5 3 1-15,6-4 0 16,0-4 0-16,0-4-3 16,15-6 1-16,6-8-3 15,3-6 3-15,3-4 1 16,6 0 4-16,1-9 1 16,-3-11-5-16,1-6 0 15,-7-2 0-15,-1 1-1 0,-5 1 0 16,-5 5 0-16,-5 3 1 15,-8 9 1-15,-1 4-1 16,0 3 6-16,0 2-5 16,0 0-2-16,0 0-2 15,0 0-3-15,0 0 1 16,0 6 1-16,0-1-6 16,0 4 5-16,0 2 2 15,0-1-1-15,5 1 2 16,-2 1 1-16,0 2 0 0,-3 3-1 15,0 2 3 1,0-2-3-16,0 2 1 0,0-5 0 16,0 3 0-1,0-7 3-15,4 1-2 16,5-6-1-16,4 1-4 0,4-6 4 16,4 0 1-16,6 0-1 15,1-11-53-15,2-6-81 16,0-4 2-16,-2-2-33 15,-4-2 10-15,-5 2 103 16,-8 7 15-16,-5 2 37 16,-6 6 23-16,0 3 106 15,0 4-16-15,0 1-36 16,-9 0 0-16,4 0-41 16,-2 12-30-16,-1 5 15 15,3 2 6-15,2 0-9 0,1 0 13 16,2-2-22-16,0 0-2 15,0-3-3-15,0-3-4 16,9-2-1-16,-2-1-2 16,2-3-22-16,-1-5-230 15,4 0-28-15</inkml:trace>
  <inkml:trace contextRef="#ctx0" brushRef="#br2" timeOffset="-85982.6">13160 7235 472 0,'0'0'406'0,"0"0"-396"0,0 0 188 0,0 0-129 0,0 0-60 16,0 0-9-16,-36-29-20 16,38 29 3-16,5 3-116 15,3-2-214-15</inkml:trace>
  <inkml:trace contextRef="#ctx0" brushRef="#br2" timeOffset="-85760.34">13388 7051 933 0,'0'0'6'0,"0"0"24"15,0 0 73-15,-40 103 8 16,40-54-41-16,0 5-6 15,0 2-31-15,0-2-22 16,0-6-10-16,2-7 1 16,8-11-2-16,2-9-5 15,4-9 2-15,1-7-33 16,2-5-157-16,3-2-44 16,-2-16-286-16</inkml:trace>
  <inkml:trace contextRef="#ctx0" brushRef="#br2" timeOffset="-85589.68">13427 7306 964 0,'0'0'4'0,"0"0"125"16,0 0-42-16,0 0-87 16,0 0-1-16,131-31-1 15,-68 22-23-15,8-4-266 16,7 0-401-16</inkml:trace>
  <inkml:trace contextRef="#ctx0" brushRef="#br2" timeOffset="-85061.38">14197 7038 603 0,'0'0'150'16,"0"0"-96"-16,0 0 143 16,0 0-104-16,0 0-9 15,0 0-10-15,-28-8-25 16,28 8 4-16,0 0-14 15,0 0-10-15,0 0-5 16,0 0-1-16,0 0-1 0,17 0 12 16,18 0 3-16,14 0 22 15,19-2-30 1,12-6-15-16,9-1-8 0,13 0-6 16,10-2 0-16,2 2 0 15,-3 2-1-15,-8 1 1 16,-21 4 0-16,-19-2 1 15,-23 2 0-15,-22 2-1 16,-14 0 0-16,-4 0 21 16,0 0 19-16,0 0-18 15,0 0-9-15,0 0-5 0,0 0-7 16,0 0-1 0,0 0-1-16,0 0-3 0,0 0-2 15,0 0 0 1,0 0-33-16,-4 0-61 0,-4-2-57 15,-1-3-53-15,-1-4-21 16,5-4-63-16,4-1-167 16</inkml:trace>
  <inkml:trace contextRef="#ctx0" brushRef="#br2" timeOffset="-84793.68">15219 6825 504 0,'0'0'109'0,"0"0"51"0,0 0-25 0,0 0-25 0,0 0-41 15,0 0-10 1,-27-12-33-16,27 16 30 0,0 7 38 16,9 3-15-16,12 3 13 15,6 0-26-15,6 5-35 16,1 8 12-16,3 1-21 16,-3 6-10-16,-4 1 7 15,-10-1-4-15,-13 1-9 16,-7-1-5-16,-25-2-1 15,-27 0 2-15,-10-4-2 16,-2-3-2-16,6-6-23 16,11-6-213-16,14-8-139 15,13-8-586-15</inkml:trace>
  <inkml:trace contextRef="#ctx0" brushRef="#br2" timeOffset="-83589.36">16075 6643 720 0,'0'0'64'0,"0"0"102"0,0 0-53 0,0 0-97 0,0 0-11 16,0 0-5-16,0 41 23 15,-9-4 22-15,-3 2 47 16,-3 5-50-16,-8 5-19 16,-6 0 10-16,-2 0-18 15,-3-3-4-15,2-7-4 16,2-6-3-16,2-8 4 16,1-8-8-16,5-6 6 15,1-4-1-15,2-7 4 16,3 0-2-16,3-10 1 15,4-15-3-15,6-4 0 0,3-8-5 16,0-9-1-16,8-1-3 16,12 4 3-16,4 4-2 15,-3 9 2-15,-1 11-2 16,-5 7 2-16,-4 10-1 16,-1 2 0-16,-1 0-5 15,4 7-4-15,0 12 11 16,2 4 0-16,2 5 2 15,-1 2 4-15,1 2-3 0,5 0 13 16,2 3 8 0,2-3-6-16,6-9 5 15,-1 0-5-15,7-9-2 0,0-5 1 16,3-3-5-16,0-6 0 16,1 0 11-16,1 0-9 15,-4-9-2-15,0-6 1 16,-6-4 0-16,-5-6 2 15,-1-6-1-15,-8-2 5 16,-7-4 7-16,-7-1-2 16,-5 1-6-16,-5-3-7 15,-18 5 0-15,-10 4-9 16,-9 5-2-16,-9 6 2 16,-7 8-4-16,-9 11 0 0,-6 1-2 15,-6 23-5-15,1 14-29 16,4 13-367-16</inkml:trace>
  <inkml:trace contextRef="#ctx0" brushRef="#br2" timeOffset="-81339.24">13082 8974 326 0,'0'0'31'0,"0"0"127"0,0 0-40 15,0 0-32-15,0 0 17 16,0 0-35-16,0 0 0 15,0 0 12-15,15 5 12 16,-15-5 8-16,0 0-12 16,0 0 15-16,0-5 3 15,0-15 13-15,0-9-65 16,0-12-49-16,-4-8 16 16,-7-12-13-16,0-14 1 15,0-8 0-15,2-7-4 16,0 5-4-16,3 12 1 15,3 18-1-15,0 21 1 16,3 15-1-16,-3 12-1 16,3 5 2-16,-1 2-2 0,-1 0-8 15,-2 2-1-15,-1 15-13 16,-4 5 16-16,0 4 5 16,0-1-72-16,3 0-70 15,1-5-63-15,2-7-41 16,1-2-61-16,2-11-208 15</inkml:trace>
  <inkml:trace contextRef="#ctx0" brushRef="#br2" timeOffset="-80998.64">12972 8260 468 0,'0'0'143'0,"0"0"-88"16,0 0 156-16,0 0-133 15,0 0-52-15,0 0-5 16,-60 39 27-16,38-16 22 15,-2 0 16-15,6-6-23 16,5-5-2-16,4-5-21 16,6-6-16-16,3-1-14 15,0 0-3-15,0 0 6 16,15-11 1-16,8-9-3 16,10-9 5-16,3-5-14 15,0 1 2 1,-2 0 1-16,-2 10-5 0,-10 10 4 15,2 13 11-15,-3 0-7 16,4 24-3-16,5 9 13 16,0 0-7-16,0 1-5 0,-2-5-3 15,0-2-2-15,1-5-1 16,-3-6-1-16,-3-6-1 16,-4-6-84-16,-2-4-285 15,-11-8-194-15</inkml:trace>
  <inkml:trace contextRef="#ctx0" brushRef="#br2" timeOffset="-80319.24">11449 6879 524 0,'0'0'21'0,"0"0"82"0,0 0 27 0,0 0-48 0,0 0-43 0,0 0-20 15,10 23 55-15,-10 19 48 16,0 21-54-16,0 19 30 16,-13 15-26-16,-2 14 0 15,0 7-10-15,0 3-33 16,6-4-8-16,9-15-9 16,0-13-12-16,0-22-2 15,17-15 2-15,3-16 1 16,6-13-1-16,5-10-20 15,8-13-202-15,7-6-132 16,5-24-376-16</inkml:trace>
  <inkml:trace contextRef="#ctx0" brushRef="#br2" timeOffset="-79623.72">16651 6316 639 0,'0'0'112'0,"0"0"57"0,0 0-24 0,0 0-58 0,0 0-61 15,0 0 55-15,34 81-7 16,-19-19 18-16,2 15-13 16,-2 15 19-16,-4 14-28 15,-3 19-39-15,-2 4 0 16,-1 7 16-16,-2-7-12 0,-3-18-17 15,0-19-13 1,0-21 3-16,0-19 1 0,0-18-8 16,0-13 1-1,1-11-2-15,1-5 0 0,2-5-1 16,0 0-3-16,-2-20-73 16,-2-5-190-16,-18-14-212 15</inkml:trace>
  <inkml:trace contextRef="#ctx0" brushRef="#br2" timeOffset="-78950.81">10835 6541 351 0,'0'0'117'0,"0"0"-64"0,0 0 53 0,0 0-22 0,0 0-18 0,0 0 45 16,-7-69-31-16,-5 61-4 16,-1 3 4-16,-2 5 5 15,-3 0-62-15,-9 8 13 16,3 14-15-16,-4 8-10 15,0 5 8-15,4 3 4 16,6-1-14-16,6 1 2 16,6 0 0-16,6-4-7 15,0-1 2-15,3-7-5 0,21-6 2 16,6-6-1 0,1-4-2-16,9-5 0 0,6-5 0 15,5 0 0-15,3-9-6 16,10-12-47-16,6-6-99 15,-1-7-67-15,-4-7-81 16</inkml:trace>
  <inkml:trace contextRef="#ctx0" brushRef="#br2" timeOffset="-78244.33">11218 6397 590 0,'0'0'55'0,"0"0"-31"16,0 0 87-16,0 0-26 0,0 0-54 16,0 0-1-16,-33 6 25 15,36-5-22-15,16-1 7 16,11 0 2-16,4-4 31 16,7-7-26-16,-1-3-31 15,-5 3-8-15,-6 3-7 16,-10 5 0-16,-8 3-1 15,-8 0-4-15,-3 0 4 16,0 0 0-16,0 0 4 16,0 0 0-16,-9 0-1 0,-3 0-2 15,0 0-1 1,0 0 0-16,5 0 1 0,2 0 5 16,2 6-3-1,1 7 1-15,2 6-4 0,0 3 16 16,0 1-9-16,10 4 1 15,6-1 7-15,0-2-7 32,-5-1 4-32,7-3-12 0,-8 2 0 0,-3-3 3 15,-4-1 0-15,-3-1-3 16,0-2 3-16,-4-1-3 16,-15 3 0-16,-2-5 1 15,-6-2-2-15,-3-5 2 0,3 0-3 16,-1-4 3-1,2 1-2-15,10-2 1 0,4 0 0 16,9 0 2-16,3 0 2 16,0 0 3-16,0 0-7 15,0 0-1-15,6 0 0 16,18-9 1-16,7-4 0 16,10-2 1-16,5-1-1 15,3-2 2-15,2 3-1 16,-6-1 1-16,-9 4-1 15,-11 5-1-15,-12 3 0 16,-8 2-2-16,-5 2 5 16,0 0 2-16,0 0-1 15,0 0-4-15,-3 0-18 16,-9 0-46-16,4 0-86 16,4 0-15-16,-4 0-37 0,-2-7-204 15</inkml:trace>
  <inkml:trace contextRef="#ctx0" brushRef="#br2" timeOffset="-77589.11">11158 6045 409 0,'0'0'83'0,"0"0"-50"0,-108-18 76 15,47 18 2-15,-5 0-33 16,-6 0-1-16,0 14-34 16,-3 5 6-16,-5 7 12 15,1 10-8-15,9 5 5 16,8 7 0-16,10 6-22 15,6 4-6-15,7 4-13 16,2 0-4-16,13 2 4 16,6-1 5-16,7 1-9 15,10-4 1-15,1-1-1 16,6-3-6-16,24-4-5 0,10-1 7 16,14-2-3-16,15-5-4 15,22-4 23-15,17-11-18 16,19-10 1-1,12-12-8-15,9-7 1 16,-1-4 1-16,-2-21-2 0,-9-10 2 16,-5-8 3-16,-5-3 1 15,-6-2-1-15,-6-2 0 16,-11-6-4-16,-17-5 3 16,-10-9 9-16,-16-11 20 15,-11-5 0-15,-17-4-12 16,-16-1 4-16,-16 3 5 15,-9 6-4-15,-30 10 6 16,-20 9-15-16,-16 7-1 16,-18 9 2-16,-14 9-14 0,-9 8 3 15,-4 19-7-15,-14 11-1 16,-12 25 0-16,-18 28-8 16,-7 18 7-16,0 21 0 15,8 18-15-15,16 14-177 16,21 9-122-16,7 2-279 15</inkml:trace>
  <inkml:trace contextRef="#ctx0" brushRef="#br2" timeOffset="-72295.16">11429 11569 742 0,'0'0'52'0,"0"0"31"0,0 0 78 0,0 0-44 15,0 0 10-15,0 0-29 16,0 0-31-16,0 0-55 15,-25-8-7-15,24 63 11 16,-2 10 13-16,-5 1-9 16,3-2 5-16,-5-1-14 15,3-6-5-15,2-10-5 16,2-11-1-16,3-15-1 16,0-11 1-16,0-9 1 15,0-1 0-15,0-22 18 0,0-19 14 16,0-17-33-16,0-8 0 15,5-13 0-15,5-5 0 16,8-2-2-16,4 9 2 16,1 20 0-16,5 22-1 15,-4 16 0-15,0 15-1 16,-2 4-6-16,-2 8 2 16,-4 19 6-16,-2 3 0 15,-10 5 0-15,-4 3 0 16,0 5 0-16,-21 1 0 15,-7-4 0-15,-8-5 3 0,-1-9 0 16,1-6-2-16,5-10 2 16,9-4-2-16,8-2-1 15,9-4 5-15,4 0-5 16,1 0-10-16,0 7 3 16,13 7-12-16,10 7 19 15,8 3 1-15,0 2 2 16,2-1-3-16,3-1 0 15,7-2 1-15,-3-3-2 16,2-7 0-16,1-6-14 16,-1-6-166-16,-3 0-107 15,-6-9-224-15</inkml:trace>
  <inkml:trace contextRef="#ctx0" brushRef="#br2" timeOffset="-71797.66">11820 11816 1151 0,'0'0'34'0,"0"0"1"0,0 0 73 0,0 0-100 0,0 0-6 15,0 0-2-15,78-32 0 16,-41 20 0-16,-11-2 1 16,-3 0-2-16,-8 1 0 15,-10-2-5-15,-5 5 2 0,0 1-3 16,-15 8 7-1,-5 1-4-15,-5 3 2 16,-3 16 2-16,2 6 2 0,10 2 0 16,3-2 6-16,5 5-4 15,8-6 0-15,0-2-1 16,11-2-2-16,12-5-1 16,6-9 0-16,8-6-1 15,2 0 0-15,4-5-4 16,-3-12-29-16,-5-3-1 15,-7-1 14-15,-10 4 16 16,-8 6 5-16,-8 4 12 16,-2 7 78-16,0 0 27 15,0 7-67-15,0 21-39 16,0 16 39-16,-9 13 17 0,3 9-26 16,-1 5-16-16,-1 0-19 15,5-9-4-15,3-10-2 16,0-15-1-16,0-14-3 15,0-14-22-15,9-9-124 16,6-14-62-16,0-23-25 16,0-12-109-16</inkml:trace>
  <inkml:trace contextRef="#ctx0" brushRef="#br2" timeOffset="-71685.54">12151 11699 946 0,'0'0'23'0,"0"0"-23"0,0 0-1 0,0 0-12 0,-19 76-3 0,41-48-220 16</inkml:trace>
  <inkml:trace contextRef="#ctx0" brushRef="#br2" timeOffset="-71261.47">12359 11984 935 0,'0'0'6'0,"0"0"85"0,0 0-49 16,52-88-33-16,-38 66-8 16,-6 7 0-16,-3 3 2 15,-5 8 9-15,0 4 127 0,-13 0-60 16,-7 13-65-16,-1 7-1 16,3 5 19-16,3 2-1 15,8 0-17-15,5-2-7 16,2-1-3-16,0-6-4 15,17-6-1-15,4-7-6 16,4-5 5-16,2 0 0 16,0-8-14-16,-3-9-14 15,0-3 4-15,-4 2 12 16,-5 2 14-16,-3 5 1 16,-6 5 3-16,-3 4 12 15,-3 2 17-15,0 0-5 16,3 0-12-16,5 0-7 0,2 8 21 15,-1 1-21 1,2-2-6-16,3-2-3 16,-3 1-1-16,10-4 1 15,1 0 0-15,14-2-2 0,3 0-52 16,7 0-109-16,6-4-100 16,6-6-224-16</inkml:trace>
  <inkml:trace contextRef="#ctx0" brushRef="#br2" timeOffset="-70428.11">13763 11972 378 0,'0'0'505'0,"0"0"-471"0,0 0 233 0,0 0-101 0,0 0-91 16,0 0-48-16,-20 3-4 16,13 48 44-16,-2 17 14 15,-3 9-40-15,2 5 11 16,0 2-15-16,6-5-26 16,1-10 0-16,3-10-7 15,0-16-4-15,4-11-2 16,4-14 1-16,0-9 1 15,-1-9-8-15,8-7-41 16,0-20-26-16,3-14-46 16,-5-12-35-16,-6-11 8 15,-4-13-21-15,-3-17-4 0,0-10 58 16,-1-3 12-16,-11 5 27 16,0 19 76-16,-1 28 63 15,4 24 106-15,3 20-43 16,3 10 32-16,-2 1-27 15,2 26-94-15,-1 18-13 16,4 13 46-16,0 9-11 16,0-2 6-16,13-2-27 15,4-4-3-15,5-8-2 16,4-10-14-16,-1-11-10 16,2-11 0-16,-3-12-7 15,3-6 10-15,2-6-6 16,0-20-1-16,-5-10-5 15,-7-9-5-15,-5-7 4 0,-4 1-10 16,-5 4 1-16,-3 16 8 16,0 16 2-16,0 11 3 15,0 4 11-15,0 18-12 16,-3 17 4-16,-5 9 20 16,4-2 2-16,4-2-10 15,0-5-14-15,0-2-3 16,1-7-1-16,7-5-3 15,1-6-3-15,1-6-99 16,2-8-131-16,3-1-62 16,-1-6-188-16</inkml:trace>
  <inkml:trace contextRef="#ctx0" brushRef="#br2" timeOffset="-68836.42">13634 12087 735 0,'0'0'65'0,"0"0"-57"16,0 0 74-16,0 0-39 16,0 0-39-16,0 0 0 15,-1 0 3-15,1 0 1 0,0 0-3 16,0 0-2-16,0 0 1 16,0 0-4-16,0 0 0 15,0 0 1-15,0 0-3 16,0 0 2-16,0 0-5 15,0 0 4-15,0 0 1 16,0 0 1-16,0 0-1 16,0 0 2-16,0 0-2 15,0 0 6-15,0 0 6 16,0 0 10-16,-3 0 0 16,-6 0-10-16,2 0-10 15,-4 0-2-15,-1 0 3 16,2 0-1-16,-2 2-2 0,-6 2 4 15,-1 1-1-15,-3 1 0 16,-4 2 2-16,-3-2 22 16,-2 1-18-16,-5-1 30 15,-2-2-15-15,-1 1-1 16,0-4 6-16,1 2 41 16,6-3-23-16,2 0-18 15,3 0 13-15,3 0-3 16,5 0-6-16,5 0 4 15,4 0-16-15,4 0-5 16,5 0 16-16,-1 0-16 16,2 0-6-16,0 0-3 0,0 0-6 15,0 0-2 1,0 0 0-16,0 0-2 0,9 0 2 16,4 1 1-1,4 4-1-15,-1-2 0 16,3 3-78-16,3-3-119 0,3-1-83 15,3-2-269-15</inkml:trace>
  <inkml:trace contextRef="#ctx0" brushRef="#br2" timeOffset="-68009.24">14249 11925 946 0,'0'0'14'0,"0"0"133"0,0 0 42 0,0 0-89 0,0 0-30 0,0 0 10 15,-12-11-1-15,-3 11-43 16,-9 5-5-16,-5 16 0 16,-6 11 16-16,-2 8-10 15,-5 4-10-15,-1 4-5 16,-1 3 3-16,0-3-7 16,2-4-4-16,2-4-1 0,4-7-5 15,6-6 3 1,8-9-6-16,4-6-1 0,7-6 0 15,1-4-1-15,4-2 3 16,0-2 2-16,-2-23 0 16,1-8-4-16,4-9-4 15,3-13 0-15,0-1-1 16,10-4 1-16,7 4-1 16,4 9 1-16,0 10 0 15,-2 6 0-15,2 11 0 0,-3 6-1 16,-2 7 0-1,-5 7-2-15,7 0-1 16,2 9-2-16,2 19 6 16,4 10 2-16,3 5 1 0,-2 7-5 15,2 0 4-15,1-3-2 16,-2-4 0-16,2-5 1 16,2-6 0-16,-1-2 0 15,2-10-1-15,1-5-2 16,-1-10 2-16,1-5 1 15,4 0 6-15,0-9-6 16,-3-14 0-16,-3-3-1 16,-3-7-1-16,-4-8 1 15,-5-7 0-15,-6 5-2 16,-9 1 2-16,-5 8 1 0,-2 7-1 16,-24 6 1-1,-13 9 0-15,-12 7 3 16,-5 5-1-16,-4 3-3 0,3 16-1 15,11 3 1-15,7 3 2 16,9 4-2-16,8-3 0 16,7 3-2-16,11-2-10 15,4-4-60-15,3-2-69 16,20-5-107-16,7-6-96 16,6-5-149-16</inkml:trace>
  <inkml:trace contextRef="#ctx0" brushRef="#br2" timeOffset="-67638.49">15153 12065 1160 0,'0'0'43'0,"0"0"-38"0,0 0 150 0,0 0-60 0,0 0-54 0,0 0-22 16,-58-13 3-1,64 12 0-15,18-1 9 16,12-1 17-16,10-2-16 16,6-1-21-16,3 2-7 0,4-1-2 15,-4 4-1-15,-9-2 1 16,-9 2 0-16,-14-1 3 15,-12 2-2-15,-9 0-2 16,-2 0 3-16,0 0 1 16,0 0-5-16,0 0 0 15,0 0-44-15,0 0-102 16,0 0-92-16,0 0-67 16,0 0-110-16</inkml:trace>
  <inkml:trace contextRef="#ctx0" brushRef="#br2" timeOffset="-67235.58">16053 11776 1025 0,'0'0'104'16,"0"0"-61"-16,0 0 139 0,0 0-68 15,0 0-66 1,-21 115 118-16,12-42-91 0,-1 8-10 16,2 8 1-1,-2 5-26-15,2 3-21 0,7 0-1 16,1-5-8-1,0-6 2-15,6-9-6 0,4-13 0 16,-1-14-4-16,-4-16-2 16,1-15-1-16,-3-16 1 15,1-3-2-15,3-19-19 16,2-20-55-16,2-17-40 16,-1-13-69-16,-4-17-87 15,-3-9-48-15,-1-17-69 16</inkml:trace>
  <inkml:trace contextRef="#ctx0" brushRef="#br2" timeOffset="-66874.44">16016 11876 810 0,'0'0'40'0,"0"0"136"15,0 0-2-15,0 0-80 16,0 0-47-16,0 0 9 16,-39 79 19-16,39-36-12 15,7 0-28-15,11 5 17 16,-1-6-20-16,3-5-13 15,-1-6-12-15,1-9-2 16,1-9-5-16,-1-7 2 16,2-6-1-16,2 0-1 15,-1-20 0-15,-3-10-2 16,-1-9-12-16,-3-9-5 16,-2-9 10-16,-5 7 1 0,-1 5 8 15,-4 15-4-15,-3 17 4 16,-1 8 6-16,0 5 4 15,0 12 3-15,0 18-9 16,0 7 20-16,0 3 10 16,0-1-30-16,0-3 1 15,0-2-5-15,0-3 0 16,3-3-2-16,2-4-26 16,1-7-164-16,3-8-143 15,3-6-194-15</inkml:trace>
  <inkml:trace contextRef="#ctx0" brushRef="#br2" timeOffset="-66144.86">16515 12106 1119 0,'0'0'40'0,"0"0"54"0,0 0 65 15,0 0-65-15,0 0-47 16,-48 93 1-16,48-65-26 15,0-2-8-15,8-1-4 16,6-6-3-16,5-4-3 16,2-7 1-16,1-6-2 0,5-2 0 15,1 0 0-15,1-8-2 16,-2-10 0-16,-4-3-1 16,-3-4 0-1,-7-3 1-15,-5 2-2 0,-8 2 2 16,0 5-2-1,0 6 1-15,-3 4 0 0,-3 5 1 16,3 1-1-16,1 3 1 16,2 0-1-16,0 0 0 15,0 0-3-15,0 0-4 16,0 0 2-16,11 0 4 16,1 1 1-16,1 5 0 15,-4 2 0-15,-4 4-4 0,-2 5 2 16,-3 2 2-1,0 8 0-15,0-4 2 16,0 1 0-16,0-4 1 0,7-4 2 16,5 1 1-16,6-9-2 15,3-2-4-15,3-6 3 16,5 0 0-16,1 0-2 16,0-14-1-16,-2-9-1 15,-2-4 0-15,-8-10-1 16,-2-7-2-16,-4-6 2 15,-6-5 2-15,-4 1 0 16,-2 2 1-16,0 9-1 16,0 11-2-16,-2 9 2 15,-2 13 3-15,1 5-3 0,0 5 11 16,-2 5-4-16,-1 20-2 16,1 14 11-16,3 9 1 15,2 4-3-15,0-2 8 16,8 0-16-16,6-6 6 15,2-6-11-15,1-7-2 16,1-10 3-16,-3-8-4 16,1-7 0-16,-1-6-24 15,3 0-71-15,-1-16-111 16,-3-9-143-16,-5-9-285 16</inkml:trace>
  <inkml:trace contextRef="#ctx0" brushRef="#br2" timeOffset="-65589.11">17256 11718 718 0,'0'0'188'15,"0"0"-145"-15,0 0 125 0,0 0-58 0,0 0-15 0,26 83 44 16,-23-28-54-16,-3 4 9 0,0 2-41 16,0-2-15-16,0-3-10 15,0-10-16-15,0-8-8 16,5-11-1-16,2-9-3 16,-1-7 0-16,0-8 0 15,2-3-4-15,2 0-67 16,0-18-133-16,1-8-149 15,-4-6-206-15</inkml:trace>
  <inkml:trace contextRef="#ctx0" brushRef="#br2" timeOffset="-65410.62">17301 12001 1118 0,'0'0'11'15,"0"0"138"-15,0 0-38 16,0 0-87-16,91-41-24 15,-53 31-2-15,-1-1-16 16,-2-3-158-16,-7-5-191 16</inkml:trace>
  <inkml:trace contextRef="#ctx0" brushRef="#br2" timeOffset="-64882.44">17654 11245 816 0,'0'0'33'0,"0"0"66"16,0 0 109-16,0 0-86 0,0 0-12 16,0 0 16-1,-50-65-33-15,46 63-11 0,1 0-27 16,3 2-14-16,0-4-7 15,0 4-8-15,0 0-12 16,0 24-5-16,0 19-4 16,0 12 59-16,13 17-23 15,1 7-12-15,1 13 0 16,-6 7-18-16,-3 7-11 16,-6 1 0-16,0-3 0 15,-12-6 0-15,-4-12 0 16,2-13 0-16,2-6 0 15,11-8 0-15,1-4 0 16,0-12 0-16,0-13 0 0,0-13 0 16,-5-7-33-16,-5-4-84 15,-7-6-37-15,-7 0-167 16,-10 0-112-16,-17-16-394 16</inkml:trace>
  <inkml:trace contextRef="#ctx0" brushRef="#br2" timeOffset="-63964.72">12926 11775 99 0,'0'0'673'0,"0"0"-656"0,0 0 93 0,0 0 50 0,0 0-61 16,0 0 5-16,-26-32 13 15,26 32-3-15,0 0-33 16,0 0-10-16,0 0-22 16,0 27-28-16,0 18-3 15,0 20 69-15,5 19-37 16,-2 8-11-16,0 14 10 16,0 11-20-16,3 5-19 15,3 4 10-15,4-3-3 16,5-9-9-16,4-10-3 15,-2-17-5-15,-2-14 0 16,-2-16 0-16,-4-14 0 16,-6-13 0-16,-1-14 0 15,-4-7 0-15,-1-5 0 0,0-2 0 16,0 0 0 0,2-2 0-16,1 0 0 0,4 0-32 15,11-6-79-15,7-5-52 16,5 2-116-16,7 3-154 15,-4 5-498-15</inkml:trace>
  <inkml:trace contextRef="#ctx0" brushRef="#br2" timeOffset="-63132.32">17165 12798 565 0,'0'0'109'0,"0"0"-108"0,0 0 37 0,0 0 8 0,0 0-17 0,0 0 22 16,31-1-4-16,-31 1 16 15,0 0 27-15,0 0-5 16,0 0-16-16,0 0 0 16,0 0-17-16,0 0-5 15,0 0-4-15,0 0 5 16,0 0-14-16,0 0-12 15,0 0 4 1,0 0 0-16,0 0-2 0,0 0 2 16,0 0-4-16,0 0 1 15,0 0-4-15,0 0-8 0,0 0 1 16,0 0-6-16,0 0 3 16,0 0-4-16,0 0-5 15,0 0 2-15,0 0-2 16,0 0 1-16,0 0-1 15,0 0 0 1,0 0 0-16,0 0 0 0,0 0 0 16,0 0 0-16,0 0-1 15,0 0-7-15,0 0-49 16,-8 0-87-16,-7-3-162 16,-9-5-377-16</inkml:trace>
  <inkml:trace contextRef="#ctx0" brushRef="#br2" timeOffset="-56450.72">11100 7175 704 0,'0'0'54'0,"0"0"-2"0,0 0 87 0,0 0-39 16,0 0-45-16,0 0 0 15,-5-28 15-15,5 28 1 16,0 0-1-16,-1 0-14 16,-1 0 6-16,2 0-19 15,-3 0-8-15,3 0-9 16,0 0-13-16,-1 0-10 16,1 13 4-16,0 13-6 15,0 20 13-15,6 10 59 16,5 2-51-16,0 3 5 15,7 6-4-15,0 6 2 16,4 7-15-16,2 3 10 16,2 4 0-16,2-2-1 15,0-3-12-15,2-4 4 16,0-3 4-16,0 1-10 0,0-1 3 16,-2-2-6-16,-1 0 3 15,-4-8-3-15,-6-6 2 16,1-1-3-16,-6-3 1 15,-6-5-2-15,9-1 3 16,-5-5-3-16,2-7 3 16,-6-8-3-16,3-4 0 15,-3-6 0-15,-3-8-4 16,-1-2 3-16,-2-5-4 16,0-3-16-16,0-1-16 15,0 2-33-15,0-2-44 16,0 0-59-16,0 0-59 0,0 0-20 15,-6 2-71-15,-5 3-364 16</inkml:trace>
  <inkml:trace contextRef="#ctx0" brushRef="#br2" timeOffset="-55950.42">11403 8943 659 0,'0'0'224'0,"0"0"-217"0,0 0 179 16,0 0-70-16,0 0-70 0,0 0 13 15,-11-6 32 1,11 6 1-16,0 0-5 0,0 0 18 16,9 7-21-16,6 6-26 15,1 2-19-15,5-1-8 16,4 7-9-16,2 0-7 15,-1 2 4-15,4 1-13 16,-5-2 0-16,0-5-5 16,-2-2 2-16,-4 0-1 15,-1-5 0-15,-4-7-2 16,-7-1 3-16,0-2-3 16,-2 0 0-16,2-2 3 15,-2-10-3-15,5-1 1 16,-5-7 0-16,-4-4-1 0,4-5 0 15,-2-6 2-15,0-7-4 16,4-1 2-16,2 1-2 16,2 3 2-16,5 7 0 15,-4 5 0-15,-3 10-1 16,1 6-2-16,-7 4-4 16,2 6 0-16,-5 1-7 15,1 0-15-15,-1 0-7 16,2 0-25-16,-1 0-45 15,1 0-93-15,2 1-115 16,1 6-130-16</inkml:trace>
  <inkml:trace contextRef="#ctx0" brushRef="#br2" timeOffset="-52735.78">21612 8735 385 0,'0'0'5'0,"91"-54"43"0,-20 16 82 0,17-8-76 0,14 0-6 16,14-5 17-16,17-4-26 15,13-2-18-15,14-9-1 16,13-9-3-16,21-4-10 16,27-5-1-16,27 1 0 15,25-2-6-15,14 0 0 16,16 3 3-16,13 4 0 16,2 6-3-16,-6 8-4 15,-17 10 4-15,-24 6 0 16,-27 6-1-16,-32 5 0 15,-37 4 0-15,-42 1 0 0,-36 3-2 16,-29 1 2-16,-26 1 1 16,-14 4 0-16,-16 4 1 15,-3 3 3-15,-9 5-4 16,0 3 0-16,0 4-26 16,-18 4-70-16,-3 0-41 15,-5 0-24-15,-6 5-239 16</inkml:trace>
  <inkml:trace contextRef="#ctx0" brushRef="#br2" timeOffset="-52318.79">23578 8561 764 0,'0'0'0'0,"0"0"-49"0,85-37 49 0,-1 0 38 16,26-9 0-16,28-7-29 0,34-6 8 15,33-2 25 1,34-6-24-16,29 2 12 0,14 4-22 15,16 4-6-15,10 6-1 16,-2 3-1-16,-6 4-6 16,-8 7-16-16,-22 8 21 15,-24 6 1-15,-35 9-10 16,-47 3-1-16,-57 7-25 16,-49 1-15-16,-41 0-14 15,-17 1-4-15,-43 2-102 16,-19 0-46-16</inkml:trace>
  <inkml:trace contextRef="#ctx0" brushRef="#br2" timeOffset="-52012.68">25995 8575 797 0,'0'0'0'0,"0"0"0"16,0 0 0-16,0 0 1 15,0 0 8-15,0 0 6 16,82 59 6-16,20-59 5 16,17-14 0-16,17-5-14 15,5-1-3-15,4-4-6 16,-3-2-3-16,-6-4 3 15,-10 1-3-15,-16 1-10 16,-18 2-1-16,-13 1-11 0,-24 8 3 16,-19 6 3-16,-16 3-7 15,-13 6 12-15,-7 2-19 16,-3 0-51-16,-33 0-27 16,-16 11-109-16</inkml:trace>
  <inkml:trace contextRef="#ctx0" brushRef="#br2" timeOffset="-49997.68">18916 824 521 0,'0'0'668'0,"0"0"-649"0,0 0 84 0,0 0 12 0,0 0-104 0,0 0-3 16,-33 112 51-1,36-43-13-15,6 3-12 0,-3 9 15 16,-5 0-30-16,-1 1-14 16,0-5-4-16,0-9-1 15,0-14-1-15,-4-15 0 16,1-12-3-16,0-14-73 15,0-12-64-15,3-1-36 16,0-18 67-16,-3-18-22 16,2-12 44-16,-8-8 81 15,2-8 7-15,-3 7 0 16,7 9 35-16,0 9 43 16,3 14 32-16,0 5-11 15,0 6-31-15,20 3-23 16,8 1-26-16,6 0-12 0,11-2-3 15,1 1 1-15,-1 1-5 16,-3-5 1-16,-8-2 0 16,-7-3-1-16,-11-6 0 15,-6-7 4-15,-9 2 2 16,-1-1 1-16,0 8 6 16,0 7 17-16,-4 10 59 15,2 7 6-15,-1 0-77 16,-3 27-18-16,1 9 0 15,1 14 16-15,-1 3 3 16,3 5 2-16,2 0-10 16,0 9-10-16,0 2-1 0,0-3-2 15,2-8 2-15,7-12-42 16,2-13-121-16,8-12-58 16,6-13-56-16,1-8-204 15</inkml:trace>
  <inkml:trace contextRef="#ctx0" brushRef="#br2" timeOffset="-49687.22">19520 1320 1070 0,'0'0'114'0,"0"0"-90"0,0 0 149 0,0 0-97 0,0 0-34 15,-61 99-11-15,61-66 2 0,15-7-17 16,6-4-8-16,7-7-2 15,3-9-5-15,5-6-1 16,9 0 5-16,-5-13-2 16,-1-12 1-16,-8-7 2 15,-11-6-1-15,-11-4 14 16,-9-3 23 0,-5 2-10-16,-23 6-11 0,-2 8-20 15,-1 7-1-15,4 9-2 16,3 6-4-16,5 7-49 15,-1 0-102-15,10 2-89 16,5 8-125-16,5-2-412 0</inkml:trace>
  <inkml:trace contextRef="#ctx0" brushRef="#br2" timeOffset="-49527.7">20080 1132 1114 0,'0'0'173'15,"0"0"-122"-15,0 0 139 16,0 0-176-16,0 0-14 16,0 0-24-16,-11 6-87 15,11 20-129-15,0 1-170 16</inkml:trace>
  <inkml:trace contextRef="#ctx0" brushRef="#br2" timeOffset="-49370.8">20080 1401 1183 0,'0'0'73'0,"0"0"145"16,0 0-107-16,0 0-70 15,0 0-41-15,0 0-3 16,6-43-9-16,1 43-34 16,9 0-143-16,5 2-91 15,3 5-120-15</inkml:trace>
  <inkml:trace contextRef="#ctx0" brushRef="#br2" timeOffset="-48712.5">20765 1038 1055 0,'0'0'72'16,"0"0"-71"-16,0 0 130 15,-4 100 60-15,4-40-75 16,0 15-43-16,0 7-9 16,0 7-19-16,-12-2-25 15,-2-7-15-15,2-9-5 16,1-12 0-16,4-11 2 16,5-13-2-16,2-13 0 15,0-10-4-15,0-10 0 0,0-2-43 16,0-22-21-1,13-18-16-15,0-17 10 0,-3-11 19 16,-3-11 13-16,-4-20 30 16,-3-8 9-16,0-4 2 15,0 8 1-15,-11 20 2 16,2 25 6-16,0 23 34 16,7 17 25-16,0 13 10 15,2 5-31-15,0 11-46 16,0 20 0-16,0 15 0 15,0 4 23-15,0 1-8 16,8-2 17-16,3-2-15 0,0-2-9 16,6-5-1-1,1-8-4-15,0-7 0 0,6-14-2 16,2-11 0 0,6 0 3-16,8-19-1 0,2-15 0 15,-2-10-3-15,-4-8 0 16,-9-9-1-16,-8 4 2 15,-8 9-1-15,-7 15 2 16,-2 16 0-16,-2 14 6 16,0 3-8-16,0 20-4 15,0 14 4-15,-5 8 1 16,5-1 6-16,0 0 3 16,24-3-4-16,4-3-5 15,8-2-1-15,5-5-5 0,5-11-34 16,-1-7-131-16,-1-8-125 15,1-2-170-15</inkml:trace>
  <inkml:trace contextRef="#ctx0" brushRef="#br2" timeOffset="-47937.66">22192 971 304 0,'0'0'272'0,"0"0"-188"0,0 0 66 16,0 0-17-16,0 0-28 16,0 0 16-16,27-23-14 0,-27 23-43 15,-18 4-17-15,-12 13 43 16,-9 6-11-16,-8 2 2 16,-4 3-32-16,-4 2-24 15,-3 0-6-15,5-3-2 16,12-5-4-16,14-6 2 15,9-9-10-15,14-2-5 16,4-2 0-16,0 3-1 16,4 2-4-16,30 7 5 15,17 7 5-15,13 5-5 16,8 2 2-16,2 4-2 16,0 0-1-16,1 0-2 15,-4 0 3-15,-4-2-1 16,-9-4-5-16,-12-7-22 0,-6-3-65 15,-4-9-64-15,-1-5-90 16,-5-3-168-16</inkml:trace>
  <inkml:trace contextRef="#ctx0" brushRef="#br2" timeOffset="-47700.49">22841 1108 988 0,'0'0'129'0,"0"0"-8"0,0 0 16 0,0 0-65 0,0 0-60 16,105-9-7-16,-53 9-5 15,-4 0 0-15,-1 2-3 16,-6 2-53-16,-10 3-174 15,-12-2-85-15,-17 2-232 16</inkml:trace>
  <inkml:trace contextRef="#ctx0" brushRef="#br2" timeOffset="-47571.4">22998 1233 778 0,'0'0'66'15,"0"0"142"-15,0 0-53 0,0 0-104 16,88 0-29-16,-33 0-15 15,9 0-7-15,8-6-48 16,-2-7-340-16</inkml:trace>
  <inkml:trace contextRef="#ctx0" brushRef="#br2" timeOffset="-46111.48">23829 992 335 0,'0'0'84'0,"0"0"15"0,0 0 32 0,0 0-23 16,6-73 5-16,-6 67 5 15,0 4 5-15,0 2-7 16,0 0-42-16,0 3-28 16,0 22-35-16,0 12 42 15,-3 15 43-15,-2 8-37 16,1 6 3-16,-2 10-23 15,3 10-20-15,0 3-9 16,3-6-9-16,0-7 2 16,0-13-5-16,2-11 4 15,5-10-2-15,-3-8 0 16,-1-13-3-16,-1-9-29 16,1-12-122-16,0-2-62 15,1-27 65-15,2-14-131 0,-3-13-101 16</inkml:trace>
  <inkml:trace contextRef="#ctx0" brushRef="#br2" timeOffset="-45673.8">23893 906 742 0,'0'0'61'16,"0"0"111"-16,0 0-107 15,0 0-51-15,0 0 88 16,11 84-35-16,-11-48-19 0,3 2 22 15,0-1-34 1,2 0-13-16,0-6 15 16,2-4-22-16,4-4-13 15,1-6 0-15,0-4-3 0,4-4 1 16,2-6-1-16,6-3-1 16,0 0-17-16,-2-17-22 15,-2-13 14-15,-1-7 9 16,-6-10 7-16,-5-4 7 15,-1-2 3-15,-4 6 0 16,-1 12 3-16,-2 15 3 16,0 10 29-16,0 9 36 15,0 1-38-15,0 14-33 16,0 17-1-16,0 9 1 16,0 0 12-16,0 3-3 15,3-1 16-15,7-2-10 16,6-5-12-16,3 1-2 0,0-6-1 15,2-5 0 1,1-5-35-16,7-9-136 0,0-8-88 16,3-3-129-16</inkml:trace>
  <inkml:trace contextRef="#ctx0" brushRef="#br2" timeOffset="-45418.97">24514 1169 881 0,'0'0'55'0,"0"0"11"0,0 0 87 16,0 0-81-16,0 0-26 0,-75 81-1 15,75-51 8-15,21-3-25 16,7 1-6-16,11-6-1 16,4-6-4-16,5-9-7 15,0-7-3-15,-5 0 0 16,-7-13-3-16,-11-12 10 15,-13-9 29-15,-12-1 6 16,-16 0-29-16,-29 11-20 16,-21 12-15-16,-13 12-152 15,3 11-185-15</inkml:trace>
  <inkml:trace contextRef="#ctx0" brushRef="#br2" timeOffset="-40451.56">20432 2601 659 0,'0'0'84'0,"0"0"-19"0,0 0 104 0,0 0-84 0,0 0-32 16,0 0 10-16,0 0-2 15,-12 0-11-15,12 0-9 16,1 0 9-16,19 0 30 16,6 0-10-16,12 0-28 15,5-9-11-15,9 4 0 16,6-5-5-16,2 2-9 15,-2-2-8 1,-2 5-8-16,-7-1 2 0,-10 0-1 16,-9 2-2-16,-11 0 1 15,-12 2-1-15,-2 2 1 16,-5 0 6-16,0 0-4 0,0 0-2 16,0 0-2-16,0 0-12 15,0 0-57-15,0 0-74 16,0-4-30-1,0 2-14-15,0 0-86 0,11-2-154 16</inkml:trace>
  <inkml:trace contextRef="#ctx0" brushRef="#br2" timeOffset="-39700.75">21563 2400 656 0,'0'0'58'0,"0"0"82"15,0 0-29-15,0 0-81 0,0 0-26 16,0 0 12-16,0 20 58 16,-6 4-9-1,-9 5 1-15,-3 11-20 0,-6 1 5 16,-7 0-5-16,-2-2-11 15,-2-8-16-15,0-1-3 16,0-8-4-16,7-3 6 16,0-9-7-16,5-4-4 15,3-2 0-15,4-4-5 16,3 0 3-16,3 0-2 16,4-12 3-16,4-6 2 0,2-5-5 15,0-6 0-15,12-5-1 16,9-2 0-16,0 1 1 15,3 4-1-15,-2 5-1 16,-3 8 1-16,0 3 2 16,-3 7 0-16,-1 3 4 15,3 5-6-15,-3 0 0 16,-1 7-2-16,6 16 0 16,-7 4 3-16,2 1 1 15,2 0-4-15,-4 0 3 16,6-1-1-16,-1-1 5 15,2-1-3-15,4-3 0 16,-1-6 2-16,1-3 1 16,2-3-4-16,-1-6 5 15,4-2 3-15,0-2 1 0,1 0-4 16,0 0-3-16,-2-6 4 16,-4-4-2-16,0-6 1 15,-8-1 4-15,1-5 3 16,-5-7 4-16,-5-4 1 15,-2-7-7-15,-5-1-1 16,0 2 3-16,-15 1-1 16,-11 6-3-16,-3 11 0 15,-9 3-4-15,-2 7-4 16,-5 3-1-16,2 6-2 0,-2 2 0 16,5 0-1-1,3 0 1-15,10 11-5 0,3 5-6 16,12 8-91-16,3 5-119 15,9 7-138-15,0 3-370 16</inkml:trace>
  <inkml:trace contextRef="#ctx0" brushRef="#br2" timeOffset="-38887.64">22319 2602 587 0,'0'0'80'0,"0"0"61"0,0 0-22 0,0 0-56 16,0 0-13-16,0 0 19 15,0 0-18-15,-12-7-1 16,12 7-1-16,0 0-11 15,0 0-7-15,0 0 9 16,0-3 6-16,9 0 6 16,12 3-6-16,9-4-12 15,11 1-10-15,7 0-10 16,4 1 2-16,4 0-5 16,-1-2-6-16,2 2-1 0,1 2-3 15,-5 0 0-15,-6 0-1 16,-6 0 0-16,-9 0 1 15,-9-2-1-15,-6 2 0 16,-8 0 0-16,-5 0 0 16,-2 0-3-16,-1 0-33 15,-1 0-68-15,0 0-74 16,3 0-32-16,0 0-51 16,0-6-79-16</inkml:trace>
  <inkml:trace contextRef="#ctx0" brushRef="#br2" timeOffset="-38594.62">22925 2438 441 0,'0'0'142'16,"0"0"-12"-16,0 0 35 16,0 0-86-16,0 0-11 15,0 0-30-15,-11-12-24 16,11 12 2-16,2 9 40 15,16 7 35-15,0 2-26 16,4 2-12-16,2 3-23 16,-3 3-6-16,-6-3-16 15,-6 4-3-15,-9-1 2 0,0 0-7 16,-26 3 2 0,-5 0-4-16,-6-1-13 0,-2 2-201 15,1-8-438-15</inkml:trace>
  <inkml:trace contextRef="#ctx0" brushRef="#br2" timeOffset="-37514.32">23496 2384 845 0,'0'0'61'0,"0"0"26"0,0 0 135 0,0 0-168 0,0 0-22 15,0 0-10-15,0 0-3 16,-12-18-4-16,8 23-5 0,1 20 10 16,-3 8 56-16,1 14-27 15,2 9-18-15,0 10-1 16,-1 1-8-16,1 4-5 16,0 3-9-16,0-6-3 15,3-2-5-15,0-12 0 16,0-11 0-16,3-8-1 15,3-10 1-15,-6-7-1 16,0-9 0-16,0-4 1 16,0-3-6-16,0-2-78 15,0 0-100-15,4-3-9 16,1-18-74-16,-4-11-435 0</inkml:trace>
  <inkml:trace contextRef="#ctx0" brushRef="#br2" timeOffset="-37061.69">23475 2373 805 0,'0'0'19'16,"0"0"121"-16,0 0-10 16,0 0-104-16,0 0-20 15,0 0-6-15,-16-13 2 0,16 36 5 16,0 7 53-1,0 6 1-15,0 5-18 16,0 1 2-16,0-3-17 16,3 2-15-16,4-9-6 15,4-5-6-15,4-10-1 0,0-4-1 16,4-7 1-16,0-6 0 16,2 0 2-16,5-9 1 15,-4-12 0-15,2-5 0 16,-5-9 0-16,-2-10 0 15,-7 0-3-15,-4 1 4 16,-1 6-3-16,-5 13 2 16,0 12 1-16,0 7 10 15,0 6 31-15,0 2-45 0,-5 25 1 16,-2 7-1 0,-1 10 4-16,4-2-2 0,2-2 2 15,2 1-3-15,0-6-1 16,0 1 0-16,3-5-3 15,5-7-10-15,1-4-150 16,4-11-82-16,5-6-125 16</inkml:trace>
  <inkml:trace contextRef="#ctx0" brushRef="#br2" timeOffset="-36204.63">23995 2544 956 0,'0'0'8'0,"0"0"153"0,0 0-104 0,0 0-53 16,0 0 11-16,-45 94-1 16,34-63 9-16,7-5 6 15,1 2 0-15,3-2-8 16,0-5-11-16,0-6-8 15,7-4-2-15,11 0 1 16,4-10-1-16,7-1 0 16,2 0 3-16,3-12-3 15,-2-3 2-15,-5-8-2 16,-8 1 1-16,-3-4 1 0,-7-2 1 16,-7 1 6-1,-2 7-1-15,0 5 1 16,0 5 7-16,-6 4 4 15,-2 5-10-15,0 1-10 16,3 0-2-16,1 0-4 16,1 0 1-16,3 4 1 0,0 3-4 15,0-2 3-15,0-3-3 16,10 4 2-16,3-3 4 16,-2 0-2-16,5 2 0 15,-5-5 1-15,-4 3 0 16,-1 0 2-16,-3-3-2 15,0 4 2-15,-1 3 0 16,-1 7 2-16,4-1 1 16,-2 6-1-16,0-3-1 0,4 1 0 15,2-1 0-15,1-4-2 16,3-4 2-16,3-2 0 16,3-6-2-1,5 0 2-15,3 0 0 16,1-10 3-16,-1-7-2 0,-2-6 3 15,4-5-2-15,-7-5-2 16,-2-11 5-16,-7-2-2 16,-4-6 3-16,-3 0-4 15,-6 2-1-15,0 9 6 16,0 9 0-16,-2 15-1 16,-2 9 30-16,-3 8 1 0,-2 3-27 15,0 24-10-15,-5 12 0 16,5 7 0-16,5 4 1 15,4 0 4-15,0-5-5 16,0-4 1-16,4-5 0 16,11-9-1-16,-1-5-2 15,2-5 1-15,1-7-1 16,2-6-3-16,-1-4-32 16,1 0-54-16,3-7-48 15,-5-9-80-15,-4-3-63 16,-7-4-207-16</inkml:trace>
  <inkml:trace contextRef="#ctx0" brushRef="#br2" timeOffset="-35735.23">24757 2238 1063 0,'0'0'8'0,"0"0"107"0,0 0-78 0,0 0-19 0,-6 100 28 15,6-56-20-15,1-3 7 16,7-1-4-16,-1 3-9 0,1-7-13 16,-1-3-1-16,2-5-4 15,-3-7-2-15,-1-4 0 16,-1-4-1-16,2-7-2 16,-2-3-89-16,2-3-156 15,-1 0-98-15</inkml:trace>
  <inkml:trace contextRef="#ctx0" brushRef="#br2" timeOffset="-35573.6">24721 2471 900 0,'0'0'79'0,"0"0"-44"0,0 0 64 15,0 0-93-15,82-20-6 16,-36 15-2-16,-2 0-11 15,-3-7-121-15,-6 3-124 16,-7-5-391-16</inkml:trace>
  <inkml:trace contextRef="#ctx0" brushRef="#br2" timeOffset="-35217.53">25299 2103 950 0,'0'0'10'16,"0"0"119"-16,0 0 17 15,0 0-102-15,0 0-25 16,-74 86 46-16,52-36 1 15,-1 1 0-15,7 1-8 16,1 2-20-16,5 8-16 16,7-4-13-16,3-5-7 0,0-6-2 15,15-11-3 1,6-6-1-16,9-8-25 16,4-7-129-16,10-11-67 15,0-4-113-15,-3-6-331 0</inkml:trace>
  <inkml:trace contextRef="#ctx0" brushRef="#br2" timeOffset="-34757.79">25542 2291 568 0,'0'0'99'0,"0"0"22"15,0 0 49-15,0 0-89 16,0 0 38-16,0 0-26 16,0-47-22-16,0 47-3 15,0 1-45-15,-2 18-22 16,-7 11 23-16,2 7 17 15,2-2-23-15,4 1-6 16,1 3-2-16,0-4-7 16,3-1-2-16,9-10-2 15,5-1 1-15,3-13 0 16,4-8 1-16,6-2-1 16,0-8 0-16,-1-15 0 15,-2-11 2-15,-5-4 2 16,-6-1-4-16,-6-4 2 0,-3 1-1 15,-7 2 4-15,0 8-4 16,0 7-1-16,-4 7 0 16,-3 10-3-16,-3 8-18 15,-2 0-97-15,-1 14-43 16,3 10-1-16,2 2-108 16,5-2-219-16</inkml:trace>
  <inkml:trace contextRef="#ctx0" brushRef="#br2" timeOffset="-34408.24">26053 2213 1107 0,'0'0'39'0,"0"0"232"0,0 0-199 0,0 0-72 0,0 0 0 0,0 0 15 16,-12 108 10-16,8-72 10 16,0 1 12-16,-1-2-11 15,2-1-16-15,3-5-6 16,0-4-5-16,0-4-7 0,0-10 2 16,6-3-1-16,12-8 1 15,4 0 0-15,7 0 3 16,6-2-3-1,0-7-4-15,-4 1-1 16,-4-4-1-16,-1 6-19 0,-3-1-104 16,-2 1-68-16,-2 1-87 15,-5-1-210-15</inkml:trace>
  <inkml:trace contextRef="#ctx0" brushRef="#br2" timeOffset="-34087.36">26392 1946 769 0,'0'0'138'16,"0"0"-33"-16,0 0 19 15,0 0-89-15,0 0 36 16,72 87 59-16,-26-32-28 16,-1 9-2-16,-2 11-34 15,-12 14-34-15,-23 16-24 0,-19 15-8 16,-63 12-20-16,-38-2-432 15</inkml:trace>
  <inkml:trace contextRef="#ctx0" brushRef="#br2" timeOffset="-30541.79">20100 2569 531 0,'0'0'59'0,"0"0"-50"0,0 0 13 15,0 0 38-15,0 0-42 16,0 0 32-16,0 0 69 16,0 0-27-16,0 0-13 15,0 0-6-15,-8 0-38 16,-6 0-19-16,-4 0-3 16,-4 0 9-16,-8 0 10 15,-7-5-7-15,-7 0-8 16,-1 4 7-16,-8-3 10 15,-1-2-11-15,1-3-4 16,0-2-7-16,3-3 1 0,2-1-6 16,8-2-1-16,2-2 1 15,2 2 0-15,-1-1-2 16,0 2-2-16,3 0 2 16,7 3 1-16,7 0 3 15,2 0-4-15,8-2-2 16,-2 0-1-16,8 1 0 15,1-3-1-15,1 5-1 16,2-1 0-16,0 2 0 16,0 2-1-16,0-1 1 15,0 2-1-15,2 2 1 16,1 0-1-16,0 4 1 0,-2-4 0 16,-1 4 0-16,4-2 0 15,-4 1 0-15,2 1 0 16,-2 1 1-16,0 1-4 15,0 0 5-15,0 0-2 16,0 0 1-16,0 0-1 16,0 6-3-16,0 14-2 15,0 13 4-15,0 3-1 16,0 5 1-16,-2 1 1 16,-2-1 0-16,-3 2 1 15,1 0-2-15,-2-4 2 16,-1-5 0-16,3-9-1 15,2-9 1-15,1-6 0 16,1-10-1-16,2 0-1 0,0 0 1 16,0 0 5-16,0 0-2 15,0-3 4-15,-3-20-7 16,3-4-1-16,-1-11 0 16,-2-2-1-16,-3-1 2 15,-1-5 0-15,0-6-4 16,0 2 4-16,-2 4 2 15,3 6-2-15,0 8 0 16,5 11 0-16,1 8 0 16,0 7-2-16,0 6 1 15,4 0-7-15,12 0 4 16,4 4 4-16,4 10 0 0,4 4 1 16,3 1-1-16,4-2 1 15,3-2-1-15,1-3 0 16,5-6-1-16,2-3 1 15,-1-3 4-15,5 0-2 16,-8-2 0-16,-4-8 3 16,-9-1-3-16,-8-1 0 15,-10 0 2-15,-8 3 5 16,-3-1 2-16,0 4 3 16,0 0 4-16,0 0-12 15,-2 3 0-15,-4 0-5 0,6 3-1 16,-3 0-1-1,-1 0-4-15,-1 0-13 16,-1 3-112-16,-3 6-76 16,5-2-130-16,-5-2-366 0</inkml:trace>
  <inkml:trace contextRef="#ctx0" brushRef="#br2" timeOffset="-27951.89">23489 7284 304 0,'0'0'271'0,"0"0"-271"0,-109 29 0 0,92-21 163 15,4-1-163-15,2 1 0 16,-3 0-10-16,-1 0-4 16,-2-2 10-16,-4 3 2 15,-12 2 2-15,-4 5-1 0,-3-3 1 16,12-3 36-16,14-6 48 16,14-4 35-16,21-10-61 15,36-23-45 1,32-19 46-16,34-16-12 15,29-13 16-15,27-5-19 16,22-3-14-16,24-6-11 0,29-1-11 16,25-4-8-16,27 0-2 15,13 5 0-15,8 13 2 16,-18 12-1-16,-35 16 0 16,-54 15-5-16,-67 12-8 15,-60 7 3-15,-48 5-3 16,-32 2-11-16,-13 2-40 15,-19 1-76-15,-26 4-10 16,-24 3-126-16</inkml:trace>
  <inkml:trace contextRef="#ctx0" brushRef="#br2" timeOffset="-27590.57">23845 6424 992 0,'0'0'0'0,"-103"10"-113"0,77-10 113 16,22 0 131-16,9-5-72 0,35-20-56 16,32-12 14-16,31-12 34 15,27-8-12-15,29-6 14 16,17-3-16-16,23 0-14 15,10-6-14-15,4-5 0 16,0 2-7-16,-4 5 1 16,-15 7 1-16,-19 8-4 15,-26 8 0-15,-42 7-3 16,-37 14 2-16,-35 3-2 16,-32 7-2-16,-11 2-48 15,-39-1-49-15,-24 3-92 16,-18 5 43-16,-23 6-31 0,-10 1-135 15</inkml:trace>
  <inkml:trace contextRef="#ctx0" brushRef="#br2" timeOffset="-27313.37">24767 5528 355 0,'-88'3'121'0,"20"-3"-106"0,23 0 6 16,15-8 11-16,15-2 40 15,11-5 23-15,4 3-55 16,0-3-32-16,0-2 22 15,19-1 14-15,15-4-7 16,14-8 1-16,21-3 24 16,13-5-21-16,10-1 3 15,10 1-6-15,-4-3-5 16,1 3-10-16,-4-4-7 16,-2 1-11-16,-5 1-3 0,-6-2 0 15,-12 7-2-15,-9-2-3 16,-15 3-1-16,-17 8-51 15,-21 2-58-15,-8 5-108 16,-34 3-58-16</inkml:trace>
  <inkml:trace contextRef="#ctx0" brushRef="#br2" timeOffset="-27059.13">24570 4648 703 0,'0'0'0'16,"0"0"2"-16,0 0 39 0,-53-89 26 16,83 55-14-16,19-5 3 15,21-2-34-15,16-6 8 16,10 0-10-16,4-3 3 16,-5 5 13-16,-1-1-13 15,-7 6-20-15,-12 4-3 16,-14 6 0-16,-20 13-1 15,-17 7-41-15,-19 4-85 16,-5 0-60-16,-20-5-448 16</inkml:trace>
  <inkml:trace contextRef="#ctx0" brushRef="#br2" timeOffset="-26827.49">24963 3941 1015 0,'0'0'0'0,"128"-88"-12"15,-46 48 12-15,9 4 3 16,-3 8 6-16,-9 10-8 16,-6 10-1-16,-5 6-1 15,-6 2-242-15,2-4-373 16</inkml:trace>
  <inkml:trace contextRef="#ctx0" brushRef="#br2" timeOffset="-25028.77">29442 3992 636 0,'0'0'65'0,"0"0"-24"0,0 0 127 0,0 0-63 0,0 0-16 0,0 0 2 16,0 0-50-16,10-51-33 16,-10 51-8-16,5 18 5 15,2 11 3-15,0 15 18 16,-1 12-12-16,-1 7 25 0,4 2-8 16,-2-3-20-1,4-6-4-15,2-8-3 16,-2-9-2-16,-2-8-2 15,-3-7 2-15,1-10-2 0,-6-3 1 16,-1-6-1-16,0-5 1 16,0 0 2-16,0-3 18 15,0-16-7-15,-3-8-14 16,-5-11-2-16,0-5 1 16,2-10 1-16,0-4-1 15,-3-2 1-15,3 3 0 16,-3 9 1-16,2 14-1 15,2 13 0-15,0 10 2 16,3 10-2-16,2 0-1 0,0 16-17 16,0 14 9-16,0 6 9 15,3 4-3-15,9-2 3 16,1-3 1-16,3 0 0 16,4-5-2-16,1-3 2 15,1-7-2-15,-1-8-1 16,-1-5 2-16,0-7 0 15,0 0 3-15,-1-6-2 16,3-13 8-16,-5-8-7 16,-4-4 1-16,-7-7 3 15,-3-3-4-15,-3 6 1 0,0 11-2 16,0 12 2-16,0 12-3 16,-3 3-1-16,-4 24-22 15,-3 7 21-15,2 4 1 16,5-4 1-16,3-3 0 15,0-3 0-15,0-4 0 16,9-1-6-16,4-7-11 16,1-4-102-16,5-5-108 15,-2-7-18-15,1 0-194 16</inkml:trace>
  <inkml:trace contextRef="#ctx0" brushRef="#br2" timeOffset="-22654.29">29970 4336 423 0,'0'0'16'0,"0"0"43"16,0 0-10-16,0 0-44 0,0 0-5 15,0 0 0-15,-2-2 5 16,2 2 3-16,-1 0-7 16,1 0-1-16,0 0-1 15,0 0-2-15,0 0 3 16,0 0 0-16,0 0-4 15,0 0 4-15,0 0-1 0,0 0 0 16,0 0 1-16,0 0 3 16,0 0 21-16,1 0 28 15,-1 0 17-15,0 0 4 16,0-3-15-16,0 1 14 16,0 2-10-16,0 0-21 15,0 0-8-15,0 0-21 16,-6 0-11-16,-1 10-1 15,-2 2 0-15,4-3 3 16,4 1-2-16,1 2 1 16,0-6-2-16,0 2 1 15,3-1 0-15,10-6 2 16,4 0 3-16,5-1 0 0,0 0-2 16,3 0-1-16,-2-4 0 15,-3-3 0-15,-5-2-2 16,-4 0 1-16,-5 0 2 15,-4-1 1-15,-2 1 8 16,0 3 5-16,0 0-3 16,-5 4-2-16,-2 2-7 15,0 0-2-15,2 0-1 16,2 0-6-16,2 0 0 16,1 0 0-16,0 0-4 15,0 0 3-15,0 2 4 16,9-2-1-16,5 3 4 15,5-3-3-15,1 0 1 0,-1 0 2 16,0 0-3-16,-3 0 0 16,-3 0 0-16,-1 0 2 15,-3-3-1-15,-1 3-1 16,-4 0-2-16,2 0 2 16,-3 0 0-16,-2 0-1 15,2 0 1-15,2 0-3 16,-2 3 3-16,5 0 0 15,-2 1 2-15,2-2-2 16,0 2 1-16,-1-4 0 16,4 0 7-16,1 0-7 15,1 0 5-15,4 0-4 16,-1-1-1-16,0-8 0 16,-2 3 3-16,-1-2-3 0,-2-1-1 15,-1-1 1 1,-3-4 0-16,0 1 3 0,-4-6 0 15,-3 0-1-15,0-2-2 16,0 1 3-16,0 1-2 16,0 5 5-16,0 4 5 15,-3 6 3-15,1 1-3 16,1 3 4-16,-1 0-16 16,0 1 0-16,1 15-6 15,1 3 6-15,0 2 0 16,0 3 0-16,3-2 0 15,8-1 0-15,2-3 0 0,0-2 0 16,1-1 0-16,1-5 0 16,-3 0-12-16,4-5-105 15,-2-4-100-15,2-1-69 16</inkml:trace>
  <inkml:trace contextRef="#ctx0" brushRef="#br2" timeOffset="-22437.57">30614 4024 604 0,'0'0'16'0,"0"0"89"0,0 0-42 0,0 0-56 0,0 0-7 0,12 104 23 16,5-66-4-16,-4-6 2 15,5-2 7-15,-2-4-13 16,-1-3-1-16,-3-5-14 15,2 0 1-15,-5-3-2 16,-6-7 0-16,-2-2-167 16</inkml:trace>
  <inkml:trace contextRef="#ctx0" brushRef="#br2" timeOffset="-22261.63">30705 4195 669 0,'0'0'141'0,"0"0"-141"16,0 0-1-16,96-38-1 15,-49 34 0-15,-3-1-51 16,-8-2-253-16</inkml:trace>
  <inkml:trace contextRef="#ctx0" brushRef="#br2" timeOffset="-22104.9">30471 4023 926 0,'0'0'4'0,"0"0"-2"0,0 0-2 15,0 0-16-15,0 0-34 16,106 5-273-16</inkml:trace>
  <inkml:trace contextRef="#ctx0" brushRef="#br2" timeOffset="-21710.8">31425 4173 202 0,'0'0'744'16,"0"0"-744"-1,0 0 92-15,0 0-10 0,0 0-76 16,0 0-5-16,5 0 21 16,31 0 33-16,12 0-11 15,12-6-17-15,2-1-3 16,7 0-10-16,5 0-1 15,-2 3-6-15,-1 2 0 16,-6 2-7-16,-19 0 0 16,-13 0-2-16,-17 0 1 15,-13 0 1-15,-3 0 0 16,0 0 1-16,0 0 0 16,0 0-1-16,0 0-6 0,-6 2-25 15,-2 2-58-15,0 1-50 16,6-3-15-16,1-2-58 15,1 0-331-15</inkml:trace>
  <inkml:trace contextRef="#ctx0" brushRef="#br2" timeOffset="-20575.66">32919 4006 321 0,'0'0'357'0,"0"0"-276"0,0 0 76 0,0 0-68 0,0 0-24 16,0 0-28-16,0-14 12 16,0 14 11-16,0 0-13 15,0 0-8-15,0 0-11 16,0 0-18-16,0 10-10 15,0 6 11-15,-9 4 8 16,-1 2 1-16,-2-1-1 16,-4 0 1-16,-1 0-12 15,-4-2 6-15,-1 0-5 16,-4-2 0-16,-2-3-2 16,-2-1-1-16,-1-3 1 15,-1-4-1-15,4-1-5 0,6-5 3 16,7 0-1-16,5 0-1 15,5 0 2-15,4-6 5 16,1-9 0-16,0-1-7 16,6-6-2-16,10 1 0 15,1-1-1-15,0 5 1 16,-3 6-1-16,-4 4 1 16,-4 6-1-16,0 1 1 15,2 0-6-15,3 1 1 16,3 11 4-16,5 1 1 0,1 3 0 15,4-2 0 1,2 1 0-16,3-4 1 0,1 0-1 16,-2-4 3-16,-4-2 1 15,-5-2 3-15,1-3-4 16,-2 0 5-16,1 0 3 16,3-3-2-16,-1-6 0 15,5-5 1-15,-3 0 0 16,1-8 0-16,-7 0-5 15,-5-3 0-15,-11-1 5 16,-1 3 3-16,-6 2-2 16,-21 6 5-16,-9 2-16 15,-10 6-1-15,-3 6-1 16,3 1-2-16,4 0 4 16,3 15-1-16,5 5-3 15,4 2 1-15,6 5-3 16,6 0 0-16,8-1-16 0,6-3-178 15,4-4-109 1,0-6-178-16</inkml:trace>
  <inkml:trace contextRef="#ctx0" brushRef="#br2" timeOffset="-19589.47">32897 3619 589 0,'0'0'42'0,"-79"-27"-2"0,19 17 42 0,-13-1-55 15,-16 0 15 1,-19-3-3-16,-16 2 5 0,-16-7-1 16,-21 2-2-1,-9 0-4-15,-12 0 13 16,-10 5-8-16,-1 0-5 15,3 4-6-15,8 5-1 0,11 3-5 16,17 0-13-16,14 9-1 16,12 7-7-16,11 9-1 15,6 9 1 1,9 5-3-16,6 7-1 0,4 7 2 16,7 0-1-16,4 2-1 15,2 0 0-15,4 2 1 16,0 4 1-16,4-2-2 0,7 1-2 15,11-1 1 1,12-3-1-16,8-3 2 16,13-2 1-16,7 0-1 0,8-5-3 15,5 1 3-15,7-4 0 16,21-4-4-16,13-4 4 16,15-2 0-16,19-3 6 15,16-4-5-15,16-5 1 16,12-3-2-16,11-4 2 15,13-5-2-15,7-3 2 16,7-4-2-16,8-2 2 16,7 0 1-16,8-4 1 15,12-3-4-15,-3 4-1 0,0 0 1 16,-9 2-1-16,-9 1 1 16,-8 0 4-16,-14 0-4 15,-5 0-1-15,-9 0 1 16,-7 0 1-16,-1 0-1 15,2-5 1-15,-5-5-1 16,0-2 3-16,6-6-1 16,0-2 0-16,-8-1 5 15,-7-6-7-15,-18-1 1 16,-15-2-1-16,-4-3 8 16,-5 0 11-16,-18-4-7 15,-15-1 6-15,-23-6 37 0,-11-6-18 16,-6-3 0-1,0-4-14-15,0-4-6 16,0-2-2-16,0-2-5 0,-2-4-6 16,-47-1-3-16,-38-4-2 15,-44 2-1-15,-31 6 1 16,-10 7 0 0,-1 9-4-16,9 10-9 0,13 7-67 15,13 6-81-15,5 9-12 16,9 6-36-16,13 2-86 15</inkml:trace>
  <inkml:trace contextRef="#ctx0" brushRef="#br2" timeOffset="-18674.79">31185 3473 208 0,'0'0'39'0,"0"0"-18"0,0 0 55 0,0 0 38 0,0 0-14 0,0 0 40 15,33 28 6-15,-30-31-42 16,2-11-45-16,-2-6 12 16,0-6 0-16,-3-8-13 15,0-5 5-15,0-5-33 16,-3-4 3-16,-8-2-6 15,0-4-11 1,0 4 1-16,0-2-7 0,-3 5 2 16,-1 5-2-16,-3 6 0 15,0 7 0-15,6 10 0 16,5 7-7-16,2 6 1 16,2 6-4-16,-4 0 0 0,-4 1-7 15,-4 16 1-15,-1 4 4 16,4 2-1-16,3-3-5 15,6 2 2-15,3-6-2 16,0 2-39-16,0-5-53 16,0-3-19-16,0-6 17 15,0-1 10-15,0-3 39 16,2 0 38-16,-1 0 15 16,1-11 0-16,-2-1 1 15,0-1 0-15,0 6 3 16,-11 0 0-16,-8 4 8 15,-4 3 2-15,-2 0 3 16,-3 5 3-16,2 7-7 16,3 1 1-16,6-5 11 0,1 0 1 15,5-4-5-15,7-1-4 16,0-3 0-16,4 0 3 16,0 0 1-16,0 0 4 15,16-6 5-15,7-9-14 16,7-6-9-16,2-1 0 15,0-4 0-15,0-3 0 16,1-4 2-16,-4 4 1 16,0 6-2-16,-10 9-6 15,-10 9 7-15,0 5-5 16,0 5-4-16,7 21-1 16,8 6 1-16,4 5 1 15,7 2 5-15,8-5-4 0,8-5-1 16,5-1 0-16,4-6 1 15,-4 1-2-15,-3-5-3 16,-5-4-103-16,-3-7-205 16,-6-7-477-16</inkml:trace>
  <inkml:trace contextRef="#ctx0" brushRef="#br0" timeOffset="-1139.66">1122 4447 727 0,'0'0'169'0,"0"0"-157"0,0 0 35 16,0 0 72-16,0 0-64 15,0 0 22-15,-20 98 2 16,2-53-16-16,-5 7-19 16,-7 13 11-16,-6 6-18 15,-3-1-14-15,-3-4-8 16,2-10-11-16,3-13 6 15,2-10 5-15,4-9 6 0,0-10 13 16,4-7-2-16,-3-7-4 16,0 0-10-16,2-21 1 15,1-10-8-15,-3-10-2 16,15-10-9-16,3-12 0 16,5-4-1-16,7-3 1 15,0 3 0-15,16 9-3 16,-1 10 3-16,3 10 0 15,1 12-2-15,1 8-1 16,4 10-1-16,4 8-1 16,5 0 3-16,4 4-1 15,2 19-1-15,-2 5 0 0,5 7 4 16,-5 11-4-16,5 6 5 16,-3 8-1-16,-2 3 0 15,-1-3 1-15,-3-2-1 16,1-11 0-16,2-4 3 15,-2-7-3-15,-1-9 1 16,3-4-2-16,-5-3 1 16,-4-12-4-16,0-2-137 15,-6-6-239-15,-8-2-479 16</inkml:trace>
  <inkml:trace contextRef="#ctx0" brushRef="#br0" timeOffset="426.2">28919 5141 492 0,'0'0'10'0,"0"0"45"0,0 0 14 16,0 0-9-16,0 0-10 15,0 0-11-15,0 0-3 16,2-36-5-16,-2 36-11 15,0 0-15-15,0 4 6 16,-11 12-1-16,-14 12 35 16,-12 4 41-16,-11 4-37 0,-7-3-17 15,-5 5-1 1,2-4-8-16,0-1-8 0,6-6-8 16,3-3 0-16,8-5-3 15,5-6-1-15,8-2 4 16,7-5 2-16,7-6-3 15,8 0 9-15,-2 0 27 16,3-14-14-16,2-7-22 16,3-7-4-16,0-5 5 15,9-4-7-15,17-5-3 16,2 0 3-16,2 1-1 16,1 4 1-16,-1 7 0 0,3 5-3 15,-2 11 2 1,-3 8 1-16,2 6-4 0,-3 8-2 15,0 18 2-15,3 10 4 16,-1 5 0-16,4 4 0 16,5 2 0-16,1 3 0 15,7-2 0-15,2 0 0 16,4-1-1-16,0-4 1 16,-4-4-61-16,-5-11-216 15,-9-10-241-15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32:43.77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14730 587 647 0,'0'0'65'0,"0"0"12"0,0 0 28 0,0 0-17 0,0 0-16 0,0 0-19 16,0 0 16-16,0 0 8 16,-32 0-28-16,32 0-3 15,0 0-16-15,0 0-9 16,0 0-10-16,9 1-1 15,17-1 6-15,15 0 54 16,9 0-26-16,5-1-17 16,3-6 3-16,6-3-13 15,-4 2-5-15,-2 0-6 0,-5 3-5 16,-6 0 1-16,-7 1-1 16,-6 2-1-16,-13 2 0 15,-7-2-3-15,-8 2-4 16,-6 0 3-16,0 0-2 15,0 0-6-15,0 0-63 16,-18 8-52-16,-5 4-18 16,-5 1-63-16,-3-5-26 15,2 2-181-15</inkml:trace>
  <inkml:trace contextRef="#ctx0" brushRef="#br0" timeOffset="235.96">15097 594 602 0,'0'0'189'15,"0"0"-149"-15,0 0 24 16,0 0 2-16,0 0-39 16,0 0 29-16,-6 98 53 15,6-44-32-15,0 10 0 16,0-1-5-16,3-3-28 16,1-5 13-16,2-9-30 15,0-9-11-15,-3-6-8 16,-2-12-7-16,1-4 1 15,-1-10-4-15,1-5-1 0,2 0-97 16,4-17-140 0,5-9-158-16</inkml:trace>
  <inkml:trace contextRef="#ctx0" brushRef="#br0" timeOffset="597.01">15332 848 826 0,'0'0'151'15,"0"0"-145"-15,0 0 158 0,85-60-60 16,-59 55-60 0,2 5-17-16,-1 0 6 0,-3 19-16 15,-1 9-7-15,-6 5-1 16,-4 6-2-16,-10 1-3 15,-3-2-3-15,0-4-1 16,-6-7 0-16,-2-9 0 16,2-8 2-16,4-5-2 15,1-5 0-15,1-3 4 16,0-20-4-16,0-8-3 16,0-3 2-16,10-4 1 15,2 4-6-15,1 6 0 16,2 8-41-16,-3 10-44 15,4 9-63-15,0 1-73 0,-2 1-104 16</inkml:trace>
  <inkml:trace contextRef="#ctx0" brushRef="#br0" timeOffset="1611.26">15904 864 908 0,'0'0'109'0,"0"0"-40"16,0 0 127-16,0 0-111 16,0 0-78-16,0 0-7 0,-24 0-4 15,24 25 3 1,0 2 1-16,0-4 0 16,0-1 0-16,7-1 0 15,10-7-1-15,5-4 1 0,6-4 0 16,5-6 1-1,3 0-1-15,3-14 0 0,-5-9 0 16,-6-6-21-16,-5-6-15 16,-8-2 24-16,-6 2 11 15,-8 4 1-15,-1 11 1 16,0 8 9-16,0 7 1 16,0 5 32-16,-1 9-40 15,-8 18-3-15,-1 8 0 16,2 5 2-16,6-3-2 15,2-4 3-15,0 0-1 16,14-8-2-16,5-3 0 16,7-10 1-16,9-7-1 0,10-5 3 15,6 0 0 1,4-8-2-16,0-12-2 0,-4-11 1 16,-11-11-28-16,-5-12-26 15,-12-16 10-15,-8-6 17 16,-4-1 10-16,-8 12 17 15,-3 19 0-15,0 16 11 16,0 17 5-16,0 9 35 16,0 4-18-16,-2 13-33 15,-3 21 5-15,0 12-5 16,5 15 7-16,0 1 1 16,0 3 12-16,13-4-10 15,4-9-10-15,4-7 5 0,4-9-5 16,3-12 0-16,5-10 2 15,4-10-1-15,4-4-1 16,2-10 1-16,-1-18-3 16,-2-11-1-16,-5-3-22 15,-4-10-15-15,-6-5 21 16,-1 3 11-16,-6 5 2 16,-9 13 3-16,-5 12 3 15,-4 12 3-15,0 6-1 0,0 6 10 16,0 15-10-1,-10 12-1-15,-5 14 6 0,7 1 9 16,-1 0-4 0,2-3 4-16,1-7-6 15,5-2-3-15,-1-8-3 0,2-5-3 16,0-7-1-16,0-6-1 16,0-4 1-16,9 0 3 15,10-9 1-15,8-16-1 16,3-1-2-16,0-3-1 15,-3 6 1-15,-8 4 0 16,-1 8-1-16,-6 7 8 16,1 4 1-16,-2 12-5 15,2 13 6-15,1 6 15 16,-2 1 0-16,1-2-9 16,1-5-8-16,0-6-4 15,1-6-4-15,2-6 1 16,-1-7 0-16,2 0-1 15,-1-5-2-15,-1-14-116 0,-9-8-67 16,-7-8-85-16,0-6-315 16</inkml:trace>
  <inkml:trace contextRef="#ctx0" brushRef="#br0" timeOffset="1794.47">16512 599 854 0,'0'0'34'0,"0"0"-32"0,0 0 28 0,0 0 8 0,112-36-29 15,-52 25-7-15,1-1-2 16,-3-2-16-16,-8 1-222 16</inkml:trace>
  <inkml:trace contextRef="#ctx0" brushRef="#br0" timeOffset="1945.32">16837 488 1016 0,'0'0'10'16,"0"0"-5"-16,0 0 1 15,0 0-6-15,0 0-334 16</inkml:trace>
  <inkml:trace contextRef="#ctx0" brushRef="#br0" timeOffset="4186.42">12368 1813 703 0,'0'0'31'0,"0"0"69"0,0 0 30 0,0 0-28 16,0 0-39-16,0 0-51 16,0 0-8-16,0 0-2 15,0 95 48-15,0-26-5 16,0 4-14-16,0 4-2 15,-6 3 14-15,3-4-30 16,-2-6-11-16,2-6-2 16,2-12-1-16,-2-11 1 0,3-7-1 15,-2-14 0-15,2-7-61 16,0-13-100-16,0 0-82 16,0-28 4-16,0-9-204 15</inkml:trace>
  <inkml:trace contextRef="#ctx0" brushRef="#br0" timeOffset="4536.46">12305 2252 613 0,'0'0'77'15,"0"0"-73"-15,0 0 3 0,0 0 36 16,0 0 4 0,103 10-13-16,-60-10-9 0,2 0-8 15,0-4-8-15,-2-6-8 16,-6-6 0-16,-5-5-1 15,-6-2 1-15,-9-10 4 16,-7-9-4-16,-8-2 10 16,-2-2-6-16,0 10 31 15,0 10 14-15,-6 13 30 16,3 9-2-16,2 4 18 16,-5 16-85-16,-4 22-8 15,4 14-3-15,-2 11 16 0,2 6 23 16,1 3 9-1,1 7-18-15,2 5-21 16,2 1-5-16,0-10-4 16,0-8 0-16,0-20-3 0,0-18 2 15,2-9-26-15,7-14-157 16,1-6-101-16,7-10-220 16</inkml:trace>
  <inkml:trace contextRef="#ctx0" brushRef="#br0" timeOffset="5332.92">13117 2389 681 0,'0'0'70'0,"0"0"9"0,0 0 52 0,0 0-38 16,0 0-23-16,0 0-28 15,-68-23 8-15,52 27-25 16,-3 16 5-16,-4 7 12 16,1 5 3-16,7 5-21 15,0 0 10-15,8-1 6 16,4-3-15-16,3-4-10 16,0-2-7-16,4-6-5 15,17-8 2-15,7-4 0 16,10-8-4-16,7-1 10 15,7-4-2-15,-2-19-5 0,-6-2-1 16,-10-11-2-16,-10-1 2 16,-14-7 5-16,-7-6-8 15,-3 5 4-15,-6 7-4 16,-14 8-1-16,-2 15 1 16,-6 8-3-16,-2 7-9 15,-1 0-25-15,3 7-70 16,5 14-57-16,10-1-85 15,3 0-152-15</inkml:trace>
  <inkml:trace contextRef="#ctx0" brushRef="#br0" timeOffset="5958.66">14003 2252 657 0,'0'0'136'0,"0"0"-104"0,0 0 111 15,0 0-4-15,0 0-82 0,0 0-55 0,-32 22 0 0,18 21 5 16,-1 3 12-16,0-1 1 15,7-4 5-15,7-4-10 16,1-6-9-16,0-7-5 16,6-8-1-16,12-14 1 0,6-2 2 15,6-2 1 1,5-23-4-16,-2-8 1 16,-5-3 0-16,-7-3 4 0,-1 1-5 15,-7 4 3 1,0 8 0-16,-3 8-2 0,-6 6 4 15,1 12 24-15,2 0-25 16,3 17 0-16,4 8-4 16,1 4 7-16,-3 4 5 15,-5-1-5-15,2-1-1 16,-6 0-5-16,-3-5 1 16,0-5-1-16,-2-3-2 15,-14-8 1-15,0-8-94 16,-7-2-156-16,1-7-176 15</inkml:trace>
  <inkml:trace contextRef="#ctx0" brushRef="#br0" timeOffset="6098.83">13955 2082 1022 0,'0'0'5'15,"0"0"-1"-15,0 0 63 16,0 0-67-16,0 0-15 15,0 0 8-15,43 57-178 16,-2-36-284-16</inkml:trace>
  <inkml:trace contextRef="#ctx0" brushRef="#br0" timeOffset="6362.03">14659 2023 1130 0,'0'0'6'0,"0"0"157"0,0 0-35 15,0 0-70-15,0 0-58 16,81-18-3-16,-24 18 2 16,-1 0-2-16,-8 0 2 15,-6 2-1-15,-12 1-7 16,-11 2-70-16,-8 0-69 15,-10 0-116-15,-1-4-190 16</inkml:trace>
  <inkml:trace contextRef="#ctx0" brushRef="#br0" timeOffset="6564.35">14899 2044 512 0,'0'0'587'15,"0"0"-586"-15,0 0 95 16,-11 75 70-16,11-34-60 15,8 6-52-15,5 3-15 16,-3 3-13-16,-1-3-19 16,-5-2-6-16,-1-5-1 15,-1-11-2-15,4-7-7 16,-3-7-62-16,7-6-107 0,1-11-40 16,-1-1-63-1,6-5-290-15</inkml:trace>
  <inkml:trace contextRef="#ctx0" brushRef="#br0" timeOffset="6892.76">15136 2276 910 0,'0'0'155'16,"0"0"-125"-16,0 0 147 16,0 0-91-16,87-32-56 15,-47 46-9-15,-1 14-5 16,-4 3 8-16,-12 0-17 15,-10 3-5-15,-7-2 3 16,-6-5-4-16,0-2 2 0,-6-6-2 16,-4-8 0-16,1-5 1 15,-1-6-1-15,4 0 4 16,2-3 0-16,1-17-4 16,3-4-1-16,0-7 0 15,0-5 0-15,15-1-2 16,4-1 1-16,0 7-12 15,-1 6-7-15,-3 10-32 16,-4 10-4-16,-1 5-21 16,0 0-29-16,-2 12-11 15,0 9-21-15,-2 0-117 0,1-2-262 16</inkml:trace>
  <inkml:trace contextRef="#ctx0" brushRef="#br0" timeOffset="7490.58">15710 2317 698 0,'0'0'104'0,"0"0"38"15,0 0 51-15,0 0-98 16,0 0-25-16,0 0-53 16,-5-7-14-16,-2 28 8 15,1 1 19-15,3 2-5 16,3-1-7-16,0 1 12 15,0-4-19-15,7-3-2 16,7-5-9-16,3-3 2 16,5-9-1-16,3 0 4 0,3 0-1 15,2-19-2 1,-2-3-2-16,-1-3 0 16,0-7 0-16,-9 0 0 0,-3 3 0 15,-6 6 0-15,-5 9 3 16,-2 8 1-16,-2 3 2 15,0 3 0-15,0 6-5 16,0 13 3-16,-2 10-4 16,1-3 15-16,1 3 3 15,3-7 7-15,16-1 2 16,6-4-5-16,5-4-2 16,8-6-8-16,-1-7 9 0,2 0-10 15,2-3-5-15,-2-12-1 16,-1-5-3-16,-5-6-2 15,-4 1 2-15,-5-7-1 16,-8 4 0-16,-8 5-1 16,-6 6 5-16,-2 10-5 15,0 4 4-15,-10 3 2 16,-10 10-4-16,-4 13-2 16,3 8 5-16,9-2 8 15,12 3-1-15,0-4 5 16,15-4-4-16,14-5-5 15,15 1-7-15,26-4-1 16,36-3-1-16,30-4-55 0,18-7-228 16,-5-2-606-16</inkml:trace>
  <inkml:trace contextRef="#ctx0" brushRef="#br0" timeOffset="8199.59">20451 1805 935 0,'0'0'32'0,"0"0"-31"0,0 0 45 0,0 0-2 0,-6 72 5 0,6-23 2 16,0 1-37-16,0-3 19 16,0 0-2-16,0-2-21 15,0-4-10-15,0-3 0 16,0-3-1-16,-3-7-2 16,3-11-73-16,-1-8-145 15,-3-9-118-15</inkml:trace>
  <inkml:trace contextRef="#ctx0" brushRef="#br0" timeOffset="8535.65">20430 2145 926 0,'0'0'10'0,"0"0"65"16,0 0 16-16,0 0-84 16,117-63-4-16,-74 51-3 15,2-2 1-15,-3-4-2 16,-1-4-5-16,-10-6-54 15,-4-8-28-15,-6-9 5 16,-9 2 40-16,-6 0 24 16,-1 11 19-16,-5 9 6 15,0 12 52-15,0 7 44 0,0 4 14 16,0 7-97 0,0 20-17-16,0 11 22 0,3 9 70 15,0 4-47 1,1 5 11-16,-1 7-24 0,0-1-17 15,1-2-12-15,1-8-4 16,2-6 0-16,1-10-2 16,2-6 0-16,1-14-94 15,5-10-127-15,1-6-112 16</inkml:trace>
  <inkml:trace contextRef="#ctx0" brushRef="#br0" timeOffset="9672.94">21466 2267 501 0,'0'0'79'0,"0"0"-77"0,0 0 77 0,0 0-20 0,0 0-32 15,0 0 27-15,0 4 2 16,0-4-18-16,0 2 5 16,0-2-2-16,0 0 7 15,0 1-7-15,0-1 3 16,0 0-2-16,0 0-7 16,0 0-1-16,0 0-9 15,0 0 2-15,9-1-4 16,2-8-6-16,-2-2-1 0,-4 0-9 15,0-2 11 1,-5 3 5-16,0-1-2 16,0 1 2-16,-10 3 2 15,-7 4-6-15,-6 0-8 0,-7 3-4 16,-1 0 3-16,-2 7 1 16,2 9-3-16,1 3-4 15,3 6 4-15,3-1-6 16,8 0-2-16,5 2-1 15,5-7 1-15,5-1 0 16,1-8 0-16,0-1-2 16,7-5-4-16,14-4 5 15,9 0-1-15,4-3 2 16,4-11-1-16,-4-2-1 0,-1 4-1 16,-11 3 1-16,-7 3 0 15,-6 4 2-15,-6 2 0 16,2 0-2-16,1 0-2 15,5 3 2-15,1 11 2 16,9-3 3-16,-1 0-1 16,8-3-2-16,4-3 0 15,5-5 2-15,6 0-4 16,3 0-100-16,6-16-72 16,1-3-100-16,-5-9-171 15</inkml:trace>
  <inkml:trace contextRef="#ctx0" brushRef="#br0" timeOffset="11157.48">21607 2139 264 0,'0'0'530'0,"0"0"-527"0,0 0 54 0,0 0 28 16,-96-12-64-16,73 20 5 15,-4 8 28-15,-3 0 1 16,0 8-1-16,-1 2 20 16,0 2-10-16,1 1-13 15,6 3-11-15,6-3-8 16,5-1-3-16,7-2-5 0,6-3-8 16,0-6-9-16,1 2-3 15,18-6-3-15,10-5 12 16,8-6-2-16,11-2 4 15,9 0-4-15,2-14-10 16,-2-8 3-16,-6 1-2 16,-15-4-2-16,-11-7 7 15,-10-2-2-15,-12-6 13 0,-3 1 18 16,-11 4 4-16,-12 10-14 16,-10 7-11-16,0 8-3 15,-4 6-8-15,2 4-4 16,1 0 0-16,4 11-1 15,6 8-7-15,8 4-2 16,2 4-61-16,13 5-71 16,1 0-67-16,7-2-89 15,17-11-220-15</inkml:trace>
  <inkml:trace contextRef="#ctx0" brushRef="#br0" timeOffset="11615.74">22471 1913 1101 0,'0'0'52'0,"0"0"-44"0,0 0 67 0,-86 21-23 16,68 12-51-16,7 7 3 15,4 2 2-15,5-6 2 16,2 2 2-16,0-5-4 16,9-5-2-16,10-7-2 15,6-5 0-15,8-6-2 16,5-9 2-16,2-1-1 16,2-5 1-16,3-14-2 15,-5-7 0-15,-2-4-2 16,-4-7 1-16,-1-1 0 0,-3-3 1 15,-5 7 2-15,-3 6 2 16,-7 6 7-16,-1 11 10 16,-7 6 31-16,-4 3-1 15,0 2-44-15,6 10-5 16,-2 13-2-16,1 8 19 16,-2 3-8-16,-6 0-1 15,0 1-1-15,0-5-3 16,-6-3-5-16,-11-3 1 15,-6-8-2-15,2-5 0 16,-1-7-37-16,-1-4-134 16,-1-2-45-16,-3-24-123 15</inkml:trace>
  <inkml:trace contextRef="#ctx0" brushRef="#br0" timeOffset="11937.15">22486 1608 983 0,'0'0'49'0,"0"0"5"0,0 0 112 0,0 0-148 0,0 0-17 15,0 0-1-15,-53 57 1 0,53-33-1 16,0-3 5-16,4-3-4 16,11-5 1-16,7-5-2 15,3-6 8-15,5-2 7 16,-6-3-3-1,2-13-4-15,-10-3 6 0,-6-4 18 16,-6-1-3-16,-4 0-10 16,0 5-4-16,-8 4-11 15,-7 7-4-15,0 8-3 16,-3 0-8-16,6 17-35 16,3 14-59-16,6 16-41 15,3 3-61-15,9 1-98 16</inkml:trace>
  <inkml:trace contextRef="#ctx0" brushRef="#br0" timeOffset="12375.24">23433 1633 1232 0,'0'0'16'15,"0"0"162"-15,0 0-21 16,0 0-148-16,0 0-3 16,-16 75-6-16,16-12 18 15,-3 4-6-15,2 2-4 0,-5-2 4 16,3-8-10 0,-2-10-2-16,2-8 0 0,0-12 0 15,0-14-9-15,0-8-48 16,0-7-65-16,2-11 35 15,-5-23-17-15,-5-15-23 16,-5-11 110-16,5-9 17 16,2-5 5-16,4-1 39 15,5 3 32-15,0 17-10 16,17 10 5 0,4 11-1-16,3 12-33 0,6 7-23 15,7 5-7-15,2 9-6 16,0 1-1-16,0 3-4 15,-5 17 3-15,-4 9-5 16,-8 13-14-16,-13 8-154 16,-9 4-108-16,0 5-385 0</inkml:trace>
  <inkml:trace contextRef="#ctx0" brushRef="#br0" timeOffset="12553.39">23396 2099 1295 0,'0'0'1'0,"0"0"114"16,0 0-47-16,75-80-68 15,-20 70-8-15,5 2-2 0,-1 1-119 16,-6 2-75-16,-6 1-80 16,-9 1-234-16</inkml:trace>
  <inkml:trace contextRef="#ctx0" brushRef="#br0" timeOffset="13875.6">24156 1936 869 0,'0'0'49'16,"0"0"-9"-16,0 0 153 15,0 0-107-15,0 0-40 16,-86-67-4-16,57 67-4 15,-3 11-4-15,-3 7 4 0,5 4-5 16,6 2-11 0,-2 3-12-16,10-2 1 0,6-2-7 15,7-4-4 1,3-1 0-16,0-7 0 0,13-4 0 16,11-4 3-16,9-3-3 15,4 0 0-15,5-10-10 16,-2-8-17-1,1-8-2-15,-3-1 4 0,-5 1 15 16,-10 4 10-16,-10 8 2 16,-7 10-2-16,-6 2 10 15,0 2 15-15,0 4-14 16,0 15-10-16,-8 7 20 16,-2 7 7-16,4-1-19 0,3-3 4 15,3-2-4-15,0-4-1 16,9-5-2-16,12-5-2 15,9-7-1-15,7-6 4 16,9 0-2-16,5-6-5 16,4-15 5-16,-1-7-5 15,1-8-2-15,-7-11 2 16,-5-12-1-16,-7-11-2 16,-2-11 0-16,-9-6-7 15,-1-6-2-15,-10 2 6 16,-8 14 2-16,-6 13 4 15,0 23 0-15,-6 19 2 16,-6 13 0-16,-9 9-2 16,-4 19-4-16,-5 27-2 15,6 16 6-15,6 12 2 0,9 0-1 16,6 4 0-16,3-2 5 16,0-5 0-16,4-3-3 15,15-10-3-15,3-8 0 16,6-8 0-16,3-13 0 15,7-8 1-15,1-12-1 16,1-9 0-16,3 0 0 16,-1-18 2-16,-2-7 0 15,-4-10-1-15,-3-8 0 16,-3-7 0-16,-5-8 1 16,-7 1-1-16,-3 6 2 0,-8 9-2 15,-4 13 2-15,-3 10 0 16,0 8 2-16,0 6 1 15,0 4-2-15,0 1-3 16,0 0-1-16,-3 0-7 16,-1 12 4-16,2 7 1 15,2 3 0-15,0 3 3 16,11 1-1-16,8 5 2 16,6-1-2-16,1 3 4 15,-1-2-4-15,-1-2-1 0,-6-2 1 16,-6-8 0-1,-3-5 0-15,-9-4-1 16,0-6-1-16,0-1 2 16,-18-3 3-16,-7 0-3 15,-2 0 1-15,-1 0 3 16,4-11-4-16,0-1 3 0,1-3-2 16,4 5-1-16,7 0 2 15,4 6 2-15,7 0-3 16,1 4 4-16,0 0 2 15,0 0-5-15,6 0 4 16,17 0-3-16,6 0 1 16,7 10-3-16,0-2 0 15,1-3-1-15,1 0 0 16,6-3 1-16,-2-2 0 16,0 0-1-16,2-7 1 0,0-11 2 15,-3-8-2-15,-2-4 0 16,-9-1 1-16,-9 2-2 15,-11 4 3 1,-10 9-3-16,0 5 6 0,-10 7-5 16,-9 4-1-16,-7 0 1 15,1 8-1-15,0 9 8 16,13 5 1-16,4 2-2 16,8-4 4-16,0-1 2 15,8 1 1-15,15-6-2 16,7-3-4-16,5-4-1 0,-1-6-7 15,5-1 0 1,4 0-14-16,6 0-154 16,14-1-204-16,6-9-295 0</inkml:trace>
  <inkml:trace contextRef="#ctx0" brushRef="#br0" timeOffset="14023.93">26491 1892 1150 0,'0'0'45'0,"0"0"22"0,0 0 18 0,0 0-85 0,0 0-31 15,0 0-196 1,-3 0-318-16</inkml:trace>
  <inkml:trace contextRef="#ctx0" brushRef="#br0" timeOffset="15874.19">5133 5030 449 0,'0'0'19'0,"0"0"-19"0,0-96 43 0,0 68 59 15,0 3 6-15,0 3-14 16,0 5-14-16,0 10 35 16,0 6-6-16,0 1-6 15,0 7-54-15,0 29-39 16,0 15 3-16,-1 13 35 0,-5 8-6 16,3 7-7-1,-3 1-20-15,6 0 3 0,0-10-11 16,0-11-4-16,0-15-5 15,0-17 2-15,0-8 0 16,0-13-1-16,0-6-7 16,0 0-3-16,0-15 11 15,9-13-1-15,-2-10 1 16,-1-6-8-16,-1-3 8 16,-2 4 0-16,-2 6 2 15,7 6-1-15,-4 14-1 16,-1 6 1-16,2 8-4 15,-1 3 3-15,7 0-9 16,3 0 1-16,10 7 8 16,-3 0 2-16,6-4-2 0,0-3 0 15,3 0 0-15,4 0 1 16,2-16 0-16,-5-4 0 16,2-3-1-16,-6-6 3 15,-6-3 0-15,-8-6 0 16,-4-5 0-16,-6-2-2 15,-3 7 5-15,0 8-5 16,0 14 15-16,0 8-1 16,-3 8 23-16,-1 10-18 15,-4 21-20-15,4 12 0 16,-2 9 9-16,1-2 1 16,2 7 2-16,2 7 1 0,1 0-8 15,-3 3-5-15,3-6 0 16,-3-8 0-16,3-10-1 15,0-13-4-15,0-7-42 16,0-9-109-16,7-9-78 16,7-5-80-16,2-5-345 15</inkml:trace>
  <inkml:trace contextRef="#ctx0" brushRef="#br0" timeOffset="16431.04">5991 5422 822 0,'0'0'55'0,"0"0"-47"0,0 0 103 0,0 0 17 0,0 0-108 0,0 0-4 0,64-40 8 16,-53 23-2-16,-7-6-1 15,-2 2 5-15,-2-2 10 16,-2 5 4-16,-13 4 14 16,-4 7-7-16,-6 7-14 15,-7 1-16-15,-2 20-8 16,-2 8 1-16,2 6 0 16,4 2 0-16,9 1-1 15,6-2-3-15,5 1-4 16,10-7-2-16,0-6 0 15,0-7-7-15,13-9 7 0,7-7-5 16,5-1 1 0,8-3 4-16,4-17-1 0,5-8-1 15,-2-3 0-15,-7 1 0 16,0 7 1-16,-8 8 1 16,-13 8 0-16,-3 7 0 15,-3 0-7-15,5 12 5 16,2 8 2-16,0 5 2 15,2 2 4-15,0 1-5 16,3-3 0-16,3-1-1 16,1-6 0-16,5-3-1 0,3-8-5 15,3-4-52-15,13-3-64 16,8-3-15-16,13-15 78 16,9-9-181-16,7-4-194 15</inkml:trace>
  <inkml:trace contextRef="#ctx0" brushRef="#br0" timeOffset="19534.32">4642 8554 277 0,'0'0'24'0,"0"0"1"0,0-97 73 0,2 68 15 0,4 2-28 0,0 2 0 0,-3 4 31 16,-1 5-33-16,-1 5 21 0,-1 7 16 15,0 4-6-15,0 0-46 16,0 11-38-16,0 26-21 15,0 13 7-15,-12 15 35 16,1 2-5-16,-3 3-2 16,-3-1-8-16,2-2-23 15,2-6-11-15,-2-8-1 16,9-14 0-16,0-9 2 16,6-17-6-16,0-6 0 0,0-7-6 15,0 0-9-15,0-7 10 16,9-20 2-16,10-9-6 15,-2-8 1-15,4 0 6 16,-6 5 3-16,1 5 2 16,-4 13 0-16,-2 9 1 15,2 6-2-15,-1 6-1 16,10 0-2-16,4 0 2 16,6 0-2-16,2 2 3 15,0 2 0-15,0-4 1 16,3 0 0-16,-8-6-2 15,0-8 1-15,-7-7-3 16,-7-1-32-16,-3-7 25 16,-6-4 9-16,-2-3 2 0,-3 2 4 15,0 6-4-15,0 11 8 16,0 9-1-16,0 6 27 16,0 2 10-16,0 23-44 15,-6 18 2-15,-3 14 5 16,0 7 10-16,2 3 0 15,-1 4-5-15,1 2-6 16,1-3-6-16,1-3 0 16,1-12 0-16,4-11-1 15,0-12-16-15,0-11-94 0,9-10-78 16,4-9-90 0,7 0-95-16</inkml:trace>
  <inkml:trace contextRef="#ctx0" brushRef="#br0" timeOffset="20110.36">5617 8903 859 0,'0'0'6'0,"0"0"-5"0,0 0 101 0,0 0-54 0,0 0-42 0,0 0-3 16,30-35-1-16,-20 16 0 16,-9 1 18-16,-1-2 39 15,0 2-29-15,-6 4 29 16,-8 6 11-16,-7 6-16 15,-3 2-25-15,-8 10-6 16,-6 16 8-16,2 10 15 16,3 4-19-16,6 4 6 15,4 1-16-15,3 1-5 16,7-7-7-16,7-6-5 16,6-11 1-16,0-11-1 15,0-7-3-15,19-4 2 0,3 0 1 16,11-19 1-16,3-8 3 15,6-3-4-15,2-2-4 16,-5-1-11 0,-3 3-8-16,-9 9 13 0,-12 9 10 15,-6 6-2-15,-8 4 2 16,-1 2 0-16,0 0-1 16,2 15-1-16,-1 4 2 15,5 4 0-15,0-1 1 16,-1-1-1-16,10-1 0 15,-3-4-74-15,2-6-47 16,-3-6-80-16,8-4-126 16</inkml:trace>
  <inkml:trace contextRef="#ctx0" brushRef="#br0" timeOffset="21474.16">5991 5291 598 0,'0'0'74'0,"0"0"61"0,0 0-76 15,0 0-42-15,0 0-9 16,0 0 21-16,-22 30 22 16,16-19-14-16,-3 5-2 15,3 9 0-15,3 8 20 0,-6 8-10 16,-3 5 7-16,3 6-4 15,3-2-29-15,6-1 17 16,0-5-10 0,6-7-14-16,18-6 0 0,6-8 5 15,7-7 0-15,-1-7 4 16,10-9-1-16,-4 0-6 16,4-18 3-16,-4-9-9 15,-6-7-2-15,-6-6 6 16,-13-6 2-16,-6-7 1 15,-11-5 6-15,0-4-8 16,-6 3-8-16,-16 7 3 16,-7 13 3-16,-2 9-9 0,-8 16 6 15,0 14-3-15,-10 0-3 16,2 26-2-16,-3 12 0 16,-2 10 0-16,7 6 0 15,12 10 2-15,2 1-2 16,12 2 0-16,8-4 0 15,8-3 0-15,3-3 0 16,14-5-1-16,17-9 1 16,14-10 0-16,7-14 0 15,8-6 1-15,4-13 1 16,-6 0 1-16,-4-17-1 16,-11-9 3-16,-10-14 1 0,-8-1 0 15,-9-8-5 1,-11-5 3-16,-5-2-2 0,0-5-1 15,-18-2-1-15,-7 7 4 16,-8 9-4-16,2 10 3 16,-4 13 0-16,1 13-1 15,0 11-2-15,-5 8-2 16,0 21 2-16,0 13-4 16,5 4 4-16,7 9-3 15,5-3 3-15,10-1 0 16,9-6 0-16,3-5-2 15,0-3 1-15,19-8-2 16,5-1 0-16,9-10 3 16,7-8 0-16,2-7 3 15,4-3 0-15,-1-1-1 0,-6-16 1 16,-3-5-2-16,-4-7 1 16,-6-3-2-16,-2-6 2 15,-10-5-1-15,-6-1-1 16,-5-6 0-16,-3-2 5 15,-5 1-4-15,-15 4-1 16,-9 6 1-16,-5 9 1 16,-3 9-2-16,-2 11 2 15,-7 9-2-15,1 3 1 16,-1 13-1-16,1 18 0 16,3 5 0-16,8 5 0 15,7 6-1-15,7 2-1 0,9 0 0 16,5 3-2-1,6 1-4-15,0 0-105 0,19 1-141 16,8-2-172-16</inkml:trace>
  <inkml:trace contextRef="#ctx0" brushRef="#br0" timeOffset="24784.14">498 6392 894 0,'0'0'1'0,"0"0"11"0,0 0 149 15,0 0-71-15,0 0-65 16,0 0-18-16,0 0 34 16,110-81 11-16,-47 49-2 15,13-3-13-15,6 0-11 16,0 1-12-16,2 2-10 16,-14 8-4-16,-13 7-3 15,-17 4 1-15,-15 10-11 16,-16 3-65-16,-3 0-65 15,-6 0 21-15,0 0 31 16,-19 0 27-16,-5 6 12 16,0-2 45-16,-3-2 7 0,8 4 0 15,5 0 17-15,4 2 46 16,1 6 21-16,6 13-37 16,0 10 9-16,3 14 28 15,0 12 4-15,0 12-14 16,0 8-14-16,3 5-9 15,5 3-33-15,2-2-13 16,0-3-4-16,-2-8-1 16,5-11-4-16,-4-10 0 15,-3-14-48-15,-1-13-92 16,2-20-53-16,-1-10-100 16,3-7-340-16</inkml:trace>
  <inkml:trace contextRef="#ctx0" brushRef="#br0" timeOffset="25416.24">1281 6744 1039 0,'0'0'43'0,"0"0"50"0,0 0 24 16,0 0-106-16,0 0-11 16,0 0 16-16,106-49-7 15,-73 38-9-15,-11-3 2 16,-5 1-2-16,-7-2 2 15,-7-6 5-15,-3-3-5 0,0-1-1 16,0 3 1-16,-10 7 1 16,-2 6 0-16,0 8 0 15,-3 1-3-15,1 16 0 16,-3 17 0-16,3 10 0 16,1 10 0-16,10-2 0 15,3 0 3-15,0-5 0 16,10-5-1-16,11-8-1 15,6-9 0-15,3-11 3 16,0-3-3-16,-2-10 1 16,8 0-1-16,-3-21 4 15,1-9-4-15,-4-10 1 16,-5-5-2-16,-6-4 2 0,-8-1 0 16,-2-1 2-1,0 5-4-15,-5 7 1 0,1 15 0 16,-2 14 2-16,3 8 12 15,7 2-14-15,1 10 8 16,6 15-9-16,0 5 21 16,1 1-19-16,-5 0 12 15,-2 2-11-15,-7-2 3 16,-7-1 0-16,0-3 2 16,-9-3 1-16,-13 1 3 15,-8-6-1-15,2-2-5 16,-2-6-5-16,3-3 0 15,3-6-1-15,6 0-1 0,12-2 0 16,3 2-1 0,3-2-3-16,0 2-27 15,5-2-63-15,17 0 41 0,9 0-21 16,7-4-64 0,2-11-46-16,0-5-137 15</inkml:trace>
  <inkml:trace contextRef="#ctx0" brushRef="#br0" timeOffset="25659.21">1997 6371 479 0,'0'-100'259'0,"-7"2"-242"0,-2 14 152 0,0 22-48 0,6 25-6 16,0 21 19 0,3 16-25-16,0 10-43 15,0 31-66-15,6 18 12 0,6 13 56 16,3 8-26-16,0 6 0 15,1 2-19-15,-4 1-20 16,-2-10-3-16,-2-10 0 16,-5-12-6-16,0-14-52 15,0-17-105-15,3-13-32 16,-3-13-82-16,0 0-121 16</inkml:trace>
  <inkml:trace contextRef="#ctx0" brushRef="#br0" timeOffset="25803.19">2124 6423 818 0,'0'0'45'0,"36"-75"-1"16,-12 45 106-16,1 9-115 15,3 3-35-15,-3 10-3 16,-3 8-3-16,-3 0-78 16,-10 21-172-16,-6 13-167 15</inkml:trace>
  <inkml:trace contextRef="#ctx0" brushRef="#br0" timeOffset="26499.29">1144 8090 657 0,'0'0'177'0,"-48"-74"-141"16,36 55 203-16,5 11-78 16,4 8-74-16,3 12-46 15,-3 25-28-15,3 16 41 16,0 10 3-16,0 9-22 15,0-1 0-15,0-2-8 16,0-9-20-16,0-10-2 0,0-16-4 16,0-14-2-1,3-9 1-15,0-11-4 0,0-4 4 16,1-27 0-16,1-18 5 16,5-20-5-1,-4-16 1-15,2-14-1 16,-5-15 0-16,3-8 0 15,4 0 0-15,5 12-1 0,10 25 1 16,2 20 2-16,6 28-2 16,1 17 0-16,-2 20 0 15,2 6-4-15,-6 28 0 16,-10 14 4-16,-15 11 1 16,-3 8 2-16,-24 0-2 0,-10-2 6 15,-8-4-5 1,-1-8-2-16,4-10 4 0,5-11 2 15,7-12-4-15,15-7 9 16,5-9-10-16,5-4 1 16,2 3-2-16,0 0-2 15,6 7-7-15,15 4 9 16,10 4 4-16,7 7 22 16,3 0 7-16,1 1-1 15,3 4-10-15,-2 3-16 16,-1 1-3-16,-2-5-2 15,-6-2 0-15,-5-8-1 0,-8-4-7 16,1-9-67 0,2-6-124-16,-2 0-121 0,-2-22-145 15</inkml:trace>
  <inkml:trace contextRef="#ctx0" brushRef="#br0" timeOffset="27082.12">1690 7993 1341 0,'0'0'10'0,"0"0"124"0,0 0-32 0,0 0-93 16,0 0-7-16,73-87-1 15,-37 69 1-15,-2 2-2 16,-8 1 0-16,-7-1-2 16,-10-1 1-16,-6-1-3 15,-3-2-6-15,0 6-1 0,-12 3 0 16,-6 11 7-1,-6 0 3-15,-6 18 1 0,2 16-2 16,1 10 2-16,11 6 0 16,11 6 10-16,5-1 10 15,0-1-8-15,8-7-1 16,13-5-5-16,-1-7-4 16,6-12-2-16,2-9 0 15,-1-14-1-15,5 0-2 16,-1-23 1-16,-1-13-18 15,-2-10-13-15,2-10 12 16,-3-5 15-16,-5 0-6 16,-1 4 12-16,-3 14 0 0,-2 13 0 15,-1 12 0-15,-3 10 4 16,3 8-1-16,6 0-1 16,0 12 5-16,3 13-3 15,-2 7 0-15,0 2-2 16,-5 4 0-16,-8-1-1 15,-5-2 0-15,-4-1-1 16,-7-3 0-16,-14-6 5 16,-8-7-3-16,-2-4 1 15,3-5 0-15,-2-6-1 16,2-3 0-16,-1 0-2 16,4 0-1-16,11 0-3 0,4 1-43 15,9 1-100 1,1-2-19-16,0 0-85 0,16 0-107 15</inkml:trace>
  <inkml:trace contextRef="#ctx0" brushRef="#br0" timeOffset="27874.62">2491 7863 728 0,'0'0'512'0,"0"0"-509"0,0 0 174 0,0 0-100 0,0 0-69 0,0 0-5 16,-49 56-1-16,49-33 1 16,0-2 0-16,9-5-3 15,0-2 0 1,3-8 0-16,1-4-1 0,7-2-2 16,-1 0-4-1,3-19-23-15,-5-5-32 0,-1-5 40 16,-4-3 3-16,-3 4 9 15,-3 6 9-15,-5 9 1 16,2 7 0-16,-3 6 21 16,2 0 8-16,1 8-19 15,3 17 5-15,0 5 22 16,6 1-16-16,-3-4-10 16,0-4 1-16,4-4-5 15,-2-7-4-15,2-6-2 0,2-6 3 16,3 0-2-16,0-15 2 15,1-12-3-15,-2-8-1 16,2-4 0-16,-4-13 0 16,3-7-1-16,-3-12 1 15,-5-5-1-15,-10-3-1 16,0 3-3-16,0 13-5 16,-13 21 9-16,4 23 2 15,1 13 5-15,2 8 8 16,-4 31-8-16,4 21-3 0,3 15 18 15,3 3 10 1,0-1 0-16,18-8-6 16,0-6-15-16,1-14-6 15,2-7-3-15,6-15-1 0,-2-10 0 16,5-11-1-16,3-3-1 16,10-22 1-16,2-10-33 15,4-9 22-15,-10-9-41 16,-11-8-17-16,-16-15-20 15,-10-10 0-15,-2-6 47 16,0 2 24-16,-6 15 19 16,-3 25 5-16,1 25 29 15,6 25 71-15,2 22-64 16,0 35-32-16,8 21 68 16,7 8 7-16,3 0-25 0,-4-7-35 15,-1-7-13 1,-4-11-6-16,-3-6-5 0,-3-11 0 15,-3-15-5-15,0-11-35 16,0-16-116-16,0-2-98 16,0-26-171-16</inkml:trace>
  <inkml:trace contextRef="#ctx0" brushRef="#br0" timeOffset="28020.28">3273 7385 1052 0,'0'0'343'0,"0"0"-343"0,0 0 168 0,0 0-102 16,82-47-63-16,-24 33-3 16,-3-2-14-16,-5-6-191 15,-3-6-170-15,3-11-564 16</inkml:trace>
  <inkml:trace contextRef="#ctx0" brushRef="#br0" timeOffset="36707.18">7656 5382 624 0,'0'0'313'0,"0"0"-311"0,0 0 90 0,0 0 41 0,0 0-91 15,0 0 2-15,0 0 21 16,73-29-21-16,-52 8-32 0,-1 2 0 15,-9 0-2 1,-6-3 19-16,-5-5 5 0,0-1-18 16,-3-4-3-16,-18 10 1 15,-6 5-4-15,-4 6 4 16,-9 11 11-16,-8 0-8 16,-3 19-11-16,-4 12 1 15,6 11 5-15,4 3 3 16,9 4-2-16,9 0-5 15,8-3-3-15,13-6-5 16,6-7-5-16,12-9 0 16,18-9 0-16,14-12-2 0,3-3-23 15,5-13-32 1,0-12 5-16,-7-7 7 0,-3-6 31 16,-8-5 11-16,-10 1 8 15,-3 5 5-15,-12 8 0 16,-6 13 12-16,-3 11 54 15,0 5 4-15,0 0-27 16,0 21-48-16,-5 13 0 16,-2 8 16-16,-1-4-10 15,5 4 2-15,3-6-8 16,0-5 2-16,0-8-5 16,12-5 0-16,9-9-11 15,6-9-134-15,12 0-41 0,6-17-31 16,7-13-127-1</inkml:trace>
  <inkml:trace contextRef="#ctx0" brushRef="#br0" timeOffset="36944.21">8305 5136 913 0,'0'0'81'0,"0"0"39"0,0 0 9 0,0 0-90 0,-88 65 21 0,60-27-7 15,-2 1 12-15,5 4-14 16,1-3-13-16,6-4-7 16,3-1-17-16,6-6-4 15,9-8-10-15,0-5-2 0,0-8-3 16,22-7-3-16,8-1-50 16,6 0-66-16,6-12-11 15,7-11-55 1,-1-7-31-16,1-1-85 0</inkml:trace>
  <inkml:trace contextRef="#ctx0" brushRef="#br0" timeOffset="37394.44">8632 5211 231 0,'0'0'97'15,"0"0"200"-15,0 0-91 16,0 0-49-16,0 0-28 16,0 0-85-16,-42-10-8 15,15 37 24-15,-4 1 0 16,6 10-4-16,-2-1 32 15,3-1-26-15,3 0 7 16,8-5-30-16,8-4-21 16,5-6-3-16,0-3-10 0,15-9 0 15,15-1-5-15,6-8 0 16,9 0 2-16,7-6-1 16,3-12-1-16,0-6-1 15,-1-4-1-15,-5-3-6 16,-4-3-14-16,-2-1-7 15,-3-2 8-15,-7 5 14 16,-9 2 7-16,-10 8 0 16,-9 9 5-16,-5 1 0 15,0 11-1-15,-13 1-4 16,-7 0-4-16,-2 11 3 16,-3 11 1-16,3 2 5 15,3 6 0-15,5-1 0 0,8 0-5 16,3-1 0-16,3-3 0 15,0-4-6-15,10-6-10 16,11-8-102-16,10-4-74 16,7-3-45-16,8 0 3 15,5-13 145-15,1-3-310 16</inkml:trace>
  <inkml:trace contextRef="#ctx0" brushRef="#br0" timeOffset="37894.51">9291 5278 799 0,'0'0'148'16,"0"0"54"-16,0 0-39 0,0 0-78 0,-94 43 9 16,69 5-9-16,0 11-24 0,-4 13-14 15,-5 12-2-15,-2 9-25 16,-7 5 5-16,-2 5-18 16,5-7-1-16,4-13-6 15,14-18 0-15,7-22 0 16,10-19-1-16,5-15 0 15,0-9-4-15,5-9-7 16,20-27-6-16,5-11-20 16,1-18-2-16,-1-15 4 15,3-6 15-15,-2-14 6 0,-2-4 7 16,-1-6 1 0,-3 8-5-16,4 13 11 0,-4 23 1 15,2 22 0-15,0 16-1 16,4 13 1-16,-2 15 0 15,-1 0 1-15,0 15 2 16,-4 13-2-16,-6 9 1 16,-2 1 0-16,-11 2 0 15,-5-1 3-15,0-2 3 16,-24-4-5-16,-10-8 5 16,-1-6-3-16,1-5-2 0,9-6 3 15,4-8-4 1,7 0-2-16,8-5 4 15,6-12-4-15,0-5-3 0,20-3-50 16,15-2-26-16,7 0-67 16,3-3-26-1,6-1-35-15,-1-4-9 0,0-7-88 16,2-6-111-16</inkml:trace>
  <inkml:trace contextRef="#ctx0" brushRef="#br0" timeOffset="38082.11">9691 5053 255 0,'42'-74'137'0,"-3"8"95"0,-9 14-117 0,-14 17 18 0,-13 16 12 0,-3 14 34 16,0 5-45-16,-3 32-87 16,-13 12-15-16,2 12 77 0,-2 5-46 15,8 1-22 1,2 2-21-16,2-1-15 0,-1-2-5 16,0-9-2-16,5-13-30 15,0-10-174-15,0-18-73 16,5-11-257-16</inkml:trace>
  <inkml:trace contextRef="#ctx0" brushRef="#br0" timeOffset="38241.18">9987 4988 1283 0,'0'0'20'15,"0"0"133"-15,94-60-89 16,-36 46-64-16,6 3 0 15,3-3-10-15,8 3-273 0,8 0-367 16</inkml:trace>
  <inkml:trace contextRef="#ctx0" brushRef="#br0" timeOffset="39631.17">6558 8974 1012 0,'0'0'69'0,"0"0"53"0,0 0 52 0,0 0-119 15,0 0-19-15,-89 55-8 16,86-35-14-16,3-7-7 15,0-7-6-15,20-6 6 16,12 0-5-16,8-18 7 16,11-14-5-16,0-10-3 15,-2-1 1-15,-9-5-2 16,-10-4-3-16,-11-6 2 16,-10-5-11-16,-9 4 3 15,0 9 0-15,-3 14 8 16,-16 16 1-16,-1 13 1 15,-3 7 6-15,-6 10 2 16,1 16-5-16,4 11-2 0,6 4 1 16,11 0 0-16,7-7-3 15,0-3-5-15,13-7 5 16,14-9-7-16,12-5 7 16,4-8 1-16,8-2-1 15,-1-7-9-15,3-15-24 16,-1-2 8-16,-9 4 6 15,-9 1 1-15,-14 7 14 16,-11 8 4-16,-8 4 2 16,-1 0 22-16,0 8-2 15,0 13-17-15,-13 10 54 16,4 0-32-16,1 0 5 16,5-6-19-16,3 3-8 15,0-5-2-15,17-6-3 0,10-6 0 16,7-9 0-16,11-2 1 15,3-10 0-15,5-11-1 16,-3-8 0-16,-4-1-6 16,-9-6-21-16,-10-1-1 15,-3-2-5-15,-14 3 14 16,-7 6 16-16,-3 16 3 16,0 8 6-16,-19 6 3 15,-11 11 2-15,-3 18-8 16,-2 9 11-16,10 1 3 0,9 0-6 15,10-5-7 1,6-1-1-16,0-8-3 0,15-5-1 16,9-7-2-16,7-9 3 15,7-4-2 1,14-2-4-16,6-17-6 0,3-6-12 16,0-4-14-16,-7-5-25 15,-9-3 25-15,-12 1-22 16,-11 1 44-16,-11 9 16 15,-10 9 7-15,-1 11 36 16,0 6 107-16,-3 6-88 16,-15 31-49-16,-7 16 22 15,-4 20 25-15,-2 11-13 16,6 11-13-16,-5 7-5 16,-6 7-10-16,2-4-3 15,-4-5-12-15,7-15-2 0,4-21-2 16,8-18-1-16,11-20 0 15,4-14 0-15,4-12-6 16,0-9-70-16,1-24-129 16,13-14-94-16,2-17-182 15</inkml:trace>
  <inkml:trace contextRef="#ctx0" brushRef="#br0" timeOffset="39784.18">7656 8392 1413 0,'0'0'5'0,"0"0"-5"0,0 0 57 0,0 0-57 0,0 0-45 0,0 0-43 0,39 70-134 0,-24-32-167 16</inkml:trace>
  <inkml:trace contextRef="#ctx0" brushRef="#br0" timeOffset="40146.57">8186 8738 1224 0,'0'0'20'0,"0"0"14"15,94-59 43-15,-57 38-41 16,-1 3-19-16,-5 0-16 15,-11-1 6-15,-13 4 16 16,-7 1 18-16,0 3 24 16,-25 9-18-1,-5 2-12-15,-9 2-7 0,-1 18 18 16,-2 10-27-16,6 7-5 16,8 4-2-16,10 0-7 15,9-2-2-15,9-5-3 16,0-1 0-16,15-7-1 0,10-5-1 15,2-7 1 1,9-10-14-16,4-4-88 16,5-4-27-16,3-17-62 15,7-8-59-15,5-7-53 16,2-5-67-16</inkml:trace>
  <inkml:trace contextRef="#ctx0" brushRef="#br0" timeOffset="40534.37">8717 8606 785 0,'0'0'192'0,"0"0"-97"15,0 0 133-15,-97 47-94 16,72-15-28-16,8 7-32 16,10-1-30-16,7-1-11 15,0-3-11-15,16-4-17 16,8-5-4-16,6-6-1 0,4-8-1 16,5-8 1-16,6-3-5 15,7-3 3-15,2-16-43 16,1-6-20-16,6-11-24 15,-7-5-44-15,3-12 35 16,-7-13 9-16,-5-16 42 16,-5-14 47-16,-7-12 4 15,-10-8 7-15,-9 14-3 16,-8 22 26-16,-6 33 47 16,0 29 6-16,0 18 51 15,-6 21-117-15,-16 36-21 16,-3 22 72-16,5 11-17 15,7 5-11-15,5-9-31 16,4-5-3-16,-4-6-5 0,5-10-5 16,-4-11 0-16,4-11-3 15,2-13-73-15,1-10-130 16,0-16-74-16,4-4-205 16</inkml:trace>
  <inkml:trace contextRef="#ctx0" brushRef="#br0" timeOffset="40687.48">9503 8420 1077 0,'0'0'0'0,"81"-21"-4"0,-20 14 4 0,8 0-10 0,2 0-203 15,-8-3-362-15</inkml:trace>
  <inkml:trace contextRef="#ctx0" brushRef="#br0" timeOffset="48298.18">11130 1920 688 0,'0'0'57'0,"0"0"-51"0,0 0 23 15,0 0 21-15,0 0-18 16,0 0-20-16,0 0 4 16,20 21 56-16,-12 9-8 15,2 8-3-15,-2 7-16 16,-2 10-9-16,-3 7 22 15,0 6-8-15,0 6-15 0,-2 7-11 16,-1 10-3 0,0 7-5-16,2 7-3 0,2 9 62 15,2 5-29-15,6 11-8 16,1 5 3-16,7 6-1 16,4 13-4-16,-1 11-23 15,7 9-8-15,-1 9 14 16,3 2-9-16,1-2-6 15,0 5 1-15,0 4-5 16,0 5 4-16,-3 6-1 16,-5-1-1-16,-5-1 3 15,-6 4-1-15,-5 6 6 0,-6 3-5 16,-1-1 2 0,-2-3 1-16,6-4 2 0,-3 1-7 15,0 1 4 1,4-3-3-16,2-3 0 0,1-6 2 15,1-1-4-15,-3-2 4 16,2 0-5-16,-4-4 0 16,0-5 1-16,-5-10 0 15,-1-5-1-15,2-1-1 16,-2-4 2-16,0-3-2 16,0-8 0-16,0-9 0 15,0-12 0-15,0-10 0 16,-2-12 0-16,2-4 0 15,0-6 0-15,0-7 0 16,0-15 0-16,0-11 1 16,0-12-1-16,-1-17-1 0,-5-14-5 15,-3-11-54-15,2-13-65 16,-4-3-67-16,3-22-93 16,-2-10-38-16,1-11-350 15</inkml:trace>
  <inkml:trace contextRef="#ctx0" brushRef="#br0" timeOffset="50045.18">7031 3570 483 0,'0'0'227'0,"0"0"-226"0,0 0 3 0,0 0 11 16,0 0 1-1,0 0 15-15,85-3 27 0,-46 4-16 16,7 9-29-16,4 0-5 15,3 6 7-15,7-1-11 16,4 4 58-16,9 2-26 16,5-2-22-16,8-1 3 15,10 0 4-15,14-5-5 16,12-1-7-16,14-2-1 16,19-2 1-16,13-5 19 15,11 0 36-15,10-3-58 16,9 0-5-16,7 0 0 15,8 0 0-15,11 0-1 0,-5 0 0 16,-6-4-1 0,1-2 1-16,-1 2 2 0,-1 0-1 15,9 0-1-15,-8 1-1 16,-7 2-2-16,0-1 3 16,6 2 2-16,1 0 0 15,6 0-2-15,-5 0-3 16,-4 0 3-16,-1 0 0 15,5 0 1-15,2 0 0 16,7 0-1-16,-8 0-2 16,-4 0 2-16,1 0 0 15,0 2 0-15,5-2 1 16,3 0-1-16,-4 0-1 16,2-2 1-16,2-6 0 0,6-2 2 15,4 3-2-15,1-3 0 16,-7 2-1-16,0 1 1 15,-2 4 0-15,2-3 1 16,1 1-1-16,-4 4-2 16,-5-2 2-16,3-1 2 15,0 1 2-15,2-1 1 16,2 0-3-16,-2 4 1 16,-5 0 1-16,2 0 7 15,4 0-1-15,5 0 0 16,0 0-8-16,1 0 2 15,0 0-1-15,2 0 4 16,6 0-2-16,4 0-5 0,-3 0 1 16,2 0 2-16,0 0-2 15,1 0 5-15,1 0-6 16,2 0 3 0,-8 5-3-16,-1 0 5 0,0 0 2 15,1-2-2-15,5 3-3 16,-5-4 0-16,3 2 0 15,-3-2 0-15,2-2-2 16,5 0-1-16,-9 0 1 16,6 0 1-16,-6 0 0 15,-2-2 4-15,-1-3-5 16,-5 2-3-16,-11-1 2 16,-9 1 1-16,-7 2 3 0,-13-1-2 15,-6 2-1-15,-16 0-5 16,-12 0 2-16,-15 0 5 15,-17-1-3-15,-16 0 2 16,-12 1-1-16,-14-3 2 16,-9-4-1-16,-16 6-1 15,-16-2-1-15,-20 1-11 16,-16-3-62-16,-1-1-95 16,-28-3-49-16,-7 0-129 15</inkml:trace>
  <inkml:trace contextRef="#ctx0" brushRef="#br0" timeOffset="51514.09">19028 2013 600 0,'0'0'38'0,"0"0"-28"0,0 0 54 16,0 0-22-16,0 0-28 16,0 0-13-16,0 3-1 15,6 10 12-15,0 4 18 16,0 3-5-16,-1-1-4 15,2 9-6-15,-4 1-3 0,-2 3 13 16,-1 5 2 0,0 5-12-16,0 1 2 15,0 3-2-15,-6 6-7 16,1-2-4-16,-2 8 2 16,4 7-4-16,3 1-2 0,0 8 15 15,0 0 44-15,5 8-35 16,7 6 6-16,-3 5 15 15,0 5-14-15,2 5-22 16,1 2 5-16,3 5 6 16,3 8-10-16,5 5-1 15,-1 7 2-15,2 2-2 16,3 0 4-16,0-1-2 16,2 2 2-16,1-2 1 0,0 8 0 15,-2 5 1-15,-2 3-4 16,-4 6 3-16,-1-3-4 15,-2 0 0-15,1 0-4 16,-5 0 9-16,4 3-15 16,-2 2 4-16,2 3 6 15,1 0-8-15,0-3 2 16,6-4-3-16,-1-4 0 16,0 3-2-16,5 1 3 15,-3 3-2-15,2-2 0 16,-4-5 0-16,2-2-2 15,-4-6 2-15,-3-3 1 16,-1 1 0-16,-3 3 0 0,-5 0 0 16,0 6 0-1,-4-9 2-15,0-4-1 0,1-3-2 16,0-5 2-16,0 0 0 16,3 1-1-16,-2 0 0 15,4 1 1-15,-1-6-1 16,2-2 0-16,0-7-1 15,6-4 1-15,-4-5 0 16,2-7 0-16,-1-3 2 16,-1-3-3-16,-3-3 2 15,5-4-5-15,-3-5 6 16,-3-13-2-16,-1-6-1 16,-4-10 1-16,-2-9-1 0,-4-9 0 15,2-13-1-15,-3-8-2 16,0-6-9-16,0-4-11 15,0 0-34-15,0-4-15 16,-7-9-26-16,-1-1 16 16,1-5-37-16,2-1-43 15,-5 1-74-15,-1-6-330 16</inkml:trace>
  <inkml:trace contextRef="#ctx0" brushRef="#br0" timeOffset="53297">10791 7182 620 0,'0'0'13'0,"0"0"-10"0,0 0-1 0,0 0 5 0,0 0 12 15,0 0 13-15,70-7 22 16,-33 7-26-16,5 0-7 16,4 0 2-16,2 0-14 15,4 0 2-15,6 0-3 16,5 0-1-16,15-1 10 15,10-2 13-15,4 1-12 16,14 0-5-16,9-2-3 16,9 4-4-16,13-2 3 15,11 1-9-15,-3 1 1 0,-1 0 2 16,5 0 0 0,0 0-2-16,20 0 2 0,19 0 109 15,23 0-65 1,17 0-46-16,2 0-1 0,2 6-1 15,4 3 1-15,6 2 6 16,4 3-6-16,0 2-2 16,-7 0 0-16,1-1 1 15,-1 1 1-15,4-4 2 16,5 2-2-16,-7-4-3 16,4-1 3-16,0-1 2 15,2 0-1-15,2-3-1 16,-5 2-4-16,0 0 4 15,4 0 2-15,4 0 0 16,6 0-2-16,-6 3-2 16,7-3 2-16,-2 3 2 15,3-1-2-15,9-2-2 0,-13 3 2 16,7-2 2 0,-7-2-2-16,1-1 0 0,1 1 0 15,-9-1-2-15,-1 0 2 16,-3-1 3-16,-1 1-3 15,2 3-1-15,-8-1 1 16,-1-1 0-16,-3 3 7 16,4-1-7-16,0-3 0 15,-5 1 0-15,0 2 2 16,-5-1-2-16,0-3 3 16,3-1-3-16,-4 0-3 0,-7-2 3 15,-6 2 0-15,0-3 3 16,-4 0 1-16,5 0-4 15,-3 2-3-15,-5-2 3 16,-1 0 0-16,-5 0 2 16,-2 0 1-16,-1 0-3 15,-8 0-3-15,-8 0 3 16,-6 1 1-16,-6 0 5 16,-4 3-6-16,-3-2 5 15,2-2-5-15,-7 1-1 16,-7 2 1-16,-7-3 0 15,-12 2 3-15,-15-1 1 16,-4-1-3-16,-11 0 6 16,-9 0-3-16,-13 0 1 0,-11 0 1 15,-15 0 2 1,-8 0-5-16,-10-1 6 0,-10-1-7 16,-3-2 2-16,-11 2 0 15,-6 0 1-15,-3 0 4 16,-2 2 12-16,1 0 7 15,-2-1-13-15,0 1-11 16,0-1-4-16,0 1 1 16,0 0-1-16,2 0 1 15,-2 0-1-15,0 0 0 16,0 0-3-16,0 0 1 16,0 0-28-16,-2 0-170 0,-19 0-69 15</inkml:trace>
  <inkml:trace contextRef="#ctx0" brushRef="#br0" timeOffset="64755.28">1682 11221 461 0,'0'0'116'0,"0"0"-95"0,0 0 40 0,0 0 27 0,0 0-50 0,0 0-18 15,0 0 19-15,0 0 29 16,0 1-10-16,0-1 5 16,0 0 10-16,0 0-14 0,0 0-13 15,0-11-4-15,0 0-26 16,0-2-6-16,-5 2 9 16,-9 4 12-16,-5 6 4 15,-1 1-10-15,-10 0-13 16,-4 4 2-16,-6 14 0 15,0 9-5-15,4 6 4 16,3 7 0-16,3 9 7 16,5 4-13-16,7 2-3 15,9-1 4-15,6 1-3 16,3-6-5-16,6-4 2 16,19-6-2-16,10-13 0 15,4-7 1-15,5-11 0 0,7-8-1 16,6 0 0-16,1-17-4 15,3-12-56-15,2-5-67 16,-5-6-41-16,-6-3-60 16,-10 1-138-16</inkml:trace>
  <inkml:trace contextRef="#ctx0" brushRef="#br0" timeOffset="65130">2005 11392 281 0,'0'0'564'0,"0"0"-546"16,0 0 121-16,-85 20-26 15,65 3-53-15,1 4-15 16,7 4 13-16,3-3-29 16,8 2 5-16,1-3-14 0,1-5-11 15,17-3-2-15,9-5-4 16,4-8-2-16,8-6 8 16,7 0-9-16,2-20-1 15,1-3 1-15,-10-6-1 16,-3-4 1-16,-14-2 0 15,-13-6 0-15,-9 1 0 16,-1 3 0-16,-23 7 0 16,-3 8 5-16,-7 11 7 15,-2 11 14-15,-3 0-12 0,3 10-12 16,6 17 0 0,8 8-2-16,7 5-1 0,6 2-5 15,9 2-1-15,0 1 3 16,15-5-2-16,16-2-14 15,8-10-78-15,10-11-38 16,5-12-42-16,3-5-43 16,1-11-166-16</inkml:trace>
  <inkml:trace contextRef="#ctx0" brushRef="#br0" timeOffset="65880.11">2530 11366 746 0,'0'0'133'0,"0"0"-13"15,0 0 36-15,0 0-121 16,0 0-18-16,0 0 30 0,-45 102-9 16,45-69 1-16,0-1-18 15,0-1-7-15,8-6-7 16,7-5-2-16,7-7-5 16,5-7 4-16,4-6-3 15,5-3 1-15,0-19 0 16,2-5-2-16,-9-5 0 15,-5-3-2-15,-3-2-3 16,-8 4 1-16,-4 6 3 16,-6 11 1-16,-3 9 1 15,0 7 1-15,0 0 0 16,0 11-2-16,-2 15 0 0,-5 9 0 16,0 1 1-16,4 1 7 15,3 1 3 1,0-2-4-16,10-7-4 0,5-4-3 15,9-9 0-15,4-9 2 16,3-7 0-16,7 0-1 16,-1-17-1-16,-4-12 0 15,3-10-3-15,-6-2-12 16,-8-4-2-16,-3-2 8 16,-7 2 0-16,-7 12 5 15,-2 9 3-15,-3 10 1 16,0 12 3-16,0 2 9 0,-6 15-7 15,-6 14-3-15,-3 9 6 16,6 4 6 0,6 1-3-16,3-2-3 0,0-3-2 15,6-5-1-15,15-4 0 16,7-10-5-16,3-6 0 16,5-11 0-16,2-2 0 15,5-17 0-15,-3-13-6 16,2-9-29-16,-6-9 4 15,-5-5-8-15,-7-8 7 16,-5-11 23-16,-10-5 0 16,-4-2 7-16,-5 7 1 15,0 19 2-15,0 20 6 16,0 19 35-16,-5 14 24 16,-1 19-55-16,-1 22-9 0,-2 12 14 15,3 10 16-15,3 0-17 16,0 2-4-16,3-4-6 15,-3-4-5-15,3-4-1 16,-2-7-5-16,2-5-91 16,0-12-99-16,0-13-68 15,0-13-229-15</inkml:trace>
  <inkml:trace contextRef="#ctx0" brushRef="#br0" timeOffset="66046.92">3532 11403 1138 0,'0'0'88'0,"0"0"-63"0,0 0 73 0,0 0-98 0,0 0 0 0,83-39-28 0,-30 39-106 16,7 11-22-16,9-2-47 16,-5 0-318-16</inkml:trace>
  <inkml:trace contextRef="#ctx0" brushRef="#br0" timeOffset="66818.1">4249 11294 1007 0,'0'0'104'0,"0"0"-87"16,-93-8 194-16,65 12-102 16,4 15-55-16,4 9-20 15,4 4-6-15,9-1 1 0,5 4-21 16,2-3-6-16,0-3 1 15,15-4-3-15,6-5-2 16,6-8 1-16,6-8 1 16,1-4 0-16,5-1-3 15,2-22-33-15,-5-9-24 16,-3-8-40-16,-8-7 38 16,-14-3 10-16,-8 1 32 15,-3 9 20-15,-12 12 3 16,-18 14 14-16,-11 14 11 15,-6 0 6-15,0 24-6 16,8 5 1-16,10 6-17 16,16-1-1-16,8-3-6 0,5-2-4 15,8-5-1-15,17-6 5 16,14-10-5-16,3-6-3 16,16-2-20-16,8-12-47 15,5-12 4-15,2-14 23 16,-4-10-119-16,-5-15 58 15,-6-8 6-15,-9-12 9 16,-10-6 45-16,-13 12 44 16,-13 14 32-16,-8 22 92 15,-5 19 53-15,0 10-48 16,0 12-12-16,0 6-66 16,-5 29-46-16,-4 20 9 0,-3 20 72 15,5 15-36-15,2 17 16 16,4 16-8-16,-2 17-30 15,1 5-16-15,2 3-7 16,0-5 2-16,0-18-5 16,0-13-1-16,0-19-1 15,0-18 1-15,-12-18-2 16,-10-19-2 0,-6-13 2-16,-7-19-2 0,-5-6-2 15,-3-11 5-15,-4-23 2 16,1-16 2-16,6-15 1 15,9-14-4-15,11-14 0 16,19-8-1-16,1-5 0 16,34 3-2-16,15 12 0 15,8 12-4-15,10 13-12 0,5 15-45 16,5 9-27 0,1 5-38-16,4 5-20 0,1-3-15 15,0 0-26-15,2-5-74 16</inkml:trace>
  <inkml:trace contextRef="#ctx0" brushRef="#br0" timeOffset="67623.48">5708 10824 768 0,'0'0'120'0,"0"0"-25"0,0 0 161 0,0 0-117 15,0 0-105-15,0 0-31 16,-56 67 70-16,21-5 13 15,4 4-10-15,-1 5-42 16,4-1 0-16,2-1-16 16,4-8-6-16,3-6-12 15,2-13 3-15,2-9-3 16,6-12 0-16,2-9 0 16,5-7-2-16,2-5 2 15,0 0 6-15,0-11 3 16,6-21 0-16,6-5-9 15,6-4-3-15,-3 5 3 16,-3 7 0-16,-6 13 0 16,3 7-2-16,-9 8 2 0,5 1-3 15,2 4-8-15,11 18 0 16,7 7 11-16,5 5 2 16,6-4 0-16,3-2-2 15,4-3 0-15,-3-4-3 16,5-9 3-16,-6-8 0 15,1-4-2-15,-1-2 1 16,5-20-1-16,-2-6-13 16,4-10 2-16,-8-3 2 15,-7-1 9-15,-9 0 2 16,-11 10-1-16,-11 4 1 16,0 8 0-16,-15 6 0 0,-12 8-2 15,-3 6 1-15,-7 0 1 16,6 4 4-16,1 20 0 15,7 0-1-15,4 6 1 16,7 1-2-16,5-2 0 16,7-5-2-16,0-4 0 15,0-3 0-15,18-9-4 16,5-6 4-16,7-2-8 16,3 0-28-16,3-9-25 15,1-11-2-15,-2-3 28 16,-2 0-1-16,-8 1 16 15,-9 5 20-15,-8 7 3 16,-8 7 16-16,0 3 19 16,0 0-33-16,0 19 3 15,-11 4 7-15,1 6 14 0,4 0-8 16,3-2-10 0,3-2-4-16,0-3-6 0,0-2 0 15,6-9-1-15,10-1 0 16,4-8-11-16,2-2-75 15,8 0-56-15,1-13-48 16,2-9-27-16,3-8 7 16,2-2 27-16,-3 0-99 15</inkml:trace>
  <inkml:trace contextRef="#ctx0" brushRef="#br0" timeOffset="68087.03">6489 11229 543 0,'0'0'259'0,"0"0"-87"0,0 0-8 15,0 0-49-15,0 0-77 0,0 0-29 0,0 0 43 0,-38 60 22 0,30-31-28 16,5-4-26-16,3-2 0 16,0-3-9-16,0-6-7 15,3-2-3-15,9-9 1 16,6 0 3-16,9-3-1 16,1-3 3-16,2-16-3 15,0-5-3-15,1-9 2 16,1-5-3-16,-4 3 1 15,-6 6-1-15,-7 6 3 16,-7 12-2-16,-5 8 4 16,-3 3 30-16,0 0-17 0,0 8-18 15,4 12 0-15,-1 3 14 16,8 1 11-16,-1-5-9 16,5-4-2-16,10-5-5 15,5-3 1-15,6-5 9 16,7-2-8-16,2-2 2 15,-2-15 9-15,-4-6-8 16,-6-7-1-16,-5-9 10 16,-7-6-6-16,-7 5-7 15,-10 2-7-15,-4 8-3 16,-10 9 0-16,-23 10-11 16,-17 10-10-16,-18 1-81 15,-14 12-98-15,-14 15-126 16,-8 4-214-16</inkml:trace>
  <inkml:trace contextRef="#ctx0" brushRef="#br0" timeOffset="68562.38">2284 12155 397 0,'0'0'777'0,"0"0"-763"0,-90-8-10 0,84 8 174 0,6 0-97 15,0 0-33-15,15 0-23 16,24 0 12-16,31 0 34 16,27-6-21-16,33-5-16 15,31-3 3-15,30 0-5 16,34-4-12-16,26-1-11 16,27-7-9-16,15-1-4 15,18-9 4-15,2 0-2 0,-6 3-2 16,-32 2-40-1,-35 5 0-15,-46 5 13 0,-42-1 27 16,-34 2 0-16,-32 3 1 16,-29 1 1-16,-21 6 2 15,-21 3 2-15,-15 4-2 16,0 3 0-16,-15 0-29 16,-33 8-134-16,-16 10-63 15,-21 2-73-15,-13 3-81 16</inkml:trace>
  <inkml:trace contextRef="#ctx0" brushRef="#br0" timeOffset="68943">3468 12256 1184 0,'-86'0'24'16,"23"2"17"-16,30 1-27 15,14-3 88-15,19 1-66 16,6 2-1-16,43-2 1 16,36-1 19-16,42 0-9 15,34 0-40-15,27-2-5 16,16-6 0-16,11-7 0 16,5 0 1-16,-1-3-2 15,-9-3-9-15,-17 2-2 0,-26-2-12 16,-28-2 17-16,-32 1 6 15,-28-2 5-15,-25 4 14 16,-26 3 32-16,-16 9 38 16,-7 3-10-16,-5 3-32 15,0 2-21-15,0 0-22 16,0 0-4-16,0 0-10 16,-6 0-5-16,0 9-80 15,1-5-256-15,5-4-314 16</inkml:trace>
  <inkml:trace contextRef="#ctx0" brushRef="#br0" timeOffset="89268.82">1621 13502 557 0,'0'0'34'0,"0"0"-28"0,0 0 221 16,0 0-145-16,0 0-38 15,0 0 29-15,0 0 4 16,0-9-19-16,0 5-4 15,0-1-7-15,0-2-17 16,2-1 10-16,1-1-3 0,-2-1-1 16,4 0 0-1,-4 0-3-15,2 2-8 0,0-2-3 16,-1 3-4-16,1 3 3 16,-3 1-3-16,0 2-4 15,0 1 1-15,0 0-6 16,0 0-2-16,0 0-1 15,0 1-6-15,0 17-2 16,0 12 2-16,0 13 6 16,-5 9-4-16,-7 9 9 15,-4 2-2-15,1-1-5 16,2-4-3-16,2-4 1 16,5-8 0-16,0-9 0 0,6-11-1 15,0-9 0-15,-3-7-2 16,3-7 0-16,0-3 1 15,0 0-2-15,0 0 2 16,0 0-7-16,0-12-44 16,0-8-39-16,0-8-85 15,0-1 7-15,0 1-87 16,0 8-113-16</inkml:trace>
  <inkml:trace contextRef="#ctx0" brushRef="#br0" timeOffset="91570.81">1720 13720 509 0,'0'0'15'0,"0"0"67"0,0 0 22 0,0 0-72 0,0 0 9 0,0 0 29 15,0 0-8-15,-18-1-6 16,18 1-4-16,0 0 5 16,-3 0-2-16,3 0-19 15,-3 0-22-15,0 0-7 16,3 0-3-16,0 0-4 15,0 0-2-15,-3 0-1 16,3 0 3-16,0 0-2 16,-3 0 2-16,0 0 0 15,3 0 0-15,-3 0 0 0,1 0 0 16,-2 0-1-16,1 0 1 16,-1 1 0-1,-2 1 0-15,1 3 0 0,2-2 2 16,0-2-2-16,-1-1 7 15,4 0 10-15,0 0 5 16,0 0 7-16,0 0 10 16,0 0-2-16,0 0 1 15,0 0-12-15,0 0-11 16,7 0-11-16,11 0 6 16,6-1 9-16,6-5-6 0,4 2 0 15,-1 0-5-15,7 2-5 16,-3-4-2-1,-2 0 0-15,-4 0-2 16,-4 0 1-16,-6 5 0 16,-6-1 0-16,-8 2-2 0,-7 0 2 15,0 0-3-15,0 0 0 16,0 0-47-16,0 0-18 16,0 0-5-16,0 0-50 15,-10 0-81-15,-2 0-35 16,0 0-302-16</inkml:trace>
  <inkml:trace contextRef="#ctx0" brushRef="#br0" timeOffset="91907.18">2006 13504 730 0,'0'0'36'0,"0"0"-20"0,0 0 167 16,0 0-99-16,0 0-60 15,0 0 6-15,0 7-2 16,0 16 19-16,-1 7 38 0,-5 3-33 16,0 4 5-1,-3 2-13-15,0 2-2 0,0-3-16 16,3-1-17-16,0-4-7 15,2-6-2-15,2-4 0 16,2-6 0-16,0-5-2 16,0-8-39-16,0-3-107 15,0-1-49-15,9 0 34 16,3-7-69-16,3-3-374 16</inkml:trace>
  <inkml:trace contextRef="#ctx0" brushRef="#br0" timeOffset="92268.18">2196 13803 836 0,'0'0'59'0,"0"0"-54"16,0 0 150-16,0 0-54 15,0 0-31-15,-30 82-19 16,27-62-5-16,3-2-18 15,0-4-14-15,0-5-11 16,6-2 4-16,9-5-2 16,7-2 4-16,2 0-1 15,3-14 0-15,0-5-3 16,1-6-1-16,-4 0 0 16,-9 1 1-16,-5 3 16 0,-8 4 22 15,-2 6 17 1,-10 1-16-16,-13 4-23 15,-7 6-18-15,-1 0-3 0,-2 3-5 16,3 11-10-16,8 1-55 16,4-2-79-16,9-1-17 15,6-6-119-15,3-3-319 16</inkml:trace>
  <inkml:trace contextRef="#ctx0" brushRef="#br0" timeOffset="92510.85">2703 13657 1228 0,'0'0'13'16,"0"0"-4"-16,0 0 142 15,0 0-116-15,0 0-35 16,0 0-17-16,-12-22-23 15,12 27-102-15,0 6-135 16,0-1-174-16</inkml:trace>
  <inkml:trace contextRef="#ctx0" brushRef="#br0" timeOffset="92629.39">2724 13844 1076 0,'0'0'15'0,"0"0"124"0,0 0-6 16,0 0-127-16,0 0-6 16,0 0-47-16,12 0-179 15,-9 2-411-15</inkml:trace>
  <inkml:trace contextRef="#ctx0" brushRef="#br0" timeOffset="101143.74">4203 13687 671 0,'0'0'70'0,"0"0"-65"15,0 0 133-15,0 0-93 16,0 0-2-16,-105-3 10 0,75 19 19 16,-3 4 0-16,-1 3-15 15,6 2-17-15,2 0-5 16,8-2-7-16,5 1-16 16,7-7-5-16,6 1-7 15,0-4 0-15,24-7-1 16,7-7-5-16,14 0 6 15,4-11-6-15,2-8-51 16,4-3-25-16,-3-2-22 16,2 0-28-16,-6-1-14 15,-5 0 30-15,-7 1-33 16,-11 5 65-16,-7 6-11 16,-5 5 95-16,-8 3 1 0,-2 5 78 15,-3-3 83-15,0 3-53 16,0 0-77-16,-6 0 16 15,-3 0 7-15,-3 9-16 16,0 4-1-16,0 2 8 16,2 2-8-16,1 3 7 15,2 1-14-15,2 0 4 16,5-1-7-16,0 0-5 16,0-4-14-16,15-3-1 15,3-1-3-15,3-5-5 16,4-6 1-16,6-1-1 15,1 0 0-15,-1-13-4 0,2-4-52 16,1-2-7 0,-4-1-10-16,-2-1-37 0,-4 0 4 15,-6 1 13-15,-6 2-57 16,-6 2 72-16,-6 5 63 16,0 4 15-16,0 4 48 15,0 0 36-15,0 3-3 16,-2 0-47-16,-4 0 1 15,-2 0-5-15,0 1 10 16,-4 10 29-16,5 3-21 16,-1 4 0-16,4 5-6 15,-1 3-1-15,5 0-9 16,0 1 5-16,0 1-17 0,3-3-9 16,8-2-1-16,4-3-7 15,0-8 2-15,4-2-1 16,2-6-2-16,-2-4 1 15,7 0 1-15,-1-10-3 16,-1-10-1-16,-3-5-17 16,1-6-21-16,-3-4-13 15,-5-5-9-15,-1 0 23 16,-4 2 15-16,-4 9 5 16,-4 12 13-16,2 9 4 15,-3 8 0-15,0 0 18 16,0 18-12-16,0 10 36 15,-7 7-8-15,4-1 4 16,1 2 3-16,2-4-18 0,0-3 1 16,0-5-15-16,0-4-4 15,9-7-3-15,6-6-2 16,0-4 5-16,6-3-1 16,2-1-3-16,2-16 2 15,-1-6-3-15,1-3-7 16,0-5-12-16,-5 0-23 15,2-1 17-15,-6 2 20 16,-2 1-13-16,-8 9-16 16,0 3 26-16,0 7 8 15,-6 1 0-15,0 5 1 16,0 2 10-16,0 1 8 0,0 1-2 16,3 0-15-16,3 0-2 15,4 7-1-15,2 11 1 16,5 5 9-16,-3 2 5 15,0 2 3-15,5 1-1 16,-4-1-12-16,0 1 11 16,-4-4-14-16,-8-3-1 15,-3-2 0-15,0-4 1 16,-17-4 1-16,1-2 0 16,-8-8 0-16,-1-1-1 15,-1-1-1-15,4-18-1 16,-2-3-1-16,6-3-4 15,0 0-14-15,9 10 6 0,2 5 11 16,4 7 2 0,3 3 1-16,0 4-15 0,0 16 13 15,3 7 2 1,9 0 16-16,3-2-1 0,1-5 4 16,6-5-10-16,-1-3-7 15,8-8 5-15,-1-4-5 16,14 0 1-16,4-3 0 15,9-12 4-15,-4-5-6 16,-2-2-1-16,-16-10 0 16,-8-8-52-16,-14 0-8 15,-11-1-2-15,0 7 53 16,-8 14 9-16,-8 12 0 16,-4 8 33-16,-3 0 16 0,0 13-22 15,2 15 20-15,5 5-5 16,10 2-18-16,6-1 5 15,0-1-9-15,6-3-4 16,16-5 0-16,5-4-7 16,7-5-5-16,7-9 3 15,9-2-2-15,10-5-4 16,9 0 3-16,7-18-4 16,3-4 0-16,-7-5 0 15,-8-4-2-15,-12-6 1 16,-16-3-31-16,-17-3 11 15,-13 2 6-15,-6 11 11 16,-7 13 4-16,-23 9 10 0,-6 8 5 16,-7 2 11-16,1 16 15 15,6 9 22-15,6 6-28 16,8 4-3-16,13 1-20 16,6-3-11-16,3-3 3 15,3-5-4-15,15-8-2 16,6-6 2-16,6-9-19 15,-2-4-59-15,11-1-8 16,-2-20-7-16,2-10-55 16,-5-13-17-16,2-8-37 15,-8-13-37-15,-4-10-38 16</inkml:trace>
  <inkml:trace contextRef="#ctx0" brushRef="#br0" timeOffset="101316.19">6331 13285 244 0,'0'0'33'0,"0"-108"177"0,-4 95 46 0,-5 13-90 0,-3 20-113 15,-3 24 65-15,3 15 0 16,3 10-9-16,9 5-33 16,0 1 8-16,0 0-45 15,0-4-22-15,9-2-17 16,0-6-1-16,4-6-1 16,4-8-21-16,1-16-154 15,7-14-71-15,9-13-182 16</inkml:trace>
  <inkml:trace contextRef="#ctx0" brushRef="#br0" timeOffset="101750.74">6815 13639 1196 0,'0'0'5'16,"0"0"34"-16,-45 75 99 15,39-36-115-15,0 3 22 16,3-1-30-16,2-5-6 16,1-7-8-16,0-7-1 15,0-6-3-15,0-8 3 16,10-5 0-16,2-3 2 16,12 0 4-16,4-14-6 0,8-10-6 15,0-7-33 1,-2-4-8-16,-4-2 3 15,0 3 2-15,-6 5 31 0,-6 7 6 16,-5 7 5-16,2 9 2 16,-2 5 3-16,4 1 11 15,-1 2 7-15,1 16-2 16,-1 8 17-16,-1 3-4 16,-3-1-7-16,-8 0-13 15,-4-4-8-15,0-3-4 16,-7-3 3-16,-11-2-4 15,0-5-1-15,-4-4-1 16,-4-5-134-16,-2-2-82 0,-3-11-170 16</inkml:trace>
  <inkml:trace contextRef="#ctx0" brushRef="#br0" timeOffset="101983.03">6842 13390 978 0,'0'0'44'0,"0"0"-41"0,0 0 110 0,0 0-73 15,0 0-27 1,0 0 28-16,59 24-16 16,-17-24-19-16,0-6-3 0,-8-8-3 15,-10-3 0-15,-15-1-11 16,-9 0-17-1,-14 2-31-15,-32 6-93 0,-21 4-63 16,-16 6-320 0</inkml:trace>
  <inkml:trace contextRef="#ctx0" brushRef="#br0" timeOffset="102733.85">3740 13301 530 0,'0'0'26'0,"0"0"28"0,0 0 82 0,0 0-46 0,0 0-7 0,-103 100 10 16,76-51-22-16,-4 9 6 15,-2 2-9-15,0-3-30 16,3-5-16-16,2-9-7 15,11-10-8-15,6-11 3 16,5-11-8-16,6-8-2 16,0-3 1-16,0 0 4 15,0-16 0-15,14-11 2 0,3-11-7 16,5-6 1-16,-2-10-1 16,7-4 0-16,-5-10 0 15,5-5-2-15,-2-4 2 16,0 8 2-16,0 15-2 15,-5 18 0-15,-6 19 0 16,4 17 0-16,-5 10 0 16,8 29 1-16,0 18 33 15,-8 12-9-15,-4 12-2 16,-9 7 22-16,0 4-24 0,0 1-16 16,-10-5-4-16,2-14-1 15,1-12 0-15,-2-15-1 16,0-14 0-16,0-9-2 15,3-10-75-15,-6-10-95 16,0-4-138-16,-7-6-295 16</inkml:trace>
  <inkml:trace contextRef="#ctx0" brushRef="#br0" timeOffset="102942.87">3474 13744 1005 0,'0'0'126'0,"0"0"-125"0,0 0 119 0,0 0-72 0,126-79-12 16,-62 54-15-16,3-1-16 15,9-1-5-15,3 5-8 16,0-4-230 0,2-4-686-16</inkml:trace>
  <inkml:trace contextRef="#ctx0" brushRef="#br0" timeOffset="103658.15">7792 13500 737 0,'0'0'190'0,"0"0"-182"0,0 0 25 0,0 0 56 0,-42 90-26 16,27-41 4-16,3-1-18 15,1 5-8-15,0-2-27 16,2-3-7-16,3-6-5 15,-1-8-2-15,4-12-2 0,3-5 1 16,-2-7-3 0,2-4-74-16,0-6-75 15,0 0 5-15,0-17-19 0,9-12-101 16,3-6-123-16</inkml:trace>
  <inkml:trace contextRef="#ctx0" brushRef="#br0" timeOffset="103990.83">7762 13516 640 0,'0'0'83'0,"0"0"7"16,0 0-4-16,0 0-44 15,0 0 61-15,30 118-13 0,-12-70-15 16,0 1-15 0,6 3-18-16,-1-5-12 15,3-6-18-15,-2-7-4 0,0-11-2 16,-5-7 0-1,-1-7 0-15,-3-9-2 16,-3 0 4-16,1-10 13 0,4-19 7 16,-1-10 7-16,-4-10-10 15,0-5-5-15,0-9-20 16,-3-9 4-16,0 1-4 16,-2 5-1-16,1 16 1 15,-4 19-4-15,-4 17 3 16,2 12-15-16,-2 2-114 15,0 27-30-15,0 12 42 16,6 3-135-16,5 0-356 0</inkml:trace>
  <inkml:trace contextRef="#ctx0" brushRef="#br0" timeOffset="104330.66">8511 13661 910 0,'0'0'50'0,"0"0"22"15,0 0 86-15,-109 53-91 16,82-16-8-16,5 1-13 0,10 3-34 16,10-6-5-1,2-4-1-15,0-8-6 0,17-8 1 16,11-6-1-16,8-8 0 15,9-1 0-15,3-5 3 16,1-15-3-16,-4-4 0 31,-5-5 0-31,-10-1 0 0,-11-6 0 0,-10-3 0 16,-9 0-3-16,-2 7-18 16,-20 10 2-16,-5 9-28 15,-1 11-26-15,0 2-74 16,1 0-145-16,9 11-456 15</inkml:trace>
  <inkml:trace contextRef="#ctx0" brushRef="#br0" timeOffset="104719.08">9076 13450 698 0,'0'0'3'0,"0"0"30"0,0 0 0 0,0 0-24 0,0 0-7 0,0 0 1 16,-4-3 7-16,4 2 15 15,0 1 52-15,0 0 14 16,0-1-5-16,0 1-14 16,0 0-19-16,0 0-10 15,0 0-11-15,0 0-13 16,0 0-11-16,0-2-4 16,0 2-3-16,0 0-1 15,0 0-1-15,0 0 0 16,0 0-1-16,0 0-45 15,-4 0-149-15,1 0-138 16</inkml:trace>
  <inkml:trace contextRef="#ctx0" brushRef="#br0" timeOffset="105110.8">8984 13352 652 0,'0'0'94'0,"0"0"-90"15,0 0 160-15,30-77-51 16,-26 74-34-16,-1 3-24 15,2 11-40-15,-1 18 5 16,4 17 105 0,-2 5-78-16,-6 12 16 0,0 1-1 15,-9 5-35-15,-2-1-6 16,1-5-10-16,3-6-8 16,7-10 0-16,0-9-3 15,4-10 0-15,9-8-1 16,7-9-4-16,1-7-44 15,1-4-77-15,3 0-61 16,-4-17-128-16,-3-5-474 16</inkml:trace>
  <inkml:trace contextRef="#ctx0" brushRef="#br0" timeOffset="105281.9">8941 13640 1051 0,'0'0'4'15,"0"0"110"-15,0 0-4 16,0 0-82-16,0 0-28 16,0 0-7-16,80-18 3 15,-17 10-76-15,1-1-162 0,-4-3-108 16</inkml:trace>
  <inkml:trace contextRef="#ctx0" brushRef="#br0" timeOffset="105901.01">10118 13283 890 0,'0'0'28'16,"0"0"-26"-16,0 0 126 16,-82-25-27-16,49 39-30 15,2 17 0-15,-2 13 9 0,0 9-14 16,6 5-2-16,5 5-22 16,7-1 18-16,5-1-26 15,10-2-26-15,0-3-3 16,11-7-4-16,12-9-1 15,8-10 0-15,6-11-1 16,1-8 1-16,4-10-3 16,2-1 2-16,-2-6-17 15,0-13-18-15,-6-8 12 16,-9-3 0-16,-10-8 4 16,-9-3 3-16,-8 2 12 15,0 9 2-15,-3 9 2 0,-14 10 1 16,1 7 0-1,-3 4 0-15,2 0 1 0,1 4 0 16,7 8 4-16,3 1-5 16,6-2 0-16,0 2-1 15,0 0 1-15,12 2-1 16,3 7 1-16,-2 1 0 16,3 5 0-16,-5 1 1 15,-5-3-1-15,4 0 0 16,-5-5 1-16,-2-1 0 15,6-3 2-15,-3-6-2 0,4 0-2 16,2-7 2 0,3-2-2-16,8-2-107 0,2 0-128 15,2-11-72 1,-1-8-252-16</inkml:trace>
  <inkml:trace contextRef="#ctx0" brushRef="#br0" timeOffset="107239.85">10454 13690 714 0,'0'0'176'0,"0"0"-91"0,0 0 112 0,0 0-139 0,0 0-47 0,0 0 78 15,-5 69-29-15,5-43-48 0,0-2-2 16,0-3-1-16,3-5-9 16,7-5 4-16,3-2-3 15,0-3-1-15,3-6 0 16,5 0-21-1,-1 0-52-15,1-15 7 0,-1-6-17 16,-5-6-3-16,-1-2 5 16,-8 4 64-16,-3 9 17 15,-3 7 2-15,0 9 22 16,0 0 42-16,0 13-43 16,-15 15 46-16,4 6 0 15,2 1-4-15,6-3-42 16,3-2-2-16,0-4-8 15,6-1 1-15,5-8-9 16,7-4-3-16,-2-9 1 0,8-4 1 16,4 0-4-16,1-12-2 15,-4-5-46-15,3-13-39 16,-11-3 36-16,2-8-13 16,-8 2 21-16,-3 7 13 15,-5 10 26-15,-3 14 4 16,0 8 4-16,0 12 13 15,-13 16 20-15,0 9 49 16,1 1-43-16,7-1-2 16,5-3-8-16,0-7-15 15,2 1 0-15,16-8-8 16,-2-7-8-16,8-4-1 0,3-6 3 16,6-3-2-16,4 0-1 15,2-15-1-15,-2-6-3 16,0-12-36-16,-7-13-32 15,-6-14 25-15,-4-18-20 16,-4-12 37 0,-4-12-1-16,-3-3-17 0,-5 6 1 15,-4 18 24-15,0 30 22 16,0 30 1-16,-16 21 75 16,-5 21-74-16,-5 23 31 15,3 18 39-15,5 3-18 16,10 6-18-16,8-3 2 15,0-2 7-15,0 0-26 16,15-5-7-16,5-3-9 16,7-11-1-16,8-8 3 0,7-10-3 15,9-9-2-15,1-13-3 16,2-7-67-16,-2-6-58 16,0-21-26-1,-4-12 32-15,-6-16 3 0,-9-17-47 16,-7-13 68-16,-6-16 68 15,-7-6 17-15,-2 4 10 16,-7 18 3-16,-4 26 62 16,0 31 84-16,0 25-8 15,-12 7-97-15,-10 34-6 16,1 14 100-16,0 10-28 16,9 7-58-16,6-1 19 0,6 3-27 15,0-4 15 1,0-2-40-16,7-5-8 0,6-11-4 15,3-11 0-15,0-11-3 16,7-7 1-16,0-10-2 16,2-10-1-16,1 0 1 15,4-19-44-15,-1-7-21 16,-3-5-25-16,-3-1 57 16,-11 4 10-16,-5 12 0 15,-7 7 23-15,0 9 12 16,0 0-12-16,0 4 0 15,0 11 0-15,-6 5 17 16,5 0-3-16,1-4-7 0,0-1 3 16,4-2-7-1,9-5 3-15,0-3-5 0,7-5 3 16,6 0 4 0,2 0-8-16,1-10 0 0,2-10-4 15,1-1-28-15,4-3 10 16,-3 1 4-16,-12 9 11 15,-6 4 7-15,-15 10 30 16,0 0 51-16,0 16-67 16,-5 17 2-16,-9 13 102 15,-4 7-44-15,-2 8-12 16,0 1-7-16,-5 3 3 16,2-2-31-16,-4-2-21 15,-1-9-4-15,1-10-2 0,3-10 0 16,10-12-5-16,5-11-34 15,5-9-116-15,4 0-75 16,0-24-140-16</inkml:trace>
  <inkml:trace contextRef="#ctx0" brushRef="#br0" timeOffset="107422.58">11847 13573 809 0,'0'0'187'0,"0"0"-148"0,0 0 105 0,0 0-94 15,84-12-45-15,-46 7-5 16,-2-2 0-16,-5-3-89 16,-4-2-152-16,-9-4-308 15</inkml:trace>
  <inkml:trace contextRef="#ctx0" brushRef="#br0" timeOffset="107628.85">10971 13327 998 0,'0'0'46'16,"0"0"8"-16,0 0 102 15,0 0-127-15,0 0-29 16,0 0-2-16,-45 26-176 16,19-13-773-16</inkml:trace>
  <inkml:trace contextRef="#ctx0" brushRef="#br0" timeOffset="109157.03">1411 15149 762 0,'0'0'4'0,"0"0"21"0,15-87 122 0,-12 72-93 15,-1 7 10-15,-2 6 3 16,0 2-19-16,0 17-41 0,0 23-1 15,-2 18 13 1,-10 14 22-16,1 10-14 0,-5 5-14 16,-2 3-2-16,3-11-11 15,3-12 0-15,-1-19-1 16,7-14-1-16,3-14 1 16,0-10 1-16,3-10-10 15,0 0-60-15,0-10 1 16,0-17-11-16,6-9 21 15,0-3 18-15,3-4 27 16,-6 1-15-16,-2 9 17 16,5 9 11-16,-1 16 1 15,4 6 18-15,-2 2-4 16,5 4-4-16,3 8 7 16,3 2-11-16,4-6-2 15,5-4-3-15,3-4 1 16,0-1 0-16,1-18 1 15,0-9-3-15,-1-6 3 16,-4-5-2-16,-8-1-1 0,-8-6 0 16,-7-3 0-16,-3 0 4 15,0 1-4-15,0 12 3 16,-4 12 4-16,1 14 19 16,-2 10 73-16,-4 18-66 15,2 23-23-15,1 12 23 16,-2 5-6-16,1 5-5 15,2-1 3-15,-2 5-11 16,1-2-12-16,6-1-1 16,0-8 0-16,-3-8-2 0,3-8-2 15,0-8-27-15,0-11-127 16,3-12-74-16,9-9-213 16</inkml:trace>
  <inkml:trace contextRef="#ctx0" brushRef="#br0" timeOffset="109672.92">2038 15645 816 0,'0'0'91'0,"0"0"-88"0,0 0 111 15,0 0-53-15,46-79-39 0,-36 61-3 16,-2-3 4-1,-8 5 11-15,0 2-1 0,-2 4-1 16,-16 10-12-16,-10 0-3 16,-8 10-2-16,-7 16 1 15,-2 5 5-15,5 5 5 16,4-1-4-16,15-4-8 16,12-3-10-16,9-4-4 15,0-3-3-15,9-7 3 16,9-3-1-16,9-9 1 15,1-2 0-15,2 0-4 16,6-17-2-16,-3-6-5 16,-2-2-8-16,-4-6 4 15,-3 2 9-15,-9 4 4 16,-2 5 2-16,-10 7-1 16,-3 8 3-16,0 5 7 0,0 0 10 15,0 5-13-15,0 13-3 16,0 7 3-16,-6 4 1 15,2 0 1-15,4-4-7 16,0 1-1 0,0-5 0-16,0-4 0 0,0-6-1 15,10-4-5-15,4-4-122 16,5-3-67-16,5 0-81 16,0-16-364-16</inkml:trace>
  <inkml:trace contextRef="#ctx0" brushRef="#br0" timeOffset="109863.77">2563 15460 1237 0,'0'0'38'0,"0"0"-36"0,0 0 121 0,0 0-123 0,0 0 0 16,0 0-21-16,-36-23-99 15,42 24-51-15,-1 9-145 16,-5 0-315-16</inkml:trace>
  <inkml:trace contextRef="#ctx0" brushRef="#br0" timeOffset="110036.85">2485 15668 1022 0,'0'0'5'15,"0"0"173"-15,0 0-71 16,0 0-82-16,0 0-25 16,0 0-3-16,-3 0-32 15,3 0-134-15,0 0-160 16</inkml:trace>
  <inkml:trace contextRef="#ctx0" brushRef="#br0" timeOffset="110788.65">3473 15183 897 0,'0'0'108'0,"0"0"-101"0,0 0 61 0,0 0 34 16,-43 104-12-16,20-36-15 16,-2 6-29-16,-2-1-3 15,-1-1-12-15,-1-6-12 16,1-10-15-16,10-15-2 16,2-12-2-16,11-18-2 15,5-7 2-15,0-4-2 16,2-19-1-16,18-20-32 15,5-16-12-15,0-12 19 16,-1-7 5-16,-7-10 12 0,-6-11-9 16,7-5 1-16,1 11-5 15,4 18 13-15,0 24 9 16,-3 27 2-16,-1 20 4 16,2 4-2-16,2 37 21 15,2 14 6-15,2 11 1 16,-5 10-5-16,3 9 4 15,-5 4-12-15,2-3-11 16,-5-4-6-16,1-13-5 16,-5-14 4-16,-1-13 0 15,-3-13-26-15,-9-13-98 16,0-9-80-16,0-7-81 16,-9-5-178-16</inkml:trace>
  <inkml:trace contextRef="#ctx0" brushRef="#br0" timeOffset="111219.06">3258 15616 857 0,'0'0'81'0,"0"0"-31"0,0 0 132 15,0 0-103-15,0 0-36 16,0 0-41-16,-30-17-2 16,78 5 0-16,19-5-2 15,11-4 2-15,5-1 0 16,11 3-5-16,-6 1-30 15,-4 2-44-15,-4 2-17 16,-14 2-27-16,-8-2-45 16,-17 3 4-16,-13 1 61 0,-12 1 103 15,-13-2 5 1,-3 7 146-16,0 0 15 16,-6 2-31-16,-10 2-47 0,-4 0-14 15,-10 10-22-15,-5 15 4 16,-1 5-6-16,0 7 2 15,-1 5-19-15,2-3 19 16,9 3-9-16,6-5-23 16,13-8-15-16,7-4-5 15,0-3 0-15,16-8-2 16,18-6 2-16,7-8-1 16,9 0-9-16,3-9-83 0,5-13-22 15,0-3-49 1,0-6-63-16,5-2-46 0,3-3 103 15,-4-1-109-15</inkml:trace>
  <inkml:trace contextRef="#ctx0" brushRef="#br0" timeOffset="112830.56">4431 15477 655 0,'0'0'173'0,"0"0"-65"16,0 0 13-16,0 0-2 16,-112 25-15-16,85-8-51 15,1 5-17-15,6 3-8 16,2 0-15-16,7 2-5 15,5-5-4-15,6-2-4 16,0-6-4-16,5-2 3 16,13-5 2-16,14-7-3 0,7 0-4 15,5-7-40-15,5-11-34 16,-1-2-16-16,2-5-32 16,-1-5-16-16,4-2 62 15,-4 0-48-15,-9 2-87 16,-11 10-28-16,-16 7 245 15,-12 11 104-15,-1 2 154 16,-10 0-121-16,-11 9-45 16,-4 8 29-16,1 4-4 15,6 1-58-15,9-1-21 16,3 1-24-16,3-5-14 16,3-5 0-16,0-2 1 15,0-4-1-15,12-4 1 16,6-2-2-16,6 0 1 0,3-11-37 15,0-4-53 1,4-5 4-16,-3-3-14 0,2 2-44 16,-6 0-68-16,-2 8-59 15,-8 7 271-15,-11 4 40 16,-3 2 13-16,0 0 122 16,0 11-14-16,-3 6-58 15,-2 5 5-15,1-2-32 16,4-2-51-16,0-4-6 15,0-2-7-15,1-5-4 16,7-1 0-16,5-6 1 16,4 0-3-16,2 0-4 15,2-12 0-15,4-3-2 0,-1-5-17 16,0-2-23-16,-2-4-14 16,-1-2 3-16,-1 1-29 15,-8 3 3-15,2 7 35 16,-9 6 22-16,-2 4 20 15,-3 6 2-15,0 1 30 16,0 0 29-16,0 0-20 16,0 0-1-16,0 0-7 15,0 0-10-15,-3 0 6 16,0 1 3-16,0 8-8 16,1 0 1-16,1 4-4 15,1 1 5-15,0 0-8 0,0 3 5 16,0 0-3-1,9 0-9-15,6 3 5 0,1-3-12 16,1 0-2-16,5 1 1 16,-3-1-3-16,-5 2 1 15,4-3-1-15,-11 0 0 16,-7-1 0-16,0 1 2 16,-10-2-1-16,-17-2 3 15,0-3 0-15,2-3-2 16,0-6 3-16,2 0 0 15,4 0-5-15,1-2 4 16,9-16 2-16,3-3-5 16,6-3-1-16,0-2-2 0,3 7-12 15,9 4 1 1,1 8 1-16,-5 5 9 0,1 2-2 16,1 0 2-16,2 7 3 15,0 5 3-15,6 2 10 16,-2-4-4-16,5-1 3 15,0-2 9-15,9-7-6 16,0 0-1 0,4-1-6-16,6-14-7 0,3-2 3 15,1-2-4-15,-2-2-4 16,-8 0 0-16,-7-2-22 16,-9-1-29-16,-6-4-7 0,-11-1-21 15,-1 5 40-15,-3 8 28 16,-15 7 15-1,-9 9 36-15,-4 4 8 0,3 17 28 16,5 6 25-16,5 2-42 16,11 0-22-16,7-2-14 15,0-2 2-15,12-3-3 16,13-2-7-16,8-4-1 16,7-10 4-16,11-5-8 15,6-1-3-15,16-1-1 16,3-13-1-16,0-5-1 15,-6-3-1-15,-3-4-1 16,-13-5-2-16,-5-1-12 16,-15-5-30-16,-17-2 24 0,-12 3 19 15,-5 11 3-15,-14 11 7 16,-16 14 1-16,-12 0 19 16,-7 25 24-16,0 8 42 15,7 5-46-15,11 0 9 16,7-1-39-16,15-8-4 15,6-3-9-15,3-4-4 16,0-6 0 0,15-8-1-16,10-7-1 0,7-1-14 15,5-4-63-15,6-17-41 16,-1-7 3-16,1-9-24 16,-1-7 12-16,-3-13 32 15,-5-11 34-15,-4-13 55 0,-5-13 8 16,-7-11 13-1,-3 7 25-15,-9 18 5 16,-3 25 78-16,-3 32 34 16,0 21-1-16,-3 8-105 15,-10 38-4-15,-8 23 63 0,4 15-48 16,4 7-34-16,1-2-15 16,9 1-9-16,0-8-2 15,3 1-2-15,0-6-103 16,18-7-164-16,7-11-240 15</inkml:trace>
  <inkml:trace contextRef="#ctx0" brushRef="#br0" timeOffset="113608.82">7052 15389 441 0,'0'0'233'0,"0"0"-216"0,-19-89 54 0,17 72 79 16,-1 13-60-16,2 0 6 15,1 4-41-15,0 8-45 16,0 24-7-16,0 15 27 15,0 9 24-15,0-1-33 16,-2-5 1-16,2-9-5 16,0-8-7-16,0-9-10 15,0-10 0-15,13-9 2 16,1-5-1-16,14-4 7 16,4-20-8-16,2-11 1 15,3-8 0-15,-4 2-1 16,-3-8 1-16,-5 2 1 15,-4 4 0-15,-7 12-1 16,-7 14-1-16,-3 10 0 0,-4 7-1 16,0 5 1-16,2 20-13 15,1 8 13-15,0 9 2 16,-3-3-1 0,3-2-1-16,-3-5 0 0,0-3 1 15,0-4-1-15,-12-7 0 16,-6-5 1-16,-1-8-1 15,2-5-4-15,-2 0-99 0,-1-11-97 16,0-14-103 0</inkml:trace>
  <inkml:trace contextRef="#ctx0" brushRef="#br0" timeOffset="113941.29">7030 14783 1206 0,'0'0'0'0,"0"0"0"0,0 0 56 0,-33 110-20 0,33-67-9 0,13 0-4 16,11-8-4-16,5-8-9 16,2-10-10-16,9-12 2 0,2-5 6 15,1-2 5-15,-1-22-10 16,-9-4 2-16,-14-4 2 15,-12-6 0-15,-7-2 1 16,-8 5 1-16,-18 5-6 16,-1 12-2-16,-6 13-2 15,-1 5-5-15,3 22-14 16,2 17 9-16,10 22-26 16,15 10-53-16,4 7-28 15,18 1-67-15,20-2-53 16,12-7-236-16</inkml:trace>
  <inkml:trace contextRef="#ctx0" brushRef="#br0" timeOffset="114518.24">8363 15035 800 0,'3'-73'34'16,"-3"18"-2"-16,0 16 126 15,-1 21 5-15,-20 14-69 16,-6 4-55-16,-15 20 17 16,-8 21-10-16,-1 13 14 15,5 6-24-15,7 9-8 16,7 2-3-16,7 0-10 16,7 1 1-16,11-5-8 15,7-5-8-15,0-8 0 16,28-8 0-16,11-11 0 15,9-7-2-15,3-13 2 0,7-13-5 16,-3-2-6-16,0-7-34 16,-3-13 9-1,-7-7-6-15,-8-3 11 0,-10-2 19 16,-12-1 12-16,-12 3 7 16,-3 5 0-16,-7 5 0 15,-8 8 10-15,-3 3 7 16,4 5 10-16,7 4-16 15,1 0-8-15,5 0-10 0,1 0 4 16,0 0-4 0,0 0-2-16,0 0-4 15,4 4-2-15,6 15 8 16,4 3 2-16,-1 3-1 0,1 1 1 16,-3-1 4-1,-3 2 6-15,-2 0 0 0,2 0-4 16,-4-3-4-1,3-3-2-15,-1-3-2 0,-1-4-2 16,1-5 1-16,0-5-29 16,12 0-132-16,7-4-32 15,8 0-2-15,7-15-159 16</inkml:trace>
  <inkml:trace contextRef="#ctx0" brushRef="#br0" timeOffset="115940.74">8918 15302 934 0,'0'0'232'0,"0"0"-214"0,0 0 153 0,0 0-59 0,0 0-93 0,0 0-3 15,-19 77 12-15,16-43-13 16,3-6-10-16,0-1 0 16,3-2-4-16,8-6 0 15,2-4-1-15,0-9 1 16,8-5-1-16,1-1 1 15,3 0-1-15,1-11-19 16,3-10-10-16,-4-2 4 16,-3-8-22-16,-7 1 29 15,-3 3-15-15,-9 9 28 16,-3 6 5-16,0 6 10 0,0 6 24 16,0 0 19-16,0 10-29 15,-10 14-13-15,2 5 13 16,5 1-7-16,3-7-16 15,0-1 3-15,0-4 0 16,6-6-3-16,2-5 1 16,2-3-1-16,2-4 2 15,4 0-2-15,3-1 1 16,3-17-1-16,0-4-1 16,1-9-21-16,-2-4 0 0,-7-3-23 15,-2 7 6 1,-4 6 23-16,-5 10 13 15,-3 9 0-15,0 6 2 16,0 4-1-16,0 18 1 0,0 5 25 16,0 1-2-16,0 1-13 15,0-7 0-15,0-2-4 16,13-3-2-16,-1-3 0 16,4-2-4-16,1-7 2 15,4-2-1-15,4-3 1 16,3 0-1-16,7-4-1 15,-5-14-3-15,4-2 1 0,-6-9-21 16,-4-6 9 0,0-12-59-16,-3-10 44 0,-3-15 2 15,-9-9-17-15,-9 2-10 16,0 11 38-16,0 22 16 16,-13 18 1-16,2 19 7 15,-4 9 15-15,-1 19-20 16,-1 26 16-16,7 14 39 15,7 7-29-15,3 2-8 16,1-1 12-16,16-3-2 16,-1-6-2-16,5-8-18 15,4-8-7-15,-2-11-3 16,7-10 0-16,5-10 1 16,4-11 2-16,5 0-4 0,9-22 0 15,-1-14-16 1,-2-8-34-16,-6-13-18 0,-6-11-9 15,-10-14 25-15,-4-12-9 16,-12-14-4-16,-8 0 38 16,-4 9 19-16,0 26 0 15,-7 30 8-15,-5 28 63 16,-9 15 3-16,-1 28-66 16,-2 24 50-16,4 16 23 15,10 12-26-15,10 5-16 16,0 0 8-16,3-6-2 15,10-6-7-15,-1-7-18 16,3-8-5-16,0-13-6 16,3-6 0-16,4-16-1 0,1-12-2 15,5-11-6-15,2-1-45 16,6-23-38-16,2-9-18 16,-6-11 38-16,-8-8-71 15,-5 3 92-15,-11 10-1 16,-7 13 46-16,-1 18 5 15,-4 8 61-15,-13 10-10 16,-1 16 41-16,5 5 12 16,6-1-40-16,4 3-35 15,3-5-4-15,0-2-5 16,10-3-5-16,2-5-1 16,0-4-11-16,4-5 2 15,2-4 0-15,0-5-1 0,3 0-1 16,-3-7-1-1,9-11-2-15,-5-7 0 0,3-3-6 16,-5-8-9-16,-2-6-2 16,-8 4 13-16,-4 11 4 15,-5 11 0-15,-1 14 16 16,-5 2 43-16,-15 22-43 16,-5 20 62-16,-2 20 1 15,0 13-15-15,2 10-19 16,4 9 6-16,-3 9-19 15,5 3-9-15,1-1 11 16,1-7-15-16,1-10-12 16,-2-14-3-16,4-17-2 0,1-21-1 15,6-17-2 1,4-18 0-16,1-1-29 0,2-23-44 16,0-19-58-16,0-12-110 15,0-12-85-15,0-15-194 16</inkml:trace>
  <inkml:trace contextRef="#ctx0" brushRef="#br0" timeOffset="116130.75">10045 15015 999 0,'0'0'83'0,"0"0"-32"0,0 0 91 0,0 0-114 0,91-88-19 0,-44 69-8 15,0 4 1-15,-3-1-2 16,-9 2-11-16,-8 3-148 16,-14-1-107-16,-13 5-236 15</inkml:trace>
  <inkml:trace contextRef="#ctx0" brushRef="#br0" timeOffset="116347.93">8978 14896 996 0,'0'0'71'16,"0"0"-70"-16,0 0 164 16,0 0-70-16,0 0-64 15,0 0-29-15,43 0-2 16,-37 6-1-16,-6 14-110 15,-6 5-295-15</inkml:trace>
  <inkml:trace contextRef="#ctx0" brushRef="#br1" timeOffset="168828.47">9269 6163 30 0,'0'0'0'0</inkml:trace>
  <inkml:trace contextRef="#ctx0" brushRef="#br1" timeOffset="168883.52">9349 6003 37 0,'0'0'0'0</inkml:trace>
  <inkml:trace contextRef="#ctx0" brushRef="#br1" timeOffset="176362.24">8548 4285 138 0,'0'0'0'0,"0"0"11"0,0 0 21 16,0 0-6-16,0 0-16 16,0 0 7-16,0 0 31 15,-16-12 6-15,16 10-19 16,0 2 27-16,0 0-27 15,0-1-18-15,0 1-5 0,0 0-8 16,0 0 3-16,0 0-4 16,0 0-3-16,0 0 0 15,0 0-1-15,0 1 1 16,0 10 12-16,0 0 2 16,0 3-7-16,6-2 5 15,0 1-4-15,1-3-5 16,-1-4 3-16,-1-1-5 15,-1-1 3-15,-2-1-4 16,1-3 3-16,0 0-1 16,1 0-2-16,2 0 20 15,0 0-3-15,6-4-5 0,6-11 5 16,7-10 12-16,2-5-7 16,6-3-16-16,-2 0-4 15,-4 4-2-15,-3 5-1 16,-6 11 1-16,-6 5 0 15,-7 8-21-15,-5 0-121 16,0 14-108-16</inkml:trace>
  <inkml:trace contextRef="#ctx0" brushRef="#br1" timeOffset="176847.48">8568 4329 441 0,'0'0'5'0,"0"0"-5"0,0 0 19 0,0 0 35 0,0 0-42 16,0 0-12-16,0-3 0 15,0 3 13-15,0 0-3 16,0 0-3-16,0 0-2 16,3 0-2-16,-3 3 0 15,3 2 9-15,4 2-6 16,-4-2 8-16,2 0-8 0,1 0-3 16,-3-1 3-16,4 2-5 15,-1-1 5-15,0 2 2 16,-3-3-6-16,0-2 5 15,2-1 0-15,-2-1 0 16,-2 0-4-16,2 0-1 16,-3 0 2-16,3 0-1 15,4 0 5-15,4 0 3 16,5-14 5-16,11-9 19 16,7-6-19-16,4-8-10 15,4-3-1-15,-2 1-5 16,0 2 0-16,-4 5-8 15,-9 10-25-15,-11 5-251 16</inkml:trace>
  <inkml:trace contextRef="#ctx0" brushRef="#br1" timeOffset="185050.34">14951 13534 638 0,'0'0'121'0,"0"0"-114"0,0 0 79 0,0 0 20 0,0 0-46 0,0 0-33 16,0 0 12-16,0 0-1 15,-5 0-5-15,5 0-13 16,0 0-5 0,0 0 4-16,0 0-5 0,0 0-6 15,0 0-2-15,5 0-5 16,8 0 3-16,3 0 6 16,7 0 0-16,2 0 5 15,2 0-14-15,2 0 2 16,3 0 0-16,-1 0-3 15,4 0 2-15,-3-3-2 16,1-1 2-16,-4-2-1 0,-4 0 0 16,-3 2-1-16,-5 1 0 15,-7 3-3-15,2 0-11 16,-6 0-95-16,-4 0-53 16,-2 10 1-16,0 5-98 15</inkml:trace>
  <inkml:trace contextRef="#ctx0" brushRef="#br1" timeOffset="185390.39">15043 13716 914 0,'0'0'4'0,"0"0"52"0,0 0 105 0,0 0-96 0,0 0-50 0,0 0-1 15,-5-7-7-15,5 7-7 16,4 0 2-16,12 0 1 16,7 0 5-16,4 0 4 15,5 0 5-15,2 0-8 16,3 0-7-16,4-1 2 15,0-3-2-15,-2 2 0 16,2-3-1-16,2-1-1 0,5 1-4 16,4-1-120-16,3 0-103 15,-6 1-197-15</inkml:trace>
  <inkml:trace contextRef="#ctx0" brushRef="#br1" timeOffset="207937.74">13266 4419 240 0,'0'0'114'0,"0"0"-110"0,0 0 1 15,0 0 69-15,0 0-2 16,0 0-37-16,0 0-1 15,0 0 49-15,0 54-55 16,0-53-5-16,0-1 4 16,0 0 6-16,0 0 8 15,3 0 13-15,1 0 1 16,4-4 5-16,1-9-27 16,-3-3-17-16,-3-2 20 15,-3 2-16-15,0-2 8 16,0 5-12-16,0 0-5 15,-5 4 18-15,-7 3 3 16,-6 6-15-16,-4 0 2 0,-6 0 2 16,-5 11-19-1,-3 8 3-15,-1 7-3 16,-2 4 1-16,8 6 6 16,1 3 0-16,10 1 1 0,1 3-5 15,7 0 1-15,3 2 0 16,8 1-4-16,1-3-1 15,0-5 4-15,16-7-3 16,14-8-2-16,6-7 3 16,11-5 1-16,3-7-1 15,3-4-3-15,-1 0-1 16,-7-4-2-16,3-13-26 16,-6-3-101-16,0-8-72 15,-1-3-82-15,-6-2-361 0</inkml:trace>
  <inkml:trace contextRef="#ctx0" brushRef="#br1" timeOffset="208300.36">13606 4592 554 0,'0'0'164'0,"0"0"-104"0,0 0 80 0,0 0-33 16,0 0-34-16,0 0-36 16,-22-32-20-16,10 44-10 15,-2 6 2-15,4 2 15 16,2-1-5-16,7 0-7 15,1-2-11-15,0-2 1 16,16 0-2-16,11-7 0 16,8-5 3-16,5-3-2 15,6 0 0-15,-1-14-1 0,-2-5 0 16,-3-3 0-16,-8-3 1 16,-12-3 0-16,-13 2 3 15,-7 1 2-15,-13-1 3 16,-19 8-8-16,-10 5 3 15,-4 7 3-15,-2 6-4 16,8 0 1-16,5 12-3 16,10 7-1-16,10 2 0 15,9 3-3-15,6 2 1 16,0-2-19-16,16-5-107 16,7-3-83-16,4-4-91 0</inkml:trace>
  <inkml:trace contextRef="#ctx0" brushRef="#br1" timeOffset="208639.44">13949 4513 698 0,'0'0'28'16,"0"0"112"-16,0 0-42 16,0 0-25-16,0 0-48 15,0 0-11-15,88-49 1 16,-71 71 2-16,-1 3 13 0,-4 0-5 15,-3 5-15 1,-5 0 7-16,-4 0-17 0,0-5 2 16,0-1 3-1,-10-7-2-15,1-2-2 0,3-8 0 16,3-7 4-16,1 0-3 16,2-11 8-16,0-17-7 15,0-9-3-15,0-5-2 16,16-5 2-1,1 1 0-15,0 2-1 0,4 8-3 16,-4 16 0-16,-1 9-19 16,-4 11-71-16,1 0-61 15,-3 19-37-15,2 5-290 0</inkml:trace>
  <inkml:trace contextRef="#ctx0" brushRef="#br1" timeOffset="209078.59">14260 4606 377 0,'0'0'314'16,"0"0"-263"-16,0 0 84 15,0 0-98-15,0 0-18 16,0 0-4-16,49-52 17 16,-36 43 31-16,-2-2-14 15,-1-2 1-15,-1 3-21 16,-1 0-3-16,0 1-1 15,0 1-9-15,1 2-6 16,0 0-3-16,1 1-5 16,2 2-1-16,3 3-1 0,0 0 2 15,3 12-2-15,0 4 0 16,1 6 1-16,-5-1 0 16,-1 1 0-16,-7 1 2 15,-4-3 0-15,-2-2-3 16,0-1 2-16,-7-4 6 15,-6-4-5-15,1-5 4 16,3-4-5-16,-1 0 6 16,7-10 5-16,3-14-8 15,0-7-2-15,3-5-3 16,18-4-3-16,4 0-2 16,0 5 2-16,1 7-15 0,1 9-72 15,3 6-43-15,4 7-52 16,3 5-62-16</inkml:trace>
  <inkml:trace contextRef="#ctx0" brushRef="#br1" timeOffset="209832.56">14907 4497 758 0,'0'0'84'0,"0"0"-54"0,0 0 134 0,0 0-89 15,0 0-61-15,0 0-10 16,-3 0 3-16,18-1 16 0,3-9 2 16,3 2-8-1,-2-3-10-15,-1-3-4 0,-1-3-1 16,-4-2-2-16,-3 0 0 16,-5 3 2-16,-5 2 0 15,0 6-2-15,-3 4 3 16,-14 4-1-1,-8 0-2-15,-3 14 0 16,-2 10 0-16,5 5 1 0,6 5 2 16,8 3 4-16,8-6 0 15,3 1 2-15,3-5-5 0,19-7-3 16,5-2-1-16,6-8 2 16,3-6-1-1,2-4 0-15,7 0 0 16,1-7-1-16,3-6 0 15,0-9-24-15,-5-3-68 0,-7-5-14 16,-7-2-4-16,-12 3 41 16,-12 8 42-16,-6 9 27 15,0 8 5-15,-8 4 35 16,-8 1-4-16,-3 17 16 16,2 6 19-16,4-1-26 15,7 1-8-15,6-2-10 16,0-3-18-16,12 1-1 15,9-6-6-15,10-4 3 0,6-6-3 16,2-4 3 0,3 0-1-16,3-9-3 0,-2-10-1 15,-1-9 1 1,-2-8-1-16,-4-10 0 0,-9-13 1 16,-5-10-1-1,-5-1-2-15,-8 1 2 0,-6 11 0 16,-3 18 0-16,0 19 6 15,0 18 10-15,-6 3 51 16,-7 31-54-16,-4 15-8 16,2 8 38-16,5 6-8 15,6 1-2-15,4-2-8 16,0-2-16-16,8-1-6 0,2-7-3 16,1-5-6-16,-1-7 2 15,1-9-54-15,-2-11-103 16,0-9-92-16,1-8-197 15</inkml:trace>
  <inkml:trace contextRef="#ctx0" brushRef="#br1" timeOffset="209979.43">15860 4388 1043 0,'0'0'0'0,"0"0"2"0,0 0 23 16,0 0-25-16,117-49-3 15,-49 49-5-15,11 0-124 16,-2 0-198-16</inkml:trace>
  <inkml:trace contextRef="#ctx0" brushRef="#br1" timeOffset="210460.28">14620 5441 1031 0,'0'0'12'15,"0"0"14"-15,0 0 59 0,0 0-52 16,-22 100 43-16,19-48-49 16,-1-5-16-16,1-1 10 15,0-6-8 1,0-7-13-16,3-8 0 0,0-6-3 16,0-8 0-16,0-8-63 15,0-3-132-15,10-8 4 16,-1-23-93-16</inkml:trace>
  <inkml:trace contextRef="#ctx0" brushRef="#br1" timeOffset="210708.28">14614 5403 789 0,'0'0'37'0,"0"0"60"16,0 0 43 0,0 0-97-16,0 0-40 0,113-36 4 15,-48 47 1-15,7 14 1 16,-1 8-1-16,-5 10 0 15,-8 2-3-15,-14 4-3 16,-16 2 0-16,-16-4 1 16,-12-5 0-16,-29-3 2 15,-23-7 14-15,-12-5 56 16,-3-3-21-16,1-6 10 16,9-7-40-16,17-3-19 15,15-2-5-15,15-6-2 16,10 0-84-16,14-22-210 15,19-11-601-15</inkml:trace>
  <inkml:trace contextRef="#ctx0" brushRef="#br1" timeOffset="211006.43">15529 5541 978 0,'0'0'13'15,"0"0"36"-15,0 0 60 16,0 0-33-16,0 0-39 16,0 0-21-16,-1-48 9 15,-26 50-2-15,-10 14-22 16,-8 7-1-16,-1 8 11 0,7-1 14 16,6 5-5-16,11-2-6 15,8-3-8-15,14-4-6 16,0-6-1-1,20-6-2-15,14-7 1 0,14-4 2 16,7-3-18 0,6 0-109-16,3-10-60 0,-1-3-93 15,-7-1-398-15</inkml:trace>
  <inkml:trace contextRef="#ctx0" brushRef="#br1" timeOffset="211425.61">15967 5467 857 0,'0'0'6'16,"0"0"86"-16,0 0 86 0,0 0-81 15,0 0-45-15,0 0-31 16,-72-31 12-16,40 43 22 16,1 6 9-16,1 0-24 15,2 0-17-15,4 2-1 16,6-1-8-16,3 1-12 15,6 1-1-15,6-1-2 16,3 0-2-16,2-3 0 16,20 3 2-16,11-2-2 15,4-3 0-15,4-2-6 16,0 1-30-16,-2-4-7 16,-6-3 13-16,-8 2 11 0,-11-6 10 15,-8 1 5 1,-6-2 2-16,0 3 5 0,-21 0 11 15,-19 6 0-15,-13 2-5 16,-5-2 25-16,1 1-6 16,4 0-15-16,9-1-8 15,13-3-2-15,12-2 0 16,14-2-11-16,5-4-140 16,27 0-89-16,15-10-6 15,13-13-510-15</inkml:trace>
  <inkml:trace contextRef="#ctx0" brushRef="#br1" timeOffset="211800.34">16272 5577 1240 0,'0'0'0'0,"0"0"70"0,0 0 25 0,0 0-48 15,0 0 13-15,-16 71-45 16,16-44 2-16,0-3-7 15,0-3-10-15,0-5 2 16,0-5-2-16,0-5 0 16,3-5 0-16,1-1 1 0,7 0 3 15,8-9 9 1,8-16-10-16,3-3-2 0,0-4-1 16,-4-2 1-1,-4 3 3-15,-5 8-3 0,-8 11-1 16,-4 6 2-16,-5 6 0 15,0 0-2-15,1 13-5 16,2 15 5-16,1 5 21 16,3-2-7-16,-1-6-13 15,3-2 1-15,4-2 0 16,0-7-2-16,7-2-2 16,3-7-87-16,9-5-197 15,-1 0-252-15</inkml:trace>
  <inkml:trace contextRef="#ctx0" brushRef="#br1" timeOffset="211964.31">16944 5697 1379 0,'0'0'112'0,"0"0"-92"0,0 0 111 16,0 0-127-16,0 0-4 15,0 0-118-15,0-8-329 16</inkml:trace>
  <inkml:trace contextRef="#ctx0" brushRef="#br1" timeOffset="214122.17">17775 6123 587 0,'0'0'75'16,"0"0"-74"-16,0 0 49 0,0 0 56 0,0 0-66 15,0 0-24-15,0 0 18 16,0-74 38-16,-5 66 3 16,-3 2 1-16,-9 2-23 15,-5 4 7 1,-3 0-30-16,-6 7-22 0,-2 14 31 16,-2 6-8-16,0 12-8 15,4 8 6-15,3 9-3 16,5 9-1-16,7 6-8 15,5 4-13-15,8-1 12 16,3-2-8-16,8-7-1 16,22-6-4-16,18-9-3 15,14-11 0-15,23-10 3 16,12-9-3-16,16-14 3 0,8-6 2 16,6 0 5-16,-5-21-2 15,-11-9-8-15,-14-11 6 16,-16-5 7-16,-13-12 3 15,-16-13 4-15,-12-9 14 16,-15-12-21-16,-15-9 0 16,-10-2-2-16,-12 4-7 15,-27 5 0-15,-14 20 2 16,-15 15 2-16,-10 17-8 16,-8 22 4-16,-2 14-3 15,-3 6 1-15,2 20 0 16,5 19-2-16,12 8-9 15,16 7 1-15,14-2-5 16,12 0-96-16,6-3-72 0,8 3-99 16,2-3-135-1</inkml:trace>
  <inkml:trace contextRef="#ctx0" brushRef="#br1" timeOffset="214392.33">17982 6436 751 0,'0'0'102'0,"0"0"-98"0,0 0 201 0,0 0-75 0,0 0-43 16,0 0-19-16,0 0-32 15,-19-43-19-15,19 43-17 16,0 0-2-16,0 0-5 16,0 7-16-16,0 6-106 15,0-3-145-15,11-4-106 16</inkml:trace>
  <inkml:trace contextRef="#ctx0" brushRef="#br1" timeOffset="214551.6">18275 6313 979 0,'0'0'1'0,"0"0"51"15,0 0 50-15,0 0-94 16,0 0-8-16,0 0-16 16,-32-16 9-16,39 25-93 15,2-2-209-15</inkml:trace>
  <inkml:trace contextRef="#ctx0" brushRef="#br1" timeOffset="-214585.34">17924 6666 535 0,'0'0'1'0,"0"0"40"16,0 0-6-16,0 0 13 15,0 0 34-15,0 0 10 16,16-52-9-16,-13 49 23 16,-3 3-26-16,0 0-29 15,3 0-45-15,3 18-2 16,5 3 49-16,2 5 10 0,2-5-47 15,7-1 6-15,5-6-7 16,7-6 3-16,5-6 3 16,4-2-12-16,4-5-1 15,-5-14-8-15,-1-6-8 16,-2-10 1-16,-8-11-201 16,-4-9-476-16</inkml:trace>
  <inkml:trace contextRef="#ctx0" brushRef="#br1" timeOffset="-204370.98">5587 8842 333 0,'0'0'0'0,"0"0"1"0,0 0 17 0,0 0 9 16,0 0 25-16,0 0 0 15,0 0-10-15,0 0-9 16,-6-29 0-16,0 28 0 15,0 1-8-15,-2 0 9 16,-2 0 4-16,-2 0 35 16,-1 0-58-16,-1 1 19 0,-5 14 11 15,4 3-8-15,-1 7-11 16,1 3-2-16,0 4-11 16,3 3 2-16,1 3-7 15,6 1-3-15,2 0 6 16,3 1-9-16,0-5-2 15,1 1 4-15,12-9 0 16,4-7-4-16,4-5 0 16,1-7-2-16,6-8 2 15,2 0 1-15,4-16 0 16,7-15 1-16,6-11 3 16,3-10 1-16,-1-2-6 0,-4-2 7 15,-11 6 0-15,-10 9-1 16,-12 11 1-16,-12 9 4 15,-4 5 41-15,-16 4-21 16,-11 2 15-16,-8 7-26 16,-6 3-20-16,0 2 39 15,-1 16-38-15,3 8 1 16,3 2-2-16,7 0 0 16,6 1 0-16,9 3 1 15,3 1-1-15,9 1-2 16,6-1-1-16,0-3 1 15,8 2-2-15,5-5 3 0,8-5-4 16,-2-5 5 0,5-3-3-16,1-8 1 0,1-3-3 15,1-3-3-15,7-8 6 16,3-20 1-16,2-8 1 16,0-10-1-16,-2 0 0 15,-6-1 1-15,-11 3 8 16,-7 5-8-16,-13 3 3 15,0 4 2-15,-13 0-1 16,-9 8 0-16,-7 3 2 16,-2 5 1-16,-3 6-2 15,-4 8 3-15,-2 2-7 16,1 5 0-16,1 18 1 16,2 10 1-16,3 4-3 15,3 10 2-15,8 2-5 0,7 2 5 16,4 0-5-16,11-5 2 15,0-1 1-15,0-4-2 16,15-8 0-16,4-7 1 16,1-8-2-16,5-9-6 15,1-3 8-15,5-6 1 16,2 0-4-16,6-25 3 16,7-14 2-16,6-12 2 15,-1-8-2-15,-2 0 0 16,-9 0-1-16,-10 6 0 15,-12 9 2-15,-17 5 5 0,-1 3-5 16,-14 5 6 0,-16 6 3-16,-6 9-2 0,0 5 2 15,-6 9 0-15,1 2 24 16,-3 19-34-16,-2 14 0 16,4 15-1-16,8 5 0 15,4 4 0-15,9-1-4 16,12-3 8-16,8-7-8 15,1-7 4-15,9-5-6 16,13-5-1-16,11-11-30 16,12-13-146-16,1-5-165 15</inkml:trace>
  <inkml:trace contextRef="#ctx0" brushRef="#br1" timeOffset="-188225.73">22367 8313 617 0,'0'0'0'0,"0"0"82"0,0 0-1 0,0 0-37 16,0 0-17-16,0 0 2 16,74-81 29-16,-72 67-6 0,-2 0-19 15,0 3 37-15,-2-1-3 16,-15 5-52-16,-10 3 8 16,-6 4-19-16,-5 0-4 15,-2 11 28-15,-1 12-5 16,-1 6-4-16,4 8 0 15,4 6-9-15,2 3-1 16,9 2-5-16,4 0 3 16,9-3-3-16,7-2-4 15,3-4-2-15,6-5 1 16,21-7 0-16,9-7-1 16,13-5-2-16,5-10 4 15,7-5-6-15,2 0-44 0,-3-15-40 16,-7-4-13-16,-7-6-46 15,-10-3 30-15,-9 0-10 16,-10 3 38-16,-13 6 88 16,-4 5 3-16,0 5 87 15,0 5-4-15,-6 4 35 16,-6 0-83-16,-4 6-21 16,-1 13-6-16,1 2 6 15,5 2 30-15,7 0-2 16,4 1-27-16,0-3 5 15,18-1-10-15,9-6-6 16,6-6 5-16,1-6-7 0,3-2 0 16,0-2 1-1,-7-12 1-15,-2-6 0 0,-12-4 2 16,-12-6-1-16,-4-2 19 16,0 0 13-16,-18 2 34 15,-9 8-37-15,-4 7-24 16,-4 7-7-16,6 4-1 15,3 4-2-15,3 0-3 16,5 16-4-16,7 6-11 16,7 3-84-16,4 4-66 15,0-3-10-15,9-4-128 16</inkml:trace>
  <inkml:trace contextRef="#ctx0" brushRef="#br1" timeOffset="-187885.07">22846 8488 899 0,'0'0'13'0,"0"0"144"0,0 0-65 15,73-78-41-15,-46 78-24 16,-2 0-13-16,-3 12 1 16,-8 10-4-16,-7 6-7 15,-5 1 5-15,-2 6 2 16,-3-2-5-16,-14-2-1 15,-2-2-2-15,2-7 0 16,4-10-3-16,6-4 3 16,4-8-1-16,3 0 8 0,0-8 7 15,0-17 18 1,1-7-34-16,13-6-2 0,8 0-2 16,2 1 0-16,1 6 1 15,-2 10-1 1,-6 8-10-16,-3 9-33 0,-2 4-57 15,-5 0-45-15,-1 17 1 16,3 4-81-16,-1 0-159 16</inkml:trace>
  <inkml:trace contextRef="#ctx0" brushRef="#br1" timeOffset="-187486.57">23242 8503 822 0,'0'0'30'0,"0"0"50"16,42-78 41-16,-22 60-75 16,-1 4 22-16,-3 6-15 15,0 4-6-15,-2 4-16 16,-3 0-29-16,5 5 7 16,-2 10-6-16,2 10 5 15,-6 3 2-15,-5 1-6 16,-5 0-3-16,0-1 2 15,-12-5 0-15,-7-1 2 16,4-7-3-16,0-6 1 0,6-5-1 16,4-4 1-16,5 0 6 15,0-20-1-15,0-12-2 16,11-7-6-16,13-4 0 16,4 1 0-16,-1 2-2 15,-2 6 2-15,-2 10 0 16,-6 7 0-16,-4 8-3 15,-6 8-7-15,3 1-47 16,-4 5-66-16,0 13-37 16,0 4-16-16,3-1-107 15</inkml:trace>
  <inkml:trace contextRef="#ctx0" brushRef="#br1" timeOffset="-186778.35">23751 8475 876 0,'0'0'40'0,"0"0"115"0,0 0-96 16,0 0-47-16,0 0-3 15,0 0 14-15,82-63-5 16,-64 52-2-16,0 1 0 16,-7 1-9-16,0 1-3 15,-8 0 4-15,0 4 3 16,-3-2 12-16,0 1 8 15,-10 3-19-15,-12 2-12 16,1 0-2-16,-3 0 2 16,-2 7 0-16,6 9-1 0,-1 5 1 15,7 0 1 1,3 3-1-16,11 0 0 16,0 1-2-16,5-4 2 15,13-3-1-15,6-3-1 0,3-6 0 16,3-8-8-16,-2-1-35 15,0 0-43-15,-1-11 2 16,-3-7 29-16,-1-5 21 16,-6 0 9-16,-5 1 27 15,-2-1 0-15,-6 4 8 16,0 6 15-16,-2 6 1 16,-2 3 37-16,0 4-9 15,0 0-41-15,0 13-11 16,0 8 0-16,0 4 0 0,0 0 4 15,0-3-1-15,0 0 0 16,10-6-3 0,8-2 0-16,-1-6 5 0,6-6-5 15,1-2 5 1,-1 0-4-16,1-13 3 0,-1-10-2 16,4-9-1-16,0-9-1 15,0-10 0-15,-3-13-1 16,4-6 0-16,-4 1 1 15,-8 12 0-15,-5 20 1 16,-8 14 10-16,-3 19 53 16,0 4-4-16,-3 29-55 0,-12 14-1 15,3 16 0-15,2 0-1 16,8-2 3 0,1 2-3-16,1-5-3 0,0 1-1 15,0-10 0-15,0-1-15 16,0-10-140-16,0-12-98 15,1-11-334-15</inkml:trace>
  <inkml:trace contextRef="#ctx0" brushRef="#br1" timeOffset="-186633.37">24517 8333 1212 0,'0'0'0'0,"0"0"-1"0,0 0-3 0,88-29-18 16,-33 29-210-16,6 0-204 16</inkml:trace>
  <inkml:trace contextRef="#ctx0" brushRef="#br1" timeOffset="-186332.6">25415 8335 824 0,'0'0'156'0,"0"0"-144"0,0-80 210 16,0 70-132-16,0 8 1 15,0 2-65-15,0 7-26 16,0 19 3-16,0 8 13 15,0 7 16-15,0 4-22 16,-3-2-1-16,-2 1-8 16,2-5-1-16,-1-7-4 15,1-8-19-15,3-9-125 16,0-12-49-16,0-3-26 16,0-14-53-16</inkml:trace>
  <inkml:trace contextRef="#ctx0" brushRef="#br1" timeOffset="-186083.45">25412 8303 647 0,'0'0'78'0,"0"-85"127"16,0 57-61-16,0 12 2 16,3 10-37-16,13 6-83 15,14 4-24-15,9 20 0 16,8 8 7-16,0 9 8 16,-4 2-5-16,-3 4 8 15,-10 4 6-15,-9 0-24 16,-12-2 1-16,-9-6 1 15,-3-8 0-15,-24-5-2 16,-7-6 5-16,-6-4-1 16,1-8-5-16,6-1-2 15,8-7-5-15,8-4-74 16,8 0-69-16,9-10-70 0,0-13-121 16</inkml:trace>
  <inkml:trace contextRef="#ctx0" brushRef="#br1" timeOffset="-185808.33">25985 8343 859 0,'0'0'32'0,"0"0"150"16,0 0-48-16,48-74-43 16,-48 64-67-16,0 4 34 15,0 6 32-15,-22 0-72 16,-6 15-18-16,-5 10 0 0,2 7 0 15,7 2 0-15,8 1-2 16,10-3 0-16,6-1-2 16,0-6 0-16,7-7-1 15,16-5 4-15,3-8 1 16,4-5-16-16,6 0-53 16,3-6-53-16,6-12-53 15,-3-1-91-15,-7 1-341 16</inkml:trace>
  <inkml:trace contextRef="#ctx0" brushRef="#br1" timeOffset="-185414.35">26373 8303 734 0,'0'0'55'0,"0"0"104"15,0 0-68-15,0 0-30 16,0 0-30-16,0 0 24 15,-81-27-21-15,60 27-1 16,6 6 8-16,2 5-25 16,7-3-12-16,3 4 3 15,3 1-5-15,0 2 1 16,0 0-2-16,13 4-1 16,7-1 0-16,2 1 0 15,1-1 0-15,-1 1 0 16,-1-1-1-16,-3-2 1 15,-4-2-1-15,-4-3 1 0,-6-1-4 16,-4-2 3 0,0-2 1-16,-18 5 8 0,-13-4 6 15,-12 0 8-15,-2-1-5 16,0-1-7-16,8-1-10 16,8-1 0-16,13-2-2 15,11-1-28-15,5 0-90 16,17-13-133-16,19-12-76 15,10-3-107-15</inkml:trace>
  <inkml:trace contextRef="#ctx0" brushRef="#br1" timeOffset="-185023.64">26478 8332 94 0,'0'0'870'16,"0"0"-790"-16,0 0 42 16,0 0-79-16,0 0-9 15,0 0 24-15,20 100-40 16,-18-65 15-16,0-1-5 15,0-5-12-15,-1-6-14 16,2-8 2-16,0-7-2 16,0-5 0-16,2-3-2 15,6 0 6-15,8-12 18 16,4-12-20-16,3-9-2 16,-5-1 7-16,-3 1-8 15,-3 6 3-15,-4 10 5 16,-4 9 21-16,-4 5 4 0,-3 3-4 15,0 0-30-15,0 4-12 16,1 11 10-16,5 4 2 16,1 2 5-16,4-5-1 15,2-1 1-15,4-5 1 16,-1-5-5-16,4-4 5 16,-1-1-3-16,0 0 5 15,1-6-8-15,-1-10 0 16,-7 3-4-16,-6 3-57 15,-6 5-125-15,-1 5-65 16,-25 7-149-16</inkml:trace>
  <inkml:trace contextRef="#ctx0" brushRef="#br1" timeOffset="-184495.52">26699 9282 1022 0,'0'0'1'0,"0"0"120"0,0 0 44 0,-98-19-158 0,47 59 12 0,-5 13 47 16,2 9-12-16,3 7-2 15,8 6-7-15,16 2-12 16,12 2-10-16,15-4-12 16,6-12-8-16,34-5-1 15,14-15-1-15,19-13 0 16,11-14 2-16,8-15-2 15,8-1 0-15,0-20 1 16,-3-15 2-16,-7-15 0 0,-14-17 1 16,-11-19-4-1,-14-14-1-15,-11-17 3 0,-19-7 0 16,-21 8 3-16,-3 20 9 16,-34 25 18-16,-17 34-12 15,-13 15 3-15,-9 22-22 16,-11 12-2-16,-1 31-2 15,9 17-4-15,12 16-1 16,15 8-12-16,10 4-86 16,11-3-84-16,6-3-73 15,11-16-157-15</inkml:trace>
  <inkml:trace contextRef="#ctx0" brushRef="#br1" timeOffset="-184245.77">26798 9590 956 0,'0'0'37'0,"0"0"94"0,0 0-36 0,0 0-55 16,0 0-9-16,0 0-30 15,13-39-1-15,-11 39-1 16,-2 0-12-16,6 0-114 16,1 3-73-16,4 3-62 0</inkml:trace>
  <inkml:trace contextRef="#ctx0" brushRef="#br1" timeOffset="-184089.33">27081 9495 945 0,'0'0'15'16,"0"0"102"-16,0 0-68 15,0 0-49-15,0 0-8 16,0 0-97-16,8-7-84 16,-20 24-295-16</inkml:trace>
  <inkml:trace contextRef="#ctx0" brushRef="#br1" timeOffset="-183795.18">26731 9756 743 0,'0'0'83'0,"0"0"-38"16,0 0 135-16,0 0-111 15,0 0-54-15,0 0-9 16,1-3 4-16,5 18 71 0,2-4-44 16,0-2-16-16,3-3 0 15,7-3 16-15,10-3 17 16,11 0-23-16,9-12-17 16,7-8-14-16,2-10-1 15,-5-5-8-15,-6-8-69 16,-4-7-156-16,-9 7-191 15</inkml:trace>
  <inkml:trace contextRef="#ctx0" brushRef="#br1" timeOffset="-139285.72">14861 5434 10 0,'0'0'0'0</inkml:trace>
  <inkml:trace contextRef="#ctx0" brushRef="#br1" timeOffset="-139150.62">14813 5329 133 0,'-14'0'0'0,"-8"0"18"16,-8 9-18-16,-3 14-3 16,-2 6-2-16,5 4 0 15,6 3 5-15,6 3 0 16,6 5 0-16,3 6 0 15,2 6-6-15,2 15-22 16,2 9-34-16</inkml:trace>
  <inkml:trace contextRef="#ctx0" brushRef="#br1" timeOffset="-130823.79">14404 2894 4 0,'0'0'10'0,"0"0"-6"0,0 0 2 15,0 0-4-15,0 0 0 16,0 0-2-16,3 0 0 16,-3 0 0-16,0 0 0 15,0 0-2-15,0 0 1 0,0 0-4 16,0 0 2 0,0 0-3-16,0 0-5 0</inkml:trace>
  <inkml:trace contextRef="#ctx0" brushRef="#br1" timeOffset="-129352.45">14394 2894 12 0,'0'0'6'0,"0"0"2"0,0 0 4 15,0 0-7-15,0 0-3 16,0 0 6-16,0-5 1 16,0 5-5-16,0 0-1 15,0 0-3-15,0 0 0 16,0 0-2-16,0 0 4 15,0 0-1-15,0 0-1 0,0 0 0 16,0 0-1-16,0 0 1 16,0 0 0-16,0 0 0 15,0 0-1-15,0 0-3 16,0 0 3-16,0 0 0 16,0 0-3-16,0 0 0 15,0 0 1-15,0 0 3 16,0 0-1-16,0 0 0 15,0 0-1-15,0 0 0 16,0 0 2-16,0 0-2 16,0 0 0-16,0 0 0 15,0 0 0-15,0 0 0 16,0 0-1-16,0 0 1 0,0 0 2 16,0 0 0-1,0 0 1-15,0 0 3 0,0 0-1 16,0 0 1-16,0 0 3 15,0 0 2-15,0 0 14 16,0 0-9-16,0 0-11 16,0 0-2-16,0 0-1 15,0 0 0-15,0 0 0 16,0 0 0-16,0 0 0 16,0 0 1-16,0 0-1 15,0 0-2-15,0 0 2 16,0 0 1-16,0 0-1 15,0 0-1-15,0 0 1 16,0 0 0-16,0 0 0 0,0 0 0 16,0 0 0-16,0 0 0 15,0 0 0-15,0 0 0 16,0 0 0-16,0 0 0 16,0 0 0-16,0 0 0 15,0 0 0-15,0 0 0 16,0 0 0-16,0 0-1 15,0 0-5-15,0 0-2 16,0 0-6-16,0 0-6 16,0 0-11-16</inkml:trace>
  <inkml:trace contextRef="#ctx0" brushRef="#br1" timeOffset="-125586.8">16654 4904 169 0,'0'0'0'0,"0"0"-9"0,0 0-47 0,0 0 25 16</inkml:trace>
  <inkml:trace contextRef="#ctx0" brushRef="#br2" timeOffset="-119086.14">12384 7582 944 0,'0'0'16'0,"0"0"-15"0,0 0 20 0,0 0-12 16,0 77 37-16,-9-25 3 0,-4 4-22 15,-2 1 2-15,0 1-4 16,-3-4-12-16,3-4-13 16,3-8 1-16,2-12-2 15,1-6-17-15,9-12-130 16,0-12-100-16,9-1-292 16</inkml:trace>
  <inkml:trace contextRef="#ctx0" brushRef="#br2" timeOffset="-118615.6">12562 7755 859 0,'0'0'25'0,"0"0"-20"16,-63 81 62-16,47-49-34 16,-4 0 1-1,2-2-16-15,3-7-9 0,1-4-1 16,9-7 2-1,2-8-7-15,3-4-2 0,0 0 8 16,8-14 11-16,12-14-2 16,10-12-15-16,3-3-3 15,1 2 4-15,-2 5-1 16,-7 13 10-16,-8 11 16 16,-4 10 6-16,-1 2-22 15,4 14 0-15,1 16 5 16,0 8 4-16,0 5-5 15,4-1-6-15,4-5-3 16,0-1-5-16,4-12-1 16,1-8-2-16,-3-10 1 0,1-6 3 15,2-11 1-15,-2-19 2 16,-2-14 3-16,-9-11-3 16,-6-9 8-16,-11-7 8 15,0-6-18-15,0 2-5 16,-12 14-1-16,0 18 1 15,0 25-5-15,0 18-20 16,0 5-58-16,-3 31-85 0,0 7 8 16,6 12-127-1</inkml:trace>
  <inkml:trace contextRef="#ctx0" brushRef="#br2" timeOffset="-118289.89">13185 7953 843 0,'0'0'18'0,"0"0"37"0,54-109 40 0,-40 72-77 16,-4 4 10-16,-7 6 8 16,-3 8 32-16,0 7-3 0,-5 7-12 15,-5 5 8 1,-2 0-36-16,-4 11-25 0,-1 12-5 15,1 7 5 1,5 4-1-16,7-2-2 0,4 1 3 16,0-4 0-1,3 0 0-15,9-4-1 0,4-3-3 16,2-2 3-16,0-8-8 16,1 1-45-16,1-8-39 15,4-2-63-15,1-3-58 16,6 0-200-16</inkml:trace>
  <inkml:trace contextRef="#ctx0" brushRef="#br2" timeOffset="-117949.29">13557 7822 808 0,'0'0'86'0,"0"0"77"0,0 0-5 16,0 0-135-16,0 0-15 15,0 0-4-15,-30 61 21 16,21-34-5-16,4-1 6 15,4-4-24-15,1-2 3 16,0-5-4-16,17-7-1 16,8-6 2-16,5-2-1 15,6 0-1-15,1-18-1 16,-2-4-14-16,-6-6-8 16,-13-4 18-16,-10-2 4 15,-6 5 1-15,-6 3 4 16,-19 9 0-16,-8 5 3 15,-4 8 17-15,-1 4-11 16,4 0-1-16,6 5-12 0,6 13-1 16,9 4 0-16,6 2-7 15,7 0 2-15,2-3-42 16,20-1-92-16,9-7-18 16,4-6-49-16,2-7-182 15</inkml:trace>
  <inkml:trace contextRef="#ctx0" brushRef="#br2" timeOffset="-117327.92">13869 7857 676 0,'0'0'3'0,"0"0"233"16,0 0-100-16,0 0-59 15,0 0-59-15,0 0-13 16,-6 26 20-16,-2-6-5 16,2-1-6-16,2-5-7 15,1-1-4-15,3-5-3 16,0-7 2-1,0 2-2-15,0-3 1 0,19 0 5 16,5-9 4-16,9-11-10 16,-2-2 2-16,1 0-1 15,-6 6-1-15,0 4 0 16,-10 6 0-16,-7 5 0 16,0 1 1-16,-6 0 0 15,5 10 9-15,2 6 14 16,2 2-16-16,-2-4-6 0,4 1 4 15,1-5-5-15,5-3 3 16,4-6-1-16,5-1 0 16,6 0-1-1,6-12-2-15,5-4 1 16,9-5 0-16,-1 0 0 0,0-3-1 16,-15 0-5-16,-14 2 4 15,-15 3 1-15,-7 5 0 16,-3 4 5-16,-9 9-5 15,-14 1-1-15,-6 0-4 16,1 9 3-16,0 8 1 16,5 3 0-16,4 2-1 15,5-1 2-15,4-2-3 16,8-4-12-16,2-3-24 0,0-4-16 16,17-6 20-16,5-2 15 15,4 0 15 1,0 0 5-16,0 0 0 0,-3 0 3 15,-1 5 14-15,-3 9 32 16,-4 5 13-16,-8 6-19 16,-4 8-28-16,-3 10 7 15,-7 7-10-15,-16 3-11 16,-5 0-1-16,-6-6-38 16,-8-4-138-16,-4-8-156 15</inkml:trace>
  <inkml:trace contextRef="#ctx0" brushRef="#br2" timeOffset="-116900.52">12656 8451 1052 0,'0'0'0'0,"0"0"118"0,0 0-15 0,0 0 2 0,0 0-99 0,0 0-6 16,82-35 16-1,-9 20-12-15,19-1 6 0,28-1-8 16,32-4 0-16,36 5-2 16,30 2-2-16,9 4-5 15,-4 6-12-15,-23 2-42 16,-34-2 27-16,-40-3 2 15,-46-7 32-15,-40-2 36 16,-25-5 185-16,-15-2 12 16,0 3-127-16,0 4-39 15,0 8-14-15,0 4-12 16,0 2-21-16,0 0-20 16,0 2-4-16,0 0 3 15,0 0-3-15,1 0 0 16,1 0-1-16,1 0-27 0,-2 0-70 15,2 0-88 1,-1 0-269-16</inkml:trace>
  <inkml:trace contextRef="#ctx0" brushRef="#br2" timeOffset="-109810.74">12869 8863 398 0,'0'0'60'0,"0"0"-49"0,0 0 79 0,0 0-55 16,0 0 3-16,0 0 2 16,-54 0-19-16,47 0 19 0,1 0 8 15,1 0 34 1,-2 0-12-16,3 0-2 0,-1-5 8 16,-1 1-3-16,1-3 10 15,4 2-27-15,-1-2-35 16,1 3 9-16,1 2 15 15,0-1-11-15,0 3-9 16,0-1-11-16,0 0-11 16,15-4-3-16,15 1 0 15,12 0 6-15,8-2 0 16,10 0-4-16,12 4 8 16,2-1-6-16,1 2 2 15,1-3-6-15,-3 4-2 16,-1 0 1-16,1-1-2 0,-8 0 2 15,-8-1 0 1,-15 2 0-16,-11 0 0 0,-17 0 0 16,-7 0 0-16,-7 0-10 15,0 0-34-15,-18 0-30 16,-16 4-10-16,-7 6-53 16,-6 0 4-16,2 0-39 15,-1-1-20-15,7-2-110 16</inkml:trace>
  <inkml:trace contextRef="#ctx0" brushRef="#br2" timeOffset="-109551.88">13309 8843 418 0,'0'0'106'0,"0"0"18"0,0 0-6 0,0 0 16 0,0 0-38 16,0 0-62-16,-4-11-11 16,4 17-8-16,0 16 42 15,0 12 49-15,6 10-47 16,-5 4 6-16,1 9-2 15,-2 0-20-15,0 0-15 16,0-4-13-16,0-6 7 16,0-4-13-16,0-9-6 15,0-11-2-15,0-8 5 16,0-8-6-16,4-5-2 16,0-2-3-16,2 0-1 15,5-7-69-15,10-11-75 16,7-9-90-16,2-6-90 0</inkml:trace>
  <inkml:trace contextRef="#ctx0" brushRef="#br2" timeOffset="-109040.02">13618 9013 981 0,'0'0'12'0,"0"0"114"16,0 0-55-16,0 0-68 15,0 0 38-15,0 0 8 16,-28 93-5-16,28-70-10 16,0 3-2-16,0-3-18 15,3-2-8-15,10-6-3 0,1-1-2 16,5-5 1-16,3-2-2 16,2-7 1-16,5 0-1 15,-1 0-1-15,0-10-67 16,-4-6-39-1,-6-2-30-15,-2 1 0 0,-5-3-11 16,1 2 64-16,-5-1-8 16,-1 3 39-16,-3 3 53 15,0 4 1-15,-1 3 33 16,-1 6 37-16,-1 0-2 16,0 0 7-16,0 0-42 15,0 6-24-15,0 13 21 16,-1 11 79-16,-10 5-26 0,-1 7-1 15,-4 12-6-15,1 4-30 16,-1 6 4-16,0 2-11 16,0 3-35-16,1-4 0 15,0 1-4-15,2-5-1 16,-2-9-2-16,3-9 2 16,4-11 0-16,1-13-20 15,7-4-70-15,0-11-74 16,3-4-84-16,17-10-54 15</inkml:trace>
  <inkml:trace contextRef="#ctx0" brushRef="#br2" timeOffset="-108179.66">14170 9255 1118 0,'0'0'5'0,"0"0"-3"0,0 0 95 0,0 0-70 0,-50 95 21 16,37-40-9-16,3 3-4 15,-2-3-11-15,2 2-4 16,0-4-14-16,2-7-6 0,0-7 1 16,2-7-1-1,2-8-2-15,2-11 2 16,2-5-1-16,0-5-24 0,0-3-69 15,0-1 14-15,5-22 32 16,7-13-16-16,4-9-14 16,-1-11 65-16,-2-8 7 15,-2-11 1-15,-2-3 5 16,-3 3 8-16,-2 11 14 16,-2 14 56-16,-1 17-9 15,1 9 1-15,4 9-30 16,1 2-17-16,8 4-10 15,7 5-13-15,6 4 1 16,4 0-1-16,7 6 0 16,-3 14 2-16,-8 4-1 15,-1 2 0-15,-14 10 1 16,-8-2-2-16,-5 1 5 16,-5-3-1-16,-20-1 0 15,-9-7-3-15,-4-2-1 0,-2-4 0 16,-3-7 0-1,10-2 1-15,3-5 0 0,9-4-1 16,8 0 0-16,5-9 0 16,7-6-3-16,1-2-13 15,3 1 2-15,18 6 3 16,1 2 8-16,2 4 1 16,0 4 2-16,3 0-2 15,1 0 1-15,6 0 2 16,8 0-2-16,3 0 1 15,0 0 0-15,1 0 0 16,-4-5 1-16,0-8-1 0,2-1 0 16,-5-5 0-16,-6-1 0 15,-11-3 0-15,-11-4-3 16,-11-1-7-16,0 4 10 16,-3 4-2-16,-18 4 2 15,4 7 1-15,-5 5 4 16,-3 4 10-16,0 4 1 15,2 16-3-15,4 7 9 16,6 0 7-16,10-1-15 16,3 4-6-16,6-5-6 15,20-2-2-15,7-4-1 0,10-5 1 16,11-7-25 0,11-7-119-16,12 0-94 0,6 0-49 15,5-13-304-15</inkml:trace>
  <inkml:trace contextRef="#ctx0" brushRef="#br2" timeOffset="-107884.97">15373 8878 1002 0,'0'0'6'0,"0"0"-6"0,0 0 86 0,0 0 15 0,0 0-69 15,0 0-31-15,-23-21 0 16,57 21 2-16,13 0 7 16,14-3-4-16,3 3-3 15,3 0-2-15,-6 0-1 16,-10 0-4-16,-14 0 4 15,-14 0-11-15,-13 0-214 16,-10 0-40-16,0 0-264 16</inkml:trace>
  <inkml:trace contextRef="#ctx0" brushRef="#br2" timeOffset="-107660.93">15626 8881 982 0,'0'0'10'15,"0"0"-10"-15,0 0 0 16,0 0 38-16,-10 93-2 16,16-54-24-16,1 5 6 15,2 2-10-15,-6-4-3 16,-3 1-2-16,0-5-3 16,0-4-1-16,-12-4-1 15,3-7-72-15,0-6-45 16,-1-6-89-16,-4-3-223 0</inkml:trace>
  <inkml:trace contextRef="#ctx0" brushRef="#br2" timeOffset="-107474.89">15341 9361 723 0,'0'0'184'0,"0"0"-184"16,0 0 150-16,0 0-36 15,0 0-82-15,0 0-30 16,63-8 0-16,-9 4-2 15,8-1 0-15,5 2 0 16,5-2-9-16,4-2-106 16,-3-1 34-16,-1-3-133 15,-5 0-141-15</inkml:trace>
  <inkml:trace contextRef="#ctx0" brushRef="#br2" timeOffset="-106323.84">16508 9188 941 0,'0'0'0'16,"0"0"-14"-16,0 0 14 0,0 0 12 15,0 0-10-15,0 0 15 16,89 4-13-16,-56-18-2 16,-3-3 0-16,-6-10-2 15,-8-4 0-15,-2-4-8 16,-10-1-7-16,-4 4 9 15,0 6 6-15,-9 8 1 16,-12 6 7-16,-1 9 0 16,-6 3 2-16,1 2 5 15,1 18-2-15,4 5 3 16,4 8 6-16,9 1 2 0,9 1-5 16,0 3-10-1,6-1-3-15,18 1-5 0,4-4 1 16,5-6-2-16,5-6 1 15,2-12-2-15,6-6-27 16,2-4-29-16,0-5-21 16,-1-16 35-16,-6-7-29 15,-7-7 45-15,-4-3 3 16,-13 1 23-16,-6 3-2 16,-9 6 6-16,-2 4 10 15,-3 12 65-15,-18 2-32 16,-4 6-17-16,-2 3 16 0,-1 1-31 15,11 0 2-15,3 1-8 16,5 7-7-16,9 2 0 16,0-3 0-16,4 2-1 15,18-5-3-15,8 1 0 16,7-1-29-16,1-4-84 16,-5 0 1-16,-3 0 27 15,-6 0-5 1,-4 0 66-16,-8 0 27 0,-4 0 8 15,-8 0 16-15,0 3 19 16,0 8 23-16,0 4 6 16,-8 5 2-16,3 2-31 15,5 1-15-15,0 4-18 16,3-2-1-16,15-3-5 16,6-7-2-16,2-5-2 15,3-8 0-15,5-2-1 16,-3 0-29-16,1-12-12 0,-2-6 15 15,-6 1 22-15,-6-6 5 16,-11 0 0-16,-7-2 8 16,0-2 3-16,-1 2 14 15,-16 3 1-15,-4 3-9 16,0 4 23-16,2 3-23 16,1 4-5-16,6 3-5 15,3 2-3-15,6 2-3 16,3-1-1-16,0-1 1 15,3 2-1-15,17-2-14 16,8-1-8-16,8-1-13 0,3 1-51 16,-1 0-6-16,-4 2 50 15,-4-2 18-15,-8 4 24 16,-6 0 2-16,-7 0 16 16,-9 4 9-16,0 9 10 15,0 6 41-15,0 3-1 16,-6 3-30-16,0 5 1 15,1-1-8-15,5 4-15 16,0-5-15-16,0-1-4 16,11-7 0-16,4-3-4 0,6-9-1 15,1 0-1-15,2-8-39 16,-2 0-91-16,8-3-66 16,0-17-345-16</inkml:trace>
  <inkml:trace contextRef="#ctx0" brushRef="#br2" timeOffset="-105988.52">17867 9056 962 0,'0'0'31'0,"0"0"-30"0,0 0 73 0,0 0-19 0,0 0-8 0,-92 37-11 15,79-12-6-15,5 6-14 16,6-4 2-16,2 1-9 0,0-4-2 15,18-3-3-15,7-7-2 16,8-3 2-16,6-9-2 16,2-2-2-16,2 0 0 15,-3 0 0-15,-4-16 0 16,-6-4-1-16,-7-4 1 16,-9-7 2-16,-10-3 3 15,-4 1 0-15,-10 5-1 16,-14 1 9-16,-2 10-1 15,-3 3-4-15,-1 7-8 16,0 4 0-16,2 3-4 16,2 0-1-16,6 11-51 15,3 5-149-15,11-2-167 0</inkml:trace>
  <inkml:trace contextRef="#ctx0" brushRef="#br2" timeOffset="-105583.48">18250 9004 1124 0,'0'0'10'0,"0"0"-6"0,0 0 59 0,0 0 37 0,0 0-52 16,100-18-35-16,-67 39-4 16,-3 4 3-16,-3 6-11 15,-6 0 0-15,0 1 7 16,-7 1-3-16,-3-4-5 16,-5-3 5-16,-1-8-5 15,-4-6 0-15,-1-7 0 16,0-5 4-16,0-5 6 15,0-15 6-15,0-11-12 16,0-7 6-16,21-3 1 16,15-3-9-16,11-1-2 15,1 0-2-15,0 3-29 16,-5 7-126-16,-8 6-145 0,-9 4-584 16</inkml:trace>
  <inkml:trace contextRef="#ctx0" brushRef="#br2" timeOffset="-104510.16">7767 9738 550 0,'0'0'75'0,"0"0"-74"0,0 0 64 0,0 0 2 0,0 0 20 0,0 0-19 15,-20 5-36-15,20-5-12 16,0 0-9-16,0 0-4 16,0 0-6-16,15 0-1 15,9 0 10-15,15-10 1 16,10-1-1-16,12-3-10 16,8 2 0-16,4-3 0 15,1 3 0-15,0-3 0 16,3-2-1-16,7-1-6 15,-1-2 5-15,-4 2-12 0,-15 2-8 16,-20 5 10-16,-16 4 6 16,-16 4 3-16,-9 1 3 15,-3 2 6-15,0 0 0 16,0 0 2-16,0 0 3 16,0 0-7-16,0 0-4 15,0 0 0-15,0 0-1 16,0 0-1-16,0 0-3 15,0 0-6-15,0 0-63 16,-9 2-90-16,-4 1-562 16</inkml:trace>
  <inkml:trace contextRef="#ctx0" brushRef="#br2" timeOffset="-103306.84">15874 2945 280 0,'0'0'8'0,"0"0"-8"0,0 0 25 16,0 0 23-16,0 0 42 0,0 0-45 16,0 0-18-1,0 0-12-15,-42-16-2 0,42 16-1 16,0 0-3-16,2 0 8 16,5 0-9-16,5-3 5 15,-2 0-1-15,8-1-2 16,5-2 1-16,8-2-5 15,9 1 0-15,4 0-6 16,3 0 0-16,3 1 0 16,-1 5 1-16,-1-2-1 15,-4 2 0-15,-6-1 0 16,-10 2 1-16,-6 0-1 16,-11 0 0-16,-7 0 0 15,-4 0 0-15,0 0 2 0,0 0 8 16,0 0 13-1,0 0-9-15,0 0-8 0,0 0-4 16,0 0-2-16,0 0 0 16,0 0 0-16,8 0-1 15,-1 0 1-15,2 0 0 16,-1 2 0-16,-2-1 0 16,-1 1 0-16,-2 0 0 15,-1-2-1-15,-1 0 1 16,-1 0 0-16,0 0 0 15,0 0 0-15,0 0 1 16,0 0 0-16,0 0-1 16,0 0 1-16,2 0-1 15,-1 0 0-15,2 0 1 16,0 0-2-16,-1 0 1 0,-2 0 0 16,0 6-2-16,0 5-25 15,0-4-89-15,-3-4-272 16</inkml:trace>
  <inkml:trace contextRef="#ctx0" brushRef="#br2" timeOffset="-99088.89">20782 4368 647 0,'0'0'0'0,"0"0"7"0,0 0 96 0,0 0-21 16,0 0-64-16,0 0-12 15,0 0 12-15,-77-12 6 16,95 10-5-16,11 0 40 16,18-4 2-16,16-1-1 15,15-1-13-15,9-2-16 16,8 4-21-16,2 0-1 15,-7 4-5-15,-8 2-4 0,-13 0 1 16,-18 0-3 0,-16 0 1-16,-20 2 0 0,-13 0-19 15,-2 2-66-15,-15 0 5 16,-14 0-31-16,-5 1-38 16,-2-4 32-16,2 1-43 15,3-2-58-15,1 0 143 16,7 0 61-16,1 0 15 15,3 0 67-15,11 0 56 16,2 0 71-16,5 0-13 16,1 0-75-16,0 0-29 15,0 0-45-15,0 0-16 0,-2 11-2 16,1 11 17 0,-3 8 56-16,4 5-27 0,0 6-17 15,0 0-18-15,0 1-12 16,0-5-8-1,-5 0 2-15,5-5-4 16,-2-5-2-16,1-2-1 0,1-8 0 16,0-7 0-16,0-4-3 15,0-5-3-15,0-1-104 16,7 0-106-16,5-13-1 16,6-6-358-16</inkml:trace>
  <inkml:trace contextRef="#ctx0" brushRef="#br2" timeOffset="-96866.86">21680 4445 354 0,'0'0'20'0,"0"0"102"0,0 0-42 0,0 0-44 16,0 0 43-16,0 0-26 15,0-18-3-15,0 18 4 16,0 0 5-16,0 0-8 16,0 0-7-16,0 0-6 15,0 0-21-15,0 7-17 0,-3 12 0 16,3 6 19-1,0 7-3-15,0 0 8 0,0-2 2 16,0 2-19-16,0-4-4 16,8-5 0-16,7-5-2 15,0-5 2-15,6-7-1 16,4-6 5-16,5 0-7 16,2-6 7-16,1-11-7 15,-4-4 1-15,-7-4-1 16,-7 2 2-16,-6-5-4 15,-6 9 2-15,-3 2 0 16,0 9 4-16,0 5 1 0,0 3-5 16,0 11-3-16,-6 16-7 15,-6 12 10-15,-6 6 8 16,6 10-8-16,-1 7 18 16,2 2-9-16,1 7-6 15,0-6-2-15,2-4-1 16,2-7-1-16,1-5 1 15,5-13-2-15,0-10 2 16,0-12-67-16,5-11-82 16,15-3-48-16,7-13-90 15</inkml:trace>
  <inkml:trace contextRef="#ctx0" brushRef="#br2" timeOffset="-96103.11">22286 4606 984 0,'0'0'0'0,"0"0"0"0,0 0 7 0,-27 130 59 15,14-59-34-15,-2 6 22 16,-1-2-18-16,-2-4-11 16,0-3-21-16,4-9-3 15,0-9 1-15,7-15-4 16,3-11 2-16,2-10 0 15,2-8 0-15,0-6-9 16,2-2-7-16,13-22-36 16,10-13-23-16,1-19 26 0,-6-7-5 15,-4-13-7 1,-6-10 43-16,-7-3 15 0,-3 5 3 16,0 13 7-16,0 18 10 15,0 19 26-15,1 12 7 16,10 9-10-16,13 3-20 15,7 10-20-15,8 0 0 16,8 0-1-16,-2 14-1 16,3 8 2-16,-8 3-1 15,-5 5 1-15,-7-1 1 16,-9 2-1-16,-7-6-1 16,-7-2 1-16,-5-4 0 15,-5-6 4-15,-15-4 0 16,-12-5 0-16,-4-4 3 15,-3 0-6-15,-1-9 2 0,2-7 0 16,9 0-1-16,7 6-1 16,10 6 1-16,9 2-2 15,3 2 0-15,0 0-10 16,7 6-6-16,22 6 16 16,12-2 2-16,7-5 3 15,9-3-5-15,1-2 0 16,0 0 5-16,0-15-5 15,-4-1 2-15,-6-5 0 16,-9-2 0-16,-14-4 1 0,-7-2-1 16,-11 4 2-16,-7 3 7 15,0 6-5-15,-1 6 20 16,-17 8 4-16,-2 2-12 16,-3 2-14-16,0 16 4 15,4 7-4-15,7 5 3 16,7-1-1-16,5 2-5 15,0-1 4-15,11-4-5 16,10-2 0-16,6-10-1 16,4-3 1-16,5-7-8 15,10-4-163-15,12 0-75 16,20-3-138-16</inkml:trace>
  <inkml:trace contextRef="#ctx0" brushRef="#br2" timeOffset="-95391.24">23929 4432 610 0,'0'0'67'0,"0"0"-54"0,0 0 59 0,0 0-13 16,0 0-24-1,0 0 19-15,-25 2 14 0,-1-2 7 16,-8 0-12-16,-2 0-5 15,3-7 2-15,5-3-13 16,7-3-10-16,7-2 7 16,7-1-11-16,7-4-18 15,0 1-14-15,18-4-1 16,12 7-1-16,10 5-9 16,0 5 10-16,2 6-1 15,-7 0-2-15,-1 14 1 16,-4 15-1-16,0 9-1 15,-7 10 4-15,-6 9 0 16,-16 10-2-16,-1 4 2 16,-19 2 0-16,-19-7 0 0,-6-10 0 15,-1-15 0-15,5-12 6 16,1-12-4-16,9-8 2 16,9-3 0-16,8-6 3 15,7 0 1-15,4-10 9 16,2-12-13-16,0-11-4 15,5-10-6-15,16-3 1 16,4 4-9-16,5 8 5 16,-2 12 9-16,-5 14-3 15,-4 8 0-15,2 3-6 0,-2 20 3 16,5 4 6-16,-2 4 0 16,4-1-1-16,-1-5 0 15,1-5 1-15,4-5-1 16,-1-6-26-1,6-3-119-15,6-6-92 16,13 3-64-16,13-3 84 0</inkml:trace>
  <inkml:trace contextRef="#ctx0" brushRef="#br2" timeOffset="-93290.53">25364 4860 661 0,'0'0'22'0,"0"0"75"0,0 0-3 0,0 0-52 16,0 0-10-16,0 0 1 15,-45 7-24-15,45-7 0 16,0 0-5-16,5 0 1 16,19 0 15-16,6 0-2 15,7 0-8-15,0-14-7 16,0-5 3-16,-4-9-2 15,-8-9-3-15,-2-9 0 0,-10-1 4 16,-8-2-5 0,-5 8 0-16,0 12 0 15,-18 11 0-15,-5 8 0 0,-2 10 13 16,-3 0 13-16,-1 7-21 16,4 17-2-16,4 8 16 15,9 5 1-15,9 4-12 16,3 2 2-16,6-1-3 15,18-6-5-15,9-5 2 16,7-6-4-16,9-9 5 16,7-2 0-16,2-9-4 15,0-5 5-15,-3 0-6 0,-7-9-1 16,-11-13-1 0,-7-7 0-16,-9-7-6 0,-11-3 0 15,-6 2 3-15,-4 6-1 16,0 9 0-16,-7 6 6 15,-6 9-1-15,-2 5 0 16,-1 2-1-16,1 0 1 16,3 15 0-16,5-1 1 15,5 10-3-15,2-2 2 16,0 0 1-16,13 0 0 16,7-4 2-16,5-2-1 15,4-4 1-15,0-2-2 16,3-4 2-16,-4-6-2 15,-3 0 0-15,-5 0-2 0,-7 0-4 16,-5-12 1-16,-4-4-4 16,-4-8 4-16,0-2 3 15,0-5-1-15,-4-4 1 16,-7 0 0-16,-2 3 2 16,-1 4-2-16,0 8-1 15,0 8 3-15,2 5-4 16,3 3 2-16,5 4-1 15,4-2 0-15,0 2-1 16,-2 0-2-16,2 0-2 16,0 0 5-16,-1 0 0 0,1 5 3 15,0 0-4-15,0 1 2 16,0 2 1-16,1-1 1 16,8 3 0-16,3 0 0 15,-1 2-1-15,-2-2 1 16,-1 1-1-16,0-2 0 15,-2 1 0-15,-2 0 0 16,1 3 1-16,-1 1 0 16,-1 3 0-16,-1 1 0 15,1 1 0-15,0-1 1 16,1 0-1-16,2 0-1 16,2-4 1-16,0-2 1 15,0 2-1-15,0 0 0 0,2-1 0 16,-3 0 1-1,2-3 0-15,-3-4-1 16,5 3 1-16,-2-7 1 0,-2 2-2 16,1-3 5-16,2-1-4 15,1 0 1-15,-2 0-1 16,1 0-1-16,-4 0 0 16,-3 0-2-16,-2 0-17 15,-1-3-32-15,0 1-22 16,0-4-21-16,0 1-69 15,0 3-335-15</inkml:trace>
  <inkml:trace contextRef="#ctx0" brushRef="#br2" timeOffset="-92651.72">25917 4592 156 0,'0'0'555'0,"0"0"-544"0,0 0 108 0,0 0-77 0,0 0-12 15,0 0-19-15,57-20 29 16,-28 42 10-16,1 6 0 16,1 7-6-16,-4 6-2 0,-5 6-5 15,-8-1-10-15,-9-3-6 16,-5-4-6 0,-2-6-1-16,-15-5 3 0,-5-2-7 15,-5-8 4-15,0-8 0 16,1-5 8-16,0-5-5 15,2 0 3-15,3-9-2 16,6-15-1-16,5-7 28 16,10-5-21-16,0-9-22 15,21-6-1-15,13-4-1 16,15-1-6-16,3 8 3 16,-1 10-12-16,-3 16 6 15,-9 8-7-15,-11 10-20 16,-6 4-30-16,-13 12-37 15,-3 10-57-15,-6 10-53 0,0-1-361 16</inkml:trace>
  <inkml:trace contextRef="#ctx0" brushRef="#br2" timeOffset="-92220.92">26301 4726 910 0,'0'0'3'0,"0"0"45"0,0 0 37 0,0 0-20 0,0 0-44 0,89-23-7 16,-62 43 10-16,-3 5-4 16,-3 8 7-16,-5-1-7 15,-9 0-5 1,-3 0-5-16,-4-6-4 0,0-5 5 15,-1-1-10-15,-12-5 2 16,-1-6 1-16,0-4 0 16,1-2 1-16,1-3-1 15,1-6 4-15,0-16-1 16,6-6-7-16,5-6 5 16,0-5-5-16,15-6-3 15,10-2 2 1,8-1-3-16,4 2-17 0,-1 14-37 15,-2 10-27-15,-4 15-31 16,-4 7-55-16,-4 0-73 16,-4 10-150-16</inkml:trace>
  <inkml:trace contextRef="#ctx0" brushRef="#br2" timeOffset="-91429.9">26878 4717 478 0,'0'0'339'16,"0"0"-311"-16,0 0 101 0,0 0-62 15,-83-21-29 1,58 31 8-16,3 12-9 0,2 3-10 16,7 1 0-1,3 1 9-15,6-2-16 0,4-1-7 16,0-1 0-16,9-3 1 15,15-1-6-15,7-2 2 16,6-4-1-16,8-6-6 16,0-4 4-16,-1-3-6 15,-3 0-1-15,-4-15 0 16,-7-8 0-16,-6-8 0 16,-11-9 0-16,-4-6-4 15,-9 3-5-15,0-2 4 16,-9 9 2-16,-9 6 1 15,-4 11 2-15,-5 12 0 16,-1 7-5-16,-2 0-1 0,2 14 6 16,7 10 2-16,4 2 1 15,10 2 2-15,5-3-1 16,2 1 1-16,0-3-2 16,17-1 1-16,7-4 2 15,6 1 0-15,5-6-1 16,7-6-1-16,1 3-3 15,1-6 4-15,2-4-5 16,0 0 1-16,2 0-1 16,-5-17 0-16,-3-3 0 15,-8-7 4-15,-11-1-1 0,-7-2 7 16,-9-1-6 0,-5 6 2-16,0 4 3 0,-9 5-4 15,-13 5-4-15,-5 3-2 16,0 3 2-16,4 5-1 15,4 0 0-15,9 5-1 16,2 5-1-16,5-1-2 16,3 5-2-16,0 1 4 15,7 1 1-15,9 1 1 16,6-1 0-16,-4 1 0 16,6 1-1-16,-6 1 1 15,-3 5-1-15,-1-1 1 16,-1-1-1-16,-6 9 1 0,2-6 0 15,-3 0 1-15,3 4-1 16,1-8 1 0,5 0 1-16,2-4 8 0,7-5 4 15,4-1 14-15,8-4-15 16,4-3-7 0,3-1-4-16,-1-3-2 15,1 0-3-15,-1-14-99 0,3-10-249 16</inkml:trace>
  <inkml:trace contextRef="#ctx0" brushRef="#br2" timeOffset="-56306.1">17221 11382 328 0,'0'0'76'0,"0"0"-45"0,0 0 64 0,0 0-47 16,0 0-22-1,0 0 29-15,0 0-21 0,0-4-21 16,0 4-6-16,-1 0-6 15,-4 0 1-15,1 0-2 16,0 0 3-16,0 0-1 16,4 0 2-16,0 0 4 15,0 0 3-15,0 0 18 16,0 0 17-16,0-2 3 16,0 2 7-16,0 0-4 0,0-1-6 15,0 1 4 1,0 0-8-16,0 0-8 0,0 0-7 15,0-2-5-15,0 2 5 16,0 0 0-16,0-1 11 16,0 1-4-16,0 0 11 15,0 0 1-15,0 0-13 16,0 0-5-16,0 0 1 16,0 0-7-16,-2 0-9 15,2 0-5-15,-4 0-5 16,4 0 0-16,-1 6-3 15,-1 12 1-15,-1 10 27 16,-3 9 1-16,6-1-11 0,-3 11 9 16,2 4-13-1,-1 2-8-15,-1 2 9 16,2 0 2-16,-2-2-6 0,-1 5 5 16,-1-2-2-16,-1 3 0 15,1-2-4-15,-2-5-2 16,0-5-5-16,4-5 0 15,-2-3-1-15,2-2-2 16,-1-2 2-16,1-3-2 16,-1-1 2-16,3-4-2 15,1-4 1-15,0-3 1 16,0-5-2-16,0-2 0 16,0-6 0-16,0 2 0 15,0-5 1-15,0-1-1 0,6-2 0 16,9 1 2-16,10-2 11 15,11 0-3-15,9 0-1 16,4-2-2-16,6-2-6 16,4 1 2-16,-4 2-3 15,-2 1 2-15,-6 0-2 16,-3 0 0-16,-6 0 1 16,-8 1-1-16,-4 3 0 15,-4-1 0-15,-5-1 0 16,-8-1 0-16,3-1 1 15,-8 0-1-15,0 0 0 16,-3 0 0-16,-1 0 0 16,2 0-1-16,-1 0 1 15,4 0 0-15,-4-1-6 16,-1-4-18-16,0 2-32 0,0-3-43 16,0 1-55-16,0-2-81 15,0-1-47-15,0-4-258 16</inkml:trace>
  <inkml:trace contextRef="#ctx0" brushRef="#br2" timeOffset="-55487.32">17814 12258 1007 0,'0'0'10'0,"0"0"133"0,0 0 17 0,0 0-83 0,0 0 4 0,0 0-23 0,-55-8-7 0,47 8-11 16,-1 0 6-16,3 0-12 15,0 0-4-15,3 0-1 16,-1 0-6-16,4 0-4 16,-2 0-6-16,2 0-2 15,0 0-5-15,0 0 1 0,-1 0-3 16,-1 0-4 0,-4 1 6-16,3 1-6 0,0 2 1 15,-2-3 1-15,4-1-1 16,1 1 0-16,0-1 0 15,0 0-1-15,0 0 0 16,0 0 0-16,0 0 1 16,0 2 0-16,0 1-1 15,0 1 0-15,4 3 1 16,10 1 1-16,4 2 3 16,5 2-2-16,6 3 0 15,1-1 0-15,1-1-2 0,-1-2 1 16,-1 0-1-1,-1 1-1-15,0-2 0 0,-6 2 2 16,-4-1 0-16,-3-3-2 16,-7 1-1-16,-1-1 1 15,-4-1 0-15,-3 1 1 16,0-2-2-16,0-1 2 16,0 1-1-16,0 3 3 15,0 1-3-15,-10 1 1 16,-7 3 6-16,-8 3 9 15,-3-1-7-15,-7 2-2 16,-1 3 8-16,-5 4-3 0,-4 0-2 16,-3 2 3-1,3-1-7-15,3-4-1 16,7 1 0-16,5-5-4 16,12-2 2-16,2-4-2 15,4-7 1-15,9-2-1 0,0-2-1 16,3-1 1-16,0 0-1 15,0 0-2-15,0 0-6 16,0 0-39-16,0 0-18 16,0-9-74-16,10-4-132 15,3-2-136-15</inkml:trace>
  <inkml:trace contextRef="#ctx0" brushRef="#br2" timeOffset="-54028.56">18507 12371 850 0,'0'0'0'0,"0"0"0"0,0 0 0 0,0 0 8 15,0 0 84-15,0 0-47 16,49 112 38-16,-49-62 15 16,0 7-24-16,0 11-12 15,0 2-18-15,0 0-2 16,0-6-14-16,0-10-8 16,0-6-11-16,0-10-7 15,3-8 2-15,3-9-4 16,-1-6 3-16,-4-10-3 15,1-5 1-15,-2 0 7 0,0-11 9 16,0-23 28-16,0-19-39 16,0-24-5-16,-3-13 0 15,-6-12-1-15,4 3 0 16,5 15-1-16,-2 26 0 16,2 24 1-16,0 19 3 15,-2 15-3-15,2 0-5 16,0 24-10-16,0 13 11 15,0 9 2-15,4-3 4 0,7 2-4 16,2-6 1-16,7-3 1 16,2-7-3-16,5-5 3 15,-2-11-1-15,1-9-1 16,-3-4 2-16,3-10 0 16,-5-15 1-16,-2-10-1 15,-3-10 2-15,-5 0-1 16,-8-1-1-16,-3 10-1 15,3 13 1-15,-3 12 0 16,0 6 1-16,0 5-1 16,0 5-5-16,0 16-15 15,-3 6 20-15,1 5-1 16,2 1 0-16,0-4 1 0,0-1-1 16,10-1 0-1,6-4-9-15,6-7-52 0,8-7-85 16,6-9-24-16,6 0-39 15,1-17-107-15</inkml:trace>
  <inkml:trace contextRef="#ctx0" brushRef="#br2" timeOffset="-53219.47">19162 12525 428 0,'0'0'502'0,"0"0"-499"0,0 0 48 0,-86 23 37 16,72-1-48-16,8 1 0 15,4 2-18-15,2 0-9 16,2-4-10-16,15 1 0 0,6-8 0 16,3-6-1-16,4-8 4 15,1 0-3-15,-1-5 2 16,-2-14-3-16,-10-3 9 16,-6-7-3-16,-12 2 0 15,0-3 3-15,-16 8 8 16,-8 8-3-16,-3 8 0 15,-3 6-10-15,1 0-5 16,1 18 1-16,6 1-2 16,7 11-2-16,6 2 0 15,9 1-4-15,0 4 3 16,10-1 2-16,18-6-7 16,7-8-7-16,8-7-37 0,11-12-31 15,7-3-9-15,3-6-18 16,-2-21-15-16,-10-6 54 15,-12-8 8-15,-12-9 20 16,-12-5 41-16,-15-9 2 16,-1-3 25-16,0 9 28 15,-11 12 25-15,-1 18 26 16,4 14 15-16,2 14 5 16,1 2-76-16,-3 28-42 15,4 9-5-15,0 14 21 0,4 3-14 16,0-4 5-1,0-3-3-15,10-4-5 0,-2-5-5 16,1-10 1 0,-1-7 0-16,-3-11-1 15,-4-8 0-15,1-4 0 0,1 0 15 16,4-16 33-16,8-15-14 16,0 1-30-16,6 4-4 15,-1 9 0-15,-1 9 0 16,2 4-3-16,4 4-6 15,1 4 7-15,4 10 0 16,-2 9 2-16,-1 3 0 16,-2 2 0-16,-10 3 0 15,-3-2 4-15,-12-1 4 16,0-3 0-16,-12-3 4 16,-18-2 19-16,-10-4 23 15,-5-7-4-15,-3-1-28 0,5-8-12 16,7 0-3-16,9-6-1 15,9-11-6-15,15-5 0 16,3 0-12-16,13-3-79 16,16 9-54-16,14 8-71 15,-1 4-94 1,-1 4-371-16</inkml:trace>
  <inkml:trace contextRef="#ctx0" brushRef="#br2" timeOffset="-53055.22">20119 12800 1379 0,'0'0'40'0,"0"0"89"0,0 0-10 0,0 0-94 15,0 0 0-15,0 0-25 16,-26-61-5-16,26 61-21 16,7 0-125-16,8 8-124 15,3 0-106-15</inkml:trace>
  <inkml:trace contextRef="#ctx0" brushRef="#br2" timeOffset="-52281.02">20769 12487 1057 0,'0'0'189'0,"0"0"-182"15,0 0 144-15,0 0-88 16,0 0-12-16,-91 10-12 16,67 21-27-16,0 7 3 15,9-1-13-15,8 5 2 16,7-1-4-16,0-5 1 16,22-6-3-16,8-6 2 15,7-11-1-15,7-8 0 16,3-5 1-16,1-4 0 15,-3-15-1-15,-5-11 4 0,-10-3-6 16,-6-9 0-16,-14-5-16 16,-10-2-7-16,0 6-8 15,-16 10 28-15,-10 14 4 16,-6 14 2-16,-3 5-4 16,-1 5 1-16,2 17 2 15,7 3 1-15,9 5 1 16,14-2 0-16,4 1-1 15,6-2-2-15,22-3 0 16,10-7 0-16,9-5 2 16,11-11 0-16,8-1 0 15,3-8-1-15,0-18-9 16,-10-5-57-16,-7-7-10 16,-17-6 26-16,-15-5 2 15,-15-5 39-15,-5 5 7 0,0 10 3 16,-9 14 6-1,-3 14 24-15,2 11 19 0,-5 3-14 16,4 28-32 0,2 16 9-16,8 17 4 0,1 18 1 15,7 12 6-15,17 15 29 16,1 7-31-16,-3 3-10 16,-5-4-9-16,-5-4 0 15,-2-11-1-15,-2-14 0 16,-3-17 3-16,-5-13-3 15,0-16 0-15,0-16 0 16,-18-13 3-16,-6-11 4 16,-8-10 4-16,-5-27 2 15,-2-18 19-15,7-18-12 0,5-18-11 16,12-11-10-16,15-5 1 16,0 5-1-16,31 10-3 15,16 15-5-15,6 19-48 16,7 12-121-16,10 11-66 15,4 9-220-15</inkml:trace>
  <inkml:trace contextRef="#ctx0" brushRef="#br2" timeOffset="-50977.17">22119 12357 842 0,'0'0'74'0,"0"0"-58"0,0 0 219 0,0 0-126 0,0 0-55 16,0 0-31-16,-46-14-15 15,28 54 4-15,3-1 5 16,8 7-2-16,5-5 0 16,2-2 18-16,0-1-26 15,19-6 1-15,10-5-1 16,10-10-6-16,11-10 1 16,8-7 1-16,4-3-1 15,-3-16-2-15,-9-7 2 0,-10-8-1 16,-18-1-1-16,-7-1 1 15,-12 5 1-15,-3 10 3 16,0 7 0-16,-6 10 4 16,-7 4 12-16,-2 12-10 15,-1 17-11-15,2 7 0 16,12 1 2-16,2 0-2 16,8 2 0-1,20-6-1-15,8-5-1 0,8-10 0 16,5-10 2-16,-3-8 2 15,-3 0 1-15,-10-15-2 16,-8-15 2-16,-13-8-3 16,-12-9 3-16,0-7-3 15,-19 4 0-15,-13 5 2 0,-6 16 0 16,5 11 0 0,-1 17-1-16,2 1 1 0,4 23-1 15,10 12-2-15,6 8-1 16,12 1-5-16,5 2 3 15,28 2 2-15,8-7-2 16,7-9-8-16,6-7-17 16,1-13-94-16,-6-11 2 15,-1-1 7-15,-9-15-10 16,-9-13 2-16,-10-5 6 16,-5-2 45-16,-1 1 23 15,-8 4 46-15,-3 9 2 16,0 10 25-16,-3 6 35 0,0 5-16 15,3 3-7 1,-3 16-17-16,1 8 55 0,3 1-31 16,-4 1 0-16,2 1-14 15,-1-4-16-15,2-7 23 16,0-3-24-16,-1-8-9 16,1-6-1-16,5-2 3 15,2-2 12-15,2-18-3 16,7-9-9-16,-4-3-2 15,0-3-1-15,-2 6-2 16,0 6-1-16,-3 10 2 0,-6 7-2 16,1 6 1-16,-2 0-1 15,-2 12 0 1,-1 8 10-16,5 3 6 0,-4 1-12 16,6-3 5-1,-3-1-3-15,0-6-3 0,1-4 1 16,1-4-3-1,1-6 0-15,8 0 4 0,2-2 2 16,8-16-2-16,2-6-3 16,-2-3-1-16,-1-3 0 15,-8 3-1-15,-2 7 2 16,-8 7 0-16,-2 8-2 16,-4 3 7-16,0 2 10 15,0 3-17-15,0 14 0 16,-4 3 12-16,-1 3 0 0,5-2-10 15,0-2-1-15,0 0 1 16,5-3-2 0,10-2 0-16,2-7-17 0,6-3-135 15,2-4-129-15,4-4-420 16</inkml:trace>
  <inkml:trace contextRef="#ctx0" brushRef="#br2" timeOffset="-49444.01">23548 12581 1077 0,'0'0'2'0,"0"0"57"0,0 0-31 0,0 0-7 0,0 0 14 0,0 0-28 16,-13 81-5-16,13-65 4 16,0-1-6-16,0-6 1 15,0-5-1-15,0-2 0 16,0-2 2-16,0 0 3 15,12-15 5-15,6-8-9 16,6-7 1-16,-1-3-2 16,-1-3 0-16,-3 8 0 15,-6 4-3-15,1 7 3 16,-8 6 2-16,-2 9-2 16,-2 2 3-16,-1 0-3 0,2 13 5 15,-1 13 12-15,0 10 42 16,-2 1-34-16,0-1-8 15,3-4-1-15,-1-8 1 16,2-9-11-16,3-5-4 16,-1-9 0-16,5-1-1 15,7-7 11-15,5-12-3 16,2-10-6-16,0-4-2 16,-4-2-1-16,-1-1 0 15,-5 10 2-15,-2 10-2 16,-9 9 0-16,-4 7 0 15,0 0-5-15,0 14-10 0,0 8 15 16,-3 7 0-16,-1 1 2 16,1-5-2-16,3-2-1 15,0-5-1-15,0-4 3 16,1-4-2-16,13-9 2 16,4-1-2-16,1 0 1 15,7-4-4-15,-1-15-32 16,0-6-18-16,-4-8 14 15,-1-3 0-15,-3 3 15 16,-6 5 11-16,-5 9 14 16,-1 10 0-16,-4 5 2 15,-1 4 2-15,0 0 1 16,0 7-5-16,0 11 5 16,0 3 11-16,0 2-6 15,0 5-5-15,15 0-5 0,0-1 9 16,10 0-6-1,0-7-2-15,4-3 0 0,-2-8-1 16,2-9 1-16,-2 0-2 16,-3-1-30-16,2-19 13 15,-4-5-20-15,-3-8-26 16,-1-9 41-16,-1-8 9 16,-4-7 0-16,-1-12-8 15,0-10-21-15,-9-10 21 16,0 7-11-16,-3 14 9 15,0 23 24-15,-8 24 23 16,-6 19 22-16,-3 4-15 0,1 28-30 16,-2 13 33-16,6 15 10 15,6 7-22-15,6 4 7 16,0 0-20 0,6-3 5-16,6-6-4 0,6-4-7 15,-2-6 0-15,5-10 1 16,0-11-3-16,0-13 0 15,3-14 0-15,0-2 5 16,4-15-3-16,-1-15-2 16,0-12-32-16,-5-8 9 15,-1-6 12-15,-5-2-10 16,-1 8 0-16,-7 13 16 16,-5 13 5-16,-3 18 0 0,0 6 29 15,0 20-28 1,-11 12 9-16,-1 6 41 0,5 0-35 15,7-2-4-15,0-5-4 16,0-5-4 0,4-3 0-16,7-7-2 0,4-6-2 15,7-9 5-15,1-1 0 16,5 0-4-16,-1-11 3 16,-4-5-3-16,-2 0-1 15,-6 3 0-15,-7 0 0 16,-1 6 0-16,-5 4 2 15,-1 2-1-15,-1 1-1 16,0 0-6-16,0 0 3 0,0 2 3 16,3 10 0-16,0-1 0 15,5 3 4-15,1 0 2 16,2 4-3 0,3 0 8-16,4-2-5 0,6-1-6 15,1-6 9-15,2-4-3 16,1-5-1-1,-2 0 4-15,2-4-3 0,-4-14-5 16,-3-5 7-16,-3-9-3 16,-5-4-4-16,-1-1-1 15,-9 4 1-15,-3 6 0 16,0 10-1-16,-15 11 1 16,-9 6-1-16,-11 6-3 15,-3 20 3-15,1 12 10 0,6 12 11 16,5 16 4-1,16 9 0-15,10 7 72 0,0 6-12 16,10-3-67-16,6-3 17 16,0-7-14-16,-5-12-21 15,-8-12 0-15,-3-16 0 16,0-13-17-16,-8-14-104 16,-14-8-97-16,0-16-133 15</inkml:trace>
  <inkml:trace contextRef="#ctx0" brushRef="#br2" timeOffset="-49261.87">24202 12253 1015 0,'0'0'0'0,"0"0"0"0,140-27 28 16,-52 25-21-16,5 2-4 15,-2 0-3-15,-9 0-5 16,-11-2-42-16,-12-4-272 16</inkml:trace>
  <inkml:trace contextRef="#ctx0" brushRef="#br2" timeOffset="-49091.03">24915 12133 778 0,'0'0'56'0,"0"0"50"0,0 0 12 16,0 0-87-16,0 0-22 15,0 0-9-15,8-21-22 16,-56 24-165-16,-17 4-466 16</inkml:trace>
  <inkml:trace contextRef="#ctx0" brushRef="#br2" timeOffset="-48951.37">23869 12187 919 0,'0'0'38'0,"0"0"-35"15,0 0 79 1,0 0-72-16,0 0-10 0,0 0-46 16,-24 6-154-16,54-2-220 15</inkml:trace>
  <inkml:trace contextRef="#ctx0" brushRef="#br2" timeOffset="-48181.09">26189 12581 937 0,'0'0'107'0,"0"0"-106"0,0 0 126 0,0 0-51 0,0 0-47 16,0 0-18-16,36-58-4 15,-24 32 10-15,-5-6 19 16,-2-2 9-16,-5-4-26 16,0 7 5-16,-3 10-2 0,-15 7 17 15,-5 12-22 1,-11 2-12-16,-7 11-2 0,-3 15-2 15,5 7-1-15,8 3-4 16,7-3 1-16,11 0 2 16,4-3-2-16,9-7 0 15,0-7 0-15,9-2-4 16,12-8 6-16,10-6 1 16,11 0 2-16,-1-16 2 15,0-6-3-15,-8 1 2 16,-8 1 2-16,-10 4-4 15,-6 8 3-15,-8 5 3 0,-1 3 5 16,0 1-12 0,0 19-14-16,0 10 14 0,0 3 0 15,0-1 0 1,8-3-1-16,20-7-3 0,15-7-10 16,13-13-108-16,12-2-40 15,5-23-139-15,2-11-271 16</inkml:trace>
  <inkml:trace contextRef="#ctx0" brushRef="#br2" timeOffset="-47928.25">26710 11933 991 0,'0'0'44'0,"0"0"-43"0,0 0 69 0,0 0-49 0,0 0-7 0,118-5 6 0,-51-2 2 16,4 0 8-16,-2-1-14 15,-11-1-16-15,-10 2-1 16,-8 0 0-16,-14 0-88 16,-15 0-257-1,-11 2-235-15</inkml:trace>
  <inkml:trace contextRef="#ctx0" brushRef="#br2" timeOffset="-47731.74">27035 11883 690 0,'0'0'39'16,"0"0"67"-16,0 0 19 15,-6 95 24-15,6-52-38 16,0 2-41-16,9 3 10 16,2 2-14-16,-1 0-24 15,0-5-28-15,-1 1-14 16,3-7 0-16,0-4-1 15,2-6 1-15,7-9-82 16,5-8-216-16,6-12-230 16</inkml:trace>
  <inkml:trace contextRef="#ctx0" brushRef="#br2" timeOffset="-47367.93">27419 12178 1236 0,'0'0'37'0,"0"0"-20"15,0 0 85-15,0 0-99 16,0 0 36-16,0 0 12 16,-16 66-22-16,33-38-8 15,4 2 4-15,4-5-14 16,2-5-8-16,4-5-3 16,4-6 1-16,-1-5-2 15,0-4-7-15,-2 0-85 16,-4-21-39-16,-6-11 40 15,-7-5 15-15,-7-2 37 16,-8 5 35-16,0 9 5 0,0 10 8 16,0 11 48-16,-8 4 23 15,1 0-55-15,-2 15-22 16,0 10 22-16,5 1 0 16,4 4-7-16,0-1-4 15,0 3-8-15,8-1 0 16,6-2-2-16,1 0-2 15,1-4 0-15,2-4-1 16,-1-4-4-16,0-4-20 16,5-8-143-16,1-5-41 15,1-1-108-15</inkml:trace>
  <inkml:trace contextRef="#ctx0" brushRef="#br2" timeOffset="-46590.1">27972 12302 426 0,'0'0'428'0,"0"0"-428"16,0 0 101-16,0 0-50 16,-27 81 51-16,26-33-30 15,-1 12-12-15,-1 15 23 16,0 9-16-16,-1 5-2 16,-1 3-23-16,-1-2-2 15,-3-2-11-15,3-8-3 16,0-11-9-16,2-12-6 15,2-14-11-15,2-11 0 16,0-13 1-16,0-9-1 0,0-10-4 16,11-7-4-16,7-24-30 15,-2-16-34-15,2-15-3 16,-4-17 36-16,-1-17 1 16,-3-20 8-16,-4-18 12 15,-4 1 11-15,-2 8 4 16,0 19 3-16,0 31 0 15,-2 24 3-15,2 16 2 16,0 15 10-16,8 5 14 16,10 10 1-16,5 5-27 15,10 0-3-15,3 8 1 16,3 16-1-16,0 6 1 16,-8 4 2-16,-10 4-2 0,-9-2 0 15,-12-5 6 1,0-5-7-16,-19-9 4 0,-14 0 10 15,-5-6 2-15,-5-5 6 16,10-5-15-16,2-1-5 16,10 0-1-16,6 0 3 15,5-3 1-15,8-7 1 16,2 2-5-16,0 2-1 16,6 3 0-16,18-2-7 15,7 1 5-15,8 3 1 16,6-4 1-16,7 0 1 15,3-3-1-15,2-4-2 0,-3-4 2 16,-5-5 0 0,-7-8 1-16,-9-5 1 0,-11-4 1 15,-10-1 1-15,-12 4 4 16,0 8-7-16,-21 10 8 16,-9 10-7-16,-6 7 1 15,-1 0 1-15,2 22 3 16,10 7 0-16,12 6-7 15,13 2 2-15,0 1-2 16,21-2 0-16,10-5 1 16,4-4-1-16,5-9 0 15,6-7-1-15,2-7-39 16,9-4-159-16,5 0-90 16,6-15-295-16</inkml:trace>
  <inkml:trace contextRef="#ctx0" brushRef="#br2" timeOffset="-46228.83">29130 11708 907 0,'0'0'29'0,"0"0"220"0,0 0-156 0,0 0-82 16,0 0-10-16,-12 111 96 16,12-47-18-16,0 0-39 15,6-2-2-15,7-3-19 16,-1-5-13-16,2-8-3 15,-8-6-3-15,-2-11 0 16,-2-8-7-16,-2-4-21 16,0-5-170-16,0-2-52 15,0 1-92-15,0-4-361 16</inkml:trace>
  <inkml:trace contextRef="#ctx0" brushRef="#br2" timeOffset="-46088.86">29085 12368 511 0,'0'0'150'0,"0"0"-83"0,0 0 102 15,0 0-22-15,0 0-73 16,0 0-30-16,82-12-17 16,-52-1-21-16,-2-3-6 15,-3-6 0-15,1-10-83 16,-8-8-157-16,-5-14-360 16</inkml:trace>
  <inkml:trace contextRef="#ctx0" brushRef="#br2" timeOffset="-45901.01">28902 11748 841 0,'0'0'42'15,"0"0"22"-15,0 0 144 16,0 0-132-16,0 0-76 16,107-53-1-16,-37 43-4 15,3 1-1-15,-1-2-116 16,-4 0-141-16,-2-1-312 15</inkml:trace>
  <inkml:trace contextRef="#ctx0" brushRef="#br2" timeOffset="-44841.02">29708 12115 725 0,'0'0'324'0,"0"0"-322"16,0 0 138-16,0 0-91 16,107-43-24-16,-73 27-12 15,0-6-12-15,-5-6 6 16,-7-9-6-16,-4-3 8 15,-9 4-9-15,-8 3 1 16,-1 10-1-16,0 8 3 0,-4 7 1 16,-9 5-1-16,-4 3-3 15,-2 11-7-15,2 16 4 16,5 8 2-16,5 6-1 16,7 6 2-1,0-4-2-15,6-2 2 0,16-4-1 16,6-8 1-1,7-7-1-15,2-9 0 0,4-9-2 16,0-4-10-16,1-2-8 16,1-17 4-16,-7-9 16 15,1-6-1-15,-7-5 2 16,-6-10 1-16,-8-2 0 16,-9 1 1-16,-7 7 1 15,0 11-2-15,-10 9 17 16,-6 12 2-16,-2 9-2 0,0 2-16 15,6 2-2 1,3 15-1-16,5 8-4 0,4 0 5 16,0 0-2-16,16-3 1 15,8-7-2-15,3-1-7 16,0-6-17-16,-3-4-6 16,-2-2 17-16,-3-2 10 15,-5 2 5-15,-4 0 1 16,-2 6-1-16,-4 2 0 15,-1 3-2-15,0 4 2 16,0 3 0-16,0 2 1 16,4-2 0-16,3 1 1 15,2-4-1-15,4-3 2 0,1-3 0 16,5-5 2-16,3-4-3 16,2-2 0-16,1 0 4 15,0-8-3-15,0-10-2 16,-3-6 3-16,-4-7-2 15,-8-6 1-15,-3-2-2 16,-10-5 0-16,0 10 1 16,-11 5 0-16,-9 8 7 15,1 5 0-15,2 6-3 16,4 6-1-16,9 2-4 16,2 2-4-16,2 0 0 15,0 0-8-15,0 4 4 0,12 5 5 16,9-2-3-16,1 1-7 15,5-2 8-15,-3-1-12 16,-2 0 7-16,-4 0 6 16,-7 1 4-16,-4 4 0 15,-2 4-2-15,-4 3 2 16,2 3-2-16,-2 5 2 16,2-1 6-16,2 0 8 15,1-2-6-15,3 1 1 16,4-6-8-16,-1-1 1 15,5-5 0-15,-1-4-2 16,4-6-33-16,-2-1-194 16,7 0-244-16</inkml:trace>
  <inkml:trace contextRef="#ctx0" brushRef="#br2" timeOffset="-44553.01">31126 11871 823 0,'0'0'55'0,"0"0"10"0,0 0 49 0,0 0-84 0,-81 54-9 0,80-30-3 0,1 2-3 15,1-4 0-15,19-1-1 16,2-4-3-16,5-6-1 16,3-1-5-16,1-8 2 0,-1-2 0 15,-3 0-5-15,-2-17 3 16,-8-5 7-16,-5-7 0 15,-11-10 10 1,-1-4-3-16,-13 1-10 0,-16 5 0 16,-6 8-6-16,-1 12 1 15,1 8-4-15,3 9-4 16,0 0 1-16,10 13-2 16,7 9-14-16,7 3-73 15,8 5-60-15,0-5-102 16,15-5-203-16</inkml:trace>
  <inkml:trace contextRef="#ctx0" brushRef="#br2" timeOffset="-44215.14">31415 11758 747 0,'0'0'43'15,"0"0"100"-15,0 0-18 16,0 0-45-16,0 0-34 15,0 0-39-15,91-33-5 16,-78 62 0-16,1 7 15 16,-3-3 8-16,-4-2-11 15,-3-4-2-15,-2-10-10 16,-2-6 8-16,0-6-9 16,0-4 0-16,0-1 8 15,0 0 18-15,0 0 59 0,1-9 5 16,10-14-58-16,7-6-32 15,9-7 2-15,8-8-3 16,10-7 0 0,8-5-1-16,-1 1-1 0,-6 10-9 15,-12 12-40-15,-14 21-79 16,-19 12-53-16,-1 22-230 16</inkml:trace>
  <inkml:trace contextRef="#ctx0" brushRef="#br2" timeOffset="-43660.95">23566 14122 719 0,'0'0'196'0,"0"0"-189"0,0 0 11 0,0 0 60 0,0 0-50 0,81-28 11 15,-41 11 12-15,8-1-11 16,0-2-19-16,-4 3-15 16,-8 3-5-16,-12 8-1 15,-12 6-82-15,-12 0-210 16,0 13-440-16</inkml:trace>
  <inkml:trace contextRef="#ctx0" brushRef="#br2" timeOffset="-43507.03">23674 14245 1195 0,'0'0'2'0,"0"0"2"15,0 0 14-15,106-67-12 16,-48 44 0-16,-2 1-6 15,0 5-1-15,-5 4-2 16,-1 0-159-16,-5-1-400 16</inkml:trace>
  <inkml:trace contextRef="#ctx0" brushRef="#br2" timeOffset="-41755.36">25582 13511 268 0,'0'0'70'0,"0"0"-63"0,0 0 74 0,0 0-16 16,0 0-12-16,0 0 5 0,0-6 36 16,0 3-18-1,0-1 8-15,1 2 10 16,-1-1-17-16,0 0-9 0,0 2-3 16,0 1-8-16,0-2-13 15,0 2-4-15,0 0-1 16,0 0 0-16,0 0-10 15,0 0-5-15,0 0 2 16,0 0-6-16,0 0-8 16,0 0-3-16,0 3-2 15,-11 15-2-15,-3 8 9 16,-4 4 13-16,2 0-6 16,-4 1-9-16,5 3 2 15,-2 0-3-15,1 1-7 16,2 1 3-16,-3 0 1 0,-1 0-4 15,1-6 5-15,-2 0-3 16,-4-4-1-16,0-4 3 16,4-4 2-16,-4-2-1 15,0-3-5-15,-1-1 2 16,3-3-4-16,0-3-1 16,0-5 2-16,3-1 0 15,-3 0 0-15,1-5 2 16,3-12-2-16,-1-5-3 15,5-5 3-15,-4-6 0 0,7-10-3 16,-1 1 0-16,4-3 0 16,3 3-1-16,1 7 2 15,1 4 1-15,-1 4-1 16,3 2-1-16,0 3-2 16,0 2 2-16,0 2 0 15,0 2-2-15,9 1 0 16,1 2 0-16,5 0 2 15,0 3-2-15,0 1 1 16,1 2 0-16,1-3-2 16,1 7 3-16,-3-1-1 15,0 1 0-15,-6 3 1 16,-3 0-1-16,4 0-2 16,0 0-3-16,1 4 6 15,4 7-2-15,-2 2 4 0,2 5-2 16,0-1 0-16,1 4 0 15,-2 1-1-15,-1-3 1 16,-1 4 1-16,0-3 0 16,0 0 0-16,-1-2-1 15,1-3 0-15,-1 1 0 16,3 1 1-16,-2-2 0 16,1 2-1-16,1 0 0 15,-4 1 0-15,2-2 3 16,1 1-1-16,-5-1 2 15,6 0 1-15,-3 1-1 16,-2-1 5-16,2-1-2 0,1 0-3 16,0-2 2-16,-1 0-1 15,5 0-2-15,0-5 2 16,-1 0-1-16,9-4-1 16,-2-3 3-16,-1-1-6 15,4 0 4-15,2-5 0 16,1-8-1-16,-1-7-3 15,0-8-5-15,-3-8-2 16,3-11-81-16,0-13-202 16,-5-11-199-16</inkml:trace>
  <inkml:trace contextRef="#ctx0" brushRef="#br2" timeOffset="-40302">23638 14739 989 0,'0'0'14'0,"0"0"32"0,0 0 54 0,0 0-73 0,0 0-13 15,0 0-8-15,94-18-2 16,-57 18-4-16,-7 0-46 16,-5 0-250-16,-7 0-324 0</inkml:trace>
  <inkml:trace contextRef="#ctx0" brushRef="#br2" timeOffset="-40194.26">23687 14825 897 0,'0'0'1'0,"0"0"13"16,0 0 4-16,0 0-7 16,82 0-11-16,-32-4-66 15,-1-10-543-15</inkml:trace>
  <inkml:trace contextRef="#ctx0" brushRef="#br2" timeOffset="-39955.39">24529 15061 132 0,'0'0'0'0</inkml:trace>
  <inkml:trace contextRef="#ctx0" brushRef="#br2" timeOffset="-39604.99">24576 14866 379 0,'0'0'17'0,"8"-108"-3"16,-8 59 99-16,0 6-32 15,0 10 51-15,0 11-34 16,-5 6-23-16,1 6 20 16,2 6 39-16,-1 2-32 15,2 2-50-15,-9 10-35 16,2 19-16-16,-7 13 66 15,3 9-18-15,0 2-14 0,0 4-5 16,-1 2 17 0,1 0-34-16,-3-5-1 15,4-8-8-15,1-8-4 16,6-7 0-16,4-12-1 0,0-6-1 16,0-6 1-16,8-5 1 15,18-2 0-15,11 0 7 16,4 0-3-16,-1 0-3 15,-2 0-1-15,-3 0 0 16,-7 2-5-16,-5 4-3 16,-4-1-17-16,0 5-113 15,-1-3-24-15,0-2-72 16,-1-3-153-16</inkml:trace>
  <inkml:trace contextRef="#ctx0" brushRef="#br2" timeOffset="-39227.02">24773 15021 958 0,'0'0'16'0,"0"0"80"15,0 0 30-15,0 0-100 16,0 0-26-16,0 0 1 16,109-69 4-16,-68 55-3 15,-7-2-1-15,-3-2 1 16,-10-2 0-16,-6-4 0 15,-11 0 3-15,-4 2-2 16,0 5 4-16,-8 7-7 0,-17 6-1 16,-7 4-1-16,-8 1 2 15,8 17 2 1,2 9 4-16,11 4-1 0,4 5 4 16,14 1-4-16,1-2-1 15,4-5-3-15,18-3 0 16,8-3-1-16,9-8 3 15,3-4-2-15,-2-6-1 16,5-5-18-16,-5-1-92 16,-3 0-78-16,-7-13-25 15,0-11-52-15,-12-7-45 16</inkml:trace>
  <inkml:trace contextRef="#ctx0" brushRef="#br2" timeOffset="-38459.46">25219 14918 289 0,'0'0'235'0,"0"0"-88"15,0 0-16 1,0-72-24-16,0 66-2 0,0 2-1 15,0 4-32-15,0 0-59 16,0 3-12-16,6 18-1 16,9 7 24-16,5 5 11 15,5 1-7-15,2-2 16 16,-2-1-12-16,2-2-26 16,-6-4-4-16,0-4 2 15,-6-6-4-15,-2-3 2 16,-5-5-2-16,-1-4 1 15,-4-3 6-15,6 0 3 0,-3-16 0 16,-1-12-4 0,-1-7-1-16,1-11-4 0,-4 2 0 15,-1 1-1-15,0 8 1 16,0 11 0 0,0 11 1-16,0 6-2 0,0 5 5 15,0 2-5-15,0 0-6 16,0 9-8-16,6 11 13 15,3 5 1-15,6-3 0 16,10-2 1-16,2-4 3 16,12-6-1-16,1-7-1 15,5-3 3-15,-3 0 1 16,-4-1-6-16,-8-15 0 16,-10-6 0-16,-6-5 0 15,-7-6 1-15,-6 3-2 0,-1 4 2 16,0 9-2-16,-12 10-1 15,-6 5-2-15,-4 2 3 16,1 10-4-16,2 14 2 16,6 8 3-16,5 4 0 15,8-1 5-15,0 1-5 16,11-6 4-16,11-5-4 16,6-3 5-16,3-6-1 15,5-8-3-15,1-6 3 16,2-2 0-16,0-5-4 15,2-14 5-15,-2-12-5 16,-3-6 4-16,-6-16-3 0,-6-10-1 16,-8-12-1-16,-5-10-4 15,-8-11-3-15,-3-2-11 16,0 7 6-16,-3 17 11 16,-11 22 2-16,4 23 0 15,-1 21 9-15,-3 8-9 16,-2 31-2-16,3 22 2 15,7 18 10-15,6 10 3 16,6 7 7-16,13 9 5 16,5 7-12-16,-4-2-10 15,-2 1-3-15,-9-11-1 0,-9-8-4 16,0-9-196 0,-15-14-286-16</inkml:trace>
  <inkml:trace contextRef="#ctx0" brushRef="#br2" timeOffset="-33265.26">27126 14750 693 0,'0'0'28'0,"0"0"-24"0,0 0 103 0,0 0-60 15,0 0-31-15,0 0 11 16,3-23-10-16,-1 18 5 16,-2-1 9-16,0-1 12 0,0 0-12 15,0-2 22 1,-5 1-1-16,-10 3-21 0,-1 0-22 16,-10 5-1-16,-2 0-2 15,-3 0-2-15,-5 12 1 16,0 8 1-1,5 6-4-15,5 7-1 0,6 6 2 16,4 0 1-16,9 0-3 16,4-6-1-16,3-6-3 15,0-5 3-15,12-8-2 16,6-5 1-16,6-6 1 16,3-3 4-16,6 0 0 0,2-12-3 15,1-8 3 1,0-4-3-16,-9-3-1 0,-6-5 3 15,-9-1-1-15,-7-2-1 16,-5 1 0-16,0 3 0 16,-10 6 0-16,-6 4 0 15,-4 9 0-15,1 4-1 16,-4 6-3-16,1 2-1 16,0 0 1-16,1 5 0 15,0 6 1-15,3 6 2 16,6-2-4-16,6 1 4 15,5-3-7-15,1-1 2 16,0-4 4-16,12-1-4 0,12-5 1 16,11-2 2-1,7 0-5-15,9-13-3 0,2-8-20 16,7-5-12-16,4-6 15 16,1-10 3-16,-3-3 13 15,-8-5-1-15,-15-6 4 16,-14 0 2-16,-16 2-7 15,-9 9 8-15,0 12 4 16,-6 14 1-16,-12 8 5 16,0 11 11-16,-4 6-3 15,-2 26-4-15,6 16 0 16,3 8 17-16,6 9 1 16,6 7-4-16,2 8 15 15,1 17-11-15,-2 8-17 0,-5 3-5 16,-4 6-4-1,-2-4 0-15,-3-8 0 16,0-10-1-16,8-13 0 16,6-16-1-16,2-16 1 0,3-15 0 15,15-14 0-15,7-13 0 16,8-5 1-16,5-11 5 16,4-16-1-16,-3-7-2 15,-7-6 1-15,-12-3-4 16,-12-3 3-16,-8-1 3 15,-1 1 1-15,-23-3-3 16,-8 3 1-16,-3-1 6 16,-7 1-5-16,2 3 14 15,-1 2-3-15,3 2-1 16,7 3-7-16,6 3-6 16,9 5 1-16,10 1-3 15,6 1-1-15,0-1 0 0,18-4-7 16,15-1-20-16,12 0-54 15,10 1-92-15,7-2-36 16,7-2-288-16</inkml:trace>
  <inkml:trace contextRef="#ctx0" brushRef="#br2" timeOffset="-32567.38">28769 14228 774 0,'0'0'0'0,"0"0"0"0,0 0 45 0,0 0 26 16,0 0 3-16,0 0 16 15,-29-70-76-15,-11 70 9 16,-11 0 15-16,0 11 0 15,1 7-13-15,4 2 3 16,10 2 2-16,12 2-21 16,8 1-2-16,13 2-5 15,3-1-2-15,3 1 2 0,20-2-3 16,7 0 3 0,4 3-3-16,2-5 1 0,0 1 0 15,-3-2 0-15,-3-3 0 16,-8-3 0-16,-8-4-2 15,-6-3 2-15,-8-2-1 16,-1 0 0-16,-24-1 1 16,-11 2 12-16,-7-6-9 15,-1 2 5-15,3-2 1 16,3 2-2-16,7-1 5 0,7-1 1 16,9 3-11-1,11-5 1-15,4 0-3 0,0 0-18 16,15 0 18-16,19 0 2 15,15 0 6-15,6-9-8 16,8-7-1 0,3-5 0-16,4-5-8 0,0-5-8 15,-9-5-4-15,-10 1 5 16,-14 6 13-16,-13 5 2 16,-12 11 1-16,-9 7 5 15,-3 6 11-15,0 0 10 16,0 1-14-16,-15 22-4 15,0 6-7-15,-1 2 13 0,4 0-2 16,6-1-7 0,2-1-1-16,0-4-3 0,4-4 0 15,0-4-1 1,0-5 0-16,0-4-14 16,8-6-126-16,1-2-91 0,0-2-83 15</inkml:trace>
  <inkml:trace contextRef="#ctx0" brushRef="#br2" timeOffset="-32431.32">28979 14216 810 0,'0'0'4'0,"0"0"133"0,0 0-50 16,0 0-68-16,0 0-19 16,0 0-17-16,-25-26 10 0,41 60-37 15,1 3-183 1,0 2-174-16</inkml:trace>
  <inkml:trace contextRef="#ctx0" brushRef="#br2" timeOffset="-31819.11">29428 14579 4 0,'0'0'664'15,"0"0"-651"-15,73-76 115 16,-54 48-78-16,-8-4-35 15,-9 3 30-15,-2 4-5 16,-8 5 19-16,-19 10 5 16,-7 9-31-16,-6 1-18 15,-4 7 3-15,5 14 2 0,7 9-12 16,6 1 4-16,9 5-9 16,6-1-2-16,11-4-1 15,0-5 3-15,3-6-2 16,18-10-1-16,2-4 0 15,6-6 0-15,4 0-4 16,6-9-10-16,0-8-8 16,-1-6 16-16,0-2 4 15,-3-2-4-15,-6 4 6 16,-8 7 2-16,-8 7-1 0,-10 5 3 16,0 4-2-1,-3 10-2-15,0 21 0 0,0 13 28 16,0 10 0-16,0 9-10 15,-12 10 26-15,-3 8-13 16,-7 1-14-16,-5-4 3 16,1-9-5-16,-2-8-6 15,0-7-5-15,3-12 2 16,2-9-5-16,7-12 2 16,1-10-1-16,4-10 4 15,1-1 8-15,4-9 5 16,2-18 22-16,4-14-22 15,0-13-15-15,10-4-4 0,15-17 0 16,8-8-2 0,6-2-6-16,1 9-59 0,1 11-23 15,0 24 23 1,-2 11-18-16,-2 16-8 16,-1 2-31-16,-1 5-11 0,-2 1-152 15</inkml:trace>
  <inkml:trace contextRef="#ctx0" brushRef="#br2" timeOffset="-31277.41">29934 14512 333 0,'0'0'151'0,"0"0"48"0,0 0-17 0,0 0-66 0,0 0-25 16,0 0-67-16,1-27-24 16,-5 45 4-16,-5 1 18 15,0 2-6-15,3 1 5 16,2-4-6-16,2-2-8 0,1-4-2 15,1-5-5 1,0-3 0-16,0-2 2 0,4-2 1 16,12 0 0-16,5 0 1 15,8-15-4-15,5-11-27 16,1-10-31-16,1-3-9 16,-4 2 41-16,-9 9 22 15,-7 11 4-15,-9 7 6 16,-4 8 3-16,-3 2 15 15,0 2-16-15,0 18-7 16,0 3 51-16,0 1-30 16,0-1-10-16,0-3-4 15,2-3-1-15,9-5-2 16,2-3-2-16,4-7 5 16,3-2-2-16,5 0-4 15,4-5 0-15,-1-13-2 0,0-3 0 16,-1-5-9-16,-4-4-27 15,-4 1 2-15,-7 6 22 16,-5 6 12-16,-5 10 0 16,-2 7 13-16,0 0-13 15,0 14 2-15,-9 9-2 16,1 3 22-16,5-2-10 16,2-1-10-16,1-5 1 15,0-3-1-15,0-5-2 16,0-1-1-16,0-8-71 0,6-1-210 15,0 0-320-15</inkml:trace>
  <inkml:trace contextRef="#ctx0" brushRef="#br2" timeOffset="-31110.3">30478 14115 971 0,'0'0'0'0,"0"0"0"0,0 0 0 0,0 0 0 0,0 0-2 16,-49 72 2-16,65-44-29 16,6-4-157-16,3-7-221 15</inkml:trace>
  <inkml:trace contextRef="#ctx0" brushRef="#br2" timeOffset="-30605.01">30826 14018 666 0,'0'0'27'16,"0"0"60"-16,0 0 70 16,0 0-53-16,0 0-78 15,-97-27-4-15,76 77 19 16,11 16 7-16,4 7-13 16,-1 8 18-16,-1 10-10 0,-1 8-16 15,-7 3-2 1,-4 7-12-16,-5 1-7 0,5-6-3 15,2-8-3 1,4-13 0-16,5-16 0 0,-1-12 1 16,2-20-1-16,0-11-1 15,-1-17 1-15,-1-7 5 16,-2-9 10-16,0-19-6 16,2-12-6-16,4-10 0 15,6-9-3-15,0-15 0 16,23-13 0-16,10-8 1 15,11-2-3-15,5 7-9 16,3 16-11-16,-6 19-2 16,-1 17 14-16,-5 17 4 15,-4 9 4-15,-3 6 0 0,-3 6 0 16,-3 0 2-16,-8 16 0 16,-6 3 1-16,-7 6-1 15,-2-3 2-15,-4 0 6 16,0 0-6-16,0-4 0 15,0-2-1-15,0-5-2 16,0-4-1-16,0-4 2 16,-2-3-65-16,-3-3-92 15,-1-19-128-15,-1-12-390 16</inkml:trace>
  <inkml:trace contextRef="#ctx0" brushRef="#br2" timeOffset="-30479.4">30909 14259 728 0,'0'0'18'0,"0"0"0"0,0 0-6 0,0 0-12 16,0 0-1-16,0 0-13 15,-11 41-284-15</inkml:trace>
  <inkml:trace contextRef="#ctx0" brushRef="#br2" timeOffset="-29028.49">31204 14239 878 0,'0'0'0'16,"0"0"0"-16,0 0 48 16,0 0-10-16,-41 82-1 15,41-51 6-15,0-3-21 16,2 0-7-16,10-5-8 15,7-3 1-15,5-3-5 16,6-6 5-16,4-5 0 16,5-6-4-16,3 0-4 15,4 0 0-15,-3-12 0 16,2-10-4-16,-8-8 2 16,-4-8 2-16,-8-4 4 0,-12 1-2 15,-10 6-2-15,-3 9 0 16,-8 12 1-16,-20 14 5 15,-8 0 3-15,-3 11-2 16,3 14 11-16,8 1 0 16,8 2-8-16,8 2-4 15,8-4-2-15,1-3 0 16,3-1-4-16,0-7 2 16,15-3 1-16,7-2 0 15,2-6 2-15,6-4-4 16,2 0-1-16,4-2-1 15,-1-13-4-15,-4-5-1 16,-3-6-2-16,-6-2 0 16,-5 3 0-16,-6 5 3 15,-5 7 4-15,-6 5 0 0,0 8 0 16,0 0-2-16,-1 5-14 16,-12 12 16-16,1 4 1 15,4 1 2-15,5-4 3 16,3-1-2-16,0-3 3 15,8-2-3-15,9-5 2 16,4-3 5-16,7-4-2 16,2 0-4-16,1 0 1 15,0-10-1-15,-2-6-3 16,1-4-1-16,-5 0 0 0,-1 1 3 16,-5 4-3-16,-7 5 0 15,-4 5 2-15,-8 5 8 16,0 0-10-16,-9 6-7 15,-12 13 7-15,-2 5 4 16,3 2 3-16,2-3-6 16,3-3 5-16,6-5-5 15,4-2 1-15,1-6 1 16,4-5-2-16,0 0 0 16,0-2 9-16,16 0 8 15,8 0-5-15,4-14-9 16,7-4 1-16,-2-5-5 15,6-3 0-15,-5-1-1 0,-4-1 1 16,-8 9 0 0,-10 6-2-16,-6 7 4 0,-3 5 1 15,-3 1-3-15,0 0-8 16,0 14-6-16,0 7 14 16,0-5 4-16,0 3-3 15,0-4 0-15,0-1 1 16,0-3 0-16,6-4 1 15,4-1 0 1,5-2 4-16,3-1-5 0,5-3 3 16,3 0-5-16,3 0 3 15,2-7-3-15,3-6-1 16,1-3 1-16,-1-2-5 16,-1-4-2-16,-6-1-26 0,-5 0 5 15,-8 5 25-15,-7 6 2 16,-4 4 0-1,1 5 1-15,-2 1-1 16,-2 2 1-16,0 0-2 0,0 0-1 16,0 0-5-16,0 3-3 15,-6 14 11-15,0 2 4 16,2 3 6-16,1 0 5 16,3 0 7-16,0 0-8 15,0-4-2-15,12-5-3 16,7-1 0-16,6-5 3 15,4-4 8-15,9-3-1 16,1 0-3-16,6-3-9 16,0-13-2-16,1-6-3 15,0-2-2-15,0-5 0 0,-2-5 2 16,-8 0 0-16,-9 2-1 16,-10 6 1-16,-11 11 3 15,-6 5 3-15,0 8 14 16,-12 2-6-16,-13 0-16 15,-5 7 0-15,0 12 4 16,2 2-2-16,9 2 5 16,8 1-1-16,8-2-1 15,3 1 8-15,5 1 0 16,18-5-7-16,9 0 3 0,4-6-5 16,3-2 0-1,3-5 0-15,2-3-4 0,-1-3 2 16,-1 0-2-1,-2 0-54-15,-4-6-152 0,-12-10-176 16</inkml:trace>
  <inkml:trace contextRef="#ctx0" brushRef="#br2" timeOffset="-27452.8">23359 16518 987 0,'0'0'7'0,"0"0"79"0,0 0 92 0,0 0-128 15,0 0-50-15,0 0 0 16,10-20-4-16,31 20 3 16,5 0 0-16,-6 0-1 15,1 2-36-15,-9 4-176 16,-8 0-49-16,-15 0-151 16</inkml:trace>
  <inkml:trace contextRef="#ctx0" brushRef="#br2" timeOffset="-27320.2">23507 16580 274 0,'0'0'351'16,"0"0"-348"-16,0 0 161 16,0 0-50-16,0 0-72 0,0 0-26 15,16 8-3 1,24-10-10-16,14-8 0 0,9-4-3 16,2-6-234-16</inkml:trace>
  <inkml:trace contextRef="#ctx0" brushRef="#br2" timeOffset="-26256.26">24566 16142 634 0,'0'0'252'0,"0"0"-248"0,0 0 155 0,0 0-61 0,0 0-90 16,0 0 39-16,0 112 7 15,4-41-39-15,-4 2 23 16,0 1-12-16,0-4-13 16,0-2-10-16,-7-7-3 15,-2-12 0-15,2-10 0 16,2-13-4-16,2-13 4 0,0-10-13 16,1-3-9-1,-3-18-5-15,3-16-88 0,2-9 69 16,0-15 11-16,0-11-2 15,0-14 1-15,2-14 4 16,3-4 12-16,1 2 14 16,-1 9 6-16,1 18 2 15,2 18 8-15,6 20 6 16,1 21 29-16,8 13-7 16,7 2-23-16,4 27-6 15,5 8-3-15,-8 6 6 16,-6 2-7-16,-13-1 2 15,-12-3 8-15,-13-3 1 16,-23-4 1-16,-10-6 4 16,-5-7 16-16,-1-6-2 0,2-3-6 15,7-6-11 1,11 0-6-16,9-1-8 0,14 2-3 16,6 6-1-16,3 8-6 15,15 10 6-15,11 3 7 16,14 6-2-16,0 2 3 15,2 0 6-15,1 3 9 16,-3 0-3-16,6-1-1 16,-4-2 11-16,-3-5-13 15,-3-6-14-15,-2-5-2 16,-4-7 0-16,0-9-1 16,0-6 0-16,7-4-2 0,-3-2-43 15,-2-20-79-15,-4-13 11 16,-8-10 30-16,-7-9 22 15,-7-7 29-15,-3 3 27 16,-3 14 5-16,0 19 11 16,0 16 71-16,-3 9 64 15,-10 20-125-15,1 16 6 16,-2 9 49-16,2 1-41 16,5-1 0-16,7-3-11 15,0-3-17-15,0-3-7 16,0-10 0-16,3-8-3 15,4-12-5-15,5-6-92 16,-1 0-57-16,-1-18-50 0,-3-20-90 16,-1-12-287-1</inkml:trace>
  <inkml:trace contextRef="#ctx0" brushRef="#br2" timeOffset="-26131.99">25102 16229 675 0,'0'0'140'0,"0"0"-83"0,0 0 65 0,0 0-89 0,0 0-33 0,0 0-4 16,-63 82-2-16,85-25-52 16,6 0-245-16</inkml:trace>
  <inkml:trace contextRef="#ctx0" brushRef="#br2" timeOffset="-25195.24">25299 16540 1017 0,'0'0'3'16,"-9"-78"78"-16,12 52 76 16,19 11-107-16,14 13-14 15,4 2-8-15,0 6-6 16,-1 17 6-16,-9 8-1 16,-8 1-17-16,-8 4-5 15,-5-3-3-15,-7 1 0 16,-2-2-2-16,0-5 0 15,-10-4 0-15,-6-9-1 16,-5-7 0-16,-3-6 1 16,-1-1 6-16,-5-2-3 0,-3-16-2 15,-1-4 2-15,4 2-3 16,9 5 0-16,8 7-1 16,8 5 0-16,5 3 0 15,0 0-20-15,19 16 11 16,11 0 10-16,7 1 0 15,4-3 2-15,-1-5-2 16,9-5 0-16,0-4-3 16,4 0-16-16,1-13-53 15,-2-7-39-15,-9-6-14 16,-9-9-13-16,-10-6 47 16,-9-15 55-16,-9-14 27 0,-6-15 7 15,0-14 2 1,0-7 0-16,0 9 0 0,1 24 2 15,-1 28 7-15,0 32 72 16,0 19 2-16,0 41-75 16,0 25 9-16,7 22 75 15,9 6-58-15,-1-3 39 16,-3-1-36-16,-6-6-12 16,-6-13-9-16,0-8-13 15,0-17 1-15,0-16-3 16,0-14 0-16,0-14-1 15,0-8 1-15,0-6 20 16,0-22-9-16,0-15-12 16,0-14-1-16,0-9-1 15,0-4-4-15,0 6-5 16,1 11 1-16,10 17 7 0,4 15 2 16,3 9-6-16,1 11 5 15,2 1-5-15,4 9 3 16,1 12 1-16,-4 5-3 15,-10-1 5-15,-9 3-1 16,-3-1-1-16,-9-1 3 16,-19-4 0-16,-8-5 2 15,-6-3 1-15,2-7 0 16,2-4-2-16,5-3 9 16,10 0-9-16,9 0 3 15,7 0-2-15,5 0 1 0,2 0-3 16,0 7-18-16,21 9 13 15,9 6 5-15,7 1 10 16,3-1-3-16,4-2-2 16,1-4 1-16,1 3 9 15,-3-5 1-15,-1 0-12 16,-6-2-4-16,0-3-2 16,1-1-48-16,0-6-359 15</inkml:trace>
  <inkml:trace contextRef="#ctx0" brushRef="#br2" timeOffset="-22840.29">27647 16681 877 0,'0'0'162'0,"0"-93"-160"0,0 40 64 16,-15-8-14-16,-9-1-41 16,-9 6-5-16,-7 19 70 15,-7 20-31-15,-6 17 2 16,-10 17-34-16,-3 23 0 15,-2 10 27-15,7 9 17 16,13-3-24-16,12-1-13 16,15-4-13-16,15-5-4 15,6-5-1-15,14-7-2 16,20-10 0-16,12-10 0 16,9-8 4-16,8-6-4 0,0-6-1 15,-7-20-25-15,-9-7-18 16,-11-10 27-16,-14-1 7 15,-10-1 5-15,-10 9 5 16,-2 11 5-16,0 15 5 16,-14 10 8-16,-5 7-15 15,1 21-3-15,0 10 5 16,10 5-5-16,8-5 0 16,0 3 1-16,16-8-2 15,7-3 1-15,6-7-7 16,0-8 6-16,4-9-4 15,2-6-78-15,-1 0-1 0,0-13-12 16,-5-11-20-16,-4-9 14 16,-6-8 27-16,-5 0 35 15,-4 7 33-15,-7 9 7 16,-3 13 39-16,0 12 81 16,0 0-30-16,0 21-81 15,-5 19 34-15,-3 13 39 16,5 14-11-16,3 13 10 15,0 9-3-15,0 11-38 16,0 2-10-16,0-2-9 16,0-11-9-16,0-9-2 15,0-7-9-15,0-12 0 16,0-11-1-16,0-17-1 0,0-13 1 16,0-10-1-16,0-10-7 15,0-6-24-15,0-18-86 16,0-16 20-16,0-19 46 15,-9-17 8-15,-2-19-9 16,-2-24 11-16,-1-13 27 16,-2-10 11-16,-2 12-1 15,0 21 5-15,5 30 5 16,1 30 14-16,9 21 28 16,3 15 46-16,0 11-13 0,11 2-54 15,17 0-26 1,15 17-1-16,5 12 1 0,1 6-1 15,-3 6 0-15,-7 2 1 16,-9-3-2-16,-11-1 1 16,-10-9-2-16,-9-6-3 15,0-8 5-15,-21-6 2 16,-9-7 1-16,-6-3 5 16,1 0-5-16,2-13 8 15,7-1-8-15,9 1-1 16,9 6 2-16,8 1 1 15,0 3 3-15,14-3-7 16,23 1-7-16,6 3 5 16,8 0 1-16,0-2 0 15,2-3 1-15,1-4 1 0,0-2-1 16,-2 0 2 0,-4-5-2-16,-12-1 0 0,-10-6 1 15,-9-2 0-15,-10-2 1 16,-7 2 2-16,0 7-4 15,-19 10 1-15,-12 6-1 16,-10 4 0-16,-2 8 0 16,1 17 1-16,12 5 6 15,8 3-7-15,13 1 1 16,9-2 2-16,0-2-1 0,11-4 2 16,11-6 1-1,6-4-3-15,8-9 1 0,6-4-3 16,9-3 2-16,1-2-2 15,-1-16-10-15,2-8-36 16,-5-11-10-16,-3-11-13 16,-2-12-8-16,-4-15 9 15,-10-11-1-15,-9-12 7 16,-7-7-34-16,-10 2 22 16,-3 13 21-16,0 21 53 15,-14 22 1-15,-5 26 38 16,-6 21 59-16,-5 11-74 15,2 32-4-15,4 13 11 16,9 11 11-16,12 13 11 16,3 2 4-16,0 2-19 0,11-2 5 15,9-5-26-15,3-8-9 16,4-12-7-16,7-6 2 16,2-14-2-16,0-11 6 15,3-12-7-15,-2-11 4 16,3-3-4-16,-4-13-2 15,0-16-17-15,-6-9-13 16,-5-13-11-16,-7 0 2 16,-3-2 23-16,-9 11 12 15,-5 12 3-15,-1 13 3 16,0 10 8-16,0 7 42 16,-4 0-24-16,-8 13-19 15,0 12 5-15,4 8 9 16,5 7 6-16,3 2 2 0,0-3-3 15,6 0-9 1,10-6-6-16,3-5-6 0,3-9-4 16,5-5 4-16,4-10 0 15,3-4-3-15,2 0 0 16,0-15-2-16,-4-11-4 16,-4-9-15-16,-3-15-24 15,0-10-13-15,-2-16-43 16,-2-13-10-16,0-14-42 15,-8-13-60-15,2-12-118 16,-6 2 123-16,-4 14 206 16,-5 26 130-16,0 33 112 15,0 28-65-15,-14 20-14 0,-4 5-96 16,-2 24-55-16,0 21 33 16,4 20 4-16,8 13 21 15,8 11-15-15,0 3 15 16,0-3-21-16,6 1-17 15,9-3 2-15,1-3-11 16,5-11-18-16,4-10 1 16,5-12-5-16,2-13-1 15,4-15 2-15,1-13 3 16,0-10 3-16,2 0-7 16,-2-22 1-16,-2-12-4 15,-4-10-2-15,-3-12-4 0,-4-7-3 16,-6-1-14-16,-5 8-12 15,-8 16 27 1,-5 18 9-16,0 16-1 0,-2 6 0 16,-14 6-1-16,-1 18 3 15,-2 7 14-15,9 7 2 16,3 1 2-16,7 2 10 16,0 0 14-16,2-4-10 15,12-5-11-15,5-6-5 16,2-9-8-16,4-6-4 15,5-8 5-15,2-3-7 16,0 0-1-16,-3-8-1 16,-5-2-14-16,-8-3-35 0,-4 1-47 15,-6 2-17-15,-6-5-83 16,0 0-107 0</inkml:trace>
  <inkml:trace contextRef="#ctx0" brushRef="#br2" timeOffset="-22605.58">29348 16065 939 0,'0'0'18'0,"0"0"16"0,0 0 41 0,103-32-58 15,-47 32 1-15,2 0-12 16,-4 0-6-16,-4 0-4 16,-12 0-2-16,-12 0-195 15,-12 0-315-15</inkml:trace>
  <inkml:trace contextRef="#ctx0" brushRef="#br2" timeOffset="-22336.56">28181 16185 788 0,'0'0'10'16,"0"0"-9"-16,0 0 113 15,0 0 6-15,0 0-22 16,0 0-66-16,69 0-7 15,-16-6-12-15,1-3-12 16,-3-3-1-16,2 4-4 16,4-2-59-16,3-3-299 15</inkml:trace>
  <inkml:trace contextRef="#ctx0" brushRef="#br2" timeOffset="-22227.26">29012 16031 825 0,'0'0'25'0,"0"0"97"16,0 0-54-16,0 0-68 16,0 0 0-16,0 0-34 15,58-21-450-15</inkml:trace>
  <inkml:trace contextRef="#ctx0" brushRef="#br2" timeOffset="-19653.81">28536 4173 703 0,'0'0'137'0,"0"0"-108"0,0 0 151 0,0 0-50 16,0 0-79-16,0 0-1 15,0 0 19-15,-46-10-10 16,46-5 6-16,7-10-21 15,23-11-19-15,15-13-3 16,14-8 7-16,12-7 1 16,15-10-9-16,5-9-5 15,6-6-2-15,2-4-11 16,1 6-2-16,-11 9 3 16,-13 16-4-16,-19 15-1 15,-22 14-11-15,-15 10-45 16,-11 7-21-16,-9 5-53 0,0 4-29 15,-10 3-149-15,-10 4-349 16</inkml:trace>
  <inkml:trace contextRef="#ctx0" brushRef="#br2" timeOffset="-19340.85">29204 3213 1108 0,'0'0'19'0,"0"0"-17"16,0 0 140-16,0 0-136 16,0 0-4-16,0 0 19 0,51 11 31 15,-11-6-21-15,6 3 13 16,1 1 1 0,2 6-30-16,-7 1-8 0,-5 5-6 15,-8 2 1-15,-12 2-1 16,-8 4-1-16,-9 0 1 15,-6 5 3-15,-20-2 1 16,-10-1 11-16,0-3-10 16,4-5-6-16,9-4 0 15,9-6-6-15,10-6-149 16,4-7-118-16,15 0-125 0</inkml:trace>
  <inkml:trace contextRef="#ctx0" brushRef="#br2" timeOffset="-19091.22">29992 2794 1282 0,'0'0'18'16,"0"0"0"-16,0 0-17 15,-22 88 84-15,22-22-40 16,0 15 10-16,0 9 5 15,0 1-23-15,0 0-12 16,-9-7-8-16,-3-10-13 16,3-16-2-16,0-15 0 0,4-16-2 15,4-13-31 1,1-14-116-16,0-6-143 0,0-25-238 16</inkml:trace>
  <inkml:trace contextRef="#ctx0" brushRef="#br2" timeOffset="-18798.37">29835 2627 1335 0,'0'0'0'0,"0"0"0"16,0 0 54-16,0 0-49 0,118-14-1 15,-62 39 15-15,-7 0-5 16,-10 7 7-16,-13 2-5 15,-11-1-2-15,-15 7 3 16,0 2 7-16,-25 2 4 16,-14 3-6-16,-9-2-8 15,-2 2-9-15,0-3-5 16,6-4 0 0,6-2-3-16,12-5-34 0,12-8-111 15,12-6-51-15,2-8-94 16,16-9-175-16</inkml:trace>
  <inkml:trace contextRef="#ctx0" brushRef="#br2" timeOffset="-18430.87">30298 3110 1152 0,'0'0'12'0,"0"0"125"0,0 0-3 16,0 0-103-16,-66 75 4 15,54-43 3-15,6 3-11 16,5-2-14-16,1-5-7 16,1-3-3-16,19-8-3 15,6-5 2-15,12-10 0 16,5-2-1-16,5-6-1 16,1-16 0-16,0-5-14 15,-7-5-11-15,-9-8 24 16,-15-2-14-16,-17-6 11 15,-1 0 2-15,-20 6 4 0,-10 9-2 16,-8 17 1-16,0 11 17 16,-1 5-8-16,2 19-10 15,5 13-2-15,10 7-2 16,7 5 4-16,12 2-8 16,3-5-29-16,8-1-103 15,15-11-38-15,3-8-65 16,0-13-74-16</inkml:trace>
  <inkml:trace contextRef="#ctx0" brushRef="#br2" timeOffset="-17915.5">30847 3008 1208 0,'0'0'33'0,"0"0"124"15,0 0 34-15,0 0-174 16,0 0-12-16,-68 106 11 15,68-67-10-15,0-2-3 16,13-6-2-16,-1-7-1 16,2-8-1-16,5-8-2 15,3-8 3-15,3 0-1 16,2-18-8-16,1-9-2 16,-2-2-5-16,-2-8 7 0,-5-1 6 15,-5 4 3 1,-6 5 0-16,-3 11 2 15,-4 10-1-15,-1 6 5 16,0 2 2-16,0 12-8 0,0 16 0 16,0 7 4-1,2 5 3-15,2-7-3 0,6 0-3 16,3-6 1-16,2-7 0 16,4-6-3-16,2-6 2 15,3-6-2-15,3-2-1 16,1-5-7-16,0-12-8 15,-4-5 10-15,-10-8-34 16,-8-6 20-16,-6-4 15 16,0-3 6-16,-12 1 0 15,-4 7 0-15,0 7 1 0,4 8-2 16,2 9 2-16,4 3-2 16,2 8 1-16,-3 0-8 15,-1 4-94-15,0 14-72 16,2 6-26-16,3 0-49 15,2 0-259-15</inkml:trace>
  <inkml:trace contextRef="#ctx0" brushRef="#br2" timeOffset="-17283.32">31381 3066 929 0,'0'0'61'0,"0"0"-59"0,0 0 125 16,0 0-96-16,0 0-15 16,44-86 51-16,-44 72 11 15,0 1 2-15,0 5 18 16,-7 5-21-16,-3 3-15 16,-5 0-33-16,2 12-14 15,2 14-9-15,1 8-4 16,8 4 6-16,2 1-1 15,0-1-7-15,15-4 2 16,3-2 0-16,6-7-2 16,3-8-1-16,3-8 1 0,2-6 0 15,6-3 0 1,6-1-10-16,4-15-9 0,4-9-1 16,-4-5-20-16,-6-6-23 15,-12-9 35-15,-15-2 10 16,-11-6 14-16,-4 5 2 15,-1 4 2-15,-16 11 7 16,3 14 9-16,-3 12 28 16,-1 7-19-16,1 0-16 15,1 15-7-15,6 7-2 16,5-2-2-16,5 1 1 16,0 0 1-16,11-5-1 0,9-2 1 15,5 0-1-15,2-2-2 16,-2 5-10-1,3 3 5-15,-4 2 6 16,-3 2 2-16,0 0-1 16,-7 0 1-16,0 0 2 0,-2-2 3 15,3-1 5-15,4 0 0 16,5-6-8-16,8-3 3 16,8-3-4-16,3-5-1 15,6-4-5-15,-1 0-134 16,0-14-213-16,-2-10-641 15</inkml:trace>
  <inkml:trace contextRef="#ctx0" brushRef="#br2" timeOffset="-16695.97">32739 2882 913 0,'0'0'86'0,"0"0"-61"0,-91-8 160 0,61 29-107 15,0 9-24-15,3 3 25 16,9 3-33-16,5-3-7 15,10-1-19-15,3-3-11 16,3-6-1-16,19-3-6 0,10-7-1 16,7-6-1-16,2-7-3 15,-1 0-8-15,-2-16-13 16,-7-8-6-16,-6-5 9 16,-11-9 14-16,-8-2 7 15,-6-4 1-15,-7 5 5 16,-15 9-3-16,0 10 3 15,-2 13 24-15,1 7-13 16,0 2-14-16,1 20-3 16,4 9-1-16,9 3-1 15,9 1-1-15,0-4-1 16,17-6-31-16,10-7-80 16,5-7-30-16,7-5-83 0,-2-6-142 15</inkml:trace>
  <inkml:trace contextRef="#ctx0" brushRef="#br2" timeOffset="-16333.65">33100 2557 1081 0,'0'0'111'16,"0"0"-111"-16,0 0 103 15,-57 97-48-15,57-21 5 16,0 10-21-16,11 13-7 15,9 7-15-15,1 8-13 16,-7 8-4-16,-4 0 0 16,-10 0 0-16,0-7-2 0,-12-10-7 15,-10-19-10-15,4-18 17 16,0-19 2 0,0-16 0-16,-3-15 4 0,1-14 7 15,-3-4 3 1,2-14 21-16,0-19 22 0,5-19 4 15,2-15-1-15,10-15-19 16,4-14 0-16,0-9-29 16,21-1-5-16,1 6-7 15,8 13-2-15,3 19-59 16,2 10-100-16,4 13-175 16,0 6-461-16</inkml:trace>
  <inkml:trace contextRef="#ctx0" brushRef="#br2" timeOffset="-15423.82">30171 4102 805 0,'0'0'6'0,"0"0"64"0,0 0 73 0,0 0-93 0,0 0 19 15,0 0 18-15,-28-17-54 16,10 16 8 0,-9 1 13-16,-7 0-23 0,-8 4 11 15,-7 12-6-15,-2 6-6 16,-1 3-8-16,4 3-4 15,9 0-5-15,11-1-8 16,13-4-5-16,13-2-1 16,2-4-2-16,15-1 1 15,18-1 1-15,12 0 0 16,4 0 0-16,5 2-1 16,-1 1-20-16,-5 5 2 15,-3-1-3-15,-15 2-11 0,-12-2 14 16,-15-3 18-1,-3-3 2-15,-23-2 0 16,-21 0 13-16,-13-5 21 16,-5-3 25-16,-1 0-22 0,3-3-15 15,11-2-12-15,9-1-4 16,15 0-6-16,14 0 0 16,8 0-7-16,3-7-104 15,22-13-152-15,17-10-106 16,16-10-323-16</inkml:trace>
  <inkml:trace contextRef="#ctx0" brushRef="#br2" timeOffset="-15241.6">30419 4146 1166 0,'0'0'29'0,"0"0"1"0,0 0 66 0,0 0 12 15,-10 120-22-15,-3-65-30 16,0 3-30-16,-8 6-18 15,-1-1-6-15,1-9-4 16,3-7-1-16,5-7-120 16,4-14-127-16,3-13-127 15</inkml:trace>
  <inkml:trace contextRef="#ctx0" brushRef="#br2" timeOffset="-15091.35">30318 4378 1067 0,'0'0'10'0,"0"0"-8"0,0 0 26 16,0 0-28-16,107-44-7 15,-68 51-20-15,1 13-190 16,-5 5-236-16</inkml:trace>
  <inkml:trace contextRef="#ctx0" brushRef="#br2" timeOffset="-14109.67">30795 4614 1001 0,'0'0'29'15,"0"0"34"-15,49-94 28 0,-33 60-86 16,-5 1-3-16,-9 3 2 16,-2 5 1-16,-10 9 5 15,-15 12 5-15,-12 4-2 16,-7 7-5-1,-2 17 18-15,4 9-8 0,9 3-1 16,11 1-13-16,13 1-4 16,8-5 0-16,1-5-2 15,3-7 0-15,16-7-3 16,5-8-10-16,1-6-31 0,2 0 2 16,0-8 7-1,1-12 8-15,1-5 10 16,-1-1 7-16,-4-1 8 15,-3 3 3-15,-9 8 1 16,-6 4 2-16,-5 7 14 16,-1 5 59-16,0 0-35 0,-1 12-38 15,-13 9-1-15,5 7 1 16,5-3 0-16,4-1-1 16,0-4-2-16,12-4 1 15,7-3-2-15,2-7 0 16,5-6-42-16,0 0-41 15,6-12-22-15,-2-11-10 16,-1-5-19-16,1-12-19 0,-6-3-104 16,-4-11 69-1,-1-12 190-15,-3-8 51 0,-4-3 99 16,-3 3 22-16,-6 12-29 16,-1 21-8-1,-2 19-39-15,0 19 46 0,0 6-53 16,-11 29-89-16,-1 18 0 15,1 13 2-15,6 7 10 16,5 0-6-16,0 2 3 16,3-2-5-16,15-7-4 15,1-4 0-15,5-11 2 16,3-13-2-16,0-13-11 16,0-14-34-16,1-8 0 15,-1-5 9-15,1-21 8 0,-2-8 20 16,-1-8 7-16,-3-5 1 15,-3-4 5-15,-6 5 20 16,-4 8 18-16,-5 13 39 16,-4 14-2-1,0 7 18-15,0 4-19 0,0 11-79 16,0 18-5-16,0 5 2 16,0 4 6-16,0-1-2 15,0 0-1-15,7-5 0 16,4-6 0-16,3-8-3 15,3-6 3-15,4-11-7 16,2-1-4-16,2-4 7 16,3-15 1-16,2-5-2 15,-2 2 1-15,-1 2 2 16,-5 8 2-16,-9 5 0 0,-3 7-4 16,-3 0 1-16,-4 13-9 15,0 17 12-15,-3 0 0 16,0 1 2-16,0 2-2 15,-6-5 2-15,-10-2-1 16,-3-5-1 0,-4-2 0-16,-4-7-45 0,-4-7-143 15,-5-5-70-15,-8-1-266 16</inkml:trace>
  <inkml:trace contextRef="#ctx0" brushRef="#br2" timeOffset="-13937.19">30859 4248 1124 0,'0'0'3'0,"0"0"-2"0,0 0 78 0,0 0-79 0,0 0-10 0,143-49-40 16,-71 49-106-16,1 0-81 15,-3-3-422-15</inkml:trace>
  <inkml:trace contextRef="#ctx0" brushRef="#br2" timeOffset="-13778.98">31588 4073 1173 0,'0'0'5'0,"0"0"129"16,0 0-58-16,0 0-76 15,0 0-11-15,0 0-37 16,26 9-51-16,-4 7-159 15,-4 0-191-15</inkml:trace>
  <inkml:trace contextRef="#ctx0" brushRef="#br2" timeOffset="-12528.37">32082 4070 954 0,'0'0'48'15,"0"0"-36"-15,-8 89 36 16,8-35 25-16,-2 6-26 16,2-1-13-16,0-3-12 15,0-2-16-15,0-6-4 16,7-7 0-16,5-6-2 15,0-12 0-15,6-10 0 0,1-8 0 16,4-5 3 0,5-3-3-16,2-17-8 0,-2-11-16 15,4-5 14 1,-5-3 9-16,-4-4 0 0,-4 4 1 16,-3 7 2-16,-9 10 2 15,-2 12 3-15,-4 6 3 16,-1 4 5-16,0 0-15 15,0 18-3-15,0 4 2 16,0 4 1-16,0-1 0 16,0-2-1-16,0-6 1 15,9-4-2-15,0-7-13 16,3-4-43-16,1-2 18 16,3-2 23-16,1-15 12 15,0-3 0-15,1-4 5 16,-2-4 4-16,0 2-4 0,-2-1 0 15,1 2 2-15,-6 5 1 16,-2 6-2-16,-3 5 0 16,-4 4 6-16,0 5 12 15,0 0 7-15,0 0-5 16,-10 0-17-16,-6 8-2 16,-5 10 7-16,2 4 1 15,2 8 9-15,2-3-5 16,5 4-2-16,4-1-5 15,4 2 2-15,2-3-9 16,0 1 1-16,9-7 1 16,11-6 0-16,2-3 0 0,8-6 1 15,4-8 0-15,3 0-2 16,4 0-1-16,3-16 0 16,3-2-1-16,-1-9-2 15,-4-2-4-15,-6-3 0 16,-8-5 3-16,-9 5 4 15,-10 2 1-15,-9 8 1 16,0 4 1-16,-1 8 8 16,-14 6 20-16,0 4 5 15,-4 0-21-15,-1 8-12 16,2 11-3-16,3 6-1 16,3-2-2-16,6 0 2 0,2-5 1 15,4 0-1 1,0-7 1-16,0-3-3 15,0-4-13-15,12-4-21 16,3 0 20-16,-2 0 5 0,8-7 1 16,-3-5 4-16,3-1 0 15,-3 2 7-15,-8 1-4 16,-2 8 4-16,-5 2 2 16,-2 0-2-16,-1 2-7 15,6 14 5-15,-3 4 2 16,3 0 1-16,-1-1 0 15,4 1 1-15,2-5-1 0,0-5 0 16,5-5-1-16,-1-2 4 16,1-3 0-16,3-5-1 15,1-15-3 1,-4-10 2-16,0-6 1 16,-10-8-2-16,-2-7 0 0,-2-9 2 15,-2-5-2-15,0-10-1 16,0-7 1-16,0 3 2 15,0 8-3-15,0 16 4 16,0 23 1-16,0 18 24 16,0 14 11-16,0 19-40 15,0 27-18-15,0 17 18 16,-2 12 1-16,2 0-1 0,0 0 1 16,-1-6-1-1,-2-2 0-15,-3-12-3 16,-6-5-3-16,-2-7-106 15,-6-14-125-15,-2-6-336 16</inkml:trace>
  <inkml:trace contextRef="#ctx0" brushRef="#br2" timeOffset="-12355.72">32078 4077 967 0,'0'0'0'0,"0"0"-12"0,0 0 10 0,0 0 2 0,133-23-77 15,-66 20-183-15</inkml:trace>
  <inkml:trace contextRef="#ctx0" brushRef="#br2" timeOffset="-12181.76">32648 3907 1045 0,'0'0'12'0,"0"0"162"15,0 0-43-15,0 0-113 16,0 0-18-16,0 0-9 16,0-1-11-16,4 27-54 0,-4 15-118 15,-1 12-98 1</inkml:trace>
  <inkml:trace contextRef="#ctx0" brushRef="#br2" timeOffset="-10967.03">31568 5345 1116 0,'0'0'60'0,"0"0"-25"15,0 0 155-15,0 0-124 16,0 0-63-16,0 0 15 16,-14 96 20-16,10-42-6 15,1 2 3-15,-3 2-10 16,3-1-10-16,0 0-4 16,3-6-11-16,0-8 1 15,0-6-1-15,15-7 0 16,9-10 2-16,5-9 0 0,9-9-2 15,6-2-2 1,3-14-18-16,3-11-11 0,1-6 7 16,-5-7-3-16,-5-8 14 15,-7-8 0-15,-11-2 12 16,-9-2 0-16,-8 13 1 16,-6 8 0-16,0 12 2 15,0 10 27-15,-12 11-10 16,-6 4 1-16,-5 3-10 15,-4 21-6-15,0 8-1 16,7 7-2-16,9 1 1 0,6 3-2 16,5 0 2-1,0-4-2-15,5-7 0 0,19-4 0 16,5-9 0-16,9-7 1 16,5-6-1-16,3-6 0 15,2 0-11-15,1-15-3 16,2-8-7-16,-4-4 2 15,0-7 0-15,-4-7-3 16,-9-8 14-16,-6-2 7 16,-9-2-1-16,-8 10 2 15,-8 9 1-15,-3 9 1 0,0 13 13 16,-1 4 15 0,-11 8-7-16,2 0-15 15,-1 0-8-15,-1 11 0 16,8 5-2-16,2 4 0 15,2 3 1-15,0-1 1 16,8 0-1-16,8 1 1 0,2-2 0 16,-2 2-1-16,0 1 0 15,-5-4-3-15,-3-5 3 16,-2-1-11-16,-6-5-8 16,0-5 6-16,0-3 14 15,0-1 0-15,-12 0 1 16,-6 0 1-16,-2-4 4 15,0-3-3-15,3 0 14 16,5 3 4-16,5 1 7 16,2 3-5-16,5 0-15 15,0 0-8-15,0 0-1 0,6 0 1 16,18 0 0-16,9 0 0 16,4 0 0-16,2 0-8 15,3-3-23-15,4-12-3 16,3-7 11-16,-1-9-3 15,4-7 3-15,-2-10-6 16,-1-10 1-16,-7-6 18 16,-11-5 4-16,-7-2 6 15,-14 11 4-15,-6 13-4 16,-4 20 12-16,0 12 54 16,0 11-17-16,-10 4-11 15,-3 12-24-15,-3 16-5 16,5 13 6-16,8 4-10 0,3 0 6 15,0 2-6-15,4-8-4 16,7-3-1-16,4-5 0 16,-2-6-2-16,-1-8-35 15,-1-7-71-15,-1-4-72 16,3-6-61-16,1 0-189 16</inkml:trace>
  <inkml:trace contextRef="#ctx0" brushRef="#br2" timeOffset="-10818.83">33097 5235 905 0,'0'0'65'0,"0"0"-41"0,79-21-3 0,-30 21-17 16,-2 0-4-16,-3 0-124 15,-17-3-137-15</inkml:trace>
  <inkml:trace contextRef="#ctx0" brushRef="#br2" timeOffset="-10585.47">31101 5400 1062 0,'0'0'35'0,"0"0"-35"0,0 0 28 15,136-20-28-15,-50 9-106 16,5-5-219-16</inkml:trace>
  <inkml:trace contextRef="#ctx0" brushRef="#br3" timeOffset="177089.06">4796 5323 217 0,'0'0'279'0,"0"0"-218"0,-85-39 50 0,69 31-37 0,7 2 55 0,4 2-21 16,2 4-1-16,3 0-27 15,0 0-43-15,0 0 20 16,0 0-9-16,0 0-18 16,0 0-10-16,0 0-3 15,0 0-12-15,0 0 2 16,14 0 4-16,10 6 50 0,7 0-17 15,8 2-12-15,7 0-19 16,9-2 10 0,6 1-6-16,8-3-1 0,13 1-5 15,2 0-5-15,8-5 5 16,11 5-2-16,6-4-5 16,7 1 1-16,11 0-4 15,0-1-1-15,-5 3-2 16,-4-1 1-16,-10 0 1 15,-6 3-3-15,-9-1 4 16,-8 1-1-16,-3 0 2 0,-1-1 1 16,2 0-1-1,1-2-1-15,1 1-1 0,-2-2-2 16,-2 0-1-16,1-2 2 16,-2 0 1-16,-2 0-2 15,-2 0 1-15,-3 0 0 16,-2 0 1-16,0 0 1 15,-2 0-1-15,-1 0 0 16,0 4 1-16,-1-2 1 16,3 2-1-16,0-3-1 15,6 5 2-15,0-3-2 16,6 0 0-16,-9-2 0 16,2 0-3-16,-2-1 3 15,3 0-1-15,-3 0-1 16,-1 0 1-16,-1 0 1 0,2-2 0 15,-1-4 0 1,4 3 0-16,-3-1 1 0,-3-2 0 16,-1-2 0-16,-3 2-1 15,2 0 1-15,-1 1-1 16,-1-1 1-16,-3 0-1 16,-1 1-4-16,-2 2 2 15,1 0 1-15,3-1 1 16,4 1-2-16,-4 0-1 15,-9 2 2-15,-11-1-7 16,-11 2 8-16,-12 0 0 16,-7-2-1-16,-10 2 0 0,-4 0-1 15,0 0 2-15,0-4-1 16,0 4-8-16,0-2-13 16,-13 2-76-16,-11 0-38 15,-18 0-84-15,-12 0-91 16,-14 0-327-16</inkml:trace>
  <inkml:trace contextRef="#ctx0" brushRef="#br3" timeOffset="177611.04">4071 6579 314 0,'0'0'34'0,"0"0"-34"0,0 0 0 0,0 0-1 16,0 0 1-16,0 0-3 15,84-26-12-15,-72 20-44 16,-1 1 0-16,0-1-71 0</inkml:trace>
  <inkml:trace contextRef="#ctx0" brushRef="#br3" timeOffset="177854.89">4252 6363 345 0,'0'0'60'0,"0"0"50"0,0 0 20 15,0 0 5-15,0 0-6 16,0 0-70-16,-2-41-36 15,-10 63-21-15,-6 12 23 16,-4 12 9-16,2 11 23 16,-3 6 6-16,-3 7-9 0,1 4-26 15,0 1-7-15,2-2-8 16,4-2-9-16,-3-6-2 16,5-7-1-16,-2-6-1 15,2-12-2-15,2-9 2 16,2-10-5-16,-5-9-58 15,3-6-93-15,-7-6-50 16,-5-6-156-16</inkml:trace>
  <inkml:trace contextRef="#ctx0" brushRef="#br3" timeOffset="178040.21">3710 6703 875 0,'0'0'3'0,"0"0"-2"0,101-46 60 16,-48 32-32-16,12 5-3 16,-4 3-15-16,2 3-4 15,-3 3-7-15,1 0-2 16,-1 0-95-16,-3 0-230 16</inkml:trace>
  <inkml:trace contextRef="#ctx0" brushRef="#br3" timeOffset="178866.98">4535 6660 834 0,'0'0'69'15,"0"0"-58"-15,0 0 7 16,0 0-1 0,0 0-5-16,0 0-3 15,-3-53 5-15,-15 53 6 0,-9 0-19 16,-6 2 4-16,-5 16 1 15,-1 2 8-15,2 6 12 16,2 1-2-16,7 0-6 16,9-1-14-16,10-6-2 15,9-1-2-15,0-7 0 16,12-3 0-16,13-9-5 16,11 0 4-16,7-2-1 15,-1-17-7-15,0-3-1 16,-1-5-1-16,-2-3 5 0,-6 1 3 15,0 4 1 1,-11 5 1-16,-10 9 0 0,-7 5 2 16,-5 6 2-1,0 0 6-15,0 0 3 0,0 1-12 16,-8 14 1-16,-4 1-1 16,3 2 0-16,5-4 1 15,1 0-1-15,3-3 0 16,0-5-1-16,0-1 0 15,0-2-1-15,10-3-6 16,11 0 6-16,0-8 2 16,6-8 1-16,-2-1-1 15,-5-4 0-15,-4 5 2 16,-7 3-2-16,-1 6 1 0,-7 3-1 16,-1 4 3-16,0 2 5 15,0 16-6-15,0 5 11 16,0 1-3-16,0 1-3 15,0-4 5-15,0-3-8 16,6 0 0-16,7-8 0 16,2-4-1-16,5-4 4 15,2-2-4 1,8-4 8-16,3-16-9 0,1-8 2 16,3-7-3-16,1-8-1 15,-3-8 2-15,-2-6-2 0,-10-9 0 16,-10 8-1-1,-7 2 1-15,-6 18-2 16,0 13 2-16,-9 14 6 16,0 11 4-16,-4 13 4 15,-1 26-11-15,-5 14-1 16,7 7 20-16,3 3 4 0,3 5 6 16,6 1-7-16,0 2-12 15,0-1-12-15,0-7-1 16,8-11-1-16,0-8-4 15,3-16-25-15,-2-12-41 16,1-14-36-16,-1-2-56 16,-4-24-143-16</inkml:trace>
  <inkml:trace contextRef="#ctx0" brushRef="#br3" timeOffset="179040.71">4866 6291 1120 0,'0'0'2'0,"0"0"-1"0,0 0 23 0,0 0-24 0,0 0-20 16,0 0-23-16,79 32-138 16,-49-13-142-16</inkml:trace>
  <inkml:trace contextRef="#ctx0" brushRef="#br3" timeOffset="179312.94">5909 6385 991 0,'0'0'10'15,"0"0"45"-15,0 0 118 16,0 0-117-16,0 0-47 15,-9 81 78-15,-12-22-47 16,-4 5-13-16,0 1-20 16,2 0-7-16,2-4-4 15,4-7-7-15,3-10-85 16,6-12-117-16,-2-13-82 16,3-13-307-16</inkml:trace>
  <inkml:trace contextRef="#ctx0" brushRef="#br3" timeOffset="179701.63">5685 6678 899 0,'0'0'202'15,"0"0"-163"-15,0 0-39 16,0 0 1-16,106-61-1 16,-37 51-4-16,5 2-1 15,-6 4 4-15,-9 3-1 0,-15 1-2 16,-16 0 1-16,-15 7-1 15,-13 9 1-15,-5 9 3 16,-18 0 5-16,-2 3 28 16,-1-1 27-16,7 0-10 15,7-3-31-15,12-5-10 16,0 2-5-16,19-7-4 16,11-5-2-16,15-4 2 15,9-5 0-15,7 0 0 16,-2-13 0-16,-6-8 3 15,-12-6-2-15,-17-4 3 16,-19-1 4-16,-5-1 0 16,-21 3 37-16,-13 10-20 15,-7 7-21-15,-3 9 1 0,5 4-5 16,3 14-5-16,9 9-6 16,8 7-49-1,10 3-126-15,9-3-69 0,0-7-270 16</inkml:trace>
  <inkml:trace contextRef="#ctx0" brushRef="#br3" timeOffset="180714.17">6840 6845 707 0,'0'0'9'15,"0"0"27"-15,0 0 146 0,0 0-89 0,0 0-71 0,0 0-4 16,115-92 16-16,-73 48-13 16,-3-6-5-16,-4-2 8 0,-9-1 1 15,-7 8 11 1,-11 5 0-16,-8 13 0 0,0 11 26 16,-14 10-4-16,-14 6-55 15,-8 14-3 1,-3 15-4-16,4 5 2 0,6 1 1 15,11 1 0-15,9-3-1 16,9-3 2-16,0-8-6 16,20-8 1-16,8-3-29 15,2-9 1-15,4-2 8 16,1 0 0-16,-1-10 9 16,-4-4 15-16,-5 1 1 15,-10 4 1-15,-6 3 0 16,-8 5 4-16,-1 1 20 0,0 0 12 15,-3 9-30-15,-10 9 4 16,-2 6-3 0,6-2-4-16,6 0-1 0,3-1 3 15,0-3-3-15,18-3-2 16,12-7 0-16,9-6 0 16,10-2-1-16,6 0 1 15,5-19-1-15,-4-5 0 16,-6-4-1-16,-10-3 1 15,-16 1 0-15,-9 4-2 16,-15 1-1-16,0 7 3 16,-15 7-2-16,-12 9 2 15,-4 2 0-15,-5 0 3 0,6 16-2 16,2 7 2-16,5 5-2 16,10 0 0-16,5 2-1 15,8-4 0-15,8 0-6 16,17-6 6-16,11-7-9 15,10-7-16-15,11-6-46 16,8 0 26-16,4-2 13 16,-2-15-56-16,-13-8 8 15,-11-6-5-15,-16-1 22 16,-16-1 63-16,-7 6 8 16,-4 5 78-16,0 7 69 15,-7 5-10-15,-5 10-56 16,-6 0-46-16,-2 21-35 15,-5 20 15-15,-3 13 38 16,-2 9-19-16,0 7-3 0,2 10-24 16,-4 5-4-1,-2 2-11-15,6-3 2 0,1-13-2 16,7-10-5-16,4-14 5 16,7-11-4-16,3-16-15 15,2-10-120-15,4-10-31 16,0-13-102-16,13-26-308 15</inkml:trace>
  <inkml:trace contextRef="#ctx0" brushRef="#br3" timeOffset="180867.61">7904 6403 1087 0,'0'0'25'0,"0"0"-15"0,0 0 11 16,0 0-21-16,0 0-11 15,0 0 9-15,0 92-47 16,6-55-104-16,-2-6-153 16</inkml:trace>
  <inkml:trace contextRef="#ctx0" brushRef="#br3" timeOffset="181593.7">8154 6719 1069 0,'0'0'3'0,"0"0"16"16,0 0 120-16,0 0-108 15,0 0-31-15,88-33-2 16,-55 20 1-16,-6-1-1 16,-3-3 2-16,-9 0-6 15,-12 1-15-15,-3 2 7 16,0 4 9-16,-22 4 4 15,-5 6 1-15,-3 0 0 16,-1 9 6-16,-2 14 7 16,8 5-4-16,3 0 9 15,6 6-7-15,6-1-5 16,7-3-1-16,3-2-4 16,0-7-1-16,16-6 0 0,13-4-2 15,5-5-1-15,12-4-16 16,9-2-31-16,3 0 41 15,1-16-113-15,-7-4 31 16,-9-7-19-16,-17 0 89 16,-13 1-11-16,-10 4 32 15,-3 4 101-15,0 7 5 16,-15 4-16-16,-3 7-20 16,-1 0-21-16,4 15-24 15,1 8 11-15,5 4-15 16,9-1-11-16,0 2 1 0,0-4-7 15,14-2 0 1,7-7-4-16,4-5 0 0,9-8-5 16,5-2 2-16,7-2-5 15,1-20-31-15,2-9-6 16,1-12 18-16,0-13-41 16,-1-13 33-16,-3-12-3 15,2-3 20-15,-11 2 17 16,-10 13 0-16,-15 18 1 15,-10 21 26-15,-2 15 80 16,0 15-7-16,-15 11-44 16,-9 27-41-16,-4 14 41 0,2 12 28 15,7 1-42-15,2 4 18 16,4-1-40 0,0-4-14-16,-1-2-5 0,2-11-3 15,6-9-2-15,6-13-114 16,0-13-78-1,0-12-40-15,15-4-118 0</inkml:trace>
  <inkml:trace contextRef="#ctx0" brushRef="#br3" timeOffset="181741.58">9068 6605 1076 0,'0'0'57'0,"0"0"3"0,0 0 72 0,0 0-120 0,0 0-12 0,129-37-4 15,-68 36-77-15,4-3-205 16,-1-3-354 0</inkml:trace>
  <inkml:trace contextRef="#ctx0" brushRef="#br3" timeOffset="181869.19">9775 6617 958 0,'0'0'178'0,"0"0"-163"15,0 0 153-15,0 0-159 16,0 0-9-16,0 0-315 0,18 0-596 16</inkml:trace>
  <inkml:trace contextRef="#ctx0" brushRef="#br3" timeOffset="189048.42">19915 4044 592 0,'0'0'76'0,"0"0"-9"0,0 0 59 0,0 0-54 16,0 0-17-16,0 0 7 0,0 0 3 15,0 0 1-15,6-21-11 16,-6 21-8 0,0 0-3-16,0 0-17 0,0 5-13 15,0 15-9-15,-3 9 13 16,-3 1-2-16,-2 4-13 15,6 1 8-15,-1-4-3 16,3-2-1-16,0 1-6 16,0-10-1-16,0-1 2 15,0-8-5 1,0-6 5-16,0 0-2 0,0-5 6 16,0 0 1-16,0 0 11 15,-1-9 43-15,-8-10-22 0,2-9-38 16,-4-6 3-16,2-3 0 15,0-2 2-15,-1-1 0 16,2 5-4-16,0 4 12 16,4 5-5-16,2 4 1 15,2 8 3-15,0 1 7 16,0 5 1-16,0 3-16 16,0 2-4-16,0 3-1 15,0 0-1-15,8 0 1 16,4 0-5-16,6 10-6 15,4 18 6-15,-2 5 5 16,2 6 1-16,3 4 1 16,2-2 0-16,0-2 1 15,2-1-3-15,-1-9 1 16,-3 0-1-16,-4-8 1 16,-3-5 2-16,-6-4-3 0,-5-7 0 15,-5-3 0-15,-2-2 0 16,0 0 0-16,0 0 11 15,0 0 0-15,0-2 3 16,-9-8-3-16,-12-1-9 16,-7 1-2-16,-5 4 0 15,-8 0 0-15,-8 4 2 16,-6-1 3-16,-6 3-4 16,2 0 3-16,0 0 3 0,4 11-5 15,12-5 0-15,13 0-1 16,18-2-1-16,9-3 0 15,3-1-2 1,0 0 0-16,0 0-8 0,13 0 10 16,24-3 1-1,11-9 6-15,13-6-6 0,8-2 2 16,2-5-3-16,0 1 0 16,-7-1 0-16,-10 5 0 15,-16 5 0-15,-15 4 1 16,-13 4 1-16,-5 7-1 15,-5 0 6-15,0 0 14 0,0 0-1 16,0 0-14-16,-8 0-6 16,-11 18 0-1,-11 6 0-15,0 7 0 16,-2 4 1-16,-6 3-1 16,2 4 2-16,-3 2 0 15,2-5 0-15,0 1-1 0,3-7 0 16,4-2-1-16,5-9 1 15,6-6 0-15,8-6 0 16,3-7-1-16,8-3 0 16,0 0 0-16,0 0-4 15,0-9-39-15,3-9-75 16,12-2-108-16,2 5-15 0,2-1-147 16</inkml:trace>
  <inkml:trace contextRef="#ctx0" brushRef="#br3" timeOffset="190310.53">19863 4374 264 0,'0'0'64'0,"0"0"-35"0,0 0 19 0,0 0-20 15,0 0 20-15,0 0 0 16,38-32 5-16,-35 29 10 16,0 0 7-16,-3 3 18 15,0 0-22-15,0 0-2 0,0-2-1 16,0 2 9-16,0 0-10 15,0-2-3-15,0 2-12 16,0-1-17-16,0 1-14 16,0 0-7-16,-3 5-6 15,-14 19-3-15,-11 8 0 16,-14 10-1-16,-6 2 1 16,-5 7-114-16,-2 4-369 15</inkml:trace>
  <inkml:trace contextRef="#ctx0" brushRef="#br3" timeOffset="191839.66">21794 5392 419 0,'0'0'120'0,"0"0"-88"0,0 0 89 0,0 0-4 0,0 0-54 15,0 0-17-15,0 0 14 16,0 0-7-16,0 0-3 16,0 0-4-1,0 0 2-15,0 0-8 0,0 0-15 16,0-2-15-16,0-2-7 16,6 4-3-1,1-4-5-15,9 0-67 0,7 1-120 16,13-3-103-16</inkml:trace>
  <inkml:trace contextRef="#ctx0" brushRef="#br3" timeOffset="212650.65">26781 3957 818 0,'0'0'38'0,"0"0"-34"0,0 0 73 15,0 0-65-15,0 0-8 16,0 0 51-16,0 0 48 16,9-12-35-16,11-12-22 15,2-11 0-15,11-10-6 16,7-17 7-16,11-10-7 16,12-14-4-16,17-16 1 15,17-15-16-15,13-22 1 16,11-22-11-16,5-9-6 15,0-6-1-15,3 9-3 16,1 22 1-16,-6 30 1 16,-14 32-3-16,-22 25 1 0,-24 18-2 15,-19 11 2-15,-15 9-2 16,-10 3 2-16,-6 11 2 16,-5 0-1-16,-6 5-2 15,0 1 0-15,-3 0 0 16,0 0-1-16,0 0 1 15,0 0-1-15,0 0-3 16,-6 0 1-16,-12 4-25 16,-6 5-55-16,-3-2-38 15,5 2-49-15,-1-4-58 16,3-1-96-16</inkml:trace>
  <inkml:trace contextRef="#ctx0" brushRef="#br3" timeOffset="213011.22">28364 1944 439 0,'0'0'550'0,"0"0"-549"0,0 0 33 15,0 0 37-15,0 0-65 0,0 0-4 16,0-11 1-16,5 11 39 15,11 5 10-15,4 3 1 16,7 0-11-16,1 2-19 16,5 3 1-16,1-1-7 15,-1 4-8-15,-2-1-7 0,-4 1-1 16,-6 0 0 0,-7-1-1-16,-7 0 0 15,-7-2 0-15,0 3 6 16,-6-1 1-16,-14 1 2 15,-2 0-9-15,0 2 0 0,4-3-5 16,6-1-57-16,9-2-120 16,3-8-103-16,0-4-300 15</inkml:trace>
  <inkml:trace contextRef="#ctx0" brushRef="#br3" timeOffset="213420.09">29249 1494 638 0,'0'0'122'0,"0"0"-34"0,0 0 68 16,0 0-64-16,0 0-65 16,0 0-7-16,0 16 18 0,0 7 50 15,0 7-26-15,0 7-10 16,0 4 2-16,0 1-5 16,0 3-19-1,0 0-11-15,0-1-13 0,0-3-1 16,0-3-2-16,0-6-3 15,0-6 0-15,0-6 0 16,0-6 0-16,0-6-2 16,0-3-6-16,0-5-82 15,0 0-29-15,0-10 5 16,1-14-109-16,3-9-59 16,-3-3-241-16</inkml:trace>
  <inkml:trace contextRef="#ctx0" brushRef="#br3" timeOffset="213976.97">29201 1456 826 0,'0'0'4'0,"0"0"5"16,0 0 90-16,7-86-34 15,12 68-12-15,4 2-15 16,6-1 17-16,2 0 9 15,3 4-12-15,4 1-16 16,-1 4 10-16,-1 2-17 16,-2 4-8-16,-7 2-8 15,-3 0-11-15,-3 0 2 0,-9 8-4 16,-3 3 0 0,-6 3 1-16,-3 5 1 0,-2-2 1 15,-20 5 6-15,-5-3-4 16,-4-2-1-16,-1 2-2 15,3-5 2 1,6 0-3-16,7-4-1 0,4-2 0 16,6 0-1-16,4-6 0 15,2 4-6-15,0-4 6 16,0 4 0-16,20 3 2 16,5-3 2-16,4 2-1 15,5-1-1-15,0-1-2 0,-1 1 1 16,-2 3 0-16,-4-1 1 15,-6 0-1-15,-6-2 0 16,-9 0 0-16,-6-3 0 16,0 3 0-16,-9 3 7 15,-21 1 7-15,-7-3 6 16,-14 6-8-16,-3-4-11 16,1-3 1-16,3 2-1 15,6-5-1-15,8-2-3 16,6-1-6-16,12-1-68 15,6 0-101-15,6 0-73 16,6-14-200-16</inkml:trace>
  <inkml:trace contextRef="#ctx0" brushRef="#br3" timeOffset="214694.96">29582 996 711 0,'0'0'1'0,"0"0"51"0,-87-33 50 0,53 23-28 0,-6 5-32 0,-2 3 25 15,-6 2-21-15,0 0-4 16,-5 12 2-16,-1 6-1 16,-4 5-11-16,-2 4 3 15,-7 5 8-15,1 8-3 16,-1 8-3-16,3 13-15 16,3 8-3-1,0 11-5-15,9 6-2 0,8 3-2 16,13-3 1-16,13-7-2 15,17-4-1-15,1-2-4 16,22-1 3-16,14-3 0 0,11-8-7 16,6-2 2-1,8-8-1-15,3-8-1 0,4-3 2 16,6-8 1-16,-1-7-1 16,4-2-1-1,4-10 0-15,1-8 6 16,6-5-3-16,2 0 2 0,-2-11-1 15,-5-9-4-15,-8-9 6 16,-8-6 2-16,-3-8-1 16,-7-7 3-16,-5-11 6 15,-6-7 3-15,-3-8 0 16,-1-7-6-16,-7-2-3 16,-9-1-4-16,-8-3 2 15,-12 7-1-15,-6 1-4 16,0 6 7-16,-22 7-5 15,-11 9-3-15,-12 5 3 0,-12 4-5 16,-15 6 0-16,-9 7-1 16,-7 9 0-16,-3 5 0 15,-2 12 0-15,1 8-3 16,-1 3-2-16,4 10-16 16,7 17-130-16,10 9-60 15,3 10-89-15,5 9-249 16</inkml:trace>
  <inkml:trace contextRef="#ctx0" brushRef="#br3" timeOffset="-211685.6">30108 6191 426 0,'0'0'77'0,"0"0"33"0,0 0 42 0,0 0-43 16,0 0-8-16,0 0 11 15,-3-69 5-15,1 69-38 16,2 0-36-16,0 14-25 16,0 19-16-16,0 12 48 15,0 16 20-15,0 6-28 16,0 7 14-16,0 7-30 15,-2-6-16-15,-2-4-1 16,-1-10-7-16,2-12-1 16,2-10-1-16,-1-6-1 0,2-9 0 15,0-8 0 1,0-6-3-16,0-7-47 0,0-3-143 16,0-8-5-16,0-20-83 15,0-11-560-15</inkml:trace>
  <inkml:trace contextRef="#ctx0" brushRef="#br3" timeOffset="-211392.72">30359 6536 1001 0,'0'0'26'0,"0"0"-21"0,0 0 128 15,0 0-87-15,0 0-37 16,0 0 71-16,75-7-1 16,-32 0-13-16,6-2-6 15,6 2-29-15,0 2 3 16,-6 1-29-16,-11 2-5 16,-14 2 0-16,-2 0-9 15,-12 0-28-15,-5 0-86 16,-5-3-26-16,0-3 12 15,0 4-78-15,0-5-206 16</inkml:trace>
  <inkml:trace contextRef="#ctx0" brushRef="#br3" timeOffset="-210684.6">31341 6416 649 0,'0'0'25'0,"0"0"81"0,0 0 62 0,0 0-88 16,0 0 30-16,0 0-28 15,-17-32-53-15,13 54-22 16,-4 14 35-16,-2 8 30 16,0 9-29-16,0 5 18 0,-1 6-21 15,0 6-22 1,2-3-4-16,1 2-8 15,0-7-4-15,2-7-2 16,1-5 0-16,1-7 0 0,1-6 0 16,-3-7-4-1,5-11 4-15,-1-8-7 0,2-10-47 16,0-1-96-16,0-18 1 16,0-17-70-16,12-15-109 15</inkml:trace>
  <inkml:trace contextRef="#ctx0" brushRef="#br3" timeOffset="-210206.62">31204 6334 1051 0,'0'0'16'16,"0"0"-16"-16,-17-79 202 16,22 62-162-16,17 7-31 15,5 2 7-15,8 2 6 16,1 6-2-16,2 0 3 15,-2 8 4-15,-4 6 7 16,-3 7-13-16,-7 1-11 16,-8 6-3-16,-8-1-3 15,-6 0-2-15,0 0 1 16,-12-5-1-16,-11 2 3 16,-3-8 0-16,0 0-1 0,2-7-3 15,8-2 1 1,8-3 0-16,5-4-2 15,3 0-1-15,0 0 0 0,0 0-1 16,0 0-6-16,18 5 2 16,6-1 6-16,8 0 2 15,4 3-2-15,2 2 1 16,-2 2-1-16,-2 4 0 16,-4 0 1-16,-6 1-1 15,-9 3-1-15,-8-1 1 16,-7 1 1-16,0 0 0 15,-24-3 8-15,-10 2 7 16,-9-4-8-16,-8 0-4 16,-3-6-4-16,-4-6-1 15,-2-2-8-15,-5 0-96 0,-6-12-90 16,-6-11-55-16,-6-5-137 16</inkml:trace>
  <inkml:trace contextRef="#ctx0" brushRef="#br3" timeOffset="-209692.98">29465 6007 474 0,'0'0'453'15,"0"0"-451"-15,0 0 151 0,0 0 4 0,0 0-109 0,0 0 70 0,-25-1-88 16,-6 27 5 0,-8 12 35-16,-3 9 8 0,2 8-28 15,2 11-12-15,3 14-13 16,-1 8-8-16,5 11 2 15,8 3-10-15,4 2-2 16,11 3-6-16,8 3-1 16,16-2-3-16,28-4 1 15,23-6-5-15,26-19-15 16,21-8-81-16,25-15-61 16,20-18-85-16,18-16-306 15</inkml:trace>
  <inkml:trace contextRef="#ctx0" brushRef="#br3" timeOffset="-209130.57">32264 6025 694 0,'0'0'52'0,"0"0"-31"0,0 0 129 0,0 0-83 0,0 0-16 0,0 0 37 16,-21-3 22-16,21 3-4 15,0 0-6 1,0 0-20-16,0 0-20 0,0 0-15 16,6 3-22-16,21 19 8 15,12 15 32-15,13 13-15 16,8 18-10-16,1 19 1 16,-7 21-18-16,-18 14-4 15,-23 11-6 1,-19-1-9-16,-50-3-2 0,-37-8 0 15,-26-13 0-15,-13-8-52 16,-4-13-126-16,-4-9-258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41:08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2348 9099 529 0,'0'0'62'0,"0"0"94"0,0 0-60 0,0 0-16 0,0 0 2 16,0 0 2-16,0 0-9 15,-12 33-14-15,12-31-24 16,0-2-13-16,12 0 7 15,10 0-1-15,11 0-3 16,6 0-4-16,21-5-10 16,11-6-3-16,16-3-4 15,28-2 8-15,18-2-2 16,19 3-3-16,27-1-6 16,9 2-3-16,13 2 4 15,11 3 0-15,10 4-4 0,10 3 3 16,9 2-3-16,10 0-1 15,2 0-1-15,13-1 2 16,12-3 1-16,15-4-1 16,10 0-1-16,9 4 1 15,10 0 5-15,8-1 2 16,12 4-7-16,2 1 7 16,5 0-1-16,-3 0 1 15,5 0-6-15,4 2 0 16,0 6 7-16,3-4-6 15,8-4-2-15,5 3 3 16,-2-3-3-16,7 0 0 16,6 0 0-16,0 0 0 0,3-7-2 15,7-2 2-15,-1 2 2 16,-3 1-2-16,9-1 0 16,-2-1 4-16,-1 1-4 15,7-2-6-15,1 3 6 16,-7-3 0-16,6-1 1 15,-6 0-1-15,-6 0 0 16,-3-4-1-16,-6 3 1 16,-13 4 0-16,-10 0-1 15,-14 1 1-15,-10 5 0 16,-18 1 0-16,-17 0-1 16,-13 0 1-16,-22 3 3 15,-17 7-3-15,-15 3-2 16,-26 4-3-16,-28 5 3 0,-25 0 2 15,-19 6-3-15,-26-2-5 16,-20-1-27-16,-28-2-125 16,-29-5-128-16,-28-10-143 15</inkml:trace>
  <inkml:trace contextRef="#ctx0" brushRef="#br0" timeOffset="2473.05">3367 8362 792 0,'0'0'0'0,"0"0"0"0,0 0 42 15,0 0-7-15,0 0 6 16,0 0 10-16,-58 0-33 15,58 0-7-15,0 0-6 16,7 0 7-16,8 0 39 16,6 0 20-16,4 0-34 0,5 0 0 15,4 0-6-15,2 0-15 16,2 0-4-16,1 0 1 16,-1 0-7-16,1 0 1 15,1 0-1-15,-4 0-1 16,6 0 3-16,1-7 3 15,5-13 12-15,7-2 15 16,9-9-20-16,9-4-3 16,15 1-4-16,6-5 6 15,9-4 2-15,3-4-8 16,5-2-11-16,-1-4 3 16,2-3 0-16,-3-3-3 15,-6-6 3-15,1-5 0 16,-4-5 2-16,3-2 0 0,1 1 0 15,-2-1 4-15,-2-1-5 16,-4-3 2-16,-4-1 2 16,-4 0-2-16,0 2 3 15,-6-2-2-15,-7-1-2 16,-5-4 0-16,0-4 3 16,-5-2-1-16,0-4-2 15,-4-2 0-15,0-2-2 16,5-2 7-16,1-1-6 0,6-4 0 15,-3-1 2 1,-1 1-4-16,-4-7 0 0,1-1 2 16,0-2-3-16,-1-3 1 15,1-2 1-15,-4-4-2 16,1 4 0-16,-2-2 0 16,-1 1-1-16,-2 4 1 15,2-4 0-15,-3 2 1 16,1-2-2-16,0 0 1 15,3-3 5-15,5 1-6 16,5 0 5-16,7 4-2 16,1 6-2-16,-1 3-1 15,-1 0 0-15,2 1-2 16,2 4 2-16,2 2 0 16,-2 1 0-16,1 7 0 15,3 0 0-15,-3 5 0 16,3 3 0-16,3 7 4 0,3-1-3 15,5 7-1-15,5 3 4 16,5 2-3-16,0 6-1 16,4 3 0-16,-1 5-2 15,3 6 2-15,-4 4 0 16,-1 5 0-16,1 4-1 16,-4 4 2-16,5-1 4 15,7 5-4-15,2 3-1 16,6 5 0-16,3 6-2 15,-5 7 2-15,0 2 0 0,-1 6-1 16,-5 0 1 0,-5 2 0-16,1 2 1 0,-6 13-1 15,4 7 3-15,-2 4-1 16,-1 5-2-16,-2 4-2 16,-3 2 1-16,0 4 1 15,-7 3 0-15,-4 2 0 16,-1 8 1-16,-7 4 1 15,-3 3-1-15,-5 6 1 16,0 2 1-16,0 0 0 16,-1 4-3-16,3 1 2 15,-3 1 1-15,-1 1-3 16,-1 4 0-16,-4 5 0 16,1 5 0-16,0 1 3 15,-2 1-2-15,-3-1 2 0,0 4-3 16,-5 2 3-16,0 0 0 15,-1 2-1-15,0-2 1 16,-2-1 1-16,-1 4-3 16,0 3 4-16,-1 2-3 15,2 1 1-15,4-1 5 16,1-4-7-16,0 1 4 16,-1-4-5-16,0 1 0 15,-2-4 1-15,1-2 1 16,1 2-1-16,3 3 0 15,-1 2 2-15,1 0 0 16,0-5-1-16,-1 1 1 0,1-4 1 16,0 1-2-1,0-7 0-15,-1-4 0 0,2-1 0 16,1-5 2-16,3 0-2 16,5-1-1-16,2 0 4 15,2 3-5-15,-3-4 0 16,1-5-2-16,2-3 1 15,0-3 1-15,2-1 1 16,0-1-1-16,-2-6 3 16,-2-2-3-16,-1-1 0 15,-3-4 7-15,1-2-6 16,-3-2 0-16,-1-3 0 16,1-1 2-16,2 0-1 15,3-3-1-15,-3 1-1 16,-2-5-2-16,-2 3-1 0,-1 1 3 15,-1-4-2 1,6 3 2-16,-2-1 0 0,-3-2-1 16,-2-1 1-16,-3-5 0 15,0 1 1-15,1-1 2 16,-1-1-1-16,1-1-2 16,0-3 0-16,0 1 3 15,1 0-1-15,4 0 0 16,5-3-2-16,-4-1 0 15,3 1-2-15,-3-2 0 16,3-1 2-16,0 0-4 16,5-2 3-16,3-1 1 0,-3-1-1 15,3-1 1-15,1-1 0 16,-2-3 4-16,3-2-4 16,0-1 0-16,-6-5-2 15,-4 0 1-15,0 0-75 16,8-9-50-16,4-12-61 15,9-8-54-15,11-9-81 16,3-13-358-16</inkml:trace>
  <inkml:trace contextRef="#ctx0" brushRef="#br0" timeOffset="4312.39">6364 6603 707 0,'0'0'44'0,"0"0"-38"0,0 88 5 0,0-40 54 16,0 11-20-16,0 18-3 0,0 17-3 15,8 23 1-15,-4 21 6 16,-1 19-25-16,-3 11-16 15,0 3-3-15,0 0 1 16,0-5-3-16,0-7 0 16,-4-16 15-16,1-14 11 15,3-21 4-15,0-16 3 16,0-14-24-16,0-15-5 16,0-16-4-16,0-10-1 15,0-17-91-15,0-10-99 0,0-10-196 16</inkml:trace>
  <inkml:trace contextRef="#ctx0" brushRef="#br0" timeOffset="4923.26">3297 8813 269 0,'0'0'6'0,"0"0"3"0,0 0 133 0,0 0 18 0,0 0 21 16,0 0-50-16,0-12-47 15,0 12-8-15,-2 0-25 16,2 0-9-16,0 0-22 15,5 0-20-15,29-19 4 16,23-28 8-16,25-25 9 0,18-17-9 16,13-18-9-16,12-4-3 15,7 0 0-15,4 4-11 16,4 12-69-16,-10 13-75 16,-17 14-32-16,-34 19-319 15</inkml:trace>
  <inkml:trace contextRef="#ctx0" brushRef="#br0" timeOffset="5159.16">4037 8501 319 0,'-87'95'340'0,"14"-12"-322"16,15-19 170-1,27-28-54-15,23-22-48 0,11-14-51 16,33-27-6-16,16-18 57 15,18-18-22-15,15-6-6 16,14-2-28-16,4-4-13 16,15 0-17-16,-2 3-1 15,2 5-1-15,-6 12-3 16,-3 12-101-16,-20 11-91 16,-19 8-261-16</inkml:trace>
  <inkml:trace contextRef="#ctx0" brushRef="#br0" timeOffset="5376.82">4586 8603 959 0,'-87'69'32'15,"23"-12"-28"-15,34-22 118 16,30-24-54-16,36-12-64 16,40-38-4-16,24-18 4 15,19-20-4-15,11-10-1 16,3-9-1-16,9-6-25 15,2-1-74-15,-2 11 77 16,-6 17-153-16,-33 20-383 16</inkml:trace>
  <inkml:trace contextRef="#ctx0" brushRef="#br0" timeOffset="5547.13">5187 8751 966 0,'0'0'0'16,"106"-19"0"-16,-20-20 18 16,16-10-15-16,16-8-3 15,4-4-21-15,-3 0-100 16,-11 6 102-16,-14 7-30 16</inkml:trace>
  <inkml:trace contextRef="#ctx0" brushRef="#br0" timeOffset="5722.3">5821 8785 1212 0,'0'0'42'0,"88"-38"-42"0,-15-3 44 15,11-7-44-15,7-3 0 16,1-3-37-16,-1-2-98 15,-1 0-59-15,-8-3-38 16</inkml:trace>
  <inkml:trace contextRef="#ctx0" brushRef="#br0" timeOffset="6500.16">4638 8750 1208 0,'0'0'30'0,"0"0"-23"0,0 0 150 16,0 0-76-16,0 0-46 15,-90 24 18-15,52-24 1 16,-10 0-18-16,-10-14-8 15,-17-24-17-15,-10-26-3 16,-12-31 3-16,-1-29-8 16,1-23-3-16,9-23-1 15,13-14-1-15,11-1 0 0,22 2-2 16,17 17-3 0,17 28 1-16,8 31 5 0,6 25-3 15,14 27 2-15,1 18-1 16,-4 17-9-16,-3 9-23 15,-2 10-36-15,0 1-22 16,-2 6-15-16,-2 17-47 16,-4 9-77-16,-4 1-127 15</inkml:trace>
  <inkml:trace contextRef="#ctx0" brushRef="#br0" timeOffset="6847.23">3759 6939 1203 0,'0'0'0'0,"0"0"0"15,0 0 20-15,-86 89-2 16,72-54-10-16,5 5 2 16,-1-7-8-16,4-2-2 15,3-12 0-15,0-6-1 16,3-13 0-16,0 0-3 15,3-31-9-15,19-17 3 16,1-12 4-16,8-15-3 16,-1 1 3-16,0 4 2 0,0 8 4 15,-5 14 1 1,2 18 1-16,-2 19 3 0,2 11 10 16,3 13 6-1,1 18-14-15,2 9-3 0,-5 4-1 16,-2-1-2-16,4-1-1 15,-5-10-59-15,-3-10-150 16,-8-14-183-16</inkml:trace>
  <inkml:trace contextRef="#ctx0" brushRef="#br0" timeOffset="8172.95">3785 6011 635 0,'0'0'103'0,"0"0"-55"0,0 0 46 0,0 0-40 0,-23-83-23 15,5 59-8-15,-4 4 5 0,1 6 83 16,-4 10-69 0,5 4 40-16,-5 9-72 0,-3 25-7 15,-1 10-2 1,4 14 6-16,10 3 0 0,6-4-3 15,9-4 0-15,0-13-4 16,6-8 0-16,9-13-1 16,10-7-2-16,4-12 1 15,2 0-3-15,6-20 1 16,-1-13-11-16,-3-7-29 16,-8-4 1-16,-10-2 15 15,-12-7 20-15,-3 4 8 16,0 6 4-16,-6 17-2 0,-1 15 4 15,2 8 35-15,5 3 11 16,0 28-52-16,0 11 0 16,5 9 0-16,11-1 1 15,5-7 2-15,3-6-2 16,4-14 0-16,4-7 3 16,-1-13-4-16,9 0 0 15,-1-19-1-15,3-14 2 16,-3-9-2-16,-2-9 1 15,-13-6-3-15,-9 0-3 16,-15-4 6-16,0 1-5 16,-18 11 3-16,-2 9 1 15,-2 16 1-15,6 12 3 16,4 8-1-16,1 4 8 0,8 4-7 16,-1 15-3-16,4 10-5 15,0-1 5-15,0-1-2 16,13 0 2-16,4-2 0 15,2 2 0-15,3 1 0 16,2 1 1-16,2-2-2 16,-1-4 1-16,8-3-1 15,1-3 1-15,5-7 0 16,-2-10 0-16,2 0-2 16,4-10 2-16,-1-19 0 15,-2-7 1-15,2-9-1 16,-11 0-1-16,-8-6-7 0,-13-3-6 15,-10 5 13-15,0 5 1 16,-10 9 3-16,-10 11-2 16,-2 13 10-16,0 11 11 15,2 0-2-15,2 16-14 16,2 12-6-16,12 1 8 16,4-1-3-16,0-4 0 15,20-1-4-15,9-7 0 16,11-4-1-16,6-6 3 15,8-6 0-15,1 0 0 16,0-18-3-16,2-10-1 16,1-4-1-16,-3-8 2 15,-4-4 0-15,-8 1 2 0,-10-1-4 16,-16 12-2 0,-11 8 4-16,-6 5 2 0,-3 12 9 15,-17 6 3-15,-2 1-1 16,-5 0 12-16,-3 17-18 15,3 4-3-15,6 2 1 16,5-2-4-16,10-3-1 16,6 2-3-16,0-7-1 15,9-2-2-15,13-5 3 16,10-6-34-16,-1 0-15 16,11-17-7-16,-6-8-17 15,-5-4 10-15,-4 1 25 0,-3 2 30 16,-10 2 11-16,-8 11 12 15,-1 5 42-15,-5 7 25 16,0 1-40-16,6 0-20 16,-3 0-12-16,12 5 8 15,0 2-9-15,1-1-5 16,4-2-1-16,2-3-4 16,5-1-140-16,7-8-182 15</inkml:trace>
  <inkml:trace contextRef="#ctx0" brushRef="#br0" timeOffset="8534">5597 4998 1248 0,'0'0'7'0,"0"0"-7"0,-88 65 59 15,88-44-51-15,0 0-7 16,24-3-1-16,6 0-2 15,9-7-1-15,1-9-5 16,5-2-52-16,-3 0-48 16,-8-13-9-16,-6-3-19 15,-13 5 24-15,-12 1 72 16,-3 3 40-16,-7 1 73 16,-8 0 20-16,-6 0-9 15,6 5-7-15,0-1-42 0,9 2 25 16,5-2-49-16,1 2-11 15,0 0-2-15,0 0-23 16,7 0 10-16,8 0-9 16,5-4-31-16,5-7-6 15,3-3-22-15,2-9-39 16,-2-7-82-16,-7-3-154 16</inkml:trace>
  <inkml:trace contextRef="#ctx0" brushRef="#br0" timeOffset="8867.91">5912 4498 381 0,'0'0'133'16,"-37"-114"-7"-16,22 86 76 16,3 14-74-16,7 14 6 15,1 0-13-15,4 32-121 0,0 15 4 16,0 18 16-16,18 9 14 16,9 23-16-16,3 19-6 15,1 15-10-15,2 17-2 16,-3 1-2-16,-8-2-6 15,-5-10-33-15,-10-27-111 16,-7-26 9-16,0-29 112 16,0-26 31-16,-3-14 45 15,-6-12 79-15,0-3 37 16,-12-11-53-16,0-24-76 16,-1-19-1-16,7-17 43 15,9-21-62-15,6-12 2 0,16-14-14 16,19-4-5-16,13 1-13 15,17 10-142-15,25 13-83 16,15 15-54-16,13 28-82 16</inkml:trace>
  <inkml:trace contextRef="#ctx0" brushRef="#br0" timeOffset="10084.1">6075 9472 592 0,'0'0'0'0,"0"0"55"0,0 0 109 0,-75-76-80 16,62 54-32-16,4 1 30 16,0 0-30-16,7 7 37 15,1 2-25-15,1 7-8 16,0 5 7-16,0 0-54 16,1 5-7-16,16 13-2 0,7 5 4 15,1-1-4-15,3 2 2 16,4-5-2-16,2-6 1 15,8-9 0-15,4-4 0 16,2 0 1-16,-2-3-2 16,-1-11 0-16,-7-2 0 15,-12 3-6-15,-10 4 2 16,-11 4-3-16,-5 5 7 16,-2 0 3-16,-20 21-3 15,-15 13-4-15,-11 11 4 16,-12 8 3-16,-7 10 6 15,0 3-2-15,-2 5-6 0,-1 0 1 16,3-8-2-16,12-9 0 16,13-15 0-1,18-19 3-15,14-11 0 0,10-6-3 16,0-3 0-16,0-3 6 16,3-16 1-16,13-10-7 15,5-8-3-15,3-1 3 16,-2 7 0-16,-4 8 0 15,0 10 0-15,-6 10 0 16,0 3 1-16,12 7-1 16,-2 13 0-16,12 7 14 15,-1 0-6-15,6-3 1 16,0-2-5-16,1-3-2 16,-1-7-2-16,-3-4-6 15,-6-4 3-15,-10-4-94 0,-9 0-107 16,-11 0-150-1</inkml:trace>
  <inkml:trace contextRef="#ctx0" brushRef="#br0" timeOffset="10250.04">5890 9722 837 0,'0'0'72'0,"0"0"-44"0,0 0 77 0,0 0-105 15,0 0-12-15,0 0 12 16,82-18 3-16,-37 14-3 0,7 3-42 16,0 1-115-1,3 0-165-15</inkml:trace>
  <inkml:trace contextRef="#ctx0" brushRef="#br0" timeOffset="11020.45">6706 9838 859 0,'0'0'10'0,"0"0"140"16,0 0-36-16,0 0-61 16,0 0-7-16,-96 5-19 15,65 15 3-15,1 7 20 16,5 1-4-16,4 4-22 0,9-1-14 15,3 2 0-15,6-1-7 16,3-4-3-16,0-6-6 16,7-3-2-16,7-8 6 15,8-7-1-15,5-4-5 16,6 0-5-16,6-8-8 16,3-14 9-16,5-2 2 15,-2-2-5-15,-6 0 8 16,-15-1 0-16,-6 8 7 15,-14-2 0-15,-4 7 7 0,-3-1 6 16,-19 5 5 0,-5 2-7-16,1 6-8 0,1 2 1 15,7 0 12-15,8 0-13 16,5 0-3-16,4 0-4 16,1 7-11-16,0 2 13 15,15-2-2-15,10 2-3 16,2 0 1-16,4-3 6 15,-4 2-3-15,-7 4-2 16,-7 0 2-16,-4 5 2 16,-1 3 1-16,-8 2 4 15,0 0-1-15,0 3 5 16,0-3 3-16,0 0-2 16,0-3-2-16,1-7-4 15,11 1 0-15,0-7-3 0,7-2-2 16,5-4 2-16,2 0 1 15,2-19 1-15,3-3-2 16,-4-9-3-16,-2-1-6 16,-7 1-11-16,-6-1 14 15,-6 12 6-15,-4 5 3 16,-2 8 0-16,0 6 6 16,0 1 33-16,0 0-31 15,0 8-11-15,0 10-7 16,0 6 7-16,0 2 0 15,0 0 2-15,0-3 3 16,0-3-4-16,0-4-1 0,0-5 0 16,7-2-8-16,2-7-51 15,0-2-168-15,0 0-173 16</inkml:trace>
  <inkml:trace contextRef="#ctx0" brushRef="#br0" timeOffset="11314.81">7094 9776 925 0,'0'0'20'0,"0"0"39"0,0 0 32 0,0 0-91 16,0 0-3-16,0 0 0 15,-3 20 3-15,13-15-1 16,4-3 2-16,-1-2 2 0,2 0 0 15,-1-2-1-15,-4-12-1 16,-1 1 0-16,-9-4 7 16,0 5 3-16,-9 5 20 15,-12 2 17-15,-7 5-14 16,-2 0-34-16,0 13 0 16,5 10-3-16,10 5-15 15,7 3-72-15,5 0-112 16,3-2-167-16</inkml:trace>
  <inkml:trace contextRef="#ctx0" brushRef="#br0" timeOffset="11586.24">7497 9722 1067 0,'0'0'14'0,"0"0"101"15,0 0-49-15,0 0-61 16,0 0 46-16,13 115 0 16,-13-62 51-16,0 6-57 15,-8 1-29-15,-11-2 0 16,-3-10-10-16,7-12-3 16,2-15-3-16,5-8-2 15,5-9-2-15,3-2-6 0,0-2-83 16,0-2-66-16,0-16-79 15,3-7-237-15</inkml:trace>
  <inkml:trace contextRef="#ctx0" brushRef="#br0" timeOffset="11755.8">7428 9981 875 0,'0'0'34'16,"0"0"184"-16,0 0-155 15,0 0-55-15,0 0-8 16,0 0-6-16,97-53 2 15,-67 49-89-15,0 1-96 16,-8 3-12-16,-4 0-137 16</inkml:trace>
  <inkml:trace contextRef="#ctx0" brushRef="#br0" timeOffset="11874.84">7615 10079 577 0,'0'0'105'0,"0"0"38"16,0 0-33-16,0 0-46 15,0 0-39-15,0 0-8 16,-16 67-10-16,16-67-7 16,0 0-4-16,0 0-68 15,0-16-217-15</inkml:trace>
  <inkml:trace contextRef="#ctx0" brushRef="#br0" timeOffset="12019.82">7589 9745 814 0,'0'0'18'0,"0"0"-18"15,0 0-11-15,0 0-42 16,0 0-126-16</inkml:trace>
  <inkml:trace contextRef="#ctx0" brushRef="#br0" timeOffset="12817.12">7911 10020 1012 0,'0'0'7'0,"0"0"169"15,0 0-92-15,0 0-28 16,-83-13-39-16,61 30-10 15,0 6 10-15,5 2 5 16,6 0-3-16,5 0-14 16,6-5-5-16,0-3 0 15,14-5-3-15,11-7 2 16,9-5 1-16,7 0-1 16,9-9-34-16,4-12-32 15,10-1-17-15,0-2 65 0,-7-1 14 16,-15 1-16-16,-18 3 3 15,-14 5 16-15,-10 6 2 16,0 2 16-16,-9 8 59 16,-16 0-18-16,-5 4-37 15,-6 16 14-15,3 1 10 16,5 0-20-16,7 0-1 16,11-1-23-16,5-5 2 15,5-3-2-15,0-5-6 16,0-2 2-16,12-5-5 15,9 0 9-15,7 0-7 16,2-12-15-16,-2-3-21 0,-3 3 11 16,-2 2 9-16,-2-1 16 15,-4 4 3-15,-4 6 4 16,-7 1-2-16,2 0-3 16,0 7 5-16,1 5 2 15,2 1 1-15,4 3 3 16,-2-4-1-16,5 0-1 15,0-2-1-15,6-9 3 16,3-1-2-16,4 0 1 16,0-8-1-16,4-15-3 15,-7-3-1-15,0-6 4 16,-7-10-3-16,-6-2 0 16,-6-8 0-16,-3-15 3 15,-5-4-4-15,-1-4 0 16,0 11 0-16,-3 21 0 0,-5 23 11 15,-1 20 71-15,-2 11 5 16,-7 35-73-16,-1 25 8 16,1 19 65-16,9 6-24 15,5 4-20-15,4 2-32 16,0-2-11-16,0 1-5 16,0-1-8-16,-3-1-177 15,-6-15-176-15,1-15-301 16</inkml:trace>
  <inkml:trace contextRef="#ctx0" brushRef="#br0" timeOffset="16158.77">4283 6803 301 0,'0'0'7'0,"0"0"7"0,0 0 66 0,-17 93 42 0,12-72-8 15,0-3-21-15,1-4 38 16,1-4-24-16,1-4-18 0,1-4-17 16,1-2-15-1,0 0-4-15,0 0-7 0,16-22-31 16,21-16 17-16,7-13-17 15,3-13-11-15,-5 0-4 16,-12-1 1-16,-16-1 0 16,-13 3 1-16,-1-2-2 15,-15 9 1-15,-9 14 5 16,-1 15-4-16,-3 17 5 16,2 10 20-16,-4 0-2 15,6 22-14-15,2 13-11 16,5 3-3-16,12 2 2 0,5 0-1 15,0-8 2-15,22-6-2 16,9-5 1-16,7-10-6 16,5-7 5-16,0-4-2 15,8-6-2-15,-9-10-1 16,-5-1 0-16,-10 6-2 16,-14 4 8-16,-7 5 1 15,-6 2 1-15,0 0-1 16,0 2 7-16,0 13 0 15,0 6 14-15,5 2 7 16,2-1-4-16,6-5-17 16,7 0 3-16,5-6-10 15,7-7-3-15,2-4 3 16,9-6 2-16,-1-17 0 16,0-7 1-16,-9-5-3 0,-5-1 0 15,-13-5 0 1,-12 0-3-16,-3 3 3 0,-2 5 0 15,-12 12 4-15,-6 13-1 16,4 8 3-16,-4 8-6 16,2 20 0-16,8 8 0 15,3 0 2-15,7-2-2 16,0-4 0-16,8-6-1 16,15-6-2-16,4-7 1 15,6-8-5-15,2-3 5 16,4-6 1-16,3-17-11 0,-3-6-30 15,-2-8 4-15,-9-3 11 16,-4-1 7-16,-6 2 12 16,-9 2 8-16,-4 13 1 15,-4 11 1-15,-1 7 25 16,0 6 55-16,0 0-23 16,0 21-44-16,0 15 6 15,0 14 59-15,0 9-29 16,0 3-13-16,7 5-15 15,-1 2-14-15,-3-3-4 16,-1-7-3-16,-1-7-2 16,-1-14 0-16,0-10 0 15,0-13-4-15,3-6-50 16,-1-9-136-16,-1-6-77 0,4-22-120 16</inkml:trace>
  <inkml:trace contextRef="#ctx0" brushRef="#br0" timeOffset="16312.17">5142 6235 1012 0,'0'0'73'0,"0"0"-72"0,0 0 172 0,0 0-135 16,0 0-38-16,0 0-10 16,0 0-49-16,11-15-80 15,17 42-126-15,-4 5-174 16</inkml:trace>
  <inkml:trace contextRef="#ctx0" brushRef="#br0" timeOffset="16923.43">5478 6346 784 0,'0'0'61'0,"45"-79"1"16,-20 40 37-16,-4 5-55 15,-7 7-36-15,-11 11 8 16,-3 8 66-16,-14 8 32 15,-19 5-47-15,-3 22-33 16,-2 8 45-16,2 8-30 16,15 2 4-16,6 1-23 15,12-4-9-15,3-5-12 0,3-7-9 16,15-10-2 0,10-8 0-16,6-12 1 0,5 0-4 15,3-17-21-15,0-11-56 16,-5-9-7-16,-7-6 15 15,-6-4 3-15,-6 1 16 16,-8 3 44-16,-7 10 11 16,-3 8 0-1,0 12 7-15,0 13 57 0,0 0 53 16,0 10-83-16,0 16-32 16,-3 3 64-16,3 3-43 15,0-7-1-15,11 0-1 16,5-5-10-16,2-6-8 15,6-10-3-15,-2-4-3 0,7-7 3 16,1-17 0-16,1-10-4 16,-4-9-37-16,-8-6 10 15,-7-14-1-15,-12-8 11 16,0-4 13-16,-12-6 0 16,-15 6 5-16,2 11 3 15,5 12 2-15,4 25 5 16,10 14 21-16,3 13 15 15,3 26-29-15,0 18-11 16,0 15 31-16,15 6-13 16,6 3-5-16,1 0-7 15,-2-1-8-15,-1-6-1 16,0-10-25-16,-2-11-134 0,-4-17-93 16,1-11-61-1,-5-12-342-15</inkml:trace>
  <inkml:trace contextRef="#ctx0" brushRef="#br0" timeOffset="17111.93">6093 6017 668 0,'0'0'58'0,"0"0"-31"0,0 0 79 0,0 0-49 16,86-33-38-16,-58 27-9 15,0-2 14-15,-3-2 24 16,0 0-7-16,-3 1-8 15,1-4-25-15,-4 0-8 16,2-5-8-16,-4-1-183 0,-6-5-473 16</inkml:trace>
  <inkml:trace contextRef="#ctx0" brushRef="#br0" timeOffset="20110.25">3543 3838 730 0,'0'0'73'0,"0"0"9"0,0 0 75 0,0 0-41 16,0 0-64-16,0 0-11 15,0 0 13-15,-3-6-12 16,0 8-20-16,-5 17-10 15,-5 8-1-15,-2 11 33 16,-3 7 3-16,-4 4-14 16,-1 6 2-16,-5 12 0 15,-5 0-9-15,0-2-6 16,-5 0-2-16,5-10-7 0,0-2 7 16,2-8-12-16,-2-4 4 15,0-6 2-15,2-3-6 16,-2-7 2-16,2-7-4 15,1-2-1-15,-3-8 3 16,2-2-3-16,-1-6-1 16,-2 0-1-16,10 0 1 15,0-8-1-15,3-11 2 16,2-2-2-16,0-4 0 16,2-7-1-16,1 3 2 15,1-2-1-15,-6-5-1 16,12 4 0-16,0-2 2 15,3-1-2-15,5 0 1 16,1-2-1-16,0 0 0 16,0-1 0-16,7 0 0 0,5 0 0 15,3 1 0-15,0 4 0 16,-3 1 1-16,4 7-1 16,-2 0 1-16,3 0-1 15,-3 3 0-15,7 2-1 16,-3 3 1-16,6 2 0 15,1 4-1-15,3 0 1 16,1 4-3-16,-1 2 3 16,2 5 1-16,-5 0-1 15,5 0-5-15,-6 0 4 16,3 11-1-16,0 1 1 16,-2 6 1-16,3 2 1 0,-4 2 0 15,-1 5-1-15,-1 3 1 16,2 3 1-16,-2 0 5 15,-1 2-2-15,0 1 5 16,4-1-4-16,-1-3 5 16,3 1-5-16,3-2 3 15,0-3-2-15,1-2 0 16,5-1-7-16,-2-1 6 16,2-5-5-16,4-3 1 15,-2-3-1-15,-5-4-1 16,-5-5 0-16,-4-2-1 15,-7-2 1-15,-3 0-7 0,4-12-122 16,-6-16-213-16,-6-8-137 16</inkml:trace>
  <inkml:trace contextRef="#ctx0" brushRef="#br0" timeOffset="20735.38">3613 3709 189 0,'0'0'75'0,"0"0"-71"0,0 0 49 0,0 0 33 15,0 0-49-15,0 0 3 16,0-32 38-16,0 29-28 15,0 0 8-15,0 2 11 16,0-1 13-16,0 2 6 16,0 0-16-16,0 0-14 15,0 0 6-15,0 0-14 0,0 0-11 16,0 2-2-16,-3 8-6 16,-3 2 13-1,-3 5 4-15,-4 1-16 0,1 12-7 16,-9 7-24-16,0 12-1 15,-3 11-4-15,0 4-32 16,7-3-274-16,3-5-410 16</inkml:trace>
  <inkml:trace contextRef="#ctx0" brushRef="#br0" timeOffset="21436.75">3616 3652 308 0,'0'0'261'0,"0"0"-250"0,0 0 112 15,0 0-48-15,0 0-20 16,0 0-26-16,78-41 17 0,-66 41-16 16,-1 0 3-16,0 0-13 15,-2 6 5-15,-2 6 12 16,-1 1-11-16,0-3-9 15,-1 1 5-15,-2-4-9 16,0-1-2-16,-3-4-11 16,3 0 0-16,-3-2 2 15,4 0 2-15,-4 0 0 16,0 0 2-16,0 0 3 16,0-3 6-16,0-7-6 15,0 0-8-15,0 1 3 16,-7 2 0-16,1-2 0 15,-3 4 11-15,-3 1 6 0,0 2 1 16,-2 2-2 0,-3 0-13-16,-4 0 3 0,0 6 2 15,-3 6 3-15,3 1 11 16,0 3-3-16,3 4-7 16,-1 2 2-16,1 2-3 15,5 1 4-15,1 0-8 16,1 4-5-16,4-3 1 15,-1-2-3-15,4-2-1 16,-1-3 0-16,1-2-2 16,2-4 0-16,2-2-1 15,-1-3 0-15,1-2 0 16,-3 2-1-16,2 1-1 0,-1 0-5 16,2-2-99-16,0 2-88 15,0-6-95-15,0 2-154 16</inkml:trace>
  <inkml:trace contextRef="#ctx0" brushRef="#br0" timeOffset="22096.7">3899 4319 640 0,'0'0'304'0,"0"0"-291"0,0 0 152 0,0 0-114 0,0 0-44 16,0 0-7-16,-44 75 2 15,11-17-2-15,-28 15-131 16</inkml:trace>
  <inkml:trace contextRef="#ctx0" brushRef="#br0" timeOffset="27395.09">9335 9785 33 0,'0'0'418'0,"0"0"-417"0,-61-74 21 0,32 45 49 16,-7 1 5-16,-7-2-57 15,-14 0 10-15,-8 0 13 16,-13-1-18-16,-4-3-2 15,-2 2 39-15,1 1-36 16,1-4 7-16,6 2-7 16,0-3-12-16,3 0 6 15,-1 0 7-15,-6-4-15 16,-5 3 1-16,0 3-4 0,-3-1-7 16,1 7 3-16,-2-2 4 15,-5 3-7-15,-9 1-1 16,-6-1 0-16,3 2 0 15,-3 2 0-15,3 2 1 16,5 1-1-16,-1 1 2 16,1 4 0-16,0 4-2 15,-1 2 2-15,5 7-2 16,3 0 0-16,-3 1 0 16,4 1 1-16,-2 0-1 15,4 0 3-15,0 0-1 16,3 0 2-16,3 0 0 0,3 1-2 15,-2 11 1-15,5 0 0 16,3 3-2-16,3 4 1 16,6 1-2-16,6 6 1 15,0 3-1-15,-2 5 2 16,8 2-2-16,-1 7 1 16,0 4 0-16,4 14 2 15,0 5-3-15,4 5 0 16,2 5 0-16,7 0 0 15,6 3 1-15,3 1 0 16,8 0-1-16,7 2 0 16,3 0 3-16,9 0-3 15,3 4-2-15,0-3 2 0,21 2 3 16,4-2-3-16,12 3 1 16,7 2 0-16,6-5-1 15,7-3 1-15,3-4 0 16,4-2 1-16,0-4 2 15,5-5-3-15,-2-5 4 16,4-4 10-16,4-6 2 16,7-3-2-16,7-4 3 15,7-1 6-15,1-3-9 16,3-3 8-16,1-7-3 16,1-6-8-16,1-3-7 15,-3-3 2-15,-2-3-6 0,-4-3 3 16,0 1-2-1,0 4 4-15,3-4-1 0,2 3-4 16,-1-4 3-16,0 1-3 16,-4-1 2-16,-3 0-3 15,-4-2 5-15,0-2 2 16,-4 2-6-16,-5 0 0 16,2-2 0-16,1 2 1 15,-5-3 0-15,3 0 2 16,-4-2-2-16,-2-2-2 15,1-2 0-15,-2 0 2 16,-3 0-2-16,-4 0-1 16,1-9 0-16,-2-2 0 15,-1-6 1-15,-1 2 0 16,-2-5 0-16,3-3 0 0,-5 0 0 16,0-4-1-16,-4 1 1 15,3 2 0-15,-2-3 1 16,-3 2-2-16,-1-2 2 15,-4-2 1-15,-2 0-2 16,-2-3 1-16,1-3 0 16,-1 0-1-16,-4-1 3 15,1-7 1-15,-4-8-3 16,2-3 10-16,-3-12 19 16,-7-7-9-16,3-7 6 15,-8-7-3-15,-5-7-4 16,-8-6 3-16,-8 3-3 0,-2 1 3 15,-14 4-5-15,-32 5-3 16,-24-5-12-16,-32-3-3 16,-36 1-3-16,-29 4-65 15,-36 8-202-15,-15 12-220 16</inkml:trace>
  <inkml:trace contextRef="#ctx0" brushRef="#br0" timeOffset="30894.81">3786 4964 543 0,'0'0'55'16,"0"0"21"-16,0 0-35 16,0 0-30-16,108-57-7 15,-52 34-4-15,1-2-2 0,-3 1-114 16</inkml:trace>
  <inkml:trace contextRef="#ctx0" brushRef="#br0" timeOffset="99733.67">17700 709 845 0,'0'0'231'0,"0"0"-203"0,0 0 166 0,0 0-21 0,0 0-140 16,0 0-31-16,0 0 36 16,-12 135 59-16,12-52-43 15,6 13-1-15,-3 13-6 16,-2 5-26-16,1-2-7 16,2-14-11-16,-1-19 2 15,0-20-3-15,-3-20-2 16,0-12 0-16,0-11-1 15,0-10-3-15,0-6-37 16,0-19-63-16,5-20-57 0,0-15-42 16,0-14 9-1,-2-10-37-15,-3-1-4 0,0 12-50 16,0 19 256-16,-1 19 29 16,-6 16 196-16,-1 7-11 15,8 6-34-15,0 0-65 16,0 0-70-16,4 6 5 15,17 4 44-15,8-6-25 16,3 1 18-16,4-5-15 16,-1 0-17-16,-6 0-17 15,4-9-6-15,-6-6-2 16,1-7-1-16,-1-11-1 16,-5-9-25-16,-3-8-58 0,-5-3-4 15,-2 3 47 1,-5 11 37-16,-6 9 4 0,-1 14 14 15,0 10 81-15,0 5 41 16,0 1-44-16,0 11-49 16,-6 19-31-16,1 14 61 15,2 10-9-15,3 10-7 16,0 4-13-16,-1 5-8 16,1 2-18-16,0 0-5 15,0-5-10-15,0-6-1 16,0-13-2-16,0-10-1 15,0-12-5-15,9-12-54 16,3-11-166-16,6-6-41 16,4 0-165-16</inkml:trace>
  <inkml:trace contextRef="#ctx0" brushRef="#br0" timeOffset="100209.4">18543 1482 870 0,'0'0'165'0,"0"0"-165"0,0 0 120 0,83-33-55 15,-60 22-43-15,-5-3 1 16,-8-3 0-16,-10-4 15 16,0-3 17-16,-1 1-17 15,-17 3 0-15,-5 6 0 0,-5 8-4 16,3 6 10-1,-5 0-15-15,-1 20-7 0,1 5 3 16,6 8-4-16,4 3-10 16,8-1-7-16,5-3-3 15,7-7-1-15,0-3 0 16,3-4-2-16,13-8-1 16,4-6 2-16,4-4 1 15,9-2 1-15,5-17-1 16,3-4-4-16,1 0 1 15,-4 2 2-15,-7 13 1 16,-8 6 0-16,-8 2-2 16,-8 5 2-16,2 12 2 0,-2 1 3 15,1 0 1-15,-2-5 0 16,5-1 9-16,0-1-11 16,5-3-2-16,1-5-2 15,4-3-4-15,0 0-84 16,3-9-170-16,4-4-120 15,7-4-426-15</inkml:trace>
  <inkml:trace contextRef="#ctx0" brushRef="#br0" timeOffset="100817.15">20031 1130 1076 0,'0'0'92'0,"0"0"-91"16,0 0 102-16,0 0-45 0,0 0-50 15,0 0-6-15,74-10 3 16,-34 9-4-16,-2 1-1 16,-11 0-6-16,-5 0-125 15,-10 5-207-15,-11 1-498 16</inkml:trace>
  <inkml:trace contextRef="#ctx0" brushRef="#br0" timeOffset="100968.46">20115 1234 1063 0,'0'0'140'0,"0"0"-135"16,0 0 62-16,0 0-23 15,117-10-27-15,-35 5-17 16,6 3-2-16,10-1-265 15</inkml:trace>
  <inkml:trace contextRef="#ctx0" brushRef="#br0" timeOffset="102816.93">5530 9499 769 0,'0'0'6'0,"0"0"-3"0,0 0 79 0,0 0-8 16,0 0-57-16,0 0-13 16,-4-27 3-16,4 27 12 15,-3 0-10-15,3 0-7 16,0 0 7-16,0 0-6 16,0 0 1-16,0 7 12 15,0 1-7-15,7-2 3 16,-4-4-6-16,2 2-4 15,-4-2-2-15,4-2 1 16,1 0 0-16,1 0 1 16,5-6 11-16,10-17-4 0,-1-9-3 15,6-3-5 1,-3-5 0-16,-3 7 0 0,-8 7-2 16,-2 9 0-16,-4 9-8 15,-7 5-66-15,0 3-86 16,0 3-166-16</inkml:trace>
  <inkml:trace contextRef="#ctx0" brushRef="#br0" timeOffset="103221.75">5427 9487 555 0,'0'0'20'0,"0"0"40"16,0 0 65-16,0 0-54 15,0 0-23-15,0 0 1 16,-4-24-6-16,4 24-20 16,0 0-12-16,0 0-5 15,0 0-6-15,0 0 0 16,1 8 3-16,10 5 14 15,4-3-9-15,-3-3 25 16,-2 3-19-16,2-3-8 0,-3-3-4 16,-2 0 5-16,2-2-1 15,-1-2-5-15,1 0 6 16,7-3 6-16,3-16 6 16,3-3 2-16,-2-6-14 15,4-4-4-15,-4-7-3 16,-1 0-3-16,5-1 3 15,-6 5-27-15,4 8-156 16,0 7-166-16</inkml:trace>
  <inkml:trace contextRef="#ctx0" brushRef="#br0" timeOffset="108921.68">6221 8158 113 0,'0'0'149'0,"0"0"-149"16,0 0-61-16,0 0 61 15,-106 23 1-15,66-11-1 16,1 2-54-16,-13 3-6 16,-5 2 42-16,-7 3-1 15,-6 3-8-15</inkml:trace>
  <inkml:trace contextRef="#ctx0" brushRef="#br0" timeOffset="109801.27">2715 9126 244 0,'0'0'0'0,"0"0"-1"16,0 0 1-16,0 0 1 15,0 0 16-15,0 0-4 16,-3-16-13-16,3 16 1 16,0 0 7-16,0 0-4 15,0 0-3-15,-3 0 6 16,0 0-5-16,0 0-1 0,3 0-1 15,0 0 2-15,0 0-1 16,0 0-1-16,0 0 1 16,0 0-1-16,0 0 0 15,0 0 1-15,0 0 4 16,0 0-4-16,0 0-1 16,0 0 4-16,0 0-3 15,-2 0 0-15,2 0 1 16,0 0-2-16,0 0 11 15,0 0-5-15,0 0-1 16,0 0-3-16,0 0-2 16,0 0 1-16,0 0-1 0,0 0 0 15,0 0 0 1,0 0-1-16,0 0 1 0,0 0 1 16,0 0-1-16,0 0 0 15,0 0 0-15,0 0-1 16,0 0 2-16,0 0 1 15,0 0-1-15,0 0 0 16,0 0 0-16,0 0 1 16,0 0-2-16,0 0 0 15,0 0 3-15,0 0-3 16,0 0 0-16,0 0-1 16,0 0 2-16,0 0-1 15,0 0 0-15,0 0 0 0,0 0-1 16,0 0 1-1,0 0 0-15,0 0 0 0,0 0 0 16,0 0 0-16,0 0 0 16,0 0 0-16,0 0-3 15,0 4 3-15,0 4-1 16,-1-1-7-16,1 1-91 16</inkml:trace>
  <inkml:trace contextRef="#ctx0" brushRef="#br0" timeOffset="110892.67">3057 5551 301 0,'0'0'0'0,"0"0"-1"0,0 0 1 15,0 0 0-15,0 0 1 16,0 0 4-16,0 0-1 16,92-49-1-16,-56 29 5 15,9-8 2-15,11-4-1 0,13-8 2 16,13-7-5-16,12-7 2 15,3-4-6-15,6 1-1 16,-4 0-1-16,-10 7 0 16,-7 8 0-16,-9 13-1 15,-18 11 1-15,-17 8-14 16,-22 10-170-16</inkml:trace>
  <inkml:trace contextRef="#ctx0" brushRef="#br0" timeOffset="112177.42">3201 5616 240 0,'0'0'2'0,"0"0"-2"0,0 0 3 0,84-66 18 16,-42 38 20-16,13-8-17 16,9-3-8-16,8-5-2 15,8-3-8-15,1 1 0 16,2 0-5-16,-1 2 2 15,-4 2-1-15,-5 0-1 16,-6 9-1-16,-4 0 0 0,-5 5 0 16,-7 3-1-16,-5-4 2 15,-7 4-2-15,-9-2 1 16,-11 7 0-16,-4 1 1 16,-6 4-1-16,-6 0 0 15,-3 7 0-15,0-4 0 16,0-1 4-16,0-3-3 15,0 0-1-15,0-1 2 16,6-7-2-16,1-5 0 16,1-1 4-16,-1-11-4 15,-1-3 1-15,-1-7 6 16,-5-8-7-16,0-9 0 16,0-8 1-16,-11-8-1 15,-5-4 0-15,-6-7 0 16,-3 0 0-16,-13-4 0 15,-4 0-3-15,-4 5-2 16,-2 4 5-16,2 10 0 0,7 14 1 16,8 9 0-16,1 12 1 15,3 9 4-15,3 5-6 16,-3 4 4-16,9 9 0 16,2 1 17-16,4 4-16 15,6 7-4-15,0-1-1 16,3 3 0-16,0-1 0 15,-3 5 0-15,-4 0 0 16,-11 0-1-16,-9 0 1 16,-12 16-1-16,-16 2 1 15,-8 6 1-15,-17 6-1 16,-8 3 0-16,-5 4 1 0,-4-1 3 16,2 2-3-1,2 0-1-15,4 5 1 16,5 7-1-16,5 5 1 15,6 2-1-15,3-1 1 0,3-2-1 16,0-1 1-16,-3-2-1 16,7 1 0-16,-1-8 2 15,9-2-1-15,10-9 1 16,5-4-1-16,19-8 1 16,3-4-1-16,12-1-1 15,5-3 0-15,2-3-1 16,2 1 1-16,0-2 0 15,2 1 0-15,11 3 1 0,2 3-1 16,3 4 1-16,4 7 0 16,-1 11-1-16,0 12 1 15,1 12 0-15,-2 15 8 16,4 15 1-16,1 10-4 16,6 5 0-16,7-1-2 15,5-10 0-15,3-10-3 16,3-11-1-16,2-11 2 15,1-14-2-15,2-13 0 16,-3-13 0-16,1-14 0 0,3-10 1 16,8-13 0-1,7-23-1-15,6-16 0 0,-1-1 0 16,-8 4-1-16,-15 14-11 16,-16 16-183-16</inkml:trace>
  <inkml:trace contextRef="#ctx0" brushRef="#br0" timeOffset="115989.58">5454 9369 535 0,'0'0'0'0,"0"0"0"0,0 0 16 0,0 0 64 15,0 0-72-15,0 0-8 0,0 0 0 16,0-1 7-16,0 1 4 16,0 0 15-16,0 0 9 15,0 0-1-15,0 0-6 16,0 0 0-16,0 0-6 15,0 0-6-15,0 0 0 16,0 0 6-16,0 0-5 16,0 0 10-16,0 0-6 15,0 0 1-15,0 0 6 16,0 0-4-16,0 0-7 16,0 0 3-16,0 0-4 15,0 0-5-15,0 0 1 16,0 6 8-16,0 8-14 15,0 4 9-15,5 5 15 16,-1-2-12-16,3-2 5 0,-4 0-3 16,2-6-3-16,-5-1-7 15,0-7-2-15,3-1-3 16,-3-1 2-16,0-3-4 16,0 0 8-16,0 0 4 15,0 0 9-15,0 0 3 16,0 0-2-16,3 0 4 15,-3 0 3-15,8-3 1 16,6-18-12-16,10-11-11 16,9-11-5-16,6-2-5 15,4 0 0-15,5-1-1 16,11 0 1-16,9-1 0 0,2-1 0 16,3 6 0-16,-11 3 1 15,-14 8 0 1,-13 7 0-16,-13 11-1 0,-11 5 2 15,-6 6 1-15,-3 0 3 16,1 0 16-16,-3 2 7 16,1 0-13-16,-1-2 0 15,2 0-4-15,-1 2-5 16,-1 0-2-16,2 0-1 16,-2 0 0-16,1 0-4 15,-1 0 0-15,0-2 0 16,0 2 1-16,0 0-1 15,0 0 0-15,2 0 1 0,-2 0 0 16,0 0-2 0,0 0 2-16,0 0-1 0,0 0 1 15,0 0-1-15,0 0 0 16,0 0-1-16,0 0 1 16,0 0 0-16,0 0 0 15,0 0-1-15,0 0 1 16,0 0 0-16,0 0-1 15,0 0 0-15,0 0 1 16,0 0 0-16,1 0 0 0,-1 0 0 16,0 0 0-1,0 0-2-15,0 0 2 16,0 0-2-16,0 0 2 0,0 0 0 16,0 0-1-16,0 0 1 15,0 0 0-15,0 0 0 16,0 0 0-16,0 0-2 15,0 0 2-15,0 0 0 16,0 0 2-16,0 0-4 16,0 0 4-16,0 0-4 15,0 0 2-15,0 0 0 16,0 0 0-16,0 0 0 16,0 0-3-16,2 0-4 15,-2-1-32-15,0 1-18 16,0-3-26-16,0 3-27 15,-24-4-146-15,-13-9-298 16</inkml:trace>
  <inkml:trace contextRef="#ctx0" brushRef="#br0" timeOffset="117468.55">1629 3582 856 0,'0'0'47'0,"0"0"107"16,0 0 32-16,0 0-101 0,0 0 1 16,0 0-42-16,0 0-36 15,12 47 6-15,1 9 42 16,8 18-8-16,0 8-22 16,0 5-12-16,0-1 0 15,-3-2-10-15,1-6 0 16,-4-12-2-16,-2-10-2 15,-4-12 0-15,-6-18-1 16,-1-10 1-16,-2-12 3 16,-2-4 15-16,-26-10 15 0,-17-26-6 15,-13-13-25 1,-6-18-2-16,1-18 5 16,3-15-5-16,1-9 2 0,2-6 1 15,8 9 1-15,10 16 8 16,17 26 4-16,13 26 5 15,6 18-8-15,3 12-6 16,0 5-4-16,0 3-3 16,18 13-10-16,20 21-4 15,12 13 11-15,11 13 3 16,3 11 3-16,3 4 0 16,5 0 0-16,1-6-1 15,4-5-1-15,-3-10-1 16,-7-8-1-16,-9-8 0 15,-9-15-3-15,-13-7 3 16,-17-11 1-16,-10-2 0 0,-7-3 2 16,-2-3 6-16,-9-16-1 15,-20-6-5-15,-15 0 1 16,-10 7-2-16,-13 8 1 16,-12 10 2-16,-9 0-4 15,-9 17 0-15,-12 13-1 16,3 9 1-16,0 1 1 15,11 5 0-15,17-4 2 16,17-6 4-16,28-10-2 16,14-8-5-16,11-9 0 15,8-8-4-15,0 0-5 16,27 0 9-16,19-18 1 16,20-21 7-16,22-21-7 15,15-20 1-15,-6-9-2 0,3-2-1 16,-6 6-1-16,-12 15-12 15,-18 24 10-15,-25 20 3 16,-20 18-2-16,-16 8 2 16,-3 5-4-16,0 34-11 15,-3 20 16-15,-15 20 10 16,-13 14 17-16,-5 3-10 16,-3 3-6-16,4 1-9 15,2-2-1-15,13-11-2 16,12-12-2-16,8-18-21 15,8-18-83-15,15-17-149 16,-1-14-154-16</inkml:trace>
  <inkml:trace contextRef="#ctx0" brushRef="#br0" timeOffset="124226.3">1274 12808 816 0,'0'0'78'0,"0"0"6"0,0 0 86 0,0 0-36 15,0 0-76-15,0 0-32 16,0 0-26-16,-24 89 5 15,15 1 66-15,-6 19-5 16,-1 13-20-16,-7 10-26 16,2 2-2-16,-4-8-14 15,7-16-4-15,3-15 0 16,3-25 0-16,5-23-3 16,4-21 0-16,1-18 3 15,2-8-11-15,0-25-61 16,0-27-37-16,12-21-32 15,-3-19-9-15,3-11 15 0,0-18 6 16,-6-19-2-16,-3-13-2 16,9-1 12-16,0 12 8 15,3 27 113-15,1 26 210 16,1 27-140-16,-1 17-19 16,9 11 14-16,1 7-16 15,11 9-20-15,-3 5 11 16,2 8-10-16,-3 5 0 15,0 9-3-15,-3 15-8 16,-8 11 12-16,-13 13 25 16,-9 10-10-16,-3 11 7 15,-30 7 21-15,-16 2-6 0,-12-3-6 16,-2-4-11-16,-4-8-5 16,4-4 1-16,7-9-3 15,11-10-2-15,13-15-18 16,18-13-14-16,11-10-10 15,3-2-1-15,4 5-8 16,23 7-3-16,9 10 12 16,13 16 2-16,12 13 1 15,-1 14 1-15,-2 10 1 16,0 7 4-16,-4 1-9 16,-6 1 0-16,-8-9 0 15,0-9 0-15,-6-12 0 16,-5-22-11-16,-5-14-103 15,0-18-63-15,-2-15-33 16,5-26-38-16,-6-15-283 0</inkml:trace>
  <inkml:trace contextRef="#ctx0" brushRef="#br0" timeOffset="124985.38">1769 13383 697 0,'0'0'259'0,"0"0"-249"0,0 0 43 15,-43 86 40-15,43-39-33 16,0 2-12-16,0-4-14 16,9-3-16-16,15-8-13 15,-2-9-3-15,5-8-2 16,1-9-2-16,0-8 2 0,4-2-1 16,-5-23 2-16,0-4-2 15,-5-10-3-15,-6-4 2 16,-7 0 2-16,-6 2 0 15,2 11 2-15,-4 15 2 16,-1 8-4-16,0 7 10 16,0 22 0-16,0 22-6 15,-1 11 33-15,-4 13-6 16,4-3-10-16,1-3 0 16,1-3-13-16,20-7 0 15,7-13-8-15,5-12 0 16,3-16 3-16,3-11-3 15,7-14 2-15,-1-30 4 0,0-16-4 16,-2-8 1-16,0-13-2 16,-10-10-1-16,-6-17 2 15,-3-20-1-15,-12-17 1 16,-5-9-2-16,-7 14 3 16,0 32-3-16,0 42 6 15,-10 40-3-15,-5 26 39 16,-3 39-9-16,-9 33-31 15,3 27 6-15,5 15 27 16,8 6-2-16,11-3-13 16,0-6-5-16,23-8-10 15,11-17-5-15,3-12-3 0,5-14 3 16,3-15 0-16,4-13-2 16,3-18-2-16,-1-14 4 15,-3-17-2-15,2-24 1 16,-6-14-26-16,-7-8 20 15,-10-12 7-15,-15-2-11 16,-8 7 9-16,-4 18 2 16,0 22 4-16,-16 25 2 15,-5 12 12-15,-3 36-17 16,-6 18 4-16,5 8 8 16,9 4 1-16,11-7-4 15,5-8-6-15,0-7-4 16,15-7-3-16,16-6 1 15,20-10-21-15,25-5-63 16,15-13-174-16,18-10-167 0</inkml:trace>
  <inkml:trace contextRef="#ctx0" brushRef="#br0" timeOffset="125705.37">4813 13572 626 0,'0'0'10'0,"0"0"81"0,0 0 5 0,0 0 4 16,1-95-43-1,2 67-29-15,-1-3 22 0,-2 2-7 16,0 2 15-16,0 5-27 16,-3 9 58-16,-6 7-33 15,4 1 5-15,-1 5-6 16,-4 5-3-16,4 34-49 15,-6 26 3-15,3 29 6 16,0 22 18-16,6 21-7 16,3 13 16-16,0 9-24 15,0-1-9-15,0-17-5 16,0-21-1-16,0-24-2 16,3-20-1-16,2-16-3 15,-5-18-29-15,0-11-132 16,0-17-65-16,-8-14-75 0,-14-8-257 15</inkml:trace>
  <inkml:trace contextRef="#ctx0" brushRef="#br0" timeOffset="126364.43">4454 14150 1011 0,'0'0'5'0,"0"0"5"16,45-98 22-16,9 54-2 15,12-6-14-15,10 3 3 16,6 4-10-16,-2 8 0 16,-5 10-7-16,-5 10-2 15,-16 11 0-15,-17 4-1 16,-13 8-1-16,-12 17 2 0,-8 14 1 16,-4 8 5-1,0 6 6-15,0 0-2 0,-7-7 13 16,7-7 7-16,0-5-14 15,3-11-6-15,21-5 2 16,9-8-12-16,8-10 9 16,6 0-7-16,5-22 5 15,4-13-5-15,-6-3 1 16,-10-11-1-16,-16-8 2 16,-21-10-3-16,-3-3 7 15,-27 1-4-15,-16 12-4 16,1 14 6-16,0 19 41 15,4 18-29-15,-1 6 11 0,1 30-8 16,5 15-14 0,11 16-3-16,10 2 2 0,12 3-1 15,9-7-5 1,21-3-2-16,12-12 1 0,10-12-2 16,12-8 1-16,3-18-1 15,6-6 3-15,-4-4-27 16,-11-23-1-16,-4-9 9 15,-11-8 6-15,-13-12 6 16,-9-5 7-16,-12-3 5 16,-8 8 1-16,-1 15 0 15,0 17 6-15,0 13 35 16,0 11 29-16,0 7-76 16,-1 29 11-16,-2 14-11 0,3 5 13 15,0-1-13-15,6-11-2 16,19-6 1-16,8-7-8 15,10-10-90-15,5-8-156 16,3-12-227-16</inkml:trace>
  <inkml:trace contextRef="#ctx0" brushRef="#br0" timeOffset="127427.29">7167 14029 915 0,'0'0'1'0,"0"0"20"0,0 0 119 0,0 0-32 0,0 0-40 0,0 0-10 16,33-59-28-16,7 13-19 15,11-7-9-15,0-3 2 16,-1-4-2-16,-8-2 1 16,-9-6-1-16,-12-1-1 15,-15-3 2-15,-6 11-2 16,-3 16 2-16,-17 20 1 16,1 15 8-16,-8 10 7 15,-1 15-17-15,-5 20 3 16,0 11-5-16,11 5 0 15,11 3-6-15,8-4 5 0,3-1 1 16,8-9-1-16,14-7 0 16,6-8-7-16,5-8 7 15,3-9-6-15,3-3 6 16,2-5 1-16,-5 2-2 16,-4 5 2-16,-6 9 1 15,-1 8-1-15,-3 5 1 16,-4 8-1-16,-2-2 0 15,2-4 0-15,0-5 0 16,7-2 1-16,4-8-1 16,8-7 0-16,8-9 0 15,11-4-1-15,7-22 1 0,7-9-4 16,-6-8-7 0,-10-7 0-16,-17-4-7 0,-19-4 18 15,-13 0 0-15,-5 3 4 16,-17 9 3-16,-8 19 6 15,-6 12 18-15,-7 15 11 16,-5 17-26-16,-3 24-14 16,7 11 7-16,12 6 0 15,17 7-8-15,10-5-1 16,12-1 0-16,22-9 0 16,15-11-4-16,11-7 3 15,4-11 1-15,2-12-16 16,2-9-13-16,-3-1-20 0,-6-23 9 15,-1-7-7 1,-9-7 29-16,-8-5 10 0,-11-8 8 16,-13 0 2-16,-6 6 5 15,-6 14 5-15,-5 14 19 16,0 12 59-16,0 5-44 16,0 30-45-16,-8 26-1 15,-3 21 52-15,-2 13-17 16,4 15-12-16,0 8 10 15,-1 6-15-15,4 10 13 16,-2-5-28-16,2-8-2 16,-1-14-1-16,3-17 0 0,-1-18 0 15,2-22-3 1,0-20 2-16,3-21-18 0,0-8-110 16,0-39-48-16,6-21-164 15,10-25-77-15</inkml:trace>
  <inkml:trace contextRef="#ctx0" brushRef="#br0" timeOffset="127594.4">8645 13334 1325 0,'0'0'0'0,"0"0"-86"15,0 0 86-15,0 0 0 0,0 0-15 16,0 0-7-16,-10 107-111 15,37-46-111-15,0 2-249 0</inkml:trace>
  <inkml:trace contextRef="#ctx0" brushRef="#br0" timeOffset="127906.79">9011 13877 899 0,'0'0'28'16,"40"-74"-26"-16,-10 30 49 15,-2 1-28-15,-1 0 1 16,-9 4-16-16,-6 2-5 16,-12 9 66-16,0 10 37 15,-7 11 3-15,-19 7-2 16,-11 9-67-16,-3 21-18 0,1 9-3 16,9 7 0-16,14 2-6 15,13 5-11-15,3 0-2 16,6-6-1-16,19-8-5 15,6-11 0-15,7-11-1 16,3-12-64-16,6-5-20 16,3-5 26-16,7-18-27 15,3-11-34-15,-4-13-43 16,-6-5-53-16,-7-5-107 16</inkml:trace>
  <inkml:trace contextRef="#ctx0" brushRef="#br0" timeOffset="128253.33">9515 13620 89 0,'0'0'466'16,"0"0"-244"-16,0 0-42 15,0 0-93-15,0 0-15 16,-86 59 20-16,74-16-13 16,7 4-51-16,5-1-8 15,3-4-8-15,15-10-12 0,6-9 1 16,4-11 0-16,4-10-1 16,2-2 3-16,9-20-3 15,5-17 0-15,4-10 0 16,-2-16-23-16,-1-12-26 15,-6-16-37-15,-6-18 11 16,-3-19 26-16,-11-17-19 16,-7 7 36-16,-13 24 32 15,-3 38 8-15,0 40 60 16,-3 34 61-16,-9 10-66 0,-4 42-62 16,-2 25 45-1,6 16 36-15,8 8-23 0,4-3-29 16,0 0-11-1,6-6-19-15,4 1 0 0,0-11-4 16,3-7 0-16,0-14-92 16,-6-17-133-16,1-25-53 15</inkml:trace>
  <inkml:trace contextRef="#ctx0" brushRef="#br0" timeOffset="128559.97">9929 13433 1149 0,'0'0'0'0,"0"0"0"15,0 0 25-15,0 0 20 0,0 0-28 16,0 0-17-16,62-83-36 16,-14 74-65-16,-3 7-98 15,-14 2 35-15,-10 4 75 16,-12 22 41-16,-5 6 20 15,-4 7 21-15,0 3 7 16,0 0 4-16,0-1 69 16,-4-2 41-16,-2-3-36 15,1-4 13-15,1-2-49 16,4-10-24-16,0-2-15 16,0-7 0-16,0-7-3 15,4-4-111-15,4-3-196 16</inkml:trace>
  <inkml:trace contextRef="#ctx0" brushRef="#br0" timeOffset="128738.43">10127 13194 876 0,'0'0'3'15,"0"0"-3"-15,0 0-2 16,0 0-3-16,-27 87-44 0,45-53-81 15,-2-3-139 1</inkml:trace>
  <inkml:trace contextRef="#ctx0" brushRef="#br0" timeOffset="129427.23">10437 13414 909 0,'0'0'122'0,"0"0"-121"16,-91 94 119-16,72-61 8 16,11 3-51-16,8 1-42 15,0-7-25-15,15-2-6 0,8-6-3 16,2-7 1-16,6-10 0 16,5-5-1-16,6-3 2 15,-2-18-1-15,-5-8-2 16,-6-10-24-16,-8-7-1 15,-10-9-12-15,-11-8 15 16,0 6-1-16,-21 10 8 16,-3 16 9-16,-8 22 5 15,-3 9 2-15,2 22-1 16,2 22 7-16,8 6 26 16,13 4 0-16,10-3-25 15,6-4-2-15,24-5-3 16,7-8-2-16,8-6-1 15,11-14 0-15,4-11 0 0,7-3-6 16,-6-13-63 0,-9-12-46-16,-11-10 37 15,-7-5 14-15,-7-6 32 0,-9 0 19 16,-6 6 13-16,-8 15 5 16,-4 10 67-16,0 12 13 15,0 3-30-15,-1 13-49 16,-11 15 8-16,0 5 41 15,3-3-28-15,6-2-12 16,0-4-7-16,3-8-7 16,0-1 8-16,0-12-5 15,9-3-1-15,10 0 3 16,11-18 3-16,12-11-5 16,6-15-4-16,0-8-5 0,-5-2-6 15,-6 10 3-15,-12 13 8 16,-10 16 0-16,-10 15 33 15,-5 18-15-15,0 27-12 16,0 9 148-16,0 1-120 16,0-9-22-16,15-7-2 15,6-9-10-15,14-7-3 16,10-11-3-16,15-12-167 16,16-6-114-16,6-26-339 15</inkml:trace>
  <inkml:trace contextRef="#ctx0" brushRef="#br0" timeOffset="130267.31">14647 12001 333 0,'0'0'624'0,"0"0"-621"0,0 0 145 0,0 0 26 16,0 0-115-16,0 0-48 16,0 0-5-16,-14 95 5 15,21-8 85-15,5 15-46 16,-2 9 23-16,1 12-15 16,2 8-41-16,-1-3-13 15,3-6 1-15,-4-12-4 0,-1-21-1 16,0-17 0-16,-4-18-1 15,-3-21 0-15,0-16 0 16,0-14-16-16,-3-4-132 16,0-32 13-16,0-20-73 15,0-16-33-15,0-19-62 16</inkml:trace>
  <inkml:trace contextRef="#ctx0" brushRef="#br0" timeOffset="130565.72">14582 11772 980 0,'0'0'0'16,"0"0"19"-16,38-91 134 15,6 72-103-15,11 11-33 16,11 8 4-16,4 13 7 16,1 21 3-16,-4 12-8 15,-1 8 7-15,-5 9-12 16,-4 4 12-16,-14 3-5 15,-16 1 8-15,-21-6 10 16,-7-6 16-16,-37-8-15 16,-17-5-4-16,-15-3 6 15,-9-8-21-15,-2-5-15 16,1-10-9-16,14-13-1 16,16-7-1-16,17 0-20 15,18-20-128-15,15-5-138 16,7-2-191-16</inkml:trace>
  <inkml:trace contextRef="#ctx0" brushRef="#br0" timeOffset="131391.97">16951 11497 593 0,'0'0'98'0,"0"0"-75"0,0 0 97 16,0 0 17-16,0 0-51 16,0 0-15-16,65-56-11 15,-65 56-6-15,0 0-16 16,0 10-7-16,-8 18 0 15,-17 14 94-15,-17 16-24 16,-20 6-50-16,-12 5 8 0,-5-1-8 16,-2 2-21-1,5-4-1-15,3-2 2 0,3-9-14 16,17-12 4-16,21-15-6 16,17-12-9-16,15-4-2 15,0-2-4-15,22 1 0 16,20 5 3-16,18 3 1 15,12 1 3-15,12 4 1 16,14 1-1-16,10 5 8 16,5 3-4-16,6 3 1 15,-6 2-10-15,-6-3-2 16,-16-2 2-16,-21-6-1 16,-23-3-1-16,-17-7 0 15,-14-5 0-15,-9-4 6 16,-4-8-4-16,-1 0-1 15,-2 0 1-15,0 0-1 0,3 0-1 16,-3 0-1-16,0-8-53 16,0-13-57-16,0-8-148 15,10-11-136-15,11-5-96 16</inkml:trace>
  <inkml:trace contextRef="#ctx0" brushRef="#br0" timeOffset="131968.62">19076 11412 1259 0,'0'0'5'0,"0"0"49"0,0 0 86 0,0 0-57 15,0 0-54-15,0 0-29 16,5 12 1-16,-24 40 25 16,-3 9 26-16,-8 3-8 15,-6 4-12-15,-7 3-20 16,-6 4 19-16,-10 0-17 16,-6-1 2-16,-4-10 0 15,-4-10 1-15,5-11-3 0,3-6-8 16,12-9-3-16,8-4-1 15,9-11 1-15,11-6 0 16,5-7-2-16,7-4 7 16,-3-23-3-16,-3-12-3 15,3-17-2-15,6-13 0 16,7-14 0-16,3-4-1 16,4 1-2-16,21 9 0 15,4 19 1-15,2 16 1 16,-1 14-1-16,0 14-3 15,2 12 3-15,7 2 1 16,5 27-4-16,6 12 5 0,2 9-4 16,0 10 4-1,0 3 3-15,-2 6 0 0,1-6 6 16,3-1-8-16,-4-8 1 16,1-9-1-16,0-6-1 15,-9-7 0-15,-1-7-7 16,-6-4-92-16,-2-9-170 15,-5-8-194-15</inkml:trace>
  <inkml:trace contextRef="#ctx0" brushRef="#br0" timeOffset="133673.28">21658 12287 624 0,'0'0'233'0,"0"0"-228"0,0 0 77 16,0 0 13-16,0 0-27 16,0 0-25-16,0 0 2 15,35 25-8-15,-12-25 24 16,12-19 1-16,8-3-35 16,5-8-6-16,-1-7-7 15,-8-8-5-15,-11-8 0 16,-11-12-1-16,-11-6-4 15,-6 2-1-15,-3 11-3 16,-15 16 0-16,-3 17 5 16,-3 14-1-16,-3 8-1 0,-6 3 3 15,3 3-6 1,1 16 0-16,5 8-1 0,5 5 0 16,10 1-3-16,9-1 4 15,0-1-3-15,15-5 1 16,15-8 0-16,14-8-4 15,11-9 1-15,8-1-4 16,4-8-17-16,0-12 7 16,-2-5-3-16,-7 0 11 15,-12 6-8-15,-18 3 14 16,-7 7 5-16,-15 8 0 16,-3 1 1-16,-3 5 11 15,0 22-8-15,0 7 15 16,-4 4 22-16,4-5-19 15,0-2 2-15,13-4-5 0,17-3-11 16,7-4-6-16,11-6 5 16,7-7-2-16,5-7-4 15,0 0-1-15,-5-9 0 16,-9-13-1-16,-6-7 1 16,-10-9 0-16,-15-11-5 15,-12-4-2-15,-3-2 6 16,-24 5-1-16,-10 15 2 15,-7 15 0-15,0 16 4 16,-8 4-4-16,5 27 6 0,8 13 6 16,9 12 7-16,14 1-5 15,13-1-8 1,5-4 2-16,28-9-7 0,13-5-1 16,10-7 0-16,10-13-1 15,3-9-4-15,-1-5 4 16,-1-8-10-16,-3-15-29 15,-1-8 17-15,-3-4 11 16,-9-7 12-16,-8-1 0 16,-13 0 0-16,-12 6 2 15,-8 11 3-15,-9 14 8 16,-1 8 14-16,0 4 24 16,0 15-43-16,0 23-4 15,-8 20 25-15,-3 16 52 16,5 14-50-16,2 7 2 0,4 8 3 15,0 6 0-15,0 7-25 16,10-4-3-16,4-5-3 16,-4-12-2-16,-1-19-1 15,-7-16-2-15,-2-20-1 16,0-18-3-16,0-15-41 16,0-7-84-16,0-26-145 15,0-27-271-15</inkml:trace>
  <inkml:trace contextRef="#ctx0" brushRef="#br0" timeOffset="133843.46">23137 11489 1419 0,'0'0'0'0,"0"0"-26"0,0 0 26 0,0 0 0 0,0 0-18 16,0 0-23-16,25 98-106 15,17-35-121-15,4-7-299 16</inkml:trace>
  <inkml:trace contextRef="#ctx0" brushRef="#br0" timeOffset="134530.57">23642 11972 1114 0,'0'0'22'16,"0"0"6"-16,45-101 106 15,-20 64-93-15,5 3-10 16,-3 4-24-16,-6 6 0 16,-8 6 4-16,-8 6 1 15,-5 10 48-15,0 2-15 16,-9 0-11-16,-18 7-22 16,-10 15-8-16,-5 10 7 15,9 8 15-15,11 5-18 16,7 2 1-16,12 1-6 15,3-2-2-15,11-6-1 16,18 0-1-16,9-13 1 0,5-8-6 16,2-9-2-1,4-8-65-15,9-2-29 0,0-9 27 16,2-15-11-16,-9-11-52 16,-13-11 65-16,-12-4-7 15,-8 0 74-15,-12 9 6 16,-5 15 11-16,-1 12 89 15,0 10 41-15,0 4-44 16,-10 10-73-16,-5 16-4 16,4 7 39-16,10 4-18 15,1-3-30-15,1 0 1 16,19-7 0-16,1 1-11 16,12-10 2-16,2-7-3 15,8-6 0-15,8-5 0 16,3-1-2-16,1-20-73 0,-7-14 1 15,-14-11-41-15,-9-17 13 16,-12-21 24-16,-6-19 55 16,-7-22 16-16,0-13 4 15,-11 0 3-15,-11 18 6 16,1 35 32-16,2 36 64 16,7 34 12-16,-5 15-65 15,-2 39-46-15,0 26 37 16,7 21 49-16,12 20-44 15,4 5-4-15,25-2-21 16,5-4-17-16,-1-9-3 0,-2-9 0 16,-7-11-6-1,-2-12-72-15,-5-20-171 16,-4-22-104-16</inkml:trace>
  <inkml:trace contextRef="#ctx0" brushRef="#br0" timeOffset="134673.64">24634 11665 1259 0,'0'0'26'0,"0"0"10"0,0 0 21 0,82-87-57 16,-13 68-29-16,12 1-224 15,10-1-245-15</inkml:trace>
  <inkml:trace contextRef="#ctx0" brushRef="#br0" timeOffset="135114.24">26792 10856 1412 0,'0'0'0'0,"0"0"0"16,-105 122 26-16,89-47 49 16,11 12-31-16,5 6-3 15,11 5-21-15,13 1-12 16,6-7-8-16,-2 0 0 15,0-17-1-15,-4-13-52 16,-9-18-142-16,-9-13-41 0,-6-20-77 16,-9-11-325-16</inkml:trace>
  <inkml:trace contextRef="#ctx0" brushRef="#br0" timeOffset="135784.44">26381 11578 940 0,'0'0'75'0,"-94"-32"77"16,72 30 32-16,13 2-103 15,9 0-12-15,0 0-53 16,20 0-16-16,27-3 0 16,27-8 2-16,18-7-1 0,11-7 2 15,9-7-3-15,3-5 0 16,-3-5-30-16,-10-10-85 16,-21-8-13-1,-27-14-21-15,-26-4 85 0,-19 5 47 16,-9 19 17-16,0 22 53 15,0 18 76-15,0 14 21 16,-12 17-126-16,-4 32-20 16,-4 20 45-16,3 17 4 15,8 5-19-15,9-1-2 16,0-1-13-16,10-5-10 16,11-11-5-16,6-14-3 15,4-16-1-15,2-20-1 16,3-13 1-16,1-10 1 0,2-17-1 15,1-26-1-15,-3-11-7 16,-4-13-9-16,-7-2 7 16,-11 11 9-16,-7 19 1 15,-3 15 0-15,-4 17 5 16,-1 7 13-16,0 5-12 16,0 22 0-16,0 9 17 15,0 3-5-15,2-3-10 16,19-4 3-16,3-5-6 15,11-6-4-15,7-7 0 16,12-8 2-16,8-4 0 16,4-2-1-16,-5 0-2 15,-10-18-2-15,-12-12-12 16,-18-7-38-16,-14-5-5 16,-7 6 33-16,-7 10 24 0,-16 13 5 15,-7 12 27-15,-4 1 10 16,-4 22 4-16,6 9 1 15,11 9-20-15,9 3-18 16,12 7-3-16,0-4-6 16,23-2 0-16,11-10 0 15,5-5-46-15,12-6-134 16,10-7-123-16,12-10 63 16,7-6-234-16</inkml:trace>
  <inkml:trace contextRef="#ctx0" brushRef="#br0" timeOffset="136017.29">28661 11128 1448 0,'0'0'14'0,"0"0"0"0,0 0 95 0,0 0-67 16,-24 105 67-16,24-34-71 15,5 7-21-15,7 2-5 16,0-1-7-16,-3-1-5 15,-5-16-1-15,-2-12-1 16,-2-16-31-16,0-9-64 0,0-14-121 16,0-9-39-16,0-2-65 15,0-19-224-15</inkml:trace>
  <inkml:trace contextRef="#ctx0" brushRef="#br0" timeOffset="136343.46">28733 11616 1134 0,'0'0'116'15,"0"0"-71"-15,0 0 90 16,69-83-74-16,-25 68-41 16,9 0-20-16,5 1-3 15,0 1 2-15,-6-8-8 16,-9-10-46-16,-10-9-21 16,-12-12 4-16,-15-8 38 15,-6-1 15-15,0 6 19 16,-1 17 3-16,-7 15 85 15,0 13 23-15,4 10-12 16,-2 0-37-16,0 29-54 16,-3 14 30-16,2 15 18 15,1 5-31-15,6 10 14 0,0 2-14 16,7 7-4-16,2-9-17 16,3-7-4-16,3-10 0 15,0-8-1-15,4-9-1 16,2-11-19-16,0-7-58 15,8-9-140-15,7-9-72 16,8-3-85-16</inkml:trace>
  <inkml:trace contextRef="#ctx0" brushRef="#br0" timeOffset="136642.29">29564 11576 1194 0,'0'0'140'0,"0"0"-117"15,0 0 254-15,0 0-203 16,0 0-43-16,0 0-11 15,0 0 16-15,-63 86-8 16,63-47-16-16,11-1-7 16,13-1 4-16,7-5-8 15,2-6-1-15,6-4 0 16,2-7 0-16,6-5 1 0,0-7 1 16,-8-3-1-1,-11-8 2-15,-17-22-3 16,-11-11 6-16,-12-4-5 0,-26-1-1 15,-12 4 0-15,-8 6-3 16,-2 8-1-16,2 9-37 16,5 9-47-16,7 10-102 15,11 6-69-15,8 15-132 16</inkml:trace>
  <inkml:trace contextRef="#ctx0" brushRef="#br0" timeOffset="138994.01">30783 10840 1242 0,'0'0'0'0,"0"0"-39"0,0 0 39 0,6-87 42 15,-6 68 1-15,-6-2 46 16,-15-4-62-16,-14-1-16 16,-15 1-9-16,-11-2 2 15,-21-2 2-15,-21-3 12 16,-18 0-1-16,-21-6 0 15,-16-4 6-15,-5-2 2 0,-12 1 0 16,-5 0 1-16,-6 1-11 16,-11 3-2-16,1 4-4 15,-3 1-2-15,2 1 2 16,-1 2-6-16,0 0 7 16,-6 3-10-16,-4 1 0 15,-18 2-2-15,-32 2 1 16,-29 1 1-16,-29-3 1 15,-8 3 3-15,11 0-4 16,11 3 9-16,10-1-5 0,3 5-4 16,-3 1-2-1,-6 2 2-15,-9 3 1 0,-10 2-1 16,-12 0-7-16,-10 4 7 16,-3 1 2-16,1 2-1 15,5 0-1-15,3 0 0 16,13 8 2-16,9 4-2 15,10 4 0-15,9 0 2 16,10 1-2-16,3-1-3 16,3 2 3-16,7 1 1 15,5-2 0-15,6-1-1 16,6 1-4-16,-2-2 3 0,5-1 1 16,4-1 4-1,7-3-4-15,2 3-5 0,0 2 5 16,-1-3 1-16,8-2 0 15,2 3-2-15,4-1 0 16,5 1 1-16,5 0-1 16,6-3-1-16,10-2 2 15,7 1-3-15,7 1-8 16,5-3-1-16,2-4 9 16,12 7-1-16,6-6 4 15,13 6 1-15,17-4-1 16,17 3-2-16,16 1 0 15,22 2 2-15,15-2 0 0,14 3 0 16,13 2-1 0,10-2 0-16,9 11-2 0,5 1-1 15,7 8 0-15,0 11 3 16,0 12 0-16,0 10 2 16,0 14 2-16,5 5 1 15,-2 11 7-15,-1 10 12 16,-2 6-12-16,0 8-6 15,0 4 3-15,0 7 3 16,-10 10-2-16,-1 8-6 16,-4 6 5-16,-7 5 0 15,-2-3 0-15,-1-1-3 16,2-5 2-16,1 0 6 16,0 4-2-16,6-3-1 0,2 3 4 15,5-5-2 1,3-3-5-16,1-4-1 0,3-7-3 15,2-1 0-15,0-10-2 16,0-11-1-16,4-5 0 16,5-16 0-16,1-12 0 15,3-8-1-15,0-10 0 16,-1-8-1-16,-1-7 2 16,-2-7-1-16,-1-5-1 15,1-5 1-15,-2-6 1 16,4-4 0-16,3-3-3 15,5-3 2-15,6-5-3 16,6-2 2-16,10-4-1 0,8-2-2 16,10-2 2-16,12 0 2 15,9 0 1-15,19 0 0 16,17 0 2-16,17-4 0 16,19-1-2-16,16-2-4 15,13 1 3-15,17-3 1 16,17-1-1-16,15-2 1 15,19 0 2-15,18-2-2 16,8-2-2-16,14 1 2 16,14-3 2-16,12 0 1 15,9-1-3-15,14-1 0 16,10-1 3-16,7-1-3 16,12-4 3-16,4 2-2 15,1-1 7-15,1-1-6 0,3-1-1 16,-3 6 9-16,0-1-6 15,0 3-3-15,-3 3 3 16,-3 0-2-16,-1 0-2 16,-9 0 0-16,-3 2 1 15,-6-2-1-15,-7 3-2 16,-4 1 2-16,-5 3 3 16,-5 0-3-16,-10 3-1 15,-8 1 1-15,-6-1 0 16,-9 0 0-16,-11 0 0 15,-8-2 0-15,-8 4 2 16,-11-3-2-16,-12 2-3 16,-11-1 3-16,-8 5 0 0,-14-2 3 15,-10 1-3-15,-15 2-3 16,-10 0 2-16,-15 0 0 16,-9 0 1-16,-7 0 4 15,-14 0-1-15,-8 0-2 16,-10-1-1-16,-15-2-6 15,-5-1 6-15,-11-1 0 16,-9-1 1-16,-13 0-2 16,-15 0 1-16,-11 0 0 15,-12 1 1-15,-7 0 1 16,-7 1-1-16,-4 0 3 16,-1 0-3-16,5-4 1 0,-4 2 0 15,3 0-2-15,-2 1 1 16,0-1-1-16,-1-1 0 15,1 0 0-15,1 1 2 16,-1 0-2-16,1 1 1 16,2-3-1-16,-2 4 0 15,4-4 0-15,1-2 0 16,1 0 0-16,4-2 0 16,2-5 0-16,3-3 1 15,0-2 0-15,1-1-1 16,-2-3 0-16,0-1 1 15,4-4 0-15,-1-2 2 16,5-4-3-16,0-4 0 16,-1-6 2-16,0-6-2 15,-2-8 4-15,2-7-2 0,-3-8-2 16,2-10 1-16,-6-11-1 16,-4-8 1-16,-3-12-5 15,-7-11 4-15,-5-3-1 16,-1-8 1-16,0-1-1 15,-4 0 1-15,-11-7 0 16,-2-1 1-16,-2-3-1 16,2-2 0-16,-2 13 0 15,3 1 1-15,-1 11-1 16,4 10-1-16,1 8 1 0,3 9-1 16,1 9 3-1,1 12-1-15,4 10-1 0,-1 13 4 16,1 16 5-16,-2 12 2 15,1 9-6-15,4 9 3 16,0 6-1-16,0 5-7 16,0 0 0-16,0 0-1 15,0 0-4-15,0 9 3 16,0 2 2-16,0 1 0 16,0-2 1-16,0-4-1 15,0 1 0-15,0-3-2 16,0 2 2-16,0-2-1 15,0-2 0-15,0 2-5 16,0 1-37-16,-20-1-74 0,-18-1-123 16,-33-3-181-1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0T06:13:40.897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4502 4818 675 0,'0'0'56'0,"0"0"-52"0,0 0 98 0,0 0 11 16,0 0-56-16,0 0-14 16,0 0-2-16,0-16 5 15,0 16 7-15,-6-4-5 16,-10 1-7-16,-8 1-15 15,-6 2 0-15,-4 0 6 16,-2 0-8-16,-3 5 11 16,-4 8-12-16,-5 7 7 15,-3 3-10-15,-5 5 15 16,-4 3-16-16,-3 3-8 16,-1 5-3-16,0 1 2 15,4 2-2-15,-1 1-3 0,0 2-1 16,3 0 2-16,4 3-5 15,-2 1 1-15,5 4-1 16,-9 2 2-16,0 0 0 16,-2 2-3-16,-1 3 2 15,5 1-1-15,7-1-2 16,8 0-2-16,3 0 2 16,9 2-2-16,2 6 2 15,5 0 1-15,5 4-2 16,1-5-2-16,9-1 3 15,3-3 0-15,3 2 1 16,3-1-1-16,0-1-2 16,0 1 1-16,12-4 2 0,1-1 1 15,2 0-1-15,0-2 1 16,0-1-1-16,4 4 0 16,-5-3 0-16,8 1 1 15,-5 0-1-15,2-3 0 16,-1-1 0-16,6-4 1 15,3-5-1-15,1 1-1 16,8-3 1-16,1-1 4 16,5-3-4-16,3-6 2 15,4-5-2-15,3 4 0 16,8-3 1-16,4-2 3 16,6-1 4-16,2-6-7 0,1-5 7 15,0-7-5-15,0-2 6 16,0-4-9-16,-4-2 4 15,-5 0-4-15,-1 0 0 16,-7 0 5-16,-2-4-4 16,1-3 1-16,8-2-1 15,4-1 1-15,2 0 0 16,-1-2-1-16,0 2 0 16,0 1-2-16,-4 1 0 15,2 4 0-15,-5 1 1 16,-3-1 1-16,-1-2-1 15,-6 0 1-15,4-2-1 16,-2 0 1-16,4-3 0 0,-6-1 0 16,3-2 1-1,-2-4 0-15,6 0 5 0,3-3-6 16,3 0 0-16,-1 0-1 16,-2-5-2-16,-4 2 1 15,0-4 1-15,1-1-1 16,0-6 1-16,5-2 0 15,-4-3 0-15,1-3 0 16,-3-3 0-16,-1 2 0 16,1-4 2-16,-3 0 1 15,1-4 1-15,3 0-2 16,0-9 3-16,-1 2 0 16,1-2 1-16,-1-3-5 15,4-3 4-15,6-3-2 0,-1-1 2 16,-8 3 1-16,-4 1 3 15,-5 3-5-15,-9 4 7 16,-4-1-3-16,-2 3 0 16,-4-3 4-16,-1-1-2 15,-1-1-1-15,-3 3 7 16,1-2-10-16,-4 2 3 16,-1-1-7-16,1 0 1 15,-4 2 1-15,-3 2-1 16,-2 1 0-16,-8 0 3 15,1 0 0-15,-6 2-4 16,0-3 5-16,0-1-3 16,-8 5-1-16,-5-2 4 0,0 1-5 15,-2 4 1 1,-2 0 1-16,-2 0-2 0,-2 0 0 16,-4 0-1-16,-4 3 1 15,-2 3 2-15,1 4-3 16,-4 2-1-16,-1 1 4 15,0 4-3-15,-4-3 2 16,-6 2-2-16,-7 2-1 16,-3-2 0-16,-6 2 1 15,1 2-1-15,-1 1-4 16,7 6 3-16,0 0-2 16,1 3 3-16,1 2 0 0,2 2 0 15,-2 4-1-15,4 1 1 16,2 0 0-16,1 3 0 15,-1 2 0-15,1 0 0 16,-4-1 0-16,4 2 1 16,-4 2-1-16,0-1 0 15,4 2 0-15,-1 2 1 16,4 0 0-16,3 0 0 16,-1 0-1-16,-3 0 2 15,2 0-2-15,-3 0 0 16,5 0-2-16,3 0 2 15,0 0-1-15,-1 3 1 16,-3 0-3-16,1 4 3 16,-5-1 0-16,1 3 0 15,0-2-1-15,-3 3 1 0,7 1-1 16,2-1 1-16,1-1 0 16,0 0 0-16,2-1 0 15,3 2 0-15,-2 0 2 16,-2-1-2-16,1 1 0 15,1-3 0-15,0 2 0 16,2 1 2-16,0-3-2 16,2 0 0-16,1 0 2 15,4-1-2-15,-1 1 0 16,2 2 2-16,-2-1-1 16,1 2 0-16,-1 0-1 15,5 0 1-15,-2-1 0 0,6-2-1 16,1 2 0-16,-6-3 1 15,9 4 0-15,-6-2-1 16,0 1-1-16,3-1 1 16,-3 1 2-16,2 0-2 15,-5 3 1-15,0 0 0 16,-3 1-1-16,-1 3-2 16,0-2 0-16,3 3 2 15,2-3 0-15,-1-2-1 16,1 4 1-16,1-2-1 15,4 2 1-15,-3-3 0 16,-1 0-1-16,4 5 2 16,-9 2-2-16,2 2 2 0,-5 4 0 15,3 3-1 1,-5 2-1-16,1 1 1 0,-2 5 0 16,-4 5 0-16,-6 5 0 15,-2 8-1-15,-10 4 0 16,-4 19 1-16,-8 13-3 15,-4 18-1-15,2 22-34 16,-4 19-164-16,6 19-163 16,-9 12-219-16</inkml:trace>
  <inkml:trace contextRef="#ctx0" brushRef="#br0" timeOffset="8479.52">5122 4146 642 0,'0'0'39'0,"0"0"-19"0,0 0 68 0,0 0-66 15,0 0-18-15,0 0 25 16,0 0 23-16,-5 2 21 16,5-2 8-16,0-14-3 0,0-10-45 15,0-9 2-15,9-10 13 16,12-10-13-16,7-10-16 15,2-14-4-15,7-12 14 16,1-3-7-16,6-1 4 16,-3 11-10-16,3 13 0 15,-5 14-14-15,-9 17-2 16,-9 13 5-16,-12 8-5 16,-5 7-3-16,-2 5 3 15,-2 3-1-15,0 2-2 16,0 0-9-16,-2 0-113 15,-11 0-93-15,-8 7-106 0,-4 3-374 16</inkml:trace>
  <inkml:trace contextRef="#ctx0" brushRef="#br0" timeOffset="8839.84">5447 3184 964 0,'0'0'0'0,"0"0"3"16,0 0 24-16,0 0-27 15,0 0-2-15,0 0 2 16,0 2 41-16,1 6 27 16,1-2-21-16,1 1-15 15,1 3-3-15,9 0-22 16,4 1-3-16,8 0 3 0,5 1-6 15,0-2 3-15,0 1-4 16,-5-2 0-16,-5-2 0 16,-9-1-1-16,-6 0 0 15,-5-2-1 1,0 3 2-16,0 2 3 0,-8 5 1 16,-8 1 2-16,-3-1-6 15,7 2 0-15,1-1-8 16,5 0-117-16,6-5-98 15,0-7-117-15</inkml:trace>
  <inkml:trace contextRef="#ctx0" brushRef="#br0" timeOffset="9344.01">5930 2764 860 0,'0'0'8'0,"0"0"82"0,0 0-7 15,0 0-83-15,0 0-2 0,-6 72 2 16,6-30 7 0,0 7 20-16,0 1 15 0,0 0-19 15,0-8-5-15,0-5-13 16,0-8-4-16,0-7-1 16,0-4-1-16,0-7 1 15,0-5-9-15,0-4-67 16,6-2-91-16,-2-5 10 15,-4-18-182-15</inkml:trace>
  <inkml:trace contextRef="#ctx0" brushRef="#br0" timeOffset="9771.34">5939 3027 728 0,'0'0'73'16,"0"0"-71"-16,0 0 67 15,0 0-41-15,0 0-20 16,0 0-4-16,72-31-3 16,-41 15 2-16,0-6-2 15,-2 0-1-15,-4-5 1 16,-4 0-1-16,-3-3 0 15,-8 1 0-15,-1 2 0 16,-7 2 2-16,-2 4-2 16,0 5-1-16,0 5 1 15,0 8 1-15,0 2 6 16,0 1 16-16,0 1-13 0,-2 19-8 16,-1 11-2-16,0 6 3 15,0 4 6-15,3 2 3 16,0 1-4-16,0-3 1 15,0-4-7-15,0-7-2 16,0-7 0-16,3-4-3 16,3-9-9-16,5-4-88 15,-2-6-97-15,4 0-228 16</inkml:trace>
  <inkml:trace contextRef="#ctx0" brushRef="#br0" timeOffset="10109.89">6354 2884 845 0,'0'0'30'16,"0"0"-29"-16,0 0 29 15,0 0-19-15,0 0 10 16,-21 74-4-16,19-49-2 16,2-4 4-16,0-2-14 15,0-3 2-15,3-4-5 16,6-4-2-16,5-5 3 15,5-3 4-15,3 0 3 16,2-10-5-16,-3-9-4 0,-1-6 3 16,-10 0 0-16,-1-5 4 15,-9 3 6-15,0 5 0 16,0 2 11-16,-9 9-6 16,-4 2-8-16,-7 5-3 15,2 4-8-15,-4 0-6 16,6 4-6-16,1 9-50 15,3 4-62-15,6 0-42 16,3-2-161-16</inkml:trace>
  <inkml:trace contextRef="#ctx0" brushRef="#br0" timeOffset="10570.58">6751 2589 891 0,'0'0'4'0,"0"0"95"16,0 0-51-16,0 0-48 16,0 0-7-16,0 0 7 15,-3 98 9-15,-3-59 4 16,-2 4 8-16,1-4-8 15,-1-2-9-15,2-6-3 16,2-3-1-16,-1-7 0 0,5-5-2 16,0-9 2-1,0-4-14-15,0-3-47 16,0-6 12-16,3-13 9 16,3-8-29-16,0-5 15 0,-1 1-3 15,-2 0 21-15,1 0 19 16,-4 3 17-1,0 5 2-15,0 3 7 16,0 5 18-16,0 6 6 16,0 5 27-16,0 3-25 0,0 0-29 15,0 1-1-15,0 0-5 16,0 0-4-16,0 1 2 16,0 10 1-16,0 5-51 0,0-3-72 15,-4 3-69 1,4 0-248-16</inkml:trace>
  <inkml:trace contextRef="#ctx0" brushRef="#br0" timeOffset="10756.34">6688 2832 666 0,'0'0'10'0,"0"0"-4"0,0 0-4 0,0 0-2 0,0 0-98 0,0 0-166 0</inkml:trace>
  <inkml:trace contextRef="#ctx0" brushRef="#br0" timeOffset="11003.19">6636 2607 627 0,'0'0'47'15,"0"0"-18"-15,0 0 121 16,0 0-108-16,0 0-30 0,0 0-10 16,4-20 7-16,16 10-4 15,2 2 7-15,6-2 0 16,1 5-8-16,-1-1-4 15,0 2 0-15,-5 1-1 16,-1 3-10-16,-6 0-184 16,-8 0-329-16</inkml:trace>
  <inkml:trace contextRef="#ctx0" brushRef="#br0" timeOffset="11527.93">6721 2816 437 0,'0'0'112'0,"0"0"-111"0,0 0 75 0,0 0-46 16,0 0-19-16,0 0-6 15,91-80 2-15,-70 61-5 16,-3-6-2-16,-2-2 0 15,-2 0-2-15,-1-4-45 0,-4 3-196 16</inkml:trace>
  <inkml:trace contextRef="#ctx0" brushRef="#br0" timeOffset="12079.4">6934 2466 733 0,'0'0'1'0,"0"0"9"0,0 0 24 0,-12 91-1 16,12-53-10-16,0 2-13 16,0 0 2-16,0-2-3 15,-3-5-7-15,3-5-2 16,0-8 1-16,0-4-1 16,0-7 0-16,0-2 0 0,5-7-1 15,7 0-5-15,5 0-18 16,3-13-48-1,2-6 13-15,-1-2 14 0,-3-3 20 16,-6-2 23-16,0 4 2 16,-7 4 20-16,-2 8 34 15,-2 2 49-15,-1 6-37 16,0 2-3-16,0 0-25 16,0 0-38-16,0 14 0 15,-1 4 0-15,-2 0 0 16,1-2 0-16,2-1 0 0,0-7 0 15,0 2 0 1,2-3-2-16,5-5 2 16,5-2 0-16,0 0 0 0,6-2 0 15,-2-11 0-15,2-4 0 16,-3-2 0-16,-2 6 0 16,-4-2 0-16,-4 8 3 15,-1 1 1-15,-4 4 20 16,0 2 47-16,0 0-61 15,0 18-7-15,-4 10-3 16,-4 7 9-16,-2 3 3 16,-3 6 1-16,-1 4-6 15,3 3-7-15,-3 4 0 16,2-8-1-16,-2-9-16 16,5-9-115-16,6-14 13 15,3-10-84-15,0-5-389 0</inkml:trace>
  <inkml:trace contextRef="#ctx0" brushRef="#br0" timeOffset="12545.66">7385 2675 885 0,'0'0'12'0,"0"0"-10"0,-45 71 31 16,33-34-6-16,3 3-15 15,2 0-3-15,1-5-7 16,0-1 0-16,0-4 0 16,3-9-2-16,-2-3-4 0,5-8 4 15,0-7-2-15,0-3-44 16,3 0-31-16,8-13-45 16,1-12-45-16,-1-9-21 15,-3-6 84 1,3-5 61-1,-3-2 43-15,-2 1 92 0,-3 2 35 0,-3 7-1 16,5 6-23-16,-2 9-7 16,0 8-20-16,0 5-19 15,1 5-33-15,-1 4-23 16,8 0-1-16,1 0 0 16,4 1 0-16,-1 15-1 15,-3 2 2-15,-6-2-1 0,-6 4 1 16,0-3-1-16,-8-1 0 15,-17 0 1-15,-3 0 1 16,-4-3 3-16,1 4-5 16,7-7 0-16,6-1 1 15,5-3-1-15,7-1-5 16,6-3-61-16,0-2-110 16,1 0-94-16</inkml:trace>
  <inkml:trace contextRef="#ctx0" brushRef="#br0" timeOffset="12957.5">7527 2559 898 0,'0'0'11'0,"0"0"103"0,0 0-50 0,0 0-64 0,0 0 0 15,0 0 0-15,-17 58 0 16,14-37-2-16,1-5 1 15,2-1 1-15,0-7 0 16,0 2-1-16,0-6 1 16,5-4 0-16,9 0 0 15,2-4 1-15,-1-12 0 16,1-9-1-16,-5 0 0 16,-5-1-2-16,-5-2-1 15,-1 7 3-15,0 7 0 16,0 3 0-16,-3 9 5 15,-4 2-5-15,-2 0 0 16,-3 5-1-16,4 10 1 16,2 3-4-16,3 0 4 0,3 2-4 15,0-5 1-15,0-4-2 16,0 1 2-16,8-7-71 16,5-2-19-16,5-3-41 15,-2 0-72-15,3-7-121 16</inkml:trace>
  <inkml:trace contextRef="#ctx0" brushRef="#br0" timeOffset="13963.66">7750 2335 499 0,'0'0'58'0,"0"0"42"16,0 0 18-16,14-73-41 16,-14 69-6-16,0 4-4 15,0 0-27-15,0 12-40 16,0 14 5-16,-2 9-3 15,-1 0 7-15,2-1 2 16,1 1 2-16,0 1-7 16,0-5-6-16,0-5 1 15,3-5-1-15,6-9-3 16,4-6 2-16,-1-6-2 16,7 0 1-16,-2-9-21 15,7-15-32-15,-5-3 36 16,-2-7 9 15,-4 2 9-31,-4-3 1 16,-3 2 1-16,-5 5 5 0,1 9-4 0,-2 6 17 15,0 10 32-15,0 3-12 0,0 0-20 16,-6 19-19-16,-5 9-2 16,0 1 1-16,3-1 0 0,2-1 1 15,4-5 0-15,2 3 0 16,0-7-1-16,0-5-3 0,0-6 4 15,0-1-2 1,0-6 2-16,8 0 0 0,3 0 1 16,3-11 0-16,0-6 0 15,4-1 1-15,-3 1-2 16,-5 3-3-16,-1 5 3 16,-6 4 1-16,0 2 1 15,-1 3-1-15,-2 0-1 16,0 0-6-16,0 0-2 15,3 0 7-15,0 8 1 16,2-2 0-16,1 0 0 16,-1-3 0-16,4-3 0 15,4 0 2-15,2 0-2 0,1 0 3 16,1 0-3 0,-1-9 1-16,-2-2 0 0,-4-2-1 15,1 1 0-15,-5-4 0 16,-3 5 0-16,-2 2 1 15,-1 2 2-15,0 4 1 16,0 2 0-16,0-1-3 16,0 2 1-16,0 0-2 15,0 4-4-15,-3 14 2 16,-3 1-2-16,2 2 4 16,2 1-2-16,2-2 1 15,0-1 1-15,0-3-1 16,3-3-5-16,6-4 6 15,6-5-1-15,-3-4-1 0,9 0-3 16,-3-6-18 0,3-16-13-16,1-3 18 0,-2-2 6 15,-1-1 9-15,-4 0 3 16,3 1 0-16,-8 6 0 16,0 4 1-16,-5 7 0 15,-2 5 2-15,-3 2 16 16,0 3-5-16,0 0-14 15,0 13-5-15,0 3 5 16,0 8 0-16,0-1 0 16,0 0 0-16,0-3 0 15,-3 0 1-15,0-1-1 16,0-2-1-16,1-3 1 16,1-6 0-16,1-2 0 15,0-3 0-15,0-3-6 0,0 0-51 16,1 0-58-16,7-17-180 15</inkml:trace>
  <inkml:trace contextRef="#ctx0" brushRef="#br0" timeOffset="14181.27">8568 2267 799 0,'0'0'17'0,"0"0"9"0,0 0-17 0,0 0-3 15,0 0-5-15,0 0 0 16,-20 87 2-16,15-70 0 0,2-4-3 16,1-1-3-16,2-6 3 15,0 0 0-15,0-1-9 16,0-5-131-16,10 0-137 16</inkml:trace>
  <inkml:trace contextRef="#ctx0" brushRef="#br0" timeOffset="14374.76">8689 2221 490 0,'0'0'87'15,"0"0"-42"-15,0 0 71 16,0 0-82-16,0 0-33 16,0 0 4-16,10 30 0 0,-4-14 6 15,-5 5 4 1,-1-7-3-16,0 1-7 0,0-3-4 15,0-2 3-15,0-4-4 16,0 0 0-16,0-5-164 16,-7-1-379-16</inkml:trace>
  <inkml:trace contextRef="#ctx0" brushRef="#br0" timeOffset="14562.46">8662 2116 719 0,'0'0'56'16,"0"0"-39"-16,0 0 65 0,0 0-67 16,0 0-15-16,0 0-3 15,-21-40-44-15,-19 40-264 16</inkml:trace>
  <inkml:trace contextRef="#ctx0" brushRef="#br0" timeOffset="14737.84">7492 2338 760 0,'0'0'28'16,"0"0"-10"-16,0 0 77 16,0 0-55-16,0 0-26 15,0 0-7-15,118-19-7 0,-69 2-1 16,-2 3-152-16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43:30.6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11559 4157 355 0,'-130'46'54'0,"-23"-28"-54"0</inkml:trace>
  <inkml:trace contextRef="#ctx0" brushRef="#br0" timeOffset="39.75">9785 3909 409 0,'-323'-103'0'0</inkml:trace>
  <inkml:trace contextRef="#ctx0" brushRef="#br0" timeOffset="708.43">2530 2390 1116 0,'0'0'68'0,"0"0"-55"0,-27 127 31 0,23-45 80 16,4 17-35-16,0 16-20 15,-2 16-18-15,-2 1-4 0,-4 2-23 16,5-16-16-16,-4-20-8 16,7-19 2-16,-3-27-3 15,1-17 1-15,1-14-1 16,1-19-3-16,0-3-52 15,0-31-60-15,0-16-100 16,9-16-31-16,-2-11-46 16,1-16-370-16</inkml:trace>
  <inkml:trace contextRef="#ctx0" brushRef="#br0" timeOffset="959.51">2521 2377 823 0,'0'0'72'0,"0"0"-47"0,0 0 79 15,100-35-65-15,-51 44-11 16,4 19 21-16,-1 9-11 16,-6 8 14-16,-12 10-10 15,-22 4 0-15,-12 6 44 16,-22 2 9-16,-32-4-3 16,-19-7-1-16,-5-4-33 15,-4-7-7-15,6-8-32 16,16-9-10-16,19-12-8 15,23-12-1-15,13-4-8 16,5 0-100-16,30-10-220 0,15-12-166 16</inkml:trace>
  <inkml:trace contextRef="#ctx0" brushRef="#br0" timeOffset="1313.84">3361 2688 1256 0,'0'0'71'16,"0"0"-24"-16,0 0 137 15,0 0-110-15,0 0 19 16,9 122-37-16,3-65-27 0,-2 1-12 16,2-3-11-1,-3-6 0-15,-1-11-3 0,-1-11-3 16,-2-14 2-16,2-12-2 15,2-2 3-15,9-33 9 16,6-16-2-16,10-20-6 16,0-10-4-16,-1-11 3 15,-2 1-1-15,-4 5-1 16,-7 16-1-16,-7 17-7 16,-4 23-10-16,-3 16-45 15,0 13-41-15,6 15-144 16,0 25 1-16,6 12-93 15</inkml:trace>
  <inkml:trace contextRef="#ctx0" brushRef="#br0" timeOffset="2486.71">4158 2921 995 0,'0'0'113'0,"0"0"27"16,37-81 13-16,-24 48-72 15,-5 0-56-15,-8 1-1 16,0 3 30-16,-11 7 3 16,-16 12-9-16,-7 10-15 15,-9 1-12-15,1 27-13 0,-2 11-5 16,3 6-1 0,5 5-2-16,11 0-1 0,10-6 0 15,8-8-2-15,7-9 2 16,0-11-1-16,16-12-4 15,8-4-3-15,4-8 0 16,3-20-11-16,2-4 1 16,0-5 6-16,-2-1 4 15,-2 6 1-15,-8 2 8 16,-5 13 0-16,-7 6 2 16,-4 8 0-16,-4 3-2 15,-1 20-4-15,0 13 4 16,0 11 5-16,0 3 3 15,0-2-1-15,6 0-2 16,6-12-3-16,7-6-2 16,4-12 0-16,10-13 0 0,7-2 2 15,6-23 3-15,5-15-4 16,0-14-1-16,-1-5 0 16,-4-11 1-16,-2-9-1 15,-2-13 0-15,-8-12 0 16,-4-4-1-16,-3 3 1 15,-8 14-2-15,-4 27 2 16,-8 28 0-16,-7 27 1 16,0 11-1-16,-7 41-7 15,-14 20 4-15,-4 25 3 16,4 12 2-16,4 8 1 0,7 0 11 16,7-5-12-16,3-11 3 15,10-13-3-15,16-16-2 16,14-17-1-1,3-18 1-15,5-16 0 0,0-14 5 16,1-9-5 0,-1-25 5-16,-2-12-4 0,-1-12 0 15,-7-7 1-15,-6-3-1 16,-11 5-1-16,-3 7 5 16,-11 21-4-16,-2 13 0 15,-5 18 4-15,0 4-3 16,-11 28-2-16,-5 11 3 15,-2 8-3-15,6 0 4 16,6-3-4-16,6 1 1 16,0-9-2-16,0-6 2 0,12-10-1 15,3-6 0-15,10-11 0 16,2-3 0-16,9 0 1 16,0-21-1-16,0-7 0 15,-2-7-4-15,0-4 2 16,-7 2-4-16,-3 5 5 15,-8 6 0-15,-5 10 2 16,-10 11-1-16,-1 5 3 16,0 0-3-16,0 11-4 15,0 15 0-15,-4 5 2 16,2-2 2-16,2 1 0 16,0-5 4-16,5-4-3 0,14-5 0 15,8-6 2-15,13-7-3 16,15-3 6-16,8 0-4 15,3-19-1-15,-5-5-2 16,-8-8 1-16,-6-5 0 16,-10-6 1-16,-5-4 0 15,-13-6 0-15,-12 5 1 16,-7 4 0-16,0 11 0 16,-7 13 1-16,-17 20 1 15,0 5 16-15,-7 33-7 16,3 19 6-16,8 7 11 15,14 7 2-15,6-4-9 16,18-5-7-16,28-6-14 0,24-12-2 16,20-9 0-16,16-14-6 15,9-15-89-15,-8-6-358 16</inkml:trace>
  <inkml:trace contextRef="#ctx0" brushRef="#br0" timeOffset="3222.52">4565 3892 242 0,'0'0'747'0,"0"0"-733"15,0 0 46-15,0 0 83 16,0 0-118-16,-3 129 4 16,-11-13 55-16,-5 8-47 15,-6 1 7-15,7-2-13 16,-3-10-25-16,3-9-5 15,2-13 2-15,-2-15-3 16,6-16-1-16,-1-21-19 0,2-18-143 16,2-17-117-16,-10-4-233 15</inkml:trace>
  <inkml:trace contextRef="#ctx0" brushRef="#br0" timeOffset="3861.45">4013 4572 1136 0,'0'0'0'0,"0"0"-1"16,88-66 1-16,-21 36 40 15,15-4-8-15,11 1-17 16,2 2-7-16,-1 5-8 0,-4 8 0 16,-13 7-1-1,-14 9 0-15,-18 2-1 16,-23 0 2-16,-13 15-4 0,-9 10 4 15,0 8 1-15,-12 8 7 16,-9 2 10-16,2 0 25 16,8-1-7-16,4-5-20 15,7-8-2-15,0-10-12 16,18-10-2-16,13-9 0 16,9 0 2-16,7-23 10 15,3-15-5-15,4-5 1 16,-9-9-8-16,-9-1 1 15,-14-4 7-15,-13 2-8 0,-9 7 4 16,-9 8 4 0,-19 15-4-16,-2 13 8 0,-6 12 18 15,-6 9-9-15,-1 23-3 16,7 7-7-16,9 4-4 16,8 1 4-16,10-5-4 15,9-2 0-15,0-5-7 16,16-8 0-16,11-11-2 15,9-11 3-15,4-2-1 16,4-14 0-16,2-13 0 16,0-10-2-16,-9-3-4 15,-2-4 0-15,-13 0-4 16,-10 3 9-16,-9 9 1 16,-3 10 3-16,0 11-2 0,0 9 6 15,0 2 10-15,-6 23-17 16,3 14-2-16,0 11 2 15,3 3-1-15,0-4 1 16,9-1-2-16,10-2 1 16,2-8-23-16,12-7-138 15,7-11-38-15,13-16-150 16</inkml:trace>
  <inkml:trace contextRef="#ctx0" brushRef="#br0" timeOffset="4271.09">6537 3865 1165 0,'0'0'13'0,"0"0"53"0,-34 72 67 0,19-6-21 0,-6 15-48 0,2 12-22 15,-4 3-12-15,-7 5-9 16,-8-3-16-16,-1-13-4 15,-6-10 1-15,1-15-2 16,-3-16 1-16,6-15-1 16,12-13 1-16,13-16-1 15,5-10 0-15,11-26-3 16,0-14-33-16,8-13 13 0,10 0 13 16,1 2-8-1,5 15 8-15,-2 15 9 0,-2 19 0 16,2 12 1-16,2 14-5 15,0 22 5-15,4 11 6 16,-4 0 6-16,6 0-5 16,-2-6 2-16,-1-7-9 15,6-11 0-15,-3-7-1 16,-5-8 1-16,2-8-58 16,-3 0-199-16,7-19-105 15,1-5-446-15</inkml:trace>
  <inkml:trace contextRef="#ctx0" brushRef="#br0" timeOffset="5235.81">6876 4414 1317 0,'0'0'12'0,"0"0"-2"16,0 0 123-16,0 0-105 15,0 0-28-15,0 0 2 16,9 64-1-16,30-64-1 15,-2-6-4-15,-6-13 0 16,-5-5-54-16,-10 0 6 16,-6-2 5-16,-10 0 9 15,0 1 19-15,-6 6 16 16,-13 5 3-16,-8 14 3 16,-4 0-1-16,-5 18 27 0,-1 15 26 15,0 9-6 1,4 8 13-16,16 0-25 15,10 3-9-15,7-2-8 0,0-7-10 16,15-7-8-16,10-8-2 16,5-11 1-16,3-15-1 15,3-3-1-15,4-12-1 16,12-21 2-16,5-9-10 16,4-10-17-16,8-11-24 15,5-10-36-15,-1-14-7 16,2-8 71-16,-5-12-19 15,-16-7-13-15,-8-3 44 16,-15 6 11-16,-10 21 0 16,-12 26 10-16,-4 32 55 0,-5 24 43 15,0 16 20-15,-9 43-103 16,-11 30 8-16,-6 25 51 16,-3 20-17-16,5 9-25 15,-3 14-4-15,-3 14-15 16,-1 8-12-16,0 8-10 15,-2 0 0-15,3-7-1 16,6-19 1-16,7-27 0 16,6-31-1-16,11-23 0 15,0-27 0-15,6-22-1 16,13-20 1-16,8-9-32 16,7-24-20-16,4-10 5 15,-2-8-11-15,-5 1 44 0,-7-1-67 16,-12-1 43-1,-9-1 38-15,-3 5 0 0,-5-1 3 16,-20 2 44-16,-6 1 11 16,-5-2-13-16,-3 2 3 15,0-1-27-15,2-6-2 16,4-4-14-16,11-1-4 16,7-5 0-16,15 2-1 15,0-7-4-15,33-5 0 16,11-9-20-16,11-8-61 15,11 0-8-15,7 2-49 16,8 6 18-16,0 6 29 16,-1 14 3-16,-10 11 18 15,-13 16 45-15,-20 10 29 0,-16 12 1 16,-10 8 18-16,-11 2 69 16,0 25 4-16,0 21 36 15,-11 15 8-15,-5 10-40 16,1 1-25-16,0-3-11 15,7 0-35-15,4-4-21 16,4-8-2-16,0-6-2 16,0-10-8-16,0-14-121 15,4-12-138-15,1-15-113 16</inkml:trace>
  <inkml:trace contextRef="#ctx0" brushRef="#br0" timeOffset="5377.8">7963 4261 1358 0,'0'0'0'0,"0"0"-39"0,0 0 39 0,99-88 0 0,-5 72-3 16,30 1-70-16,10 1-243 16</inkml:trace>
  <inkml:trace contextRef="#ctx0" brushRef="#br0" timeOffset="6627.63">8884 3691 799 0,'0'0'63'0,"29"-82"-62"16,-19 65 196-16,-6 17-38 0,1 15-102 15,-2 30-52-15,-2 32 93 16,-1 17 4-1,0 15-46-15,0 7 8 0,-7 3-14 16,-5-2-32-16,3-13-11 16,6-14-4-16,3-19-1 15,2-18-1-15,15-16-1 16,7-16 0-16,6-14 4 16,4-7-4-16,5-14-2 15,6-17-10-15,1-9-57 16,1-8-9-16,-1-6 9 15,-12-3 12-15,-3 4 37 16,-8 4 16-16,-17 5 4 16,-6 7 2-16,0 7 1 15,-26 11 25-15,-8 10 36 0,-5 9-30 16,-4 0-3-16,1 16 1 16,3 9 3-16,5 11 0 15,9 6-18-15,5 5-6 16,13 3-6-16,7-5-4 15,0-4 0-15,7-8-1 16,14-9 0-16,3-11 0 16,2-8-5-16,0-5-18 15,1-5-25-15,5-14 2 16,-3-6 21-16,0-3 7 16,-4-6 7-16,5 3 8 0,-8 5 2 15,-5 5 1 1,-8 10-1-16,-4 5 2 0,-5 6 0 15,0 0 1 1,0 14 0-16,0 11 6 0,-4 10 3 16,3-1-2-16,-1 2 0 15,2-2-1-15,0-2-6 16,3-5-1-16,20-3 1 16,2-9-2-16,6-6 0 15,5-9 1-15,7 0 0 16,2-9-1-16,6-13 0 15,-5-3-4-15,0-6-11 16,-7-7-17-16,-5-8-6 16,-7-6 7-16,-8-6 23 15,-8-4 0-15,3 11 8 16,-7 12 0-16,-4 18 0 0,1 7 7 16,-4 11 29-16,0 3 7 15,0 0-21-15,0 26-18 16,0 11 13-16,-6 10 7 15,2 4-1-15,3 3-4 16,1-4-10-16,0-4 2 16,0-4-4-16,1-8-7 15,12-6 1-15,8-10-1 16,3-11 2-16,9-7 1 0,10 0-2 16,8-18-1-1,4-11-1-15,0-8-2 16,-3-8-20-16,-5-16-29 0,-6-8 23 15,-6-16 1-15,-5-17-3 16,-2-13 2-16,-4-14 21 16,-2-6-2-16,-2 15 6 15,-10 25 0-15,-7 38 4 16,-3 35 2-16,0 22 16 16,-12 27 6-16,-6 35-10 15,-1 27 20-15,1 15 15 16,9 14-5-16,6-3-18 15,3-4-6-15,0-6-13 16,0-15-2-16,3-17-5 16,3-13 0-16,2-16 0 0,-5-15-17 15,1-13-86 1,0-16-46-16,1-2-78 16,-4-24-185-16</inkml:trace>
  <inkml:trace contextRef="#ctx0" brushRef="#br0" timeOffset="6787.66">10222 3904 475 0,'0'0'604'0,"0"0"-602"0,0 0 51 0,0 0 0 0,0 0-53 0,0 0-4 15,87-39-83 1,-71 29-188-16</inkml:trace>
  <inkml:trace contextRef="#ctx0" brushRef="#br0" timeOffset="6972.65">9212 3810 234 0,'0'0'1002'16,"-79"16"-980"-16,67-11-22 15,12-4 94-15,21-1-82 16,33 0-10-16,16-9-4 16,18-8-2-16,1-7-133 0,-8 1-217 15</inkml:trace>
  <inkml:trace contextRef="#ctx0" brushRef="#br0" timeOffset="9110.98">12629 3938 331 0,'0'0'114'0,"-116"0"-57"0,56 0 75 0,-1 0-15 15,13 3-37-15,0 1 22 16,18 2-20-16,11-4 11 16,9 0 18-16,8 0-49 15,2-2-22-15,0 2-6 16,3 5-11-16,19 3 0 15,14-1 54-15,15-3-33 0,18-6 4 16,14 0-7-16,22 0-16 16,11 0-1-16,12-6-13 15,9 3-4-15,4 2-5 16,2 1-2-16,-10 0-3 16,-17 0 0-16,-20 1 1 15,-28 5 2-15,-26-2-2 16,-24-1 2-16,-12-2-1 15,-6-1 1-15,0 2 4 16,0-2-4-16,-5 0-49 16,-7 0-104-16,2 0-48 15,-2-3-134-15,3-4-396 16</inkml:trace>
  <inkml:trace contextRef="#ctx0" brushRef="#br0" timeOffset="9343.94">13754 3828 1069 0,'0'0'9'0,"0"0"56"15,0 0 75-15,0 0-107 16,0 0-8-16,0 0 43 16,48 96-9-16,-26-59-17 15,-4 0 34-15,-6 3-54 16,-9 3 0-16,-3 0 0 0,-5-1-14 15,-14-5-8 1,1-6-5-16,3-9 0 0,6-7-118 16,6-8-117-16,3-7-124 15</inkml:trace>
  <inkml:trace contextRef="#ctx0" brushRef="#br0" timeOffset="9660.14">15080 3409 1172 0,'0'0'212'16,"0"0"-206"-16,0 0 128 0,0 0-51 15,0 0-4 1,0 104-15-16,11-47-31 0,1 7 2 15,-1 3-8-15,-3-2-20 16,-2-4-2-16,-3-8-5 16,0-4 1-16,-3-7-1 15,0-4-1-15,0-12-2 16,0-7-3-16,0-8-68 16,0-9-67-16,-5-2-74 15,-2-4-6-15,1-21-111 16,0-7-161-16</inkml:trace>
  <inkml:trace contextRef="#ctx0" brushRef="#br0" timeOffset="9831.04">15097 3853 511 0,'0'0'232'16,"0"0"-124"-16,0 0 113 15,0 0-96-15,0 0-65 16,0 0-50-16,55-65 2 16,-16 59-8-16,5 4 0 15,-2-2-4-15,-3-2-3 16,-2-5-20-16,-6-3-103 15,-7-8-43-15,-1-7-44 16,-7-9-86-16,-7-5-105 16</inkml:trace>
  <inkml:trace contextRef="#ctx0" brushRef="#br0" timeOffset="10036.73">15468 3461 303 0,'0'0'288'0,"0"0"-103"0,0 0 41 16,0 0-33-16,0 0-124 15,0 0-63-15,-1 26 72 16,1 19 35-16,0 7-27 15,0 6-5-15,1 9-27 16,5-2-28-16,-2-1-12 16,1-6-5-16,-2-6-8 15,1-4 1-15,-1-10-2 16,3-9-6-16,-1-11 3 16,7-10-96-16,3-8-208 15,7 0-41-15,6-12-465 16</inkml:trace>
  <inkml:trace contextRef="#ctx0" brushRef="#br0" timeOffset="10529.9">16113 3924 879 0,'0'0'69'15,"0"0"-45"-15,0 0 78 16,0 0-59-16,0 0-19 16,49-87 15-16,-49 70 45 15,-8 3-38-15,-11 4 18 16,-5 8 6-16,-1 2-32 16,-5 2-12-16,0 19-3 0,2 7-4 15,2 5 6-15,5 2-8 16,7 5-5-16,6-4-10 15,8-4-1-15,0-7 0 16,0-6-1-16,15-7-2 16,4-8 1-16,10-4-2 15,4-4-3-15,5-14-9 16,-1-7-37-16,-2 0 23 16,-4-2 21-16,-6 4 8 15,-9 6 1-15,-9 12 4 16,-4 3 26-16,-3 2 18 15,1 7-33-15,1 17-11 16,2 6 14-16,2 0-13 16,2-2-4-16,1-5-1 0,1-2-1 15,1-6-1 1,2-7-5-16,1-3-82 0,3-5-123 16,6 0 1-16,2-16-156 15</inkml:trace>
  <inkml:trace contextRef="#ctx0" brushRef="#br0" timeOffset="10846.99">16921 3582 1007 0,'0'0'58'0,"0"0"-35"0,0 0 138 0,0 0-62 0,0 0-68 15,0 0-8-15,-46 77-9 16,58-69-6-16,6-1-2 16,-2-7 0-16,7 0-3 15,-1-6 7-15,-1-10-7 16,-5-4-2-16,-3 2 6 16,-7-1 7-16,-4 6 0 15,-2 5 23-15,0 4-14 16,-8 4-17-16,-5 0-6 15,-3 9-15-15,-2 13-20 0,0 4-111 16,3 6-51-16,3 0-115 16,0 0-382-16</inkml:trace>
  <inkml:trace contextRef="#ctx0" brushRef="#br0" timeOffset="11151.1">17094 4018 924 0,'0'0'225'15,"0"0"-146"-15,0 0 120 0,0 0-82 16,0 0-67 0,0 0-45-16,-37 20 5 0,19 6 15 15,6-1-9-15,4-5 2 16,5-5-10-16,3-5-2 15,0-4-4-15,0-6-1 16,19 0 0-16,3 0 1 16,5-14 1-16,-5-5-2 15,-5 1-1-15,-13-1-4 16,-4 3-55-16,-3 3-79 16,-18 4-194-16,-3 1-202 15</inkml:trace>
  <inkml:trace contextRef="#ctx0" brushRef="#br0" timeOffset="11749.61">18723 3476 736 0,'0'0'37'0,"0"0"98"0,0 0 43 0,-13-80-48 16,6 75 10-16,2 2-18 0,-1 3 8 16,-3 7-56-16,-3 22-61 15,-6 17 1-15,3 18 29 16,3 9-11-16,8 8-2 16,4 15 0-16,0 6-7 15,0 4-11-15,10 0 0 16,1-8-4-16,-1-8-5 15,1-8 0-15,-7-9-3 16,-4-10 0-16,0-13 0 16,0-12-5-16,-3-12 0 15,-6-10-41-15,2-8-86 0,0-8-128 16,-6-4-18 0,3-24-187-16</inkml:trace>
  <inkml:trace contextRef="#ctx0" brushRef="#br0" timeOffset="12208.03">18642 3487 939 0,'0'0'56'0,"0"0"-40"16,0 0 165-16,0 0-131 15,0 0-48-15,0 70 41 16,0-12 18-16,0 5 0 15,0 1 16-15,3-3-15 0,1-9-15 16,5-5-17-16,1-11-15 16,3-8-5-16,0-8-4 15,6-5-3-15,1-12-2 16,6-3 0-16,4-1 1 16,8-20 1-16,3-8 1 15,-7-4-4-15,-5-9-3 16,-10-9 2-16,-9-10-1 15,-8-1-3-15,-2 9 5 16,0 16 0-16,0 18 4 16,0 11 3-16,-2 8-1 15,-1 8-6-15,3 23-8 16,0 14 8-16,0 5 20 0,0-2-11 16,14-3 12-1,5-4-15-15,6 0-1 0,3-8-5 16,5-5 1-16,7-7-1 15,3-8-2-15,12-6-104 16,9-7-216-16,7 0-89 16</inkml:trace>
  <inkml:trace contextRef="#ctx0" brushRef="#br0" timeOffset="12847.62">20567 3288 1020 0,'0'0'16'0,"0"0"71"0,0 0 50 0,0 0-55 16,0 0-52-16,0 0 33 0,0-3 1 15,-1 3 5-15,-18 13-14 16,-11 9 14-16,-14 8-11 15,-8 4-19-15,-10 1-3 16,-6 3-7-16,3 0-4 16,4-1-7-16,11-6-7 15,19-5 1-15,10-4-1 16,17-8-8-16,1 0-2 16,3-1-1-16,0 1-2 15,11 2 2-15,8 3 3 16,7 1 0-16,7 1 0 15,6 4 4-15,9 2-6 0,7 5 4 16,4-1-3-16,9 4 5 16,2 0-2-16,-1-3-4 15,0-2 5-15,-13-6-4 16,-14-5-2-16,-17-6-3 16,-13-5 3-16,-6-2 0 15,-4-4-1-15,-2-2 1 16,0 0 0-16,0 0-3 15,0 2 1-15,0-2-8 16,0 0-75-16,0 0-68 16,4 0-86-16,8-15-101 15,1-15-261-15</inkml:trace>
  <inkml:trace contextRef="#ctx0" brushRef="#br0" timeOffset="13159.77">21275 3424 744 0,'0'0'494'0,"0"0"-491"0,0 0 86 0,0 0 43 16,0 91 16-16,4-21-61 16,2 16-18-16,-3 14-5 15,-3 14-28-15,0 4-7 16,-4 0-10-16,-12 0-9 0,-3-11 0 15,-1-12-5 1,3-15 4-16,1-12-2 0,4-15-3 16,0-10-3-16,7-17-1 15,1-9 0-15,4-13-1 16,0-4-10-16,0-9-46 16,14-18-54-16,0-12-114 15,-2-11-81-15,0-9-94 16</inkml:trace>
  <inkml:trace contextRef="#ctx0" brushRef="#br0" timeOffset="13486.92">21301 3385 916 0,'0'0'17'16,"0"0"105"-16,0 0 5 0,0 0-80 15,0 0-32-15,0 0 8 16,44-8 10-16,-40 44 15 16,1 5 19-16,-5 7 8 15,0 6-14-15,0 6-7 16,0 2-22-16,0-2-4 16,0-2-8-16,3-11-15 15,10-5-1-15,1-9-4 16,3-9 0-16,-1-3 0 15,-2-9-1-15,-2-8-3 0,0-1-1 16,-1-3 3 0,-1 0-46-16,2-4-66 0,-5-8-58 15,4-1-58-15,-4-3-129 16</inkml:trace>
  <inkml:trace contextRef="#ctx0" brushRef="#br0" timeOffset="14208.71">21671 3377 341 0,'0'0'235'0,"0"0"-151"16,0 0 79-16,0 0-52 0,0 0-32 16,0 0-8-16,0-14 3 15,0 14-7-15,0 0-21 16,0 0 9-16,0 0-14 16,0 0-7-16,0 1-3 15,0 6 23-15,0 4 25 16,0-1-52-16,0-1-1 15,2-3 10-15,-1 0-15 16,1-5-1-16,-1 1-2 16,-1-2-7-16,0 1-3 15,5 3 2-15,-2 4 2 16,0 4 14-16,5 4-8 16,-3 4-4-16,0 4 3 0,-1 4-1 15,-2 3-2-15,2 7 0 16,-2 3-1-16,2 2 1 15,-1-2-5-15,1 2-2 16,0-5-4-16,-1-3 0 16,-2-4-2-16,5-5 1 15,-1-4-1-15,-1-8-2 16,1-5 0-16,-3-5-2 16,0-1 3-16,-1 0-3 15,-1-3 3-15,2 0-3 16,-2 0-42-16,0 0-77 15,0 0-84-15,0 0-60 0,0-6-110 16,0-1-205 0</inkml:trace>
  <inkml:trace contextRef="#ctx0" brushRef="#br0" timeOffset="14563.65">21663 3774 554 0,'0'0'59'0,"0"0"59"0,0 0 8 0,0 0-53 15,0 0-9-15,0 0 11 16,14-29-22-16,-14 29-14 16,0 0 0-16,0 0-11 15,0 8-13-15,0 12 14 16,0 8 18-16,-14 3-7 16,-4 3-12-16,-11 4-8 15,-5 0-20-15,-2 5-1 16,1-5-9-16,3-4-119 15,8-10-180-15,5-10-315 16</inkml:trace>
  <inkml:trace contextRef="#ctx0" brushRef="#br0" timeOffset="15071.2">22115 3804 803 0,'0'0'53'0,"0"0"164"0,0 0-93 0,0 0-84 16,0 0 4-16,0 0-4 15,-66 33 35-15,48-11-1 16,5 4-34-16,3-1 5 15,5 2 4-15,5-1-21 16,0 0-1-16,7-3-11 0,13-3-12 16,7-7 0-16,4-4 1 15,2-9-5-15,4 0 7 16,-3-6-4-16,-1-10 0 16,-9-10 2-16,-6-1 3 15,-12-4 11-15,-6-1 0 16,-8 2-14-16,-25 4-5 15,-14 11-10-15,-9 11-83 16,-9 4-146-16,-1 5-193 16</inkml:trace>
  <inkml:trace contextRef="#ctx0" brushRef="#br0" timeOffset="21408.67">7965 6552 655 0,'0'0'23'0,"0"0"-4"0,0 0 91 15,0 0-21-15,0 0-41 16,0 0-2-16,23 20 2 15,-10-20 13-15,5 0 7 0,6-8-27 16,-2-3-10 0,-5-1-15-16,-6-1-8 0,-8-4 5 15,-3 1 22 1,-1-4-9-16,-23 1-5 0,-6 5-6 16,-10 6-12-16,-5 8-1 15,-4 0 0-15,-3 16 18 16,-3 13-12-16,2 8-1 15,4 4 3-15,10 3 1 16,12-2-2-16,11 1-9 16,10-6-1-16,6-4 0 15,0-5 1-15,16-9-6 16,7-5 3-16,8-9 3 0,6-5 0 16,1 0 0-16,2-11-10 15,2-12 3-15,1-5-21 16,-1-1 13-16,-2-5-9 15,-6-2 5-15,-8 6 6 16,-1 2 6-16,-10 6 5 16,-6 10 2-16,-3 9 0 15,-6 3 4-15,0 6-4 16,0 16-4-16,0 9 4 16,0 5 9-16,0 0 2 15,0-2 2-15,0-4-5 16,10-5-3-16,5-7-2 0,6-9-2 15,6-4 1-15,6-5 1 16,6-1 2-16,1-18-5 16,0-1 2-16,-3-8-2 15,-2-1 0-15,-5-6 0 16,-5 2 0-16,-8-3 0 16,-7 5 2-16,-9 8-1 15,-1 6-1-15,0 7 2 16,0 8-1-16,-8 2-1 15,0 0-3-15,-1 0-5 16,3 2 3-16,0 9 3 16,3 3-1-16,3-1 2 15,0-1-2-15,0 1 2 16,10-1-1-16,-2 4 2 0,1-1 0 16,-1 2-1-16,0 4 1 15,-2 0 1 1,-3 3-1-16,6-2 1 15,0 0 1-15,3-1 3 0,6-4 0 16,6-5 0-16,9-4-1 16,10-6 3-16,5-2-3 15,7 0-1-15,-1-13-3 16,-1-9 0-16,-5 0 0 16,-6-7 0-16,-11-3 0 15,-5-6 0-15,-10-1-3 16,-8-1 3-16,-8 3 0 15,0 9 3-15,-8 8 1 0,-13 10-2 16,0 10 6-16,-4 0-7 16,-2 10 2-16,6 12 3 15,3 4-1-15,8 3 7 16,10 2-2-16,0-1-1 16,21-1-4-16,7-4 3 15,11-3 7-15,5-6-15 16,7-5 3-16,14-7 0 15,9-4 6-15,7 0-7 16,7-5 4-16,-2-12-6 16,-14-2-3-16,-6-8 3 15,-13 0-2-15,-11-3 2 16,-9-2 1-16,-15 7 1 16,-15 3 2-16,-3 8 4 0,-12 4 2 15,-15 7 8-15,-9 3-13 16,-6 0 2-1,4 16 10-15,-1 4-7 0,9-1-4 16,9 2 0-16,9-3-4 16,9 3 0-16,3-5-4 15,0-3-1-15,6-2-3 16,12-8 2-16,3-3-6 16,7 0 0-16,2 0-7 15,1-15 3-15,2-4-3 16,2-3 8-16,-4 2 3 0,-4 4 2 15,-8 6 3 1,-5 9 1-16,2 1-4 0,-4 8 4 16,7 15 6-16,-4 4 1 15,0 3 2-15,2-2-3 16,2-1-3-16,-3-6-3 16,1-3-1-16,0-5-46 15,-1-7-167-15,1-6-172 16</inkml:trace>
  <inkml:trace contextRef="#ctx0" brushRef="#br0" timeOffset="21688.87">10467 6021 1233 0,'0'0'13'0,"-33"108"34"0,23-20 117 0,2 18-29 0,5 17-46 16,-3 12-44-16,-4 7-14 15,-3 11-21-15,-13 5-8 16,-8-6-2-16,-8-5-3 16,-4-24-2-16,7-24-1 15,8-29-103-15,10-26 31 16,12-20-38-16,9-21-64 15,0-3-98-15,0-24-241 0</inkml:trace>
  <inkml:trace contextRef="#ctx0" brushRef="#br0" timeOffset="23535.78">10601 6175 819 0,'0'0'50'0,"0"0"-2"0,0 0 67 0,-91 25-74 15,65 19 23 1,0 16 14-16,5 13-32 0,0 7 9 16,9-1-1-16,5 2 3 15,5-10-22-15,2-9-21 16,6-9-4-16,14-14-5 16,13-11-2-16,8-10 4 15,9-14-4-15,5-4 2 16,3-6 3-16,-1-24-3 15,-1-10-3-15,-8-10 0 16,-15-6 0-16,-12-7 4 16,-21-5 1-16,0-8 0 0,-24-8-3 15,-10-4-3-15,-7 10 2 16,4 14-3-16,-3 23 0 16,7 21 7-16,0 20 7 15,-3 7 16-15,-1 31-30 16,1 13-2-16,2 14 0 15,13 5 1-15,6 0 1 16,9-1-1-16,6-4 0 16,0-6 1-16,24-8 0 15,15-9 0-15,13-10 0 16,8-10 1-16,10-11-1 16,0-11-1-16,6 0-2 15,-3-21 2-15,-1-10 0 16,-7-5 2-16,-17-2-1 15,-13-1 1-15,-12-2 0 0,-9 3 2 16,-10 8-2-16,-2 10 4 16,-2 15 0-16,0 5 14 15,0 8-19-15,-5 19 2 16,-8 9-2-16,-2 4 6 16,5-1-4-16,1-4 2 15,4-4 1-15,2-7-3 16,0-7-1-16,3-8 0 15,0-3-1-15,0-6 0 16,6 0 0-16,18-17 2 16,10-8 14-16,8-8-12 15,1-4-2-15,-4-1-1 0,-3 2-1 16,-9 10 3-16,-11 8-3 16,-6 11 0-16,-5 7 1 15,-5 12-1-15,3 17 0 16,-1 11 18-16,-2 2 1 15,4-1-8-15,-1-2 5 16,7-2-15-16,1-7-1 16,1-5 0-16,9-8-1 15,1-11-20-15,5-6-136 16,7 0-121-16,8-21-58 16,13-8-313-16,9-11 343 15</inkml:trace>
  <inkml:trace contextRef="#ctx0" brushRef="#br0" timeOffset="23721.6">12347 6111 1126 0,'0'0'6'0,"-27"75"-2"0,18-19 118 0,3 6-2 15,6 9-14-15,0 0-68 16,0-1-3-16,0-2-31 15,0-9-4-15,0-11-1 16,0-12-9-16,0-16-110 16,0-10-76-16,0-10-119 15,0 0-207-15</inkml:trace>
  <inkml:trace contextRef="#ctx0" brushRef="#br0" timeOffset="24379.86">12060 6513 1055 0,'0'0'143'16,"0"0"-138"-16,0 0 103 16,0 0-72-16,0 0-36 15,96-41-2-15,-17 23 1 16,3-2-2-16,-4-8 2 16,-2 1-9-16,-11-6-31 15,-5-6-18-15,-11-3-9 16,-12-1 68-16,-11 7-17 15,-14 9 17-15,-8 15 7 0,-4 10 72 16,0 2-12-16,-12 30-52 16,-8 17-7-16,-1 13 36 15,3 8 5-15,3-2 17 16,6 0-31-16,4-6-16 16,2-8-8-16,3-10-8 15,0-11-1-15,0-10-2 16,11-11-1-16,-2-8 1 15,12-2 7-15,4-16 3 16,5-14-4-16,3-7-6 16,-2-1 2-16,-1 0 3 15,-5 3-5-15,-8 13 0 0,-9 10 2 16,-3 12 0-16,-4 0 3 16,4 13-5-16,3 11 0 15,3 8 20-15,3-6-14 16,5-2 4-16,4-6-8 15,5-4 8-15,5-6-5 16,5-8-3-16,1 0 2 16,-3-4 0-16,-3-14-4 15,-6-2-1-15,-6-8 1 16,-9-2 1-16,-3-6-1 16,-8-3 0-16,-1 6-3 15,0 7 1-15,-3 15 2 16,-12 11-1-16,-6 6-5 0,-1 21-6 15,1 7 12 1,6-1-1-16,9 2 0 0,6-4 0 16,8-2-3-16,28-5-1 15,19-2 2-15,19-7-50 16,17-7-107-16,9-5-89 16,0-3-223-16</inkml:trace>
  <inkml:trace contextRef="#ctx0" brushRef="#br0" timeOffset="25409.23">14018 6535 1073 0,'0'0'150'0,"0"0"-125"0,0 0-12 0,0 0 55 0,0 0-52 15,0 0-14-15,66-19-2 16,-19 0 1-16,-3-9 0 15,-4-7-1 1,-6-11 1-16,-6-12 2 0,-8-8 1 16,-5-10-3-16,-8-9 0 15,-2 3 0-15,-5 8 0 16,0 24-1-16,0 25 3 16,0 19 11-16,-9 12 64 15,-14 37-77-15,-5 20-1 16,1 15 27-16,6 9-9 15,9 0-6-15,8 0 1 0,4-1-4 16,0-16-2 0,6-7-7-16,15-17-3 0,7-13 2 15,8-12 1-15,4-15 0 16,8-6-1-16,1-10-18 16,2-15-25-16,-2-10-27 15,-7-3 13-15,-8-11 19 16,-4-2 17-16,-9-5-9 15,-9 8 7-15,-9 12 22 16,-3 15 2-16,0 13 39 16,-2 8 2-16,-16 4-22 15,-7 20-15-15,0 13 35 0,4 5-5 16,10 0-17 0,7 1-2-16,4-1 7 0,0-5-11 15,3-4-10-15,12-5 1 16,4-8-2-16,8-6 2 15,6-10-1-15,13-4 1 16,8-3 0-16,9-18-2 16,-1-8-1-16,-4-6-16 15,-7-9-33-15,-6-7 32 16,-4-15-10-16,-3-10 14 16,-5-12 10-16,-7-11-1 15,-5-10 0-15,-7 4 5 16,-5 15-2-16,-8 28 2 0,-1 30 7 15,0 22 55 1,0 10 8-16,-12 33-70 0,-8 28 0 16,-4 24 45-16,3 15-1 15,0 12-13-15,0 10 9 16,-6 10-14-16,-4 9-15 16,-3 1-3-16,-1 7-3 15,7 7-5-15,1-7 0 16,1-8-1-16,7-19-1 15,10-26 2-15,8-21-1 16,1-27-2-16,1-23-1 16,16-18 2-16,10-7-12 15,7-19 2-15,12-18-39 16,2-10-9-16,-4-9 50 0,-2-6-68 16,-3-4 42-16,-7 3 23 15,-9 7 1-15,-9 5 12 16,-14 4 3-16,0 7 16 15,-20-2 32-15,-12 5 2 16,-7 0 14-16,-4 0-33 16,1 2-3-16,7 1 0 15,9 0-20-15,11 2-7 16,10 0-3-16,5-2-1 16,5-6-6-16,23-1-64 15,14-7-92-15,6-5-90 16,8-6-139-16</inkml:trace>
  <inkml:trace contextRef="#ctx0" brushRef="#br0" timeOffset="25604.3">15597 5936 1038 0,'0'0'0'0,"0"0"0"0,-17 131 125 0,12-57-25 16,5 2-43-16,0-2-4 15,0-4-35-15,8-7-13 16,-1-6-5-16,4-10-3 0,-7-12 0 16,-2-10-157-1,-2-10-191-15</inkml:trace>
  <inkml:trace contextRef="#ctx0" brushRef="#br0" timeOffset="25768.78">15587 6353 1037 0,'0'0'7'16,"0"0"-5"-16,0 0 30 15,114-78-32-15,-53 60-6 16,1-5-177-16,-3-4-426 16</inkml:trace>
  <inkml:trace contextRef="#ctx0" brushRef="#br0" timeOffset="26286.72">16746 5707 1060 0,'0'0'18'0,"0"0"3"15,0 0 10-15,4 90 126 0,-4-26-72 0,0 9-32 0,-15 7 26 16,0 4-35 0,-3-1-34-16,4-5 1 0,5-9-7 15,5-12-4-15,4-16 0 16,0-15-1-16,12-15-15 16,13-11-54-16,9 0-43 15,7-21-49-15,-5-8-101 16,-8-5-142-16</inkml:trace>
  <inkml:trace contextRef="#ctx0" brushRef="#br0" timeOffset="26471.81">16511 6182 791 0,'0'0'139'16,"0"0"-139"-16,0 0 138 0,0 0-71 15,0 0-67-15,0 0 1 16,27-29-2-16,31 11 1 15,8 2-23-15,8 0-96 16,5 5-65-16,0 3-3 16,-6 6-148-16</inkml:trace>
  <inkml:trace contextRef="#ctx0" brushRef="#br0" timeOffset="27311.87">17240 6265 730 0,'0'0'34'15,"0"0"59"-15,0 0 34 0,0 0-72 16,0 0-41-16,0 0-11 16,77-69-1-1,-69 44-2-15,-8-4 8 0,0 1 15 16,-20 3 14-16,-6 9 27 16,-4 8-6-16,-4 8-12 15,4 0-32-15,2 17 4 16,6 10-9-16,5 2-8 15,8 2-1-15,5 2 0 16,4-3 0-16,0-3-4 16,11-7-2-16,9-2-27 15,7-12-36-15,4-6 43 16,5 0-30-16,1-9 21 0,1-10 16 16,-6 1 13-16,-2-3 5 15,-6 7-1-15,-7 2 4 16,-7 6-2-16,-9 5 1 15,-1 1 1-15,0 3-1 16,0 13 2-16,3 0 39 16,-1 1-37-16,-1-5-3 15,7-1-1-15,0-4-1 16,5-3 2-16,0-2-1 16,3-2 1-16,6 0 1 15,-2-6-2-15,1-7 0 16,-3 0-1-16,0-4 2 15,-6 3-4-15,0 0 3 16,-5 3-2-16,-4 5 2 0,-3 3 4 16,0 1 1-16,0 2 0 15,0 0-6-15,0 11-8 16,-3 4 8-16,3 2 4 16,0-1-3-16,0-3 0 15,0-4 1-15,9-3-1 16,9-1-1-16,3-5 2 15,6 0 4-15,1 0-3 16,2-11-3-16,3-1 2 16,-3-5-1-16,-3-5 3 15,-2-2-3-15,-3-3 2 16,0-9-3-16,-2-7 1 16,-1-10 1-16,-5-10-2 0,-3-12 0 15,-4-7 0-15,-7-5-1 16,0 2 1-16,0 8 0 15,-2 18 0-15,-6 21 1 16,0 24 20-16,1 14 68 16,-8 25-69-16,0 31-12 15,-1 20 1-15,8 13 26 16,8 11 0-16,0-1 11 16,9-2-31-16,6-9-12 15,0-18-3-15,1-11-2 16,-2-16 0-16,-1-13-71 15,-6-18-26-15,3-12-51 16,-7-5-171-16</inkml:trace>
  <inkml:trace contextRef="#ctx0" brushRef="#br0" timeOffset="27507.9">17688 5691 609 0,'0'0'686'0,"0"0"-685"0,0 0 126 0,0 0-120 0,0 0-7 0,0 0-74 15,-9-2-111-15,30 11-251 16</inkml:trace>
  <inkml:trace contextRef="#ctx0" brushRef="#br0" timeOffset="28548.83">18943 5804 972 0,'0'0'29'0,"0"0"-8"0,0 0 163 0,-113 71-90 0,77-25-15 0,6 5-10 16,3-2-18-16,7-3-15 15,6-4-13-15,9-8-6 16,5-5-5-16,0-9-9 16,18-6 0-16,10-9-1 15,8-5-2-15,7 0 5 16,3-15-4-16,1-10 2 16,-8-7-3-16,-14-5 1 15,-9-10 0-15,-16-7 4 16,-4-2-3-16,-26-1-1 15,-3 11 0-15,-4 19 3 16,4 16-3-16,8 11 2 0,-4 18 0 16,7 24 0-16,3 11 7 15,7 2 1-15,7-2-6 16,5-5 4-16,2-5-4 16,19-8-3-16,14-8 1 15,6-9-3-15,8-8-1 16,13-10 1-16,6 0 1 15,3-17-1-15,1-16-8 16,-4-9-40-16,-5-12-2 16,-13-12-3-16,-9-11 16 0,-11-4 15 15,-16-8 15 1,-10 5 6-16,-4 10 1 0,0 17 0 16,-7 23 6-16,0 17 21 15,-1 14 20-15,-4 9-19 16,1 33-21-16,-3 22-7 15,-2 21 41-15,2 22-15 16,9 21 24-16,5 22-22 16,0 20-5-16,0 9 1 15,0 8-20-15,-7 6-4 16,-11-7 0-16,-3-18-2 16,-3-25 2-16,5-26 0 15,0-26-2-15,0-24 2 16,3-24 1-16,4-24-1 15,0-16 3-15,-4-16 7 0,-3-30-10 16,-6-22 0-16,3-17 0 16,1-23 0-16,5-18 0 15,12-13 2-15,4-6-2 16,26 7 0-16,20 9-1 16,20 19-5-16,19 18-14 15,1 22-40-15,5 18-87 16,-3 14-151-16,-10 7-227 15</inkml:trace>
  <inkml:trace contextRef="#ctx0" brushRef="#br0" timeOffset="29297.86">20578 5666 1002 0,'0'0'22'0,"0"0"-9"16,0 0 64-16,0 0 64 15,0 0-63-15,0 0-8 16,-14-32 20-16,14 32-16 0,0 0-17 16,0 0-20-16,9 0-13 15,26 0-3-15,21 0 41 16,18-3-31-16,9 0-12 15,2 1-17-15,-6 2-1 16,-7 5 0-16,-16 17-1 16,-21 4 1-16,-22 10-1 15,-13 8 0-15,-28 11 2 16,-29 11 3-16,-19 1 2 16,-10-1 6-16,-2-6 4 15,5-5 2-15,7-4-7 16,9-2 0-16,20-10-9 15,24-6-3-15,20-10 0 0,6-8-1 16,37-7 1-16,26-6 1 16,18-2 3-16,11-6-3 15,1-10-2-15,-4-1 1 16,-13 0-1-16,-23 4 0 16,-22 5-2-16,-18 1-27 15,-13 0-92-15,-3-3-103 16,-9-5-183-16,-24-6-457 15</inkml:trace>
  <inkml:trace contextRef="#ctx0" brushRef="#br0" timeOffset="29501.24">20475 5939 1099 0,'0'0'30'0,"0"0"56"0,0 0 16 0,0 0-52 0,106-71-9 16,-39 53 4-16,3 2-15 16,-3 1-28-16,2 5-2 15,-2 4-8-15,1 2-75 16,-2 4-223-16,-2 0-177 16</inkml:trace>
  <inkml:trace contextRef="#ctx0" brushRef="#br0" timeOffset="30396.62">21864 6004 993 0,'0'0'61'0,"0"0"-4"15,43-79 105-15,-36 59-103 16,-5 6 34-16,-2 4 1 15,-7 4-15-15,-17 3-33 16,-9 3-15-16,-9 6-17 16,-4 21 0-16,-2 10 7 15,5 9-8-15,3 8 14 16,10 1-8-16,10-4-8 0,7 1-3 16,13-4-6-16,0-4 2 15,22-5-4-15,14-7 0 16,12-9 1-16,13-9-1 15,9-10 1-15,11-4-1 16,-5-7-1-16,0-17-14 16,5-5 3-16,8-6 7 15,2-5 4-15,-3 1-1 16,-21 1 0-16,-18 2-12 16,-22 7-3-16,-18 4 17 15,-9 5 0-15,-3 8 5 16,-27 7-5-16,-13 5 0 15,-9 0 0-15,1 15 3 0,6 7 6 16,5 1 6 0,11 5-9-16,7-3 0 0,12 0-5 15,9-4-1-15,1 0-1 16,1-5 1-16,20-5-5 16,9-8 1-16,4-3 0 15,9 0-13-15,-1-8-11 16,0-11 3-16,-2-5-3 15,-3 2 10-15,-5 2 16 16,-11 7-3-16,-6 5 5 16,-11 6 0-16,-4 2 3 15,0 0-3-15,0 16 3 16,0 6-1-16,2 3 22 16,2 1-21-16,5-3 6 0,0-3-1 15,6-4-4-15,3-3-1 16,6-5-2-16,4-6 0 15,3-2 4-15,4 0-2 16,-1-17 0-16,-1-8-2 16,0-9 1-16,-4-6 0 15,-2-7 1-15,-5-9-2 16,-5-8-1-16,-9-16 0 16,-7-2-1-16,-1 2 1 15,0 11-1-15,-9 22-1 16,-1 22 2-16,-2 15 3 15,-2 10 5-15,-2 25-6 0,-2 24-1 16,2 20 11-16,10 12 5 16,6 5-1-1,4 3 1-15,15-4-12 0,2-9-5 16,2 1 0-16,2-8-21 16,2-7-105-16,-3-9-207 15,-2-9-485-15</inkml:trace>
  <inkml:trace contextRef="#ctx0" brushRef="#br0" timeOffset="32144.92">22926 5345 488 0,'0'0'4'0,"0"0"-4"0,0 0-2 0,0 0-1 0,0 0-178 15</inkml:trace>
  <inkml:trace contextRef="#ctx0" brushRef="#br0" timeOffset="34311.6">25937 5642 655 0,'0'0'201'0,"0"0"-200"0,0 0 107 0,0 0 87 0,0 0-104 15,0 0-50-15,0 0 13 16,-51-8-17-16,77 8-17 15,20 0 51-15,21-6 5 16,26-3-40-16,24-3 5 16,24 0-1-16,24 1-12 15,25-3-19-15,18 3 1 16,19-3-3-16,13 3-7 16,4 0-2-16,2 1 2 15,1-3 2-15,3-2 0 16,-4-3-2-16,-11-1-5 0,-11 2 5 15,-12-1 2-15,-13-3-1 16,-10 1-1-16,-13 1-1 16,-15 2-2-16,-8 2 2 15,-12 3 1-15,-6-1 0 16,-1 1 1-16,-3 0 2 16,-3 4-3-16,1 4 0 15,-7-2-2-15,-3 6-1 16,-2 0 2-16,-8 0-1 15,-5 0 2-15,-8 0 1 16,-9 0-1-16,-3 5 5 16,-5-4-5-16,-4 0 1 15,-9 2-1-15,-10-3-1 16,-10 2-1-16,-13-2 0 0,-11 0 2 16,-11 0-1-16,-8 0 1 15,-3 0-20-15,-6-12-114 16,-22 1-76-16,-13-3-37 15,-6-1-77-15,-17-4-337 16</inkml:trace>
  <inkml:trace contextRef="#ctx0" brushRef="#br0" timeOffset="36194.01">26031 5095 367 0,'0'0'393'0,"0"0"-391"0,0 0 114 15,0 0-57-15,0 0-50 16,0 0-4-16,-7-7 10 16,7 7 17-16,9 0 36 15,4 0-5-15,0 7-1 16,4 2-20-16,1-2-27 0,2 1 19 16,4 1 10-16,3-2-22 15,0-3 6 1,6-2-10-16,3-2-1 15,1 0 9-15,6 0-2 0,0-7-7 16,-2-6-9 0,-1 1 1-16,2-2-5 0,-5-2-1 15,-1 1 4-15,-3-1-3 16,0 2-2-16,-2-5 0 16,-1 2 5-16,4 0-4 15,6-4 1-15,2-3 3 16,2-1 4-16,2-2-10 15,-1-3 5-15,-1-1-1 0,0 1 1 16,-3-2 0 0,-1 3 0-16,-2 1 0 0,-1 0 0 15,-2 1 0-15,-2 0 0 16,-2-5 1-16,0-1-5 16,-1-1 2-16,0 1 1 15,0 0-3-15,-1-3 1 16,0 3 1-16,-2 1-1 15,-1-1 1-15,-2 2-1 16,1-2-1-16,-2 0 2 16,1-1-1-16,0 1 0 15,-2-3-1-15,-1-2 0 0,1-2 2 16,-1-1-3-16,-1 2-1 16,2 0 2-16,-3 3 0 15,1-1-2-15,-1 1 2 16,-1 3-1-16,-4-2-2 15,1 0 2-15,-1-5 2 16,6 0-2-16,-5-3 1 16,5 0-2-16,0 4-2 15,2 1 2-15,1 1 0 16,-4-1 0-16,5 3 2 16,0 0-3-16,0 0 4 15,-3 3-5-15,-3 1 2 16,1 5 0-16,-3-5-1 15,5 4 0-15,1-3 1 16,0 0 0-16,6 3-3 0,3-3 2 16,7-1-2-16,5 1 3 15,2 3 0-15,5 1-7 16,2 5 7-16,1 2-1 16,2 0 2-16,-2 7-2 15,1-1 1-15,0 5 0 16,1 3 0-16,3 4-1 15,2 1 1-15,-3 0-1 16,-6 0 1-16,-1 4-2 16,2 12 2-16,-2 1 1 0,3 2 0 15,1 4 1-15,-2 2-2 16,1 1 0-16,0 5 0 16,-1 0-1-16,-1 1 0 15,0 2 1-15,1 1-1 16,1 2 2-16,0 2 3 15,-1 0 0-15,0 2 0 16,-5 2 1-16,-4 1-1 16,-1 0-2-16,-3 1 2 15,-5 2-2-15,2 1 3 16,-3 2-3-16,4 1 4 16,-2 1 1-16,6-2 3 15,-1 0 7-15,2-6 1 16,-3 2-6-16,-2-3 1 15,-1 2 0-15,1-1-4 0,-3 1 0 16,1-2-4-16,-2-1 5 16,-2-3 0-16,0-1-4 15,1-1 2-15,-4 0-3 16,-1-3 2-16,-1 0-1 16,-1-4-1-16,-3 2-2 15,0-2 1-15,-2-1 0 16,1 0 1-16,1-3-3 15,-1-2 3-15,1 1 0 16,2-2-2-16,3 2 5 16,3 0-6-16,1-2 5 15,3 3-7-15,5 0 5 0,6-1-2 16,-3 0-2-16,4-5 0 16,-12 1-1-16,-7-8 0 15,-10-4-2-15,-8-3-5 16,-4-3-65-16,-5-3-70 15,2 1-58-15,-1-1-130 16,-1 0-108-16</inkml:trace>
  <inkml:trace contextRef="#ctx0" brushRef="#br0" timeOffset="37881.68">27113 4771 132 0,'0'0'258'0,"0"0"-239"0,0 0 116 0,0 0-32 16,0 0-12-16,0 0 2 15,0 0 4-15,-17-12-22 16,17 12-13-16,0 8-21 16,0 20-29-16,0 15 48 15,0 12 15-15,0 12-30 0,0 11 5 16,2 5-3-1,2 7-34-15,2-1-6 0,4-9-2 16,1-9-4-16,3-13-1 16,-1-12-1-16,-4-12-1 15,-3-7-2-15,-5-13-73 16,-1-8-59-16,0-6-69 16,-9-6-49-16</inkml:trace>
  <inkml:trace contextRef="#ctx0" brushRef="#br0" timeOffset="38270.61">26361 5178 626 0,'0'0'46'0,"0"0"81"0,0 0 2 0,0 0-63 16,0 0-38-16,0 0 9 0,-2 22 97 15,-45 19-38 1,-9 4-50-16,-5 1-11 0,3-2-13 16,3 2-15-16,1-7-7 15,8-2 0-15,4-7-2 16,12-3-1-16,14-12-54 16,13-12-85-16,3-3-112 15,7-6-70-15</inkml:trace>
  <inkml:trace contextRef="#ctx0" brushRef="#br0" timeOffset="38518.71">26475 5245 690 0,'0'0'35'16,"0"0"31"-16,0 0 75 0,0 0-85 15,0 0-22-15,0 0 94 16,-53 82-26-16,17-49-34 15,-6-1-48-15,1 5 3 16,0-5-10-16,5-2-13 16,11-8 0-16,10-7-8 15,14-2-46-15,1-12-159 16,16-1 22-16,15-14-49 16</inkml:trace>
  <inkml:trace contextRef="#ctx0" brushRef="#br0" timeOffset="38720.93">26732 5235 734 0,'0'0'64'15,"0"0"34"-15,0 0 0 16,0 0-75-16,0 0 126 16,0 0-62-16,-33 91-31 15,13-64-18-15,-2 0-20 16,0 0-9-16,1-3-9 15,8-7 0-15,8-4-8 16,5-8-69-16,2-5-117 16,19 0 38-16,7-12-129 0</inkml:trace>
  <inkml:trace contextRef="#ctx0" brushRef="#br0" timeOffset="38922.39">26992 5290 823 0,'0'0'52'15,"0"0"22"-15,0 0 55 16,0 0-23-16,0 0-67 16,-37 77 22-16,24-52-28 15,0 0-15-15,4-4-15 16,5-5-3-16,4-3-5 16,0-4 1-16,13-6-73 15,14-3-57-15,4 0-40 16,2-13-72-16,-3-6-213 0</inkml:trace>
  <inkml:trace contextRef="#ctx0" brushRef="#br0" timeOffset="39023.94">27077 5418 400 0,'0'0'107'16,"0"0"-102"-16,-75 91-2 16,60-58-3-16,8-2-213 15</inkml:trace>
  <inkml:trace contextRef="#ctx0" brushRef="#br0" timeOffset="39779.71">27002 5992 907 0,'0'0'5'16,"0"0"128"-16,0 0-3 16,0 0-77-16,0 0-6 15,0 0-17-15,-12-28-4 16,12 28-1-16,0 0 12 15,0 0 0-15,0 0-7 16,0 0-10-16,0 0-15 16,0 0-2-16,0 0 1 0,0 6-3 15,20 0 1-15,6-4 4 16,12-2 6-16,4 0-12 16,8 0 10-16,-1 0-8 15,-1-5-2-15,-6-1-1 16,-12 3 1-16,-12 0 0 15,-9 3 0-15,-6 0-5 16,-3 11 3-16,-6 11 2 16,-17 11 19-16,-12 5 25 15,-4 1-8-15,-2 4-2 16,3-1-18-16,1-1-11 16,5 0 3-16,5-8-1 15,6-3-3-15,11-11-2 0,6-5-2 16,4-2-4-16,1-3-2 15,18-5 4-15,8 1 2 16,8-5 0-16,5 0 2 16,1 0-2-16,4 0-1 15,-4 0 0-15,-6-8-3 16,-10 1-72-16,-5-2-100 16,-5 0-94-16,-9-4-180 15</inkml:trace>
  <inkml:trace contextRef="#ctx0" brushRef="#br0" timeOffset="39958.65">26995 6248 1077 0,'0'0'9'0,"0"0"115"0,0 0-48 0,0 0-76 0,0 0 0 16,85-14-3-16,-41 8 3 15,0 0-2-15,0-2-10 16,1 1-120-16,3 2-88 16,-8-3-93-16</inkml:trace>
  <inkml:trace contextRef="#ctx0" brushRef="#br0" timeOffset="40822.17">27571 6166 781 0,'0'0'98'16,"0"0"-89"-16,0 0 25 15,0 0-12-15,0 0-13 16,0 0 27-16,24-32 86 16,-24 32-7-16,-13 0-59 15,-9 0-26-15,-5 7-28 16,2 5 22-16,3 4 1 15,5 3-12-15,5 3-2 16,3 0-3-16,8 0-8 16,1-4 0-16,4-2 0 15,17-4-3-15,9-6 3 16,4-5-1-16,5-1 1 0,4 0-4 16,-1-13-21-16,3-3-18 15,-3-5 1 1,0-2 15-16,-4 0 5 0,-7 1 9 15,-9 0 3-15,-8 3 8 16,-8 7 2-16,-6 1 2 16,0 4 4-16,-4 5-1 15,-14 2 4-15,-3 0-2 16,-3 0 12-16,-1 12-9 16,3 2 18-16,3 0-16 15,6 1-6-15,7-4-3 16,3-1-3-16,3-4-1 0,0-1 1 15,9-2-4-15,10-3 4 16,4 0 0-16,-1 0-11 16,4-6-34-16,-6-3 8 15,0-4 3-15,-4 1 19 16,0 2 11-16,-6 2 0 16,-6 7 4-16,-2-1 1 15,-2 2 2-15,1 0-3 16,1 0-4-16,2 8 4 15,4 10 13-15,0-3 8 16,2 2-4-16,0 0-12 16,2-1-2-16,0-2 6 15,3-3-4-15,0-5-3 0,4-4 1 16,2-2 3-16,4 0 3 16,4-10-1-16,1-11-4 15,-2-3-3-15,-1-4-1 16,-7-10 1-16,-4-4-2 15,-9-14 1-15,-5-4 0 16,-2-5-2-16,-2 6 2 16,-15 12 7-16,0 16-4 15,2 13 43-15,1 16 16 16,2 2 0-16,3 17-41 16,4 17-9-16,5 13-3 15,0 8 3-15,20 2-1 0,7 0-5 16,3-6-6-1,-2 1-1-15,-2-2-1 0,-5-4-174 16,-7-2-237-16</inkml:trace>
  <inkml:trace contextRef="#ctx0" brushRef="#br0" timeOffset="42082.44">26386 5348 874 0,'0'0'16'0,"0"0"142"0,0 0-70 0,-88-44-40 16,58 26 26-16,-6-2-29 15,-8-4-2-15,-7-7 29 16,-4-4-16-16,-7-12-29 15,1-3-10-15,2-12 0 16,4-13 4-16,16-6-18 16,15-2 3-16,18 7-6 15,6 13 0-15,7 10-3 16,17 12 0-16,1 9 2 0,2 5-3 16,-6 11 1-16,-6 7 0 15,-6 8-3-15,-4 1-10 16,-5 4 12-16,0 16-7 15,0 5 8-15,-14 1-1 16,-8 3 4-16,-5-1 0 16,-1 3 0-16,-4 5 0 15,-5 0 0-15,1 1 0 16,0-2-1-16,6-5 1 16,10-10-1-16,9-9-6 15,5-5-11-15,6-6-39 16,0 0 30-16,2-6 11 0,14-20 8 15,10-7 0-15,6-4 5 16,3-5-2-16,-2 3 4 16,-4 5 0-16,-2 6 1 15,-3 5 1-15,-7 10 1 16,-4 3 1-16,-3 8-5 16,2 2 2-16,2 0-8 15,5 12 8-15,2 1 1 16,0 1-1-16,0 2 0 15,0-1 0-15,1-3-37 16,0-3-203-16,-2-9-128 16</inkml:trace>
  <inkml:trace contextRef="#ctx0" brushRef="#br0" timeOffset="42582.78">25989 4012 715 0,'0'0'11'0,"0"0"86"0,0 0-23 16,0 0-66-16,0 0 65 15,0 0-13-15,-1 80-11 0,1-55-8 16,1-1-20-16,2 1-10 15,2-5-9-15,-4-1-2 16,2-7 1-16,-1-1-2 16,-1-5 0-16,-1-6-4 15,0 0-34-15,0 0 29 16,0-15 2-16,-7-8-5 16,-4-6 10-16,4-6 2 15,-2-6 1-15,3-9 1 16,1 0 0-16,2-3 7 15,3 1 7-15,0 7 11 16,0 7-13-16,6 6 21 16,14 10 28-16,4 10-60 15,4 9-2-15,0 3-1 0,-5 9-1 16,-8 19 1-16,-10 5 1 16,-5 4 6-1,-7 0 7-15,-17 3-1 0,-9-1-6 16,2-4-4-16,1 1-2 15,8-5-1-15,9-8-14 16,8-4-190-16,5-13-161 16</inkml:trace>
  <inkml:trace contextRef="#ctx0" brushRef="#br0" timeOffset="42956.75">26222 3801 982 0,'0'0'5'0,"0"0"15"0,0 0 15 0,0 0 25 0,0 0-16 15,0 0-7-15,90 72 4 16,-73-53-25-16,-2-1-8 16,0 0-7-16,-3-4 1 15,1-3-2-15,-3-5 0 16,-4-6 1-16,0 0 0 15,-1-6 6-15,1-18 1 16,-1-5-8-16,-2-8 3 16,-2 0-1-16,-1-1 2 15,0-1-2-15,0 11-2 16,0 7 1-16,0 6-1 0,0 14-1 16,0 1-2-16,0 4-23 15,0 18-73-15,2 2-28 16,4-1-67-16,4-3-38 15,5-3-287-15</inkml:trace>
  <inkml:trace contextRef="#ctx0" brushRef="#br0" timeOffset="43144.25">26679 3759 469 0,'0'0'16'15,"0"0"144"-15,49-77-70 0,-40 59 1 16,-2 6-11-1,-3 8 10-15,-4 2-20 0,2 2-50 16,1 0-20-16,3 0-3 16,6 10 3-16,4 2 1 15,10-2 1-15,6 0-1 16,12-6 0-16,8 0 0 16,5-4-1-16,-3 0-156 15,-2-8-538-15</inkml:trace>
  <inkml:trace contextRef="#ctx0" brushRef="#br0" timeOffset="44470.75">4510 9765 177 0,'0'0'186'0,"24"-72"-160"15,-13 32 102-15,-3 2-33 0,-5 5 24 16,-3 7-59 0,0 7 105-16,0 11-83 0,-12 8 32 15,-4 4-25-15,-2 34-72 16,-3 23 1-16,-3 20 32 16,5 20 8-16,-1 15 6 15,1 10-24-15,0 6-27 16,5 9-8-16,8-1-5 15,6-16-1-15,0-21 1 16,6-31-7-16,8-21-49 16,-4-21-169-16,-10-17-131 15</inkml:trace>
  <inkml:trace contextRef="#ctx0" brushRef="#br0" timeOffset="45175.89">3880 10424 907 0,'0'0'29'0,"0"0"-28"16,21-82 23-16,22 55-2 15,14-1-7-15,21-1-6 16,10 0-4-16,11-1 3 16,3-4 0-16,-5 3-8 15,-6 4 0-15,-9 3 0 16,-18 4-1-16,-19 4 1 15,-17 9-1-15,-20 3 2 16,-8 4 2-16,-2 0 41 16,-23 11 14-16,-14 17-49 0,-6 4 36 15,-2 7 25-15,6 3-33 16,7-2-1-16,15-6 1 16,13-2-14-16,6-4-18 15,9-7-3-15,25-6 0 16,17-9-1-16,8-6 0 15,10 0-1-15,-6-14 1 16,-7-8-3-16,-8-5 2 16,-12-3 0-16,-15-3-1 15,-11-2-2-15,-10-3 2 16,-6-1-3-16,-21 3-3 16,-7 7 7-16,-6 9-4 15,-2 13 3-15,0 7 1 0,2 2-3 16,4 19 2-16,6 9 1 15,11 1-1-15,10 2-1 16,9-2-2-16,3-1 2 16,19-6 0-16,7-4-3 15,2-6 1-15,6-6 2 16,1-8-1-16,2 0 1 16,-4 0 1-16,1-18-1 15,2-4-5-15,-8-3-8 16,-1-6 1-16,-6 0 5 15,-8-2 7-15,-7 5-1 0,-6 5 3 16,-3 7 3 0,0 6-1-16,0 10 2 0,0 0 3 15,0 12-7-15,0 14 1 16,0 5-1-16,0 5 4 16,0-3-4-16,8 1 1 15,11-3-1-15,2 3-2 16,10-3 1-16,2-6-146 15,7-9-224-15</inkml:trace>
  <inkml:trace contextRef="#ctx0" brushRef="#br0" timeOffset="45818.83">5775 10315 1320 0,'0'0'6'0,"0"0"43"0,0 0-27 0,0 0-22 16,90-84-7-16,-28 52 4 15,2-3-3-15,-13-3 6 16,-5-1-2-16,-13-2 0 16,-15-8-10-16,-9 3 5 15,-9 3-9-15,0 7 8 16,-15 13 8-16,-10 13 0 15,-11 10-1-15,-6 2 1 16,-1 20-1-16,9 8 1 16,14 2 2-16,8 0-2 15,12-2 2-15,0-1-2 0,15-2-1 16,10-5 1-16,5-4 0 16,3 0 0-16,-2-1-2 15,-5-1 1-15,1 3 1 16,-8 0 0-16,-5 0 0 15,-1-3 0-15,-6 1-1 16,1-5 3-16,-1-4-3 16,1-1 2-16,-1-2-2 15,7-3 1-15,5-2 0 16,6 0 1-16,8-9 1 16,3-8-1-16,0-3-1 15,5-5 0-15,-3-6-7 16,-2-3-13-16,-5-1 7 0,-6 1 4 15,-13 5 8 1,-7 9 1-16,-5 9 13 0,0 10 22 16,0 1 76-16,-15 11-82 15,-4 12-27-15,-1 10 20 16,5 1-2-16,11-3-6 16,4-2-6-16,0-1-8 15,9-8 1-15,7-2-3 16,-1-8-1-16,0-7-121 15,-2-3-171-15,2-4-195 16</inkml:trace>
  <inkml:trace contextRef="#ctx0" brushRef="#br0" timeOffset="46404.61">6472 9779 1023 0,'0'0'2'0,"0"0"-4"0,0 0-5 0,0 0-3 0,7 77 2 16,29-39-90-16,-2-2-30 16,5-1-62-16,3-3 44 15,-1-3 54-15,0 1 81 16,-2-10 6-16,-2-3 5 16,-4-11 0-16,7-6 1 15,3 0 36-15,2-6 93 0,1-12-22 16,-7-4-79-1,-10-1 8-15,-13-4-1 0,-13 0 58 16,-3 2-18-16,-9 2-26 16,-21 9 32-16,-10 8-22 15,1 6 19-15,-3 2 2 16,1 19-34-16,5 3-32 16,4 3-7-16,13 3-2 15,9-2-6-15,8-3-3 16,2-1 1-16,10-6 1 15,13-3-1-15,7-8-1 16,4-7-13-16,-1 0-31 16,1-7-29-16,-10-5 38 0,-6 3 23 15,-9 7 15-15,-6 2 0 16,0 4 3-16,1 25-3 16,-4 17 47-16,0 19 24 15,0 24-18-15,-24 19-6 16,-7 20 9-16,-12 11-29 15,-7 3-19-15,-5-9-7 16,-1-8-1-16,2-21-2 16,8-18 2-16,8-22-1 15,11-22 0-15,10-19 0 16,9-14 0-16,8-9-1 16,0-27-72-16,3-22-234 15,16-20 29-15,6-14-374 16</inkml:trace>
  <inkml:trace contextRef="#ctx0" brushRef="#br0" timeOffset="46972.56">7467 9701 975 0,'0'0'2'0,"4"89"-1"0,-4-24 80 0,3 6 0 15,0-1-2-15,2-1-39 16,-1-10-30-16,4-11-3 16,2-9-6-16,-4-18 1 15,0-6-2-15,5-13 0 16,5-2 1-16,6-9 2 0,9-18 4 16,4-14-4-16,-5-9-3 15,1-5-2-15,-4-5 2 16,-6 4 0-16,-3 11 1 15,-8 21 0-15,-4 17-1 16,-6 7 0-16,0 29-13 16,0 14 13-16,0 2 10 15,0-1 1-15,4-5 9 16,10-8-7-16,7-5-5 16,0-5-6-16,9-10 4 15,1-11 1-15,6 0 6 16,2-18-7-16,3-13-1 0,-1-6-2 15,-3-7-2-15,-10-6 1 16,-5-9-1-16,-7-10 0 16,-5-8 1-16,-3-8-2 15,-6 3 0-15,1 23 0 16,-3 22 0-16,0 27 3 16,0 19-3-16,-9 36-16 15,-6 19 16-15,3 12 12 16,3-2-8-16,6-4-2 15,0-6 0-15,-1-4-2 16,-2-4-3-16,-3-9-2 16,4-12-174-16,1-11-233 15</inkml:trace>
  <inkml:trace contextRef="#ctx0" brushRef="#br0" timeOffset="47130.95">8298 9814 1096 0,'0'0'0'0,"0"0"-7"0,91-45 7 0,-36 36 0 0,8 2-2 0,8 0-87 16,7 1-510-16</inkml:trace>
  <inkml:trace contextRef="#ctx0" brushRef="#br0" timeOffset="48158.84">9454 9301 1067 0,'0'0'6'15,"-40"109"14"-15,25-32 87 16,7 7 7-16,5 4-37 15,3 2-51-15,0-13-21 16,14-9-1-16,5-11 0 16,2-12-4-16,0-10 0 0,1-13 0 15,4-14 4 1,5-8-3-16,6-5 4 0,7-25-5 16,5-4-3-16,0-11-22 15,-6-8-17-15,-2 0-16 16,-14 2 25-16,-8 10 32 15,-15 16 1-15,-4 14 2 16,0 11 30-16,-25 0-2 16,-12 20-25-16,-5 9 31 15,0 2-4-15,17 0 8 16,11-4-26-16,8 0-11 16,6-6 0-16,0-2-3 15,6-9 1-15,15-4-1 16,3-6 2-16,12 0 1 15,-2-8-1-15,2-12-2 0,3-4-3 16,-3-7-10-16,-5 2-10 16,-7 1-24-16,-5 6 28 15,-8 6 14-15,-7 6 5 16,-4 7 1-16,0 3 4 16,0 0-5-16,0 10-14 15,0 11 12-15,-1 6 2 16,1 0 5-16,0-6 2 15,4-2-5-15,11-4-1 16,6-5 5-16,6-9-6 16,1-1 4-16,7 0-1 0,0-8 1 15,4-10-4-15,-3-1 1 16,-5-5-1-16,-4-1 0 16,-6 1-3-16,-6 5 0 15,-8 7 3-15,-5 7 0 16,-2 5-1-16,0 0-1 15,0 9-21-15,0 7 18 16,-2 4 5-16,2-2 0 16,0-3 2-16,0-4 2 15,14-1 0-15,2-4 0 16,2-2 2-16,2-2-4 16,3-2 2-16,1 0-2 15,3 0-2-15,1-2 2 0,-1-8-2 16,-6-5 1-1,2-5 1-15,-3-5-2 0,0-9-7 16,-2-7-8-16,2-10-19 16,-4-9 16-16,-2-11-8 15,3-13 0-15,1-13 0 16,-6-9 0-16,-3 0 21 16,-8 20 5-16,-1 23 0 15,0 26 17-15,-4 23 34 16,-4 14-2-16,-2 33-43 15,-2 29-6-15,4 24 60 16,4 17-18-16,4 2-10 0,0-5-12 16,6-9 0-16,7-13-19 15,2-9 0-15,-3-12-1 16,0-13-1-16,-3-7 0 16,-4-13-8-16,-2-11-153 15,-3-13-75-15,0 0-161 16</inkml:trace>
  <inkml:trace contextRef="#ctx0" brushRef="#br0" timeOffset="48334.15">10379 9422 840 0,'0'0'35'0,"0"0"-29"0,0 0-3 0,106-57 1 15,-61 45-4-15,-6-4-20 16,-10 0-326-16</inkml:trace>
  <inkml:trace contextRef="#ctx0" brushRef="#br0" timeOffset="48510.86">8862 9330 1284 0,'0'0'2'0,"0"0"-2"0,0 0 25 15,0 0 0-15,0 0-25 16,128 0-17-16,-50 0-207 16,-4 0-367-16</inkml:trace>
  <inkml:trace contextRef="#ctx0" brushRef="#br0" timeOffset="49194.4">11571 9599 949 0,'0'0'33'0,"0"0"-32"0,0 0 9 0,0 0 21 0,100-17 42 16,-24 0-41-16,12 1-17 16,5-2 3-16,-4 2-18 15,-11 2 0-15,-17 6-7 16,-16 0-2-16,-15 2-138 15,-17 1-85-15,-10-4-25 16,-3 0-145-16</inkml:trace>
  <inkml:trace contextRef="#ctx0" brushRef="#br0" timeOffset="49345.45">12183 9390 559 0,'0'0'139'16,"0"0"63"-16,0 0-40 16,0 0-44-16,0 0-72 15,0 0-46-15,-37 22 14 16,45 9 63-16,9-2-42 15,1 0-18-15,-2 6-17 16,-3-1 1-16,-2 3-3 16,-9-1-85-16,-2-5-342 15</inkml:trace>
  <inkml:trace contextRef="#ctx0" brushRef="#br0" timeOffset="50186.45">14571 9033 1057 0,'0'0'7'0,"0"0"105"15,0 0 23-15,0 0-109 0,-48 79-22 16,32-10 43-16,3 5 12 15,-1 1-14-15,5 2-29 16,2-2-1-16,4-3-12 16,-1-7-1-16,2-10-2 15,2-17-3-15,0-17-10 16,0-9-48-16,0-11-145 16,0-1 53-16,6-8 66 15,0-18-4-15,3-4 40 16,0 2 44-16,1 5 3 15,-2 4 4-15,2 4 2 16,2 3 9-16,3 1 3 0,9-5 2 16,4 2-13-1,11-2-1-15,7-6 2 0,4 4-4 16,2-5 0-16,-7-2-1 16,-8-3-7-16,-12-3-43 15,-10-9-12-15,-9-4 54 16,-6-2 9-16,0 2 46 15,-6 13 17-15,0 12 46 16,0 13 50-16,0 6-57 16,-1 27-85-16,-2 20-13 15,-5 18 34-15,2 8 53 16,5 2-48-16,0 0-5 16,4 5-25-16,1-2-11 15,2 0-4-15,0-1 0 16,-1-10-28-16,-1-16-196 0,2-17-127 15,0-20-360-15</inkml:trace>
  <inkml:trace contextRef="#ctx0" brushRef="#br0" timeOffset="50756.58">15478 9785 747 0,'0'0'172'0,"0"0"-172"0,0 0 49 15,0 0 10-15,0 0-47 16,0 0-5-16,53-59 3 16,-53 43 30-16,0-1 50 15,-20 3-31-15,-8 4-31 16,-5 10 11-16,-7 0 25 16,1 11-35-16,0 13 24 15,2 5-23-15,5 7-15 0,6 1-9 16,6 0 1-1,10-2-7-15,7-3 0 0,3-5-1 16,0-5-2-16,1-7 3 16,11-8-8-16,8-7-9 15,2 0 4-15,7-5-39 16,6-16 36-16,1-4 12 16,1-4-3-16,1 0-18 15,-2 6 19-15,-5 5 4 16,-4 11 2-16,-8 7 0 15,-7 2-8-15,-6 17 6 16,1 8 2-16,-4 4 4 16,-3-2-2-16,3-2-1 15,-1-5-1-15,2-7-10 0,5-11-84 16,6-4-265-16,5-3-374 16</inkml:trace>
  <inkml:trace contextRef="#ctx0" brushRef="#br0" timeOffset="50922.56">16284 9255 1235 0,'0'0'3'0,"0"0"119"0,0 0-64 0,0 0-58 15,0 0-25-15,0 0 22 16,-49 79-161-16,34-37-261 0</inkml:trace>
  <inkml:trace contextRef="#ctx0" brushRef="#br0" timeOffset="51070.67">16191 9785 1046 0,'0'0'119'0,"0"0"-55"15,0 0 84-15,0 0-70 16,0 0-78-16,0 0-3 15,52-11-17-15,-52 11-281 0,0 0-580 16</inkml:trace>
  <inkml:trace contextRef="#ctx0" brushRef="#br0" timeOffset="52068.13">17678 9290 962 0,'0'0'21'0,"0"0"61"0,0 0 34 15,0 0-108 1,0 126 12-16,0-24 112 0,-13 12-68 15,-12 19 46 1,-3 12-54-16,-3 4-32 0,2-3-4 16,5-8-18-16,8-18-2 15,4-24-2-15,6-29 1 16,5-28 1-16,1-22-1 16,0-17-2-16,0-1 2 15,3-36-12-15,14-17-108 16,10-19-27-16,-1-9-35 15,-1-9-49-15,-3-10-42 16,-5-10-177-16</inkml:trace>
  <inkml:trace contextRef="#ctx0" brushRef="#br0" timeOffset="52438.8">17658 9460 622 0,'0'0'131'0,"0"0"-7"16,0 0 6-16,0 0-51 15,0 0-72-15,0 0-6 16,3 65 45-16,8-10-18 15,-2 2 28-15,4 0-10 16,-1-2-17-16,2 0-21 16,2-10 1-16,-1-11 5 15,1-11-11-15,3-11-1 16,1-12-2-16,7 0 4 16,4-19 8-16,5-12-8 15,1-8-2-15,-5-10-2 0,-5-9 1 16,-10-8 1-16,-8-6-1 15,-6 9-1-15,-3 11 2 16,0 21 1-16,0 21 7 16,0 10 71-16,0 12-76 15,0 27-1-15,-1 13-4 16,-1 4 14-16,2-1-10 16,0-4-3-16,2-1 3 15,14-8-4-15,4-8 0 16,7-8-8-16,4-8-62 15,12-10-132-15,0-8-124 16,2 0-307-16</inkml:trace>
  <inkml:trace contextRef="#ctx0" brushRef="#br0" timeOffset="52985.64">19025 9310 964 0,'0'0'54'0,"0"0"-37"0,0 0 220 15,0 0-139-15,0 0-19 16,0 0-48-16,-81-43-19 16,77 43-8-16,4 12 0 15,0 5 12-15,0 5 2 16,4 1-7-16,22 5 9 15,14 2 1-15,12-1-9 16,12-6 3-16,7 5 2 16,6-1-14-16,1 3-2 15,-10 2-1-15,-11-3-2 0,-20 2 1 16,-17 3-7-16,-20 0 7 16,0 1 2-16,-35 8 2 15,-23-2 7-15,-14 0 7 16,-8 2 13-16,1-5-7 15,4-3-15-15,8-3-4 16,9-2-4-16,19-7 0 16,12-4-2-16,17-8-15 15,10-5-129-15,0-6-177 16,23 0-139-16</inkml:trace>
  <inkml:trace contextRef="#ctx0" brushRef="#br0" timeOffset="53272.46">20023 9374 1249 0,'0'0'9'0,"0"0"9"0,-8 117 113 15,-2-34 14-15,-6 17-45 16,-5 19-45-16,-2 3-19 15,-5 6 0-15,-4-4-26 16,0-6-8-16,6-15-1 16,6-17-1-16,9-27-3 15,3-17 1-15,8-21-2 0,0-14-6 16,0-7-74-16,11-19-89 16,13-20-84-16,0-14-67 15,3-13-243-15</inkml:trace>
  <inkml:trace contextRef="#ctx0" brushRef="#br0" timeOffset="53818.02">20014 9426 891 0,'0'0'59'0,"0"0"-55"16,0 0 237-16,0 0-138 0,0 0-103 15,0 0 2 1,-46 59-2-16,40 3 34 0,3 1-17 15,3 1 28-15,0 0-6 16,0-5-25-16,1-7-8 16,10-11-5-16,7-6-1 15,2-11 0-15,6-12-3 16,6-10 2-16,3-2-1 16,2-8-104-16,-1-16-36 15,-3-8-36-15,-3-8 5 16,-8-9 8-16,-5-8 30 15,-3-2 86-15,-3 2 49 16,-3 7 9-16,-1 10 34 16,-6 11 14-16,1 10 30 15,-1 9 7-15,-1 5 4 0,0 0-55 16,0 2 26-16,0 2 13 16,0 0-8-16,0 1-17 15,0-2 0-15,3-1 7 16,-1 1-7-16,-2 0-11 15,3 0 0-15,-3 2-2 16,0 0-10-16,0 0-20 16,0 0-14-16,0 25-4 15,0 9 4-15,0 15 19 16,1 1 4-16,1 3-14 16,5-5 0-16,4-5-9 15,-2-5 3-15,1-7-2 16,2-9 0-16,-5 0-2 0,4-10-5 15,1-3-89-15,1-5-179 16,5-4-152-16</inkml:trace>
  <inkml:trace contextRef="#ctx0" brushRef="#br0" timeOffset="54155.78">20869 9757 654 0,'0'0'526'0,"0"0"-526"0,0 0 178 0,0 0-101 0,0 0-34 15,0 0 14 1,-60 81-28-16,53-48 10 0,4-1-14 16,3-3-14-16,4 0 4 15,17-8-15-15,7-3 3 16,10-9 3-16,6-6-2 15,3-3 1-15,-1-3-3 16,-1-19 4-16,-4-4-3 16,-6-9 5-16,-9-1-2 15,-7-5 10-15,-15 0 10 16,-4 5-11-16,-23 7-13 16,-21 8-2-16,-20 16-2 0,-17 5-32 15,-7 9-174 1,-15 14-267-16</inkml:trace>
  <inkml:trace contextRef="#ctx0" brushRef="#br0" timeOffset="56318.47">8096 12214 768 0,'0'0'33'0,"0"0"-23"0,0 0 73 0,0 0-21 0,0 0-19 0,0 0 8 16,0 0 27-16,51-61-23 15,-14 16-33-15,-1-2-12 16,-6 1 2-16,-9 3-6 16,-12 8-2-16,-9 5 9 15,0 4 0-15,-24 7 6 16,-4 8 18-16,-8 11-15 16,-5 0-7-16,-6 25-13 15,-5 13-1-15,4 8 0 16,2 6-1-16,11 7-2 0,10-3 2 15,10 0-1-15,9-5 0 16,6-8 1-16,0-11-6 16,1-13 3-16,16-10-13 15,8-9-7-15,8-7 23 16,10-20 7-16,5-12-7 16,4-7-8-16,2-1-10 15,-5-3 11-15,-4 1 3 16,-9 12 2-16,-11 11-1 15,-13 14 6-15,-9 9 0 16,-3 3 12-16,0 15 9 16,0 15-22-16,-7 13 5 0,-4 6 11 15,1-1-13-15,5-1-1 16,5-7-1-16,0-6-3 16,5-12-1-16,14-7-4 15,6-11-12-15,10-4 17 16,7-7 14-16,7-19-8 15,-1-9-3-15,1-5-3 16,-6-6-1-16,-7-1 0 16,-9-2-15-16,-11-1-6 15,-11 9-1-15,-5 6 12 16,-9 10 6-16,-9 13 5 16,-6 9 1-16,1 3 18 15,0 6-17-15,-1 13-2 16,6 7 0-16,3-1-3 15,9 0-2-15,6 2 1 0,0-4-9 16,21 1 6-16,0-2 4 16,3 0 0-16,1 0-1 15,-1-1 3-15,-3 6 1 16,0 0 0-16,-5 3 0 16,-1 2 3-16,0 1-2 15,0-3 1-15,0-3 3 16,6-4-3-16,4-6 19 15,5-9-3-15,10-8-5 16,5 0 4-16,7-15-9 16,3-10-8-16,-1-7 3 15,-2-1 0-15,-7-3-2 0,-9 1 0 16,-14 1-1-16,-17 0 3 16,-5 2 0-16,-11 4-1 15,-14 7 4-15,-5 13 0 16,-3 8 49-16,-3 7-45 15,2 19-1-15,0 11 0 16,13 1 8-16,5-1-4 16,14 1 1-16,2-2-11 15,5-4-2-15,21-2-2 16,9-7 2-16,12-9-1 16,16-6 2-16,12-8 3 15,7 0-3-15,3-20-2 16,1-11-1-16,11-5 1 15,2-6-2-15,-4-2 1 16,-7-3-1-16,-22 4-1 0,-24 2-22 16,-23 4 7-16,-19 6 15 15,0 10 3-15,-19 11 6 16,-14 10 14-16,-12 3-8 16,-1 21-1-16,-5 9 10 15,8 7 5-15,4 1-1 16,18 1-10-16,11-3-7 15,7-5-5-15,3-5-3 16,1-5-5-16,14-10 3 16,9-6-3-16,1-8 3 15,10 0-9-15,1-19-12 0,2-8-10 16,-2-4-14-16,-5-7 23 16,1 1 7-1,-7-1-1-15,-7 10 15 16,-9 9 3-16,-3 12 3 15,-6 7 8-15,0 0 29 0,0 19-16 16,0 9-15-16,0 9 32 16,7-3-27-16,4-6-11 15,4-3-3-15,1-5-2 16,5-9 0-16,4-4 1 16,-1-7 0-16,10 0-2 15,7-11-25-15,5-14 16 16,5-1 7-16,-5-3 3 15,-12 1-5-15,-11 3 3 0,-13 8 4 16,-4 9 0-16,-6 5 3 16,0 3 5-16,0 0 16 15,0 9-2-15,0 5-20 16,0 2 3-16,0 0-5 16,0-4-5-16,6 0 3 15,2-2-1-15,0-3-4 16,-3-1-52-16,3-2-154 15,-5-4-80-15,0 0-251 16</inkml:trace>
  <inkml:trace contextRef="#ctx0" brushRef="#br0" timeOffset="57359.65">11571 11937 1165 0,'0'0'0'0,"0"0"6"0,-79 104-6 0,57-48 54 0,1 2 6 15,6-3 8-15,9-8-43 16,6-8-11-16,1-10-11 15,16-10-1-15,7-9 0 16,6-10-2-16,7-6 11 16,6-20 1-16,-1-9-7 15,4-5-5-15,-12-3-8 16,-8 0-3-16,-17-6-1 16,-9-1 5-16,-15 0 7 15,-18 10 0-15,-6 9-1 16,3 21 1-16,10 10 0 15,-3 20 13-15,7 29-13 0,1 13 0 16,12 6 4-16,9-5 0 16,0-9-1-16,9-5-3 15,16-9-4-15,11-11 2 16,6-9 0-16,7-14 2 16,6-6 0-16,5-8-5 15,-3-19-3-15,1-7-5 16,-4-3 1-16,-5-2 3 15,-7-1 6-15,-10 6 3 16,-9 9 1-16,-8 13-1 0,-11 10 5 16,-4 2 10-1,0 7 11-15,0 15-17 0,-3 7-3 16,-6 1 17-16,0-4-6 16,6-4-15-16,3-8 2 15,0-4-4-15,0-6-5 16,3-4-3-16,9 0 8 15,7-1 3-15,10-18 5 16,4-11-8-16,4-7 0 16,0-5-4-16,-1-1-4 15,-3 5 7-15,-6 12-1 16,-8 11 2-16,-5 15 0 16,-3 15-3-16,-1 24 3 15,0 12 61-15,0 0-30 16,-1-6-13-16,8-5-11 0,-1-11-7 15,5-5 0 1,4-10-1-16,5-9-11 0,9-5-109 16,7-9-73-16,7-19-73 15,-4-7-234-15</inkml:trace>
  <inkml:trace contextRef="#ctx0" brushRef="#br0" timeOffset="57546.9">13305 11605 1150 0,'0'0'12'0,"-29"96"66"0,14-33 58 0,-1-1-23 0,7-2-41 16,4 1-53-16,0 1-17 0,3-3-2 16,-1-6-2-16,-1-9-60 15,-1-12-167-15,-2-15-132 16,-8-15-325-16</inkml:trace>
  <inkml:trace contextRef="#ctx0" brushRef="#br0" timeOffset="58159.23">13130 11950 661 0,'0'0'346'0,"0"0"-342"15,0 0-5-15,82-88 2 0,-27 57-1 16,6-5 2-1,2 1-2-15,-5-4-1 0,-8-4 0 16,-6 1-23-16,-9 1-44 16,-10 10 54-16,-11 11 14 15,-8 13 0-15,-6 7 4 16,0 30 61-16,-5 21-3 16,-9 15 22-16,-2 6 11 15,3-2-14-15,3-3-11 16,5-7-35-16,3-6-4 15,2-10-15-15,0-12-16 16,2-7 1-16,13-13-1 0,-3-10 0 16,4-2 2-1,4-7 4-15,5-18-6 0,3-9-2 16,2-8-45-16,1-6 19 16,-1 7-31-16,0 6 10 15,-6 15 35-15,-6 14 5 16,-3 6 8-16,-5 20 1 15,2 12 21-15,-3 3 18 16,5 1 15-16,0-8-28 16,0-4 5-16,5-7-12 15,3-8-9-15,6-6 3 16,7-3 1-16,4-6-5 16,4-15-6-16,3-1 1 15,-2-6-3-15,-7-4 0 16,-10-4-1-16,-12-1-7 0,-15 2-21 15,0 9 13-15,-6 12 15 16,-17 14 3-16,-6 4 17 16,-1 25-6-16,3 10 25 15,12 1 20-15,11-1-12 16,4-5-26-16,13-5-13 16,15-8-5-16,10-2-6 15,15-12-35-15,19-1-250 16,16-6 13-16</inkml:trace>
  <inkml:trace contextRef="#ctx0" brushRef="#br0" timeOffset="58984.58">15555 12039 831 0,'0'0'94'0,"0"0"-93"0,0 0 198 0,0 0-58 16,0 0-58-16,0 0-27 15,-17-56-50-15,34 23 3 16,6-3-2-16,3-4-5 15,-1-5-1-15,-4-4 1 16,-5 0-2-16,-10-1 1 16,-6 13-1-16,0 13 1 15,-6 14 7-15,-13 10 5 0,-9 12-7 16,-8 24-6-16,0 17-1 16,3 1 1-16,12 0 5 15,15-7-4-15,6-10 3 16,2-3-4-16,23-9-6 15,8-7-1-15,7-7 7 16,2-5 4-16,6-3-2 16,-6 1 0-16,-7 4-4 15,-7 5 1-15,-6 3-4 16,-6 5-5-16,-7 0 10 16,0-2 2-16,0-5-2 15,-2-3 0-15,4-5-1 16,5-6 1-16,7 0 8 0,10-17 6 15,10-9-14-15,3-8 0 16,-1-3-7-16,-8-2-16 16,-6-1 19-16,-10 0-2 15,-9-1 2-15,-6 4 3 16,-6 9 2-16,0 10 3 16,0 12 14-16,0 6 42 15,0 0-3-15,-7 21-57 16,-4 13 1-16,0 5 5 15,3-2-2-15,6-1-4 16,2-1-2-16,0-4-2 16,0-5-12-16,2-6-133 0,9-11-71 15,0-9-114 1</inkml:trace>
  <inkml:trace contextRef="#ctx0" brushRef="#br0" timeOffset="59158.41">16107 11533 1029 0,'0'0'0'0,"0"0"65"0,0 0-30 0,0 0-35 16,-26 79-7-16,44-29-4 16,7 10-87-16,8-2-44 15,1-4-58-15,2 1-252 16</inkml:trace>
  <inkml:trace contextRef="#ctx0" brushRef="#br0" timeOffset="59616.73">16657 11972 256 0,'0'0'520'16,"0"0"-515"-16,14-89 134 16,-14 60-14-16,-2 7-66 15,-15 8 40-15,-9 14-13 16,-7 0 12-16,-6 23-73 15,-3 14 9-15,5 4-10 16,7 5-4-16,8-2-4 0,8-2-10 16,8-6-3-1,6-3-3-15,0-9-3 0,6-9-2 16,14-9 3 0,8-6-1-16,4-1-10 0,3-19-36 15,-2-4-4-15,-2-3 25 16,-5 0 9-16,-4 2 8 15,-6 13 10-15,-8 8 1 16,-3 4 2-16,-2 21 9 16,-2 26 84-16,1 13-20 15,-2 15-19-15,0 6 11 16,-3 3-24-16,-13 7-21 16,-4 1-16-16,-6-2-2 15,-2 0-4-15,-5-12-2 16,2-14 1-16,3-19 0 15,8-22-2-15,10-16-14 0,10-7-81 16,0-29-79-16,16-22-80 16,9-17 8-16,4-16-216 15</inkml:trace>
  <inkml:trace contextRef="#ctx0" brushRef="#br0" timeOffset="60158.47">17036 11557 1030 0,'0'0'96'0,"0"0"-80"16,-9 105-8-16,-2-34 104 0,3 1-43 15,6-3 0-15,2-3-11 16,0-5-44-16,0-9-7 16,10-14-7-16,3-13 0 15,0-11-2-15,2-11 2 16,7-3 6-16,5-17 1 15,10-13-7-15,2-10 0 16,-1-8-10-16,-2-3-9 16,-7 1-20-16,0 7 18 15,-12 17 15-15,-6 16 6 16,-10 10-1-16,2 21-3 16,-3 16 4-16,4 8 28 15,1-1 11-15,3-8-20 0,5-4 0 16,3-10-12-1,3-5-1-15,4-11-4 0,6-6 6 16,5 0 2 0,4-20 0-16,4-7-7 0,-1-7-3 15,-4-7-1-15,-5-7-8 16,-12-10-13-16,-7-14-10 16,-10-12 6-16,-3-13 9 15,0 4 8-15,0 15-3 16,-11 27 12-16,5 23 6 15,-2 27 12-15,-2 12 5 16,0 35-20-16,0 22 11 16,7 14 11-16,3 7-8 15,3-6 16-15,11-8-14 0,-1-11-12 16,-7-7-5-16,-1-8-2 16,-5-7-7-16,0-13-96 15,0-14-131-15,0-15-161 16</inkml:trace>
  <inkml:trace contextRef="#ctx0" brushRef="#br0" timeOffset="60382.54">17809 11818 1167 0,'0'0'125'0,"0"0"-120"0,0 0 30 15,0 0-35-15,0 0-4 16,86-34-33-16,-5 15-15 0,16-2-192 15,4 0-266-15</inkml:trace>
  <inkml:trace contextRef="#ctx0" brushRef="#br0" timeOffset="64255.65">18716 11256 722 0,'0'0'207'0,"0"0"-199"0,0 0 35 15,0 0 25-15,0 0-29 16,10 88 77-16,-7-32 1 16,-3 15-30-16,0 11 29 15,-10 9-53-15,-9 2-7 16,-4-2-33-16,-1-11-15 15,8-13-5-15,8-14-3 16,8-13-3-16,0-17-1 16,24-12-18-16,6-11-143 15,4-8-23-15,-2-17-21 16,-7-5-98-16,-16-3-420 16</inkml:trace>
  <inkml:trace contextRef="#ctx0" brushRef="#br0" timeOffset="64459.73">18477 11771 754 0,'0'0'301'0,"0"0"-249"16,0 0 96-16,0 0-40 15,0 0-108-15,0 0-3 16,42-38 3-16,32 24 0 16,7 1-1-16,-2 6-38 15,-9 4-43-15,-7 3-62 16,-5 7-36-16,-10 13 38 15,-12 5-119-15</inkml:trace>
  <inkml:trace contextRef="#ctx0" brushRef="#br0" timeOffset="65234.44">19084 11860 478 0,'0'0'80'0,"0"0"75"16,0 0 21-16,0 0-53 16,0 0-76-16,0 0-28 15,32-57 10-15,-31 34 1 16,-1 1 23-16,0 1 17 15,-18 6-3-15,-5 8-9 16,-7 7 3-16,-1 1 3 16,-4 22-38-16,4 5 6 15,8 0-7-15,7 5-11 16,8-5-12-16,8 0-2 16,0-4-3-16,6-3-2 15,12-7 4-15,2-7-3 0,8-7-40 16,0 0 11-16,1-11-12 15,-2-12-9-15,-5 3 34 16,-4-6 17-16,-2 2 3 16,-4 4 0-16,-6 5 2 15,-1 5 4-15,-4 6 18 16,-1 4 18-16,0 0-9 16,0 11-33-16,0 10 0 15,0 3 4-15,6-1 0 16,0-3-3-16,3-7 0 15,4-1-1-15,-1-5 1 16,5-6-1-16,1-1 3 16,4 0-3-16,-1-8 2 0,1-7 1 15,1-2-2-15,-7-6 0 16,-1-2-1-16,-4-5 0 16,-1-3 2-16,-6 3-1 15,-1 10-1-15,-1 13 0 16,-2 7 0-16,0 10-1 15,0 21-3-15,0 12 4 16,0 5 22-16,0 0 5 16,0-6-10-16,3-5-10 15,16-5-4-15,5-9-6 16,8-7 4-16,5-11-1 16,-1-5 6-16,1-10-6 15,2-20 4-15,-3-8-4 0,4-7 2 16,-6-8-5-1,-4-6 3-15,-8-11-4 0,-10-9-14 16,-7-10 1-16,-5-7 9 16,0-4 0-16,-12 7-1 15,-3 17 4-15,7 27 2 16,2 24 3-16,2 25-2 16,-2 28-4-16,0 31 6 15,6 11 9-15,0 10 7 16,0-3 5-16,13-2 1 15,2 0-20-15,-1-5 0 16,-1-8-2-16,-5-11-3 16,-7-9-18-16,2-11-100 15,-3-17-59-15,0-12-99 0,0-2-219 16</inkml:trace>
  <inkml:trace contextRef="#ctx0" brushRef="#br0" timeOffset="65405.62">19261 11422 1262 0,'0'0'4'0,"0"0"-1"0,0 0 121 16,0 0-111-16,0 0-13 16,0 0-18-16,35-2-93 15,18 21-123-15,-3-5-211 16</inkml:trace>
  <inkml:trace contextRef="#ctx0" brushRef="#br0" timeOffset="66220.81">21093 11430 1315 0,'0'0'65'16,"0"0"-61"-16,0 0 197 16,0 0-121-16,-102-12-58 15,57 56 18-15,4 13 0 16,5 5-21-16,7-1-9 16,12-6-5-16,11-4-5 15,6-5-3-15,6-7 3 16,17-8 0-16,7-9-2 15,15-14-1-15,7-8-1 16,6-11-17-16,2-21-34 16,-6-10-5-16,-9-11 4 15,-16-12 6-15,-15-11 19 16,-14-6 23-16,0 7 5 16,-24 14 3-16,-8 26 8 15,-9 19 16-15,-4 16 35 0,-1 7-15 16,4 26-10-16,9 7-16 15,13 13-4-15,10 1-7 16,10 0 0-16,6-7-7 16,20-9-1-16,8-11-5 15,11-10-1-15,4-11-78 16,3-6-26-16,3-17-26 16,-4-16-21-16,0-17-13 15,-6-13 40-15,-1-12 25 16,-6-12 61-16,-5-4 40 15,-11 3 5-15,-8 13 9 16,-10 23 61-16,-4 23 53 0,0 21 79 16,-3 8-123-16,-9 36-34 15,-4 18 27-15,4 21 6 16,4 15 9-16,5 21-31 16,3 22 2-16,0 17-15 15,0 17-13-15,0 4-26 16,0 2-2-1,6-6 0-15,9-8-1 0,3-9 0 16,-6-15 0-16,-5-16-2 16,-7-23 0-16,-8-24-6 15,-22-25-13-15,-9-23 1 16,-9-24 19-16,-4-9 2 16,-6-33 3-16,-1-18-3 15,6-16 0-15,9-23 2 16,15-16-4-16,18-17-2 0,11-7 0 15,33 9-12-15,24 10-76 16,20 18-16-16,13 19-66 16,11 15-116-16,10 10-306 15</inkml:trace>
  <inkml:trace contextRef="#ctx0" brushRef="#br0" timeOffset="66824.05">22527 11533 885 0,'0'0'9'0,"0"0"-5"0,0 0 116 0,0 0-5 15,0 0-34-15,0 0-79 16,-5-80 9-16,35 66 4 16,4 6 6-16,3 8-12 15,-2 0 2-15,-6 22-1 16,-13 22 24-16,-16 18 1 15,-5 13 2-15,-34 6 42 16,-11-2-33-16,-1-7-15 16,4-7-6-16,10-9-10 15,12-12-10-15,14-13-5 0,11-15 0 16,0-7-6-16,15-9 0 16,21 0-24-16,7-21-4 15,4-10-34-15,-3-7-40 16,-8-3 1-16,-12 0-124 15,-18 2-132-15</inkml:trace>
  <inkml:trace contextRef="#ctx0" brushRef="#br0" timeOffset="67000.28">22259 11869 883 0,'0'0'88'15,"0"0"-87"1,0 0 153-16,0 0-89 0,0 0-56 15,0 0-8-15,0-3-2 16,58-14 2-16,13-4-2 16,5-2-1-16,4 2 1 15,5 7-17-15,0 2-67 16,-4 8-94-16,-5 3-119 16</inkml:trace>
  <inkml:trace contextRef="#ctx0" brushRef="#br0" timeOffset="67783.36">23147 11751 915 0,'0'0'53'0,"0"0"-8"0,0 0 153 16,-97-42-134-16,66 42-13 16,-3 16 19-16,-4 12-26 15,2 8 2-15,6 0-14 16,11 3-5-16,9-3-14 15,10-1-8-15,0-4-4 16,23-1 0-16,13-10 2 16,19-5-2-16,11-11-1 15,9-4-3-15,5 0-6 16,-2-9-32-16,-1-11-19 16,-6-6 3-16,-13-3 6 15,-11-1 24-15,-17 2 20 16,-16 5 7-16,-14 4 6 15,0 8 52-15,-18 5 19 16,-15 5-43-16,-7 1-20 16,-1 0 28-16,4 16-30 0,-1 4-5 15,8 5-3-15,10-3-1 16,2 7-3-16,11-8 0 16,7 0-3-16,0-7 1 15,4-7-2-15,22-3-2 16,6-4 1-16,6-4-18 15,8-11 7-15,-3-3-16 16,-2-1 2-16,-10 2 6 16,-1 1 17-16,-9 5 3 0,-8 5 4 15,-6 1 1-15,-2 5-1 16,-5 0 10 0,0 7-2-16,0 16-7 0,0 6 36 15,0 5-23-15,0-3-10 16,0-1-1-16,12-3-2 15,1-6 1-15,5-6-1 16,3-5-1-16,3-7 0 16,6-3 2-16,3-6-1 15,2-16 1-15,1-9-1 16,0-8 0-16,-3-8-1 16,-6-6 0-16,-6-11 0 15,-9-10-1-15,-11-7 0 16,-1-11 0-16,0-4 0 0,-12 9-1 15,-6 21 1-15,8 25 1 16,2 27 3-16,0 17 22 16,-3 47-21-16,0 26 12 15,7 23 43-15,4 12-9 16,7-3-6-16,20-7-29 16,9-11-13-16,-2-15-2 15,2-12-54-15,-4-13-216 16,-7-15-214-16</inkml:trace>
  <inkml:trace contextRef="#ctx0" brushRef="#br0" timeOffset="69047.39">26077 11953 986 0,'0'0'36'0,"0"0"6"0,0 0 135 0,0 0-126 0,0 0-43 0,0 0-3 15,21 0 0-15,22 0 61 16,11-10-6-16,10-4-16 16,6 0-7-16,7 2-9 15,6 2-3-15,8 1-9 16,16 1 36-16,16 1-22 15,11 0-13-15,20-2-4 16,8-3-9-16,10 2-4 16,4-3 6-16,-1 2-3 15,0-1 3-15,-6 0-4 16,4-3-2-16,-5 0 0 16,-5-1-2-16,-1 1 2 15,-4 1 3-15,-3-1-1 0,-1-2 6 16,-4 3-3-16,-5 0-1 15,-6 2-4-15,-11 1-2 16,-4 0 1-16,-5-2 0 16,-5 5 1-16,-7-2 0 15,-3 2 0-15,-4 2 2 16,1 2 0-16,0 3 3 16,-4 1-5-16,-2 0-2 15,-4 0-3-15,0 0 4 16,-1 0 1-16,-3 0-1 15,2 1 1-15,-1-1-1 16,1 0 1-16,-2 0 1 0,-4 0 3 16,-8-4-3-16,-8 0-1 15,-9 0 3-15,-9-1-3 16,-13 1-1-16,-13 0-1 16,-13-3-9-16,-10-4-53 15,-13 3-97-15,-32-7-81 16,-19 0-112-16,-19 2-368 15</inkml:trace>
  <inkml:trace contextRef="#ctx0" brushRef="#br0" timeOffset="70505.57">26341 11372 668 0,'0'0'85'0,"0"0"-80"0,0 0 134 0,0 0-58 0,0 0-43 16,0 0-6-16,-28-4 14 15,28 2 8-15,0 2 9 16,0 0-7-16,0-1-22 16,0 1-8-16,0 0-12 15,0 0-9-15,9 0 0 0,6 0 13 16,7 1 1-16,6-1 11 15,7 0 12-15,4-1-13 16,7-13-5-16,2 0-6 16,4-4-8-16,0 0-6 15,2-1 4-15,3 3-4 16,-1-4 3-16,1 0 0 16,-4-3-4-16,-5 0 6 15,0-4 0-15,-3-1-4 16,-1-3 7-16,0-1-8 15,-1-4 1-15,0 1 2 16,-2 0-1-16,-1-3-4 0,-3-1 2 16,-4 3-1-16,-3-4 2 15,3 2 1-15,-2-3-1 16,-1-5 6-16,0-6-3 16,-2 0 0-16,5-9-2 15,0 4-5-15,-2-2 1 16,0 8-1-16,-1 4 0 15,-5-1 1-15,-3 8-1 16,-2-3 0-16,0 5 0 16,-4 1 0-16,3-2 0 15,0-1-1-15,1 1 0 16,3-2 0-16,-1 4 2 16,4 1-2-16,-3 7-1 0,3 0 1 15,0 0-1-15,4 1-2 16,3 4 3-16,3-2 0 15,1 1 0-15,6 1-6 16,2 1 5-16,6 4-1 16,3 1-1-16,4 1 2 15,5 0-2-15,-2 2 2 16,-3 3 1-16,-4 4-1 16,-1 1 0-16,-6 7 0 15,2 0 1-15,-3 0-2 16,0 0 1-16,-1 0 1 15,-2 5-2-15,-1 5 2 16,2 1 1-16,3 3-1 16,4 3 0-16,1 0 3 0,5 3-3 15,6 3 2-15,1 5-2 16,2 0 2-16,-1 3-5 16,0 3 3-16,3-1-1 15,-3 2 1-15,3-1-1 16,-3 1 1-16,-2 0 0 15,1 3 2-15,-3-1-1 16,1 3 3-16,-3-2 7 16,-1-2-2-16,0 4 1 15,1-2 5-15,-1 0-2 16,1 1 5-16,6 0 3 16,0 1-10-16,2 0-1 15,-2 5-2-15,-4-2-3 16,-2-2-3-16,1 1 5 15,1-7-3-15,-3-1 1 0,1-3 0 16,-6-4 0-16,-5-1 0 16,1-2 0-16,-2 1 1 15,0-1-1-15,1 2-1 16,1 3-1-16,-1-3 1 16,-2-1 0-16,0-3-1 15,-2 1 0-15,-1-1 1 16,2-2-2-16,0 0 0 15,5-5-2-15,1 4 1 16,-3-8 0-16,-2 0-1 16,-13-7-3-16,-12-1-56 0,-8-3-78 15,-8 0-65-15,-5-7-107 16,0-9-178-16</inkml:trace>
  <inkml:trace contextRef="#ctx0" brushRef="#br0" timeOffset="71097.78">31003 10678 524 0,'0'0'142'0,"0"0"-132"0,0 0 112 0,0 0 10 0,0 0-58 0,0 0 9 0,50-72 10 16,-48 65-13-16,-2 2-15 16,0 3 25-16,0 0-3 15,0 2-35-15,0 0-24 16,0 2-25-16,0 20-1 15,0 13-2-15,0 10 46 16,0 11-9-16,0 1 1 16,0 12-1-16,11 4-4 15,-2 6-11-15,5-4-10 16,1 0-4-16,0-3-2 16,1-7-4-16,-1-7-1 15,0-9-1-15,-5-6 0 0,2-14 0 16,-7-9-1-1,-2-8-2-15,-2-10-5 0,-1-2-53 16,0 0-21-16,2-18-74 16,-2-9-104-16,0-5-15 15,0-5-184-15</inkml:trace>
  <inkml:trace contextRef="#ctx0" brushRef="#br0" timeOffset="71380.48">31362 10801 1096 0,'0'0'22'0,"0"0"26"16,0 0 64-16,0 0 54 15,-78 108-92-15,54-60-7 16,1 2-19-16,3 1-21 15,-1-2-20-15,2-5-7 16,4-5 0-16,3-10-1 16,8-8-23-16,4-8-113 15,1-6-91-15,21-7-47 16,8 0-37-16</inkml:trace>
  <inkml:trace contextRef="#ctx0" brushRef="#br0" timeOffset="71597.58">31574 11001 967 0,'0'0'44'16,"0"0"95"-16,0 0-78 15,0 0 81-15,-62 79-42 16,33-41-33-16,-6 0-6 16,7 4-14-16,-2-1-33 15,5-2-12-15,4-3-2 16,8-6-2-16,8-9-21 15,5-8-157-15,13-7-91 16,18-6-30-16,8 0-315 16</inkml:trace>
  <inkml:trace contextRef="#ctx0" brushRef="#br0" timeOffset="71788.67">31861 11144 932 0,'0'0'85'0,"0"0"-54"16,-80 62 165-16,50-33-61 16,0 2-58-16,0 4-37 15,4 1-1-15,2-4-28 16,6-5-11-16,9-3 0 16,6-9-3-16,3-7-104 15,18-6-98-15,13-2-36 0,5-2-124 16</inkml:trace>
  <inkml:trace contextRef="#ctx0" brushRef="#br0" timeOffset="72009.57">32243 11176 884 0,'0'0'60'0,"0"0"25"15,0 0 114-15,0 0-54 16,-39 99-52-16,25-70-1 0,3-1-14 15,2 1-41 1,2-6-26-16,2-3-9 16,4-4-2-16,1-5-1 15,0-3-42-15,0-4-148 0,3-4-84 16,10 0-100-16</inkml:trace>
  <inkml:trace contextRef="#ctx0" brushRef="#br0" timeOffset="72583.61">30620 12041 1053 0,'0'0'95'0,"0"0"-11"0,0 0 152 0,0 0-156 15,0 0-47-15,0 0-20 16,60-26-10-16,-8 26-1 16,-7 0-1-16,-7 1-2 15,-13 14-2-15,-9 5 2 16,-10 1 1-16,-6 11 6 15,-2 3-2-15,-23-2 1 16,-9 1 4-16,-5-3 6 16,1-2 9-16,2-2-2 15,4 0-3-15,11-4-4 16,8-7-9-16,11-3-3 16,2-2-2-16,18-5-1 15,18-6 5-15,11 0-5 0,8 0-5 16,1-10-29-1,-2-3-18-15,-2 1-40 0,-7-2-37 16,-8 1-12-16,-12 1-75 16,-8 0-103-16</inkml:trace>
  <inkml:trace contextRef="#ctx0" brushRef="#br0" timeOffset="72774.45">30520 12281 1081 0,'0'0'84'16,"0"0"-41"-16,0 0 51 15,0 0-91-15,140-35-3 16,-74 26-27-16,-5-1-89 16,-7-1-30-16,-5 4-63 15,-8-3-173-15</inkml:trace>
  <inkml:trace contextRef="#ctx0" brushRef="#br0" timeOffset="73580.73">31192 12187 849 0,'0'0'301'0,"0"0"-299"16,0 0 169-16,0 0-43 0,0 0-91 15,0 0-7-15,-85-32 46 16,56 45-19-16,3 2-12 16,6 4-2-16,4-1-14 15,11 3-19-15,5-1-8 16,0-2-1-16,9-4 2 16,13 1-3-16,8-8-4 15,6-6-22-15,3-1-28 16,6 0-10-16,1-1-11 15,2-12-14-15,-2-4-1 16,2 1 33-16,-8 0 27 16,-9 2 30-16,-13 3 0 15,-12 3 2-15,-6 2 21 0,-9 6 21 16,-15 0 0-16,-3 0 38 16,-2 0-24-16,2 12-6 15,6 5 2-15,1-1-27 16,4 2-9-16,12-5-10 15,1-1-2-15,3-5-6 16,0 0-1-16,7-4-3 16,15-3 4-16,4 0-23 15,2-3-41-15,2-8 6 16,0-4 24-16,-4 2 3 16,-1 1 4-16,-6 3 21 15,-3 3 5-15,-7 3 1 0,-3 3 0 16,-1 0 5-16,-1 0 7 15,3 0-1-15,3 0 0 16,-1 9-6-16,4-3-1 16,-1 0-2-16,0 1 0 15,3-3-2-15,-2 0 1 16,4-4 0-16,1 0 3 16,1 0-2-16,2 0-1 15,-2-11 1-15,-4-4-2 16,2-6 1-16,-3-6-1 15,-1-3-1-15,-2-2 1 16,-5-3 0-16,-6 9 1 16,0 6-1-16,0 12 30 15,-16 8 39-15,-7 0-21 0,-5 24 3 16,3 4 10-16,6 3-20 16,9 5-14-16,9-5-17 15,1-3-6-15,1-5-3 16,13-4-2-16,2-6-13 15,-1-7-98-15,5-6-97 16,0 0-184-16,7-6-527 16</inkml:trace>
  <inkml:trace contextRef="#ctx0" brushRef="#br0" timeOffset="74234.37">31506 11369 734 0,'0'0'57'0,"0"0"93"0,0 0 18 16,0 0-70-16,-4-76-25 15,16 47-13-15,3-6 2 16,3-7 10-16,3-8-46 16,4-3-18-16,2-10-1 15,2-4-3-15,3-5-4 16,-4 2 0-16,-4 5-1 15,-3 6-5-15,-9 8-21 16,-5 10-27-16,-4 1 12 16,-3 12 1-16,0 3 23 15,-13 6 8-15,-8 3 1 16,-3 1 3-16,0 5 4 16,2 0 2-16,3 5 0 15,-1 3 4-15,1 2 0 0,-2 0 6 16,-1 9 4-16,5 5 3 15,4-1-9-15,7 1-6 16,6 2 1-16,0-5-2 16,7-1 0-16,20 5 7 15,9-5-7-15,5 1 2 16,1 1-3-16,-4-1 1 16,-4 3-1-16,-6 1 0 15,-7 2-1-15,-6 0 1 16,-6 1 1-16,-8 0 7 15,-1-2 1-15,-1-2 0 16,-15-1 3-16,-2-1-9 0,-2-1-1 16,3-4-2-16,3-1-11 15,-1-3-174-15,3-3-188 16</inkml:trace>
  <inkml:trace contextRef="#ctx0" brushRef="#br0" timeOffset="75206.5">32058 10107 810 0,'0'0'73'0,"0"0"120"0,0 0-40 16,0 0-104-16,0 0-40 16,0 0-7-16,0 61 90 15,0-17-21-15,0 2-10 16,3 3-3-16,10 1-17 16,3 0-17-16,-3-1-8 15,2-6-4-15,-4-9-11 16,-7-6-2-16,2-11 1 15,-6-7 0-15,0-6 0 16,0-4-3-16,0 0-6 16,-9-21-30-16,-6-13-16 0,0-11 2 15,5-10 6-15,2-2 8 16,4-8-2-16,0-3 28 16,1 2 8-16,-5 3 5 15,5 12 5-15,-2 10 1 16,4 15 32-16,1 13-3 15,0 7 19-15,0 6-36 16,7 0-18-16,17 0-4 16,6 15 1-16,3 5 2 15,1 8 1-15,-2 0-3 16,-7 0 3-16,-10-4 1 16,-8-2 0-16,-7-6-1 15,0 0 1-15,-13-3 3 16,-2-1-3-16,-4-2 1 0,2-1-2 15,2 0-6-15,5-8-168 16,3 3-118-16,7-4-154 16</inkml:trace>
  <inkml:trace contextRef="#ctx0" brushRef="#br0" timeOffset="75547.82">32438 10016 1055 0,'0'0'10'0,"0"0"114"0,0 0-76 15,0 0-39-15,0 0 36 16,0 0 25-16,65 91-43 16,-47-68-12-16,-3-3-2 15,-2-6-4-15,-2-6-2 16,-5-1-5-16,-1-4-1 15,-3-3-1-15,1 0 14 16,5-7 7-16,1-15 25 16,2-9-42-16,1-4 0 15,-1-1-3-15,-1-1 0 16,-2 4-1-16,-5 9 0 16,1 12-2-16,-4 8 0 15,0 4-70-15,0 8-122 0,-1 15-48 16,-8 5-8-16,4 6-231 15</inkml:trace>
  <inkml:trace contextRef="#ctx0" brushRef="#br0" timeOffset="76179.36">32879 10140 758 0,'0'0'56'16,"0"0"18"-16,15-81 58 15,-15 60-75-15,0 7-16 16,0 6 1-16,-12 4 14 0,-12 4-37 16,-6 0-12-1,-1 4 4-15,3 10 4 0,5 3-10 16,11-1 0-16,2 2-5 16,10-3 0-16,0-4 0 15,0 4-2-15,3-7 2 16,12-1-3-16,4-2 2 15,6-5-12-15,1 0-1 16,1-2-4-16,-2-12 6 16,-1 0 7-16,-7 1 3 15,-1 1 2-15,-7 4 1 16,-5 4 4-16,-4 3 11 16,0 1 9-16,0 0-15 0,0 0-10 15,3 1-9 1,3 11 9-16,2 0 0 0,1-1 4 15,4-2-2-15,2 1 2 16,3-7-1-16,0 2-2 16,0-5 5-16,-2 0-2 15,3 0 3-15,-5-11 2 16,5 0 5-16,-8-5 3 16,-1 2 2-16,-4 1 5 15,-4 3 12-15,-2 4 8 16,0 3-16-16,0 3-9 15,0 0-14-15,0 0-5 16,0 0-8-16,0 0-5 16,1 8 5-16,5 5 8 15,0 0 2-15,4-1-2 0,1-1-2 16,8-2-3-16,-1-2 2 16,3-1-9-16,3-1-4 15,-7 0-7-15,3-1-44 16,-1-1-83-16,1-2-139 15,1-1-274-15</inkml:trace>
  <inkml:trace contextRef="#ctx0" brushRef="#br0" timeOffset="76340.64">33587 10256 960 0,'0'0'18'0,"0"0"49"0,0 0 46 0,0 0-113 16,0 0 0-16,0 0-169 16,0 0-291-16</inkml:trace>
  <inkml:trace contextRef="#ctx0" brushRef="#br0" timeOffset="77341.05">32891 10024 478 0,'0'0'43'0,"-67"-110"-37"0,-18 41-6 16</inkml:trace>
  <inkml:trace contextRef="#ctx0" brushRef="#br0" timeOffset="92094.24">2245 14677 677 0,'0'0'109'0,"0"0"-104"0,9 107-5 15,-9-33 57 1,0 9-19-16,0 9 23 0,0-1-25 15,-3 1-8-15,-9-8-26 16,-1-11-1-16,2-14-1 16,2-20 0-16,6-17 0 15,-1-11-7-15,-1-11-30 16,4-9-39-16,-1-18-65 16,-1-9 29-16,-1-9 83 15,1-5 27-15,0 0 2 16,1 6 10-16,2 9 8 15,0 13 33-15,6 16-3 16,8 6-17-16,5 7-18 16,5 16-1-16,3 1 4 15,4-1-9-15,3-5-6 0,8-7 3 16,6-10-3-16,0-1 12 16,1-12-12-16,-1-15 0 15,-7-7-1-15,-5-3 0 16,-9-3-4-16,-10-3 3 15,-13-6 1-15,-4-8 12 16,0-4 20-16,0 2 2 16,-4 13 10-16,-1 20 13 15,2 16 14-15,3 10 25 16,-1 22-88-16,-4 28-1 16,5 21 2-16,-3 9 44 15,0 9-3-15,3 0-18 0,0 1-21 16,0-1-11-16,3-3-1 15,14-15-1-15,-1-17 2 16,5-20-25-16,0-20-113 16,3-14-68-16,2-10-54 15</inkml:trace>
  <inkml:trace contextRef="#ctx0" brushRef="#br0" timeOffset="92548.55">3149 15466 872 0,'0'0'13'0,"0"0"58"0,0 0 39 0,0 0-79 16,87-85-2-16,-62 53 6 16,-10 3-3-16,-8 4 18 15,-5 9 6-15,-2 5 8 16,0 11 9-16,-21 3-24 15,-10 26-46-15,-13 14-2 16,0 11 5-16,0 3 9 16,8-3 6-16,11-4-3 15,10-10-12-15,11-9-2 16,4-8-4-16,0-9-3 16,12-12-5-16,13-2 6 0,11-12 2 15,12-19 6-15,-1-11-6 16,3-7-5-16,-7 5 1 15,-9 4-1-15,-7 12 1 16,-12 14 0-16,-9 13 3 16,3 3-13-16,-5 29 11 15,-4 10 3-15,0 7 3 16,0-1 0-16,0-4-2 16,0-3-1-16,3-8 0 15,5-8-1-15,4-8-25 16,7-16-195-16,3 0-88 15,7-22-234-15</inkml:trace>
  <inkml:trace contextRef="#ctx0" brushRef="#br0" timeOffset="92707.48">3774 15209 1267 0,'0'0'1'0,"0"0"79"0,0 0-53 15,0 0-27-15,0 0-13 16,0 0-95-16,-46 48-107 16,46-7-154-16</inkml:trace>
  <inkml:trace contextRef="#ctx0" brushRef="#br0" timeOffset="92849.35">3770 15561 915 0,'0'0'408'0,"0"0"-366"0,0 0 216 15,0 0-173-15,0 0-52 16,0 0-33-16,-5-7-1 16,17-4-65-16,6 2-232 15,3 5-203-15</inkml:trace>
  <inkml:trace contextRef="#ctx0" brushRef="#br0" timeOffset="93407.54">4971 14915 1096 0,'0'0'7'0,"4"79"10"0,-1-5-1 0,-3 19 96 15,0 14-23-15,0 12 1 16,0 12-47-16,-12 7-18 15,0 0-8-15,-1-6-13 16,4-14-4-16,6-20-1 16,3-29-1-16,0-26-6 15,0-26-53-15,6-17-75 0,6-15-63 16,0-37 76-16,7-23-38 16,1-17-51-16,-4-15 49 15,-1-13-85-15</inkml:trace>
  <inkml:trace contextRef="#ctx0" brushRef="#br0" timeOffset="93753.8">5034 14998 716 0,'0'0'109'0,"0"0"-26"15,0 0 31-15,0 0-101 16,0 0-4-16,-26 110 18 16,26-49 22-16,0 0-16 15,0-5 25-15,4-4-18 0,7-5-28 16,4-11-6-16,-3-13 0 15,7-9-4-15,-4-12 2 16,6-2-1-16,7-14 14 16,2-19-4-16,0-9-4 15,0-7-5-15,-11-5-3 16,-7 4 6-16,-4 9-6 16,-8 15 9-16,0 15-6 15,0 11 48-15,0 1-11 16,0 31-41-16,4 17-6 15,4 12 6-15,3 5 13 16,6-6-2-16,7-8-10 16,12-8-1-16,10-10-1 0,9-12-6 15,12-13 0-15,5-9-109 16,7-12-103-16,0-23-110 16</inkml:trace>
  <inkml:trace contextRef="#ctx0" brushRef="#br0" timeOffset="94080.73">6349 15145 1230 0,'0'0'20'0,"0"0"39"0,0 0 84 0,0 0-108 16,0 0-18-16,0 0-12 16,102-2 17-16,-26-6 6 15,-1 3-21-15,-4-1-7 16,-13 4-2-16,-13 2-5 15,-12 0-102-15,-17 13-80 16,-16 7-54-16,0 2-163 16</inkml:trace>
  <inkml:trace contextRef="#ctx0" brushRef="#br0" timeOffset="94269.19">6455 15448 1011 0,'0'0'35'15,"0"0"55"-15,0 0 49 16,0 0-102-16,0 0-14 16,0 0 3-16,111-14-5 15,-58 2-16-15,-6-1-5 16,-4 1-3-16,-6 0-8 16,-4 2-117-16,-6 0-103 15,-5 0-147-15</inkml:trace>
  <inkml:trace contextRef="#ctx0" brushRef="#br0" timeOffset="94543.49">6754 14772 835 0,'0'0'215'0,"0"0"-210"16,0 0 48-16,-60 108 106 15,42-39-37-15,-1 16-2 16,-11 11-31-16,-6 12 3 16,-16 6-37-16,-8 7-20 15,-7-1-19-15,-5-7-11 16,13-11-4-16,8-18-1 16,21-18-5-16,17-19-28 15,13-19-113-15,0-21-160 0,18-7-152 16</inkml:trace>
  <inkml:trace contextRef="#ctx0" brushRef="#br0" timeOffset="95082.47">7505 15021 964 0,'0'0'159'0,"0"0"-159"0,0 0 0 0,0 0 32 0,-11 100 81 16,-4-28-33-16,-8 14-17 15,-2 6 3-15,-6 8-35 16,-5 5-14-16,-3-2-14 16,3-5-3-16,3-7 0 15,8-11-1-15,10-13 0 0,8-17-23 16,5-17-89-16,2-20 2 15,0-13-29-15,12-26-18 16,14-19 12-16,2-16-183 16</inkml:trace>
  <inkml:trace contextRef="#ctx0" brushRef="#br0" timeOffset="95499.98">7491 14933 499 0,'0'0'352'0,"0"0"-352"16,0 0 0 0,-5 114 54-16,4-57 30 0,1 0-14 15,0-2-3-15,0-3-13 16,6-5-5-16,5-8-26 16,0-8-12-16,4-11-9 15,0-10-2-15,4-10 1 16,5 0 1-16,9-26 1 15,9-11 1-15,-2-7-4 16,2-9-22-16,-11 0-7 16,-5-2 5-16,-13 8 0 15,-7 13 24-15,-5 15 2 16,-1 13 13-16,0 6 27 16,0 30-38-16,-9 15-2 0,-7 10 20 15,4 1 10-15,6-6 9 16,3-5-24-16,3-8-9 15,0-7-1-15,7-3-5 16,4-10-4-16,5-6 0 16,-1-7-24-16,8-4-124 15,2 0-82-15,-2-4-104 16</inkml:trace>
  <inkml:trace contextRef="#ctx0" brushRef="#br0" timeOffset="95782.53">8092 15271 940 0,'0'0'30'0,"0"0"-28"0,-63 98 119 0,56-69-43 0,7-3-34 15,4-2-17-15,16-10-16 16,8-5-5-16,6-9 5 15,5 0 2-15,1-16-2 16,-2-9 2-16,-7-4 27 16,-9-3 12-16,-11 1 25 15,-11 2-35-15,0-1 2 16,-22 0-31-16,-23 8-13 0,-18 11-3 16,-16 11-112-1,-5 14-171-15,-10 15-643 0</inkml:trace>
  <inkml:trace contextRef="#ctx0" brushRef="#br0" timeOffset="96567.73">9970 15016 922 0,'0'0'27'0,"0"0"29"0,0 0 53 0,0 0-67 16,0 0-29-16,0 0-12 0,0 0 0 15,39-2 0-15,3 12 16 16,7-1 4-16,6-5-9 16,-2 4-12-16,-3-2 0 15,-1 0 0-15,-11 0-2 16,-10 4-32-16,-11 3-176 15,-7-2-120-15</inkml:trace>
  <inkml:trace contextRef="#ctx0" brushRef="#br0" timeOffset="96719.66">10173 15216 1190 0,'0'0'34'0,"0"0"-29"16,0 0 66-16,0 0-48 15,0 0-18-15,0 0-5 16,118-22-1-16,-55 17-1 16,-1 3-106-16,3 2-311 15</inkml:trace>
  <inkml:trace contextRef="#ctx0" brushRef="#br0" timeOffset="107379.29">12362 14609 884 0,'0'0'13'0,"0"0"-10"16,0 0-3-16,0 0 101 0,9 107 48 16,-5-42-67-16,1 13 28 15,-5 12-35-15,-5 10-20 16,-13 5-2-16,-4-2-35 15,1-8-6-15,2-14-11 16,5-13-1-16,8-19 0 16,2-15-3-16,4-16-12 15,3-16-108-15,15-4-95 16,7-30-63-16,2-15-211 16</inkml:trace>
  <inkml:trace contextRef="#ctx0" brushRef="#br0" timeOffset="107806.19">12038 14793 798 0,'0'0'38'0,"0"0"76"0,0 0-40 0,0 0 55 16,0 0-49-16,0 0-44 16,-28-39-2-16,35 26-27 15,19-1-7-15,14-5-3 16,18 2-2-16,15 0 4 16,9-3 0-16,9 2 1 15,5 0 0-15,-1 6-2 16,-2 5 0-16,-5 7-17 0,-8 0-248 15,-11 5-121-15</inkml:trace>
  <inkml:trace contextRef="#ctx0" brushRef="#br0" timeOffset="108442.19">12924 15145 690 0,'0'0'4'0,"0"0"134"16,0 0 1-16,0 0 16 15,0 0-81-15,0 0-15 16,0 0-21-16,-55 41-13 16,33 16 38-16,-2 2-23 15,3-3-18-15,3-1 0 16,4-7-12-16,4-10-3 16,9-10-7-16,1-14-2 15,0-7-4-15,11-7 2 0,16-9 3 16,11-22 1-16,10-15 5 15,7-7-5-15,0 2 0 16,-7 1 0-16,-7 10-1 16,-14 18-4-16,-13 12 3 15,-11 10 1-15,-3 0 0 16,0 16-9-16,0 12 10 16,3 7 2-16,1-2-1 15,8-2-1-15,3-6-2 16,6-5 0-16,3-6-2 15,5-8 3-15,4-6 1 16,2 0 0-16,2-12 3 0,-1-13-1 16,-6-8 0-1,-5-4 3-15,-10-7 0 0,-15-6 6 16,0-2-1-16,-21 2-1 16,-7 6-4-16,-2 13-5 15,2 12 6-15,4 13-6 16,6 6-8-16,6 20-52 15,12 13-156-15,0 4-87 16,24 1-326-16</inkml:trace>
  <inkml:trace contextRef="#ctx0" brushRef="#br0" timeOffset="108782.49">13876 15183 947 0,'0'0'2'0,"0"0"163"0,0 0-78 0,-109 13-47 15,81 28 5-15,3 5 8 16,11 1-35-16,14-2-12 16,0-7-6-16,24-8-5 15,12-11 4-15,7-8 0 16,5-11-1-16,0-2 4 15,2-21-2-15,-5-10 4 16,-6-7 5-16,-14-3-1 16,-10-6 25-16,-13 0 44 0,-2-2-35 15,-21-2-22-15,-17 9 11 16,-4 13-31-16,-4 17-2 16,3 14-5-16,4 18-98 15,5 14-202-15,8 4-408 16</inkml:trace>
  <inkml:trace contextRef="#ctx0" brushRef="#br0" timeOffset="109332.61">14944 14646 896 0,'0'0'27'0,"0"0"-27"0,0 0 25 0,0 0 23 0,0 77 16 16,-4-7 46-16,-5 9-56 16,-4 7-3-16,-1 3 1 15,3-5-33-15,3-7-10 0,8-12-9 16,0-15 0-16,3-11 0 15,15-12-4-15,2-8-9 16,3-15-17-16,2-4-158 16,-4-10-102-16</inkml:trace>
  <inkml:trace contextRef="#ctx0" brushRef="#br0" timeOffset="109526.28">14827 15079 1154 0,'0'0'5'0,"0"0"69"16,0 0 16-16,0 0-90 0,0 0-2 15,91-63 0-15,-11 44 2 16,5 6-7-16,-1 12-18 16,-2 1-155-16,-5 19-12 15,-5 12-52-15</inkml:trace>
  <inkml:trace contextRef="#ctx0" brushRef="#br0" timeOffset="110331.2">15578 15180 861 0,'0'0'11'15,"0"0"57"-15,0 0-44 16,0 0-14-16,32-72 2 16,-22 38-6-16,-10-3 16 0,0 2 43 15,-15 4-31 1,-13 7 33-16,-7 15 18 0,-3 9-27 15,-2 5-12-15,-1 26-11 16,4 13-13-16,4 4 1 16,8 0-15-16,7-3 1 15,9-5-9-15,7-5-1 16,2-6 0-16,3-6-8 16,16-7 4-16,4-9 4 15,6-7-1-15,6 0-7 16,4-18 2-16,0-5-18 15,0-5-8-15,-3-4 8 16,-4-2 15-16,-8 7-2 0,-12 7 7 16,-5 9 5-1,-7 9 0-15,0 2 9 0,0 8-9 16,0 13-12-16,0 7 12 16,0 0 2-16,0-4 0 15,2-4-4-15,10-2 1 16,4-6 1-16,2-5 0 15,3-7 1-15,3 0 1 16,3-5 5-16,0-15-5 16,0-3 2-16,-3-5-2 15,-4-5 2-15,-8 2 3 16,0 2-6-16,-6 4 1 16,-4 10 6-16,-2 6-5 15,0 9 0-15,0 6-3 0,1 26-9 16,-1 9 9-1,3 2 14-15,2-1-6 0,5-9-6 16,5-5 3-16,6-3-5 16,1-10 2-16,7-8-2 15,5-7 1-15,6 0 2 16,7-24 4-16,0-9-1 16,-2-10-5-16,0-12 2 15,-6-12-3-15,-8-12-4 16,-9-13 2-16,-10-9-35 15,-10-9 21-15,-2-2 5 16,-9 4 0-16,-12 22 11 16,6 31 0-16,3 35 4 0,3 26 0 15,0 49 12 1,2 30-16-16,2 21 49 0,5 8 3 16,0 5-15-16,6-1-18 15,6-9 4-15,0-9-18 16,0-15-5-16,0-15-1 15,-3-17-4-15,1-17-80 16,-4-23-72-16,-4-13-67 16,-2-21-265-16</inkml:trace>
  <inkml:trace contextRef="#ctx0" brushRef="#br0" timeOffset="110506.21">15917 14626 1367 0,'0'0'0'0,"0"0"0"0,0 0 22 16,0 0-22-16,0 0-7 15,0 0-15-15,-21 7-1 16,62 6-166-16,5-7-221 16</inkml:trace>
  <inkml:trace contextRef="#ctx0" brushRef="#br0" timeOffset="110942.46">17297 14609 922 0,'0'0'0'0,"0"0"4"0,0 0 106 16,0 0-46-16,0 0 1 16,0 0 1-16,-13-54-59 15,72 40-6-15,17-1 9 16,14 1-4-16,-2 2-4 16,-3 3-2-16,-13 7 0 15,-12 0 0-15,-13 2-4 16,-16 0-21-16,-10 0-159 15,-18 0-126-15,-3 0-374 16</inkml:trace>
  <inkml:trace contextRef="#ctx0" brushRef="#br0" timeOffset="111121.02">17670 14549 837 0,'0'0'14'16,"-41"95"41"-16,25-35 106 15,7 2-61-15,1 6-17 16,3 2-8-16,5 2-36 15,0-5-20-15,0-6-15 16,0-10-4-16,9-10 0 16,4-7-2-16,3-12-17 15,4-8-138 1,3-14-159-16,0 0-186 0</inkml:trace>
  <inkml:trace contextRef="#ctx0" brushRef="#br0" timeOffset="111754.36">17846 14919 1032 0,'0'0'0'0,"0"0"0"0,0 0 21 16,0 0-3-16,0 0 7 16,0 0 3-16,106-14-14 15,-54 2-8-15,-2-1-4 16,-7-3 0-16,-9 1-1 15,-14-1 0-15,-9-2-2 16,-9 2 2-16,-2 4 0 16,-2 8 7-16,-23 4-8 15,-8 13-3-15,-4 20-2 0,-3 18 5 16,12 8 11 0,6 4-3-16,9-4 11 0,7-10 0 15,6-8-4-15,5-8-4 16,17-8-6-16,9-8 4 15,17-11-3-15,3-6-3 16,13-6 0-16,2-20-1 16,0-6-2-16,-1-9 0 15,-10-9-1-15,-3-8-2 16,-9-5-4-16,-15 0-12 0,-11 13 4 16,-11 19 15-1,-3 16 2-15,-3 14 10 0,0 1-8 16,-15 18-4-16,-4 15 0 15,2 7 4-15,4 2-4 16,10-5-1-16,3-5 1 16,0 1 0-16,5-6 0 15,8-5 0-15,-3-4-1 16,7-5 3-16,-4-3-3 16,-1-4 3-16,-3-2-4 15,-3 0 2-15,-6 2-1 16,0 0-1-16,-18 4 2 15,-10 4 0-15,-6-1-3 16,-1 5 3-16,4-2-1 16,6-1 0-16,8-2-2 0,7-5-24 15,10-5-77-15,0-3-15 16,13 0-81-16,17-14-54 16</inkml:trace>
  <inkml:trace contextRef="#ctx0" brushRef="#br0" timeOffset="111963.02">18931 14526 939 0,'0'0'119'0,"0"0"-46"0,0 0-7 0,-7 73-6 16,4 0 102-16,1 13-83 0,2 0-42 15,0 3-3 1,0-4-21-16,-3-6-13 0,-3-8 0 15,-3-10-1 1,-3-11-19-16,8-17-208 0,2-19-70 16,2-14-309-16</inkml:trace>
  <inkml:trace contextRef="#ctx0" brushRef="#br0" timeOffset="112095.1">18932 14822 1159 0,'0'0'20'0,"0"0"-20"16,83-64-3-16,-22 46 2 16,15-4-6-16,8-3-200 15,-1-6-659-15</inkml:trace>
  <inkml:trace contextRef="#ctx0" brushRef="#br0" timeOffset="114518.14">24738 16349 837 0,'0'0'57'0,"0"0"-55"0,0 0-2 0,0 0 19 0,0 0-16 16,0 0-2-16,0 0 6 15,89-20 8-15,-59 17 4 16,0 0 14-16,0-1 3 16,2-2-7-16,4-2 7 15,6-7 6-15,4-7-3 0,8-6-8 16,4-7 4 0,2-5-17-16,5-1-8 0,-4-4 11 15,-1 3-1-15,-5 0-7 16,-2 2 4-16,-4 3-6 15,0 5 4-15,-4 2-5 16,-9 4 4-16,-2 0-3 16,-3-4 0-16,1-1-1 15,1-1 4-15,-1-3-4 16,1-4-2-16,0-1 3 16,4-7 7-16,-1-2-9 15,0-4-4-15,0-2 8 0,-5 6-9 16,0 0 1-16,-2 2 4 15,-1 5 0-15,0-2-1 16,1 6-5-16,0-2 0 16,3-1 0-16,4 0-3 15,3-5 0-15,2-3-1 16,4 1 1-16,0 1 0 16,1 3 0-16,-1 5 0 15,-5 3 0-15,-4 4 1 16,-3 1 1-16,-3 2-1 15,-1 0-1-15,1 3 0 0,2-2 0 16,2 1 1 0,2 5-1-16,-3 0-2 0,5 5 1 15,-5 1-1-15,0 2 2 16,0 0 0-16,1 2-2 16,0 0 0-16,7 1 0 15,3 1 2-15,3-1 0 16,5 2 0-16,0 0-2 15,-1 5 2-15,0 4-1 16,-5 0 1-16,-3 0 0 16,-3 0-1-16,-2 2 1 15,-1 9 0-15,-6 1-1 16,3 0 0-16,1 2 1 16,1 1-1-16,4 5 1 15,2 0 1-15,0 3 0 0,-2 2 0 16,1 2-1-16,0 0 0 15,-1 3 0-15,0-5 0 16,-1 1 3-16,-1-1-3 16,-3 1-3-16,1 0 3 15,1 1 0-15,-1 2 0 16,0 2 0-16,0 4 0 16,1-1 2-16,5 2-2 15,-2-3 1-15,1 4 1 16,0-2-1-16,-4-2 3 15,2 0-4-15,0 2 6 16,0-1-3-16,1-3 3 16,-2 1 0-16,-3-2 2 15,4-2-6-15,-5-3 5 0,1 2-1 16,-2-4-1-16,-2-2 1 16,0 0 0-16,-3-1 2 15,-1 1-3-15,0-1 1 16,-1-1 5-16,-1 1-3 15,0-2 3-15,1-1-3 16,-1-1-6-16,2 0 3 16,-3 0 1-16,1 0-4 15,2 1 1-15,1 2 1 16,1-2 2-16,-3 0-4 16,0 0-2-16,-5-2 2 15,1 0 0-15,-1 1-2 16,0-1 1-16,1-1 1 0,-1 0 3 15,2 1-5-15,-1-1 1 16,0 0 4-16,2-2-2 16,-1 4-2-16,1-2 5 15,-1-3-3-15,1 1-3 16,-1 2 9-16,4-1-6 16,-1 1 1-16,3-2-2 15,-1 0 0-15,0 0-2 16,-1-2 2-16,1 3 1 15,1-2-3-15,2 0 1 16,0-1 0-16,1 2-1 16,-1-4 1-16,-1-1 0 15,0 0-2-15,-2-1 2 0,-1-1-2 16,3-3 0-16,-1 2-61 16,2-4-137-16,0 0-216 15</inkml:trace>
  <inkml:trace contextRef="#ctx0" brushRef="#br0" timeOffset="116219.16">24482 16818 287 0,'0'0'392'0,"0"0"-389"0,0 0 57 0,0 0 57 16,0 0-33-16,0 0-8 16,0-31 17-16,0 30-33 15,0 1-4-15,0 0 0 16,0 0-23-16,0 0-2 16,11-1-12-16,8-3-4 15,12-4 10-15,10 2 3 16,9-3-7-16,12-1 0 15,8 2-9-15,10 2-2 16,5 2-3-16,4 1-4 0,3 3 0 16,5 0-2-16,-3 0 0 15,-2 0 3-15,2 0-3 16,-1 0 0-16,2 4 3 16,-4-1-4-16,-7 1-4 15,-5 0 1-15,-6-3 3 16,2-1-1-16,-1 0 0 15,5 0 1-15,1 0 0 16,3 0 0-16,2 0 0 16,1-6 3-16,0 0-2 15,0-1-1-15,2-1 1 16,-1 1-1-16,-5 0 3 16,-9-2-6-16,-3 3 2 15,-4-2-2-15,0 0 2 0,-4 0 0 16,-1 1 0-16,-1 2 0 15,0-3 1-15,-1 2 1 16,9-1-1-16,1-2 1 16,0 0 1-16,-2 1-2 15,-1-2 0-15,-2 3 0 16,0-1 1-16,2 0 0 16,4-1 0-16,3 1 0 15,1 1-1-15,0 1-3 16,-4-1 2-16,1 2-1 15,1-3 1-15,0 2 0 0,-2 1 1 16,-5 0 0 0,1 1 0-16,-3 1 0 0,1-2 0 15,2-1 1-15,-2 3 2 16,-2-1-3-16,1 0 1 16,0 1-1-16,3 1 0 15,0-1 6-15,-2 1-6 16,-4 1-4-16,-6 1 3 15,-3-3 1-15,-2 3 0 16,0 0 0-16,2 0 0 16,0-1 0-16,1-1 0 15,0 1-1-15,0-2 1 16,-4 0 1-16,0-1 0 16,-6 1-1-16,-5-1 3 0,-4-2-3 15,-5 2 0-15,-7-2 1 16,-7 2-1-16,-7 4 0 15,-6 0 0-15,-1-4-1 16,0-1-113-16,-15-1-109 16,-8-3-105-16,-7-2-424 15</inkml:trace>
  <inkml:trace contextRef="#ctx0" brushRef="#br1" timeOffset="124429.47">25476 16296 674 0,'0'0'64'0,"0"0"-60"0,0 0 135 0,0 0-54 15,0 0-37-15,0 0 0 16,0-12 1-16,0 9 10 15,0-4 7-15,0-3-20 16,5-4-31-16,-4 0 26 16,-1-1-20-16,0-2 11 15,0-2-22-15,0-1 6 0,0 7 4 16,-6-1-14 0,2 7 8-16,4 5 6 0,-2 2-2 15,2 0-11-15,0 0-7 16,0 0-2-16,-5 15-5 15,1 14 2-15,-5 11 5 16,6 6 4-16,0 1 7 16,3 7 13-16,0-2-10 15,0-2 3-15,0-2-5 16,0-11-7-16,0-4-4 16,3-9 0-16,0-5 0 15,-3-8-1-15,0-5-2 16,0-3 2-16,0-3-81 15,0 0-158-15,-3 0-100 16</inkml:trace>
  <inkml:trace contextRef="#ctx0" brushRef="#br1" timeOffset="125032.12">24518 15558 785 0,'0'0'55'0,"0"0"-37"0,0 0 53 0,0 0-60 0,-69 87 43 16,29-44 20-16,-1-2-33 15,-3-2 9-15,-2-2-8 16,0-2-15-16,3-6-3 15,2-4-7-15,7-5-4 0,6-8-6 16,4-7-6-16,10-5 7 16,1 0 5-16,5-15 4 15,5-17-12-15,3-9 1 16,0-4-6-16,15 3 0 16,6 7 0-16,0 10 0 15,3 9-2-15,-3 10 1 16,4 6 1-16,5 0-6 15,1 16 6-15,2 8 1 16,-1 3 1-16,-1 3 4 16,-1 3-3-16,-2-3-3 15,-1 1 2-15,-3-3-2 0,-2-3 0 16,-2 0 0 0,0-7-8-16,3-6-32 0,-1-12-124 15,8 0-67-15,0-11-122 16</inkml:trace>
  <inkml:trace contextRef="#ctx0" brushRef="#br1" timeOffset="125281.38">24685 15509 917 0,'0'0'27'0,"0"0"-27"0,0 0 0 16,0 0 101-1,-22 90-16-15,13-49-17 0,-4 5-24 16,2-1 0-16,1 1-22 16,-4-2-7-16,7-3-9 15,-2-4-6-15,3-3 0 16,4-5-3-16,2-4-5 16,0-3-53-16,0-8-153 15,0-8-93-15,5-6-337 16</inkml:trace>
  <inkml:trace contextRef="#ctx0" brushRef="#br1" timeOffset="125598.38">24891 15660 875 0,'0'0'23'16,"0"0"-3"-16,0 0 79 15,0 0-65-15,0 0-21 16,0 0 7-16,88-24-3 16,-73 25 4-16,-11 17-16 15,-4 6 6-15,0 9 40 16,-8 4-8-16,-16 2-17 16,-6 0-3-16,3-7-1 15,5-7-14-15,11-5 3 16,8-10-4-16,3-6-7 15,12-4-2-15,29 0 2 0,15-14 26 16,20-9-21-16,2-2-5 16,5 2-11-16,2-4-122 15,-1-2-212-15</inkml:trace>
  <inkml:trace contextRef="#ctx0" brushRef="#br1" timeOffset="126490.52">29980 16012 532 0,'0'0'59'0,"0"0"13"0,0 0 97 0,0 0-79 15,0 0 1-15,0 0-32 0,-16-27-4 16,16 27-13-16,0 0 0 16,0 0-8-16,0 0 2 15,0 0-1-15,0 0-30 16,0 10-5-16,-6 18-9 16,3 13 9-16,-3 11 21 15,-2 6-3-15,2-1 0 16,-1 2-7-16,2-6-6 15,2-4-5-15,-1-10 2 16,4-2-2-16,0-12 0 16,0-8-10-16,18-9-104 15,4-8-134-15,1-1-143 0</inkml:trace>
  <inkml:trace contextRef="#ctx0" brushRef="#br1" timeOffset="127177.19">30574 15304 572 0,'0'0'0'0,"0"0"0"0,0 0 162 0,0 0-44 0,0 0-92 16,0 0-23-16,-16 1-1 15,-1 40 14-15,-7 6 7 16,-4 6 15-16,-5-4 5 15,-4-3-8-15,-5-6-15 16,2-6-4-16,-1-6 2 16,4-6-3-16,3-8 5 15,10-6-18-15,8-7 3 16,5-1-2-16,9-8 8 16,2-18-1-16,0-10-10 15,7-6 1-15,13-5-1 16,5-1-1-16,1 5-1 15,-2 10 4-15,-5 11 0 0,-4 14 0 16,0 8 8-16,0 2-7 16,6 19 0-16,3 8-2 15,0 2 5-15,6 1-4 16,1-3 0-16,5-2 1 16,6-5 0-16,-2 0-2 15,0-7-1-15,0-2-3 16,-1-2-112-16,-3-7-170 15,-3-4-321-15</inkml:trace>
  <inkml:trace contextRef="#ctx0" brushRef="#br1" timeOffset="127518.09">31030 15169 625 0,'0'0'9'0,"0"0"41"16,0 0 118-16,0 0-122 15,0 0-38-15,0 0 14 16,-43 83 61-16,18-27-13 15,-3 4-1-15,-7 4-28 16,-4-1-13-16,-3 1-18 0,1-4-9 16,7-7-1-16,12-6 0 15,12-10-6-15,10-12-4 16,0-8-101-16,20-13-103 16,6-4-99-16</inkml:trace>
  <inkml:trace contextRef="#ctx0" brushRef="#br1" timeOffset="127829.43">31086 15444 755 0,'0'0'11'0,"0"0"3"15,0 0 56-15,0 0-40 16,0 0-14-16,101-8-2 15,-83 26 4-15,-6 8-3 16,-9 5 2-16,-3 6-6 16,-18 2 2-16,-15 1 4 15,-4-7-1-15,6-3-7 16,8-14 0-16,11-6 1 16,11-5-5-16,1-5-1 15,10 0 19-15,34 0 56 16,22-10 8-16,18-5-61 15,10-5-26-15,0 0-5 0,-1 3-2 16,-7-3-115-16,-10-1-244 16</inkml:trace>
  <inkml:trace contextRef="#ctx0" brushRef="#br1" timeOffset="130843">27278 4723 264 0,'0'0'1'0,"0"0"-1"0,0 0 24 0,0 0 22 0,0 0-2 16,0 0-3-16,0 0 40 16,0 0-25-16,27-72-14 15,-26 66 19-15,1 2-8 16,-2 1 12-16,0-1-4 15,0 2-16-15,0-3 1 16,0 4-11-16,0-2 32 16,0 3-13-16,0 0-21 15,0 0-25-15,0 0-8 16,0 19 0-16,0 11 0 16,1 18 19-16,-1 14 15 15,0 17-2-15,0 11-1 0,0 9-21 16,0 3-9-16,0-3-1 15,0-12-1-15,0-14-10 16,0-15-85-16,10-14-40 16,0-10-147-16</inkml:trace>
  <inkml:trace contextRef="#ctx0" brushRef="#br1" timeOffset="132565.47">30765 10659 420 0,'0'0'54'0,"0"0"-38"0,0 0 81 0,-3-78-16 0,3 56-28 0,-3 4 52 16,1 2-16-16,-1 9 34 15,-1-2 4-15,0 7-11 16,-1 1-34-16,2 1-12 15,3 0-9-15,-1 0-30 16,1 15-25-16,0 19-1 16,0 11 8-16,0 8 7 0,3 12 23 15,4 10-4 1,-4 15 1-16,1 21-17 0,-4 7-10 16,2 3-12-16,-2-5 0 15,3-10-2-15,6-10-23 16,0-8-74-16,6-11-74 15,0-13-36-15,4-15-79 16,0-20-219-16</inkml:trace>
  <inkml:trace contextRef="#ctx0" brushRef="#br1" timeOffset="134556.2">24803 16323 602 0,'0'0'47'0,"0"0"29"0,-22 78 97 0,-18-31-77 16,-5 5-42-16,-6 2 4 15,0 2-3-15,2-7-24 16,7-4-22-16,8-12-8 16,11-7 0-16,9-8-1 15,11-8-2-15,3-10-62 0,10 0-188 16,24-22-145-16</inkml:trace>
  <inkml:trace contextRef="#ctx0" brushRef="#br1" timeOffset="134741.31">25079 16448 1018 0,'0'0'210'15,"0"0"-209"-15,-101 75 118 16,60-40 21-16,0 1-119 15,5 1-13-15,8-5 1 16,11-3-9-16,8-9-2 16,9-9-2-16,16-11-110 0,22-3-40 15,14-25-32-15,5-13-69 16,1-6-278-16</inkml:trace>
  <inkml:trace contextRef="#ctx0" brushRef="#br1" timeOffset="134906.15">25230 16415 836 0,'0'0'118'0,"0"0"-86"16,-57 97 152-16,21-47-62 16,-3 6-64-16,2-3-17 15,4-4-25-15,8-7-15 16,12-6-1-16,11-10-52 16,2-8-188-16,26-17-380 0</inkml:trace>
  <inkml:trace contextRef="#ctx0" brushRef="#br1" timeOffset="135622.04">30387 16092 886 0,'0'0'73'0,"0"0"-67"0,-114 100 137 0,61-49-40 16,-3 4-66-16,-1 1-17 15,-1-5-3-15,6-2-15 16,13-10-2-16,15-9-9 16,22-12-100-16,4-14-72 15,34-4-50-15,11-15-293 16</inkml:trace>
  <inkml:trace contextRef="#ctx0" brushRef="#br1" timeOffset="135816.47">30528 16227 846 0,'0'0'44'15,"0"0"-11"-15,-81 88 152 16,54-61-85-16,2-1-74 16,3 0-6-16,8-6-17 15,4-5-3-15,10-8 0 16,4-2-90-16,22-5-79 15,14-6-83-15,5-15-340 16</inkml:trace>
  <inkml:trace contextRef="#ctx0" brushRef="#br1" timeOffset="136006.1">30838 16266 805 0,'0'0'37'0,"0"0"104"16,-66 104 29-16,38-68-93 15,0 1-23-15,-2-1-19 16,4-5-23-16,2-4-11 16,10-6-1-16,9-6-100 15,5-12-271-15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50:52.71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3373 1905 31 0,'-154'-24'0'0</inkml:trace>
  <inkml:trace contextRef="#ctx0" brushRef="#br0" timeOffset="2442.3">3522 1970 503 0,'0'0'53'0,"0"0"-52"15,0 0 13-15,0 0 39 16,0 0-34-16,0 0 28 0,15-1 27 16,-12 1-14-16,-3 0-9 15,3-3 15-15,-3 0 10 16,3-6 11-16,-3 1-1 15,0-6-8-15,0-2-19 16,0 1-27-16,-14 1 17 16,-14 1 32-16,-2 9-34 15,-6 4-20-15,-5 0-15 16,-1 13-3-16,0 12-5 16,2 17-3-16,3 7 4 15,7 6-4-15,3 6 1 16,12-3 1-16,6-2-3 0,9-8-2 15,0-2 0-15,21-12-6 16,12-2 4-16,8-13-6 16,7-4 0-16,9-11 9 15,9-4-7-15,-1-7-57 16,1-17-51-16,-5-6-48 16,-7-4-43-16,-11-4 6 15,-10-3-30-15,-15 5 62 16,-12 7 169-16,-6 11 120 15,0 6 83-15,-9 6-2 16,-3 6-42-16,-3 0-66 16,1 5-71-16,1 15-12 15,1 7 9-15,3 1 16 0,5 0-4 16,4 0-8-16,7-6-7 16,14 0 3-16,9-6-6 15,10-7 12-15,5-6-6 16,7-3-5-16,3 0 0 15,-5-18-6-15,-6-8-1 16,-8-7-3-16,-11-6 0 16,-14-6 1-16,-8 1-2 15,-3 2 1-15,-14 7 2 16,-14 9 7-16,0 10 20 16,-5 10-20-16,-3 6-3 15,1 8-10-15,3 18-3 16,4 6-2-16,13 3 2 15,7 4-5-15,8-2 3 0,0-3 0 16,27-5-3 0,12-3-7-16,9-12-14 0,7-4-63 15,6-10-31-15,5 0-31 16,5-10-26-16,-5-12 106 16,-15-8-42-16,-10-3 47 15,-22 0 69-15,-14 3 35 16,-5 4 115-16,0 11 17 15,0 7-6-15,0 4-7 16,0 4-71-16,0 10-83 16,0 15 5-16,0 7-1 15,0 3 29-15,5 2-2 16,2-5-11-16,4-2-10 0,-1-7-4 16,1-5 0-16,-4-12-5 15,3-3 5-15,1-3-2 16,4 0 6-16,6-18 18 15,6-11-20-15,-2-8-5 16,0 0-1-16,-8 3-1 16,-4 9 1-16,-4 9 1 15,-3 9-1-15,-4 7 7 16,-1 0-9-16,5 7-12 16,4 14 12-16,1 7 5 15,1 4 9-15,0-3-10 16,1-1-2-16,2-4-2 15,-3-5 0-15,3-4-1 16,-3-2-2-16,6-9-17 0,-2-4-86 16,5 0-94-16,9-20-21 15,4-5-129-15</inkml:trace>
  <inkml:trace contextRef="#ctx0" brushRef="#br0" timeOffset="3317.41">5048 2131 828 0,'0'0'57'0,"0"0"128"0,0 0-81 0,0 0-21 0,0 0-26 0,-88-4-25 15,69 28-8-15,4 5 33 16,-1 2 8-16,11 3-23 0,5-2-12 16,0-2-14-16,15-4-3 15,13-2-3-15,8-4-1 16,6-3-1-16,13-11-2 15,5-4 1-15,1-2-3 16,3-6-3-16,-6-14-1 16,-7-5-7-16,-15-6-26 15,-12-1 11-15,-14 1 18 16,-10 3 3-16,-6 7 1 16,-18 7 8-16,-7 8-5 15,-5 6 2-15,2 0 3 16,0 13-1-16,8 11-3 15,8 3 2-15,6 4-5 16,5-1-1-16,7-1 0 0,9-1-7 16,15-4 4-16,11-5 3 15,4-6 1-15,6-10-1 16,9-3-82-16,1 0-42 16,11-6 43-16,-7-15-67 15,-7-1 27-15,-16-1 32 16,-16-1 83-16,-10 4 6 15,-10 1 31-15,0 7 116 16,-6 3 21-16,-4 3-23 16,5 6-58-16,-2 6-66 15,2 21-19-15,-3 18 48 16,3 23 4-16,2 15 2 16,3 16-13-16,0 7-19 0,12 1-13 15,1-8-3-15,-2-12-5 16,2-14-3-16,-4-19 0 15,-3-15 0-15,0-15 0 16,-2-14-2-16,-2-10 2 16,-1-5 0-16,-1-26 0 15,2-19-17-15,-2-19-25 16,0-19 10-16,0-18-50 16,-6-19 30-16,-12-3 15 15,-4 9 0-15,2 19 23 16,1 23 14-16,16 26 1 0,3 17 5 15,0 11 1-15,18 8 0 16,9 8-5-16,14 7-2 16,4 8-1-16,6 19-3 15,-3 10 3-15,-7 2 1 16,-11 5 0-16,-16 1 5 16,-14-5 1-16,-5-2 4 15,-23-3 4-15,-5-8 1 16,-4-7-8-16,-1-8 1 15,0-12-7-15,-1 0-1 16,9-10 0-16,2-16-45 16,10-13-106-16,6-1-104 15,12-10-97-15</inkml:trace>
  <inkml:trace contextRef="#ctx0" brushRef="#br0" timeOffset="3582.02">6111 1833 844 0,'0'0'106'0,"0"0"0"0,0 0 118 0,0 0-120 0,0 0-80 16,0 0-21-16,11 72 89 15,0-21-24-15,-2 6-13 0,6 0-6 16,-3 2-30-1,4-3-9-15,-1-3-10 0,0-8-1 16,-1-9-1-16,-1-10-9 16,-4-5-121-16,0-14-121 15,-3-7-63-15,-6-4-206 16</inkml:trace>
  <inkml:trace contextRef="#ctx0" brushRef="#br0" timeOffset="3712.17">6164 2109 947 0,'0'0'105'16,"0"0"62"-16,0 0 13 16,0 0-141-16,0 0-39 15,112-35-9-15,-49 35-3 16,-4 0-113-16,-9 0-267 0</inkml:trace>
  <inkml:trace contextRef="#ctx0" brushRef="#br0" timeOffset="4393.96">7497 2201 946 0,'0'0'65'0,"0"0"12"0,0 0 122 0,-84-34-77 0,54 44-78 15,-3 18-33-15,0 8 12 16,5 5 15-16,9 1-13 15,7-2-11-15,6 2-1 16,6-4-5-16,4-9-8 16,16-3-4-16,11-9 4 15,8-13 6-15,4-4 4 16,5-12 0-16,1-14-5 16,-4-8-2-16,-11-6-3 15,-8 1 2-15,-16-3-2 16,-10 3-1-16,0 8 0 15,-22 6-8-15,-7 10 9 0,-8 9-1 16,3 6 1 0,-4 3 0-16,5 18-3 0,8 1 0 15,9-2-3-15,8-1-3 16,8 4-4-16,5-5-22 16,19-2-69-16,10-2 4 15,11-8-2-15,10-3-44 16,5-3-48-16,1-12-119 15</inkml:trace>
  <inkml:trace contextRef="#ctx0" brushRef="#br0" timeOffset="4768.91">7932 1783 840 0,'0'0'56'0,"0"0"2"15,-61-71 216-15,54 71-148 0,2 14-108 16,4 29 3-16,1 23-21 15,0 20 58-15,1 14-23 16,17 18 4-16,0 16 4 16,4 16-25-16,-1 6-11 15,-7 1-7-15,-4-9 0 16,-10-18 0-16,0-21-1 16,-19-22-3-16,-10-18 0 15,-5-18 1-15,-2-17 3 16,-5-21 0-16,-1-13 9 15,-2-14-1-15,4-33 7 16,9-21 18-16,11-22 5 0,12-22-18 16,8-18-10-16,11-9-7 15,25 0-3-15,16 15 0 16,8 26 0-16,9 27-6 16,4 28-6-16,10 25-54 15,7 18-51-15,4 4-86 16,7 24-56-16,-2 4-229 15</inkml:trace>
  <inkml:trace contextRef="#ctx0" brushRef="#br0" timeOffset="5255.05">9099 2196 1193 0,'0'0'27'0,"0"0"178"0,0 0-53 15,0 0-125-15,0 0-23 16,0 0 3-16,-27 143 39 16,27-56-19-16,0 6-13 15,0 0-8-15,0-10-6 16,3-11 0-16,3-16 2 16,0-13-2-16,-1-14 0 15,1-15-8-15,-5-12-33 16,2-5-13-16,-3-34 44 15,0-18-27-15,0-22 11 0,0-21 21 16,0-17 4-16,0-5 1 16,0 2 2-16,0 18-1 15,0 25 7-15,0 16 11 16,15 20 18-16,7 12 0 16,9 13-19-16,13 14-17 15,8 0-1-15,15 22 0 16,-1 12 0-16,-5 7-4 15,-18 3-3-15,-19-2-3 16,-24-3 6-16,-3-2 4 0,-34-6 6 16,-23-1 4-1,-10-7-2-15,-4-8-6 16,5-5-2-16,12-4-1 16,15-2-2-16,14-4-31 0,17 0-104 15,11 0-131-15,2-7-193 16</inkml:trace>
  <inkml:trace contextRef="#ctx0" brushRef="#br0" timeOffset="5607.9">9936 2111 1194 0,'0'0'46'0,"0"0"71"0,0 0 9 0,0 0-93 0,0 0 6 16,85 56 16-16,-52-21-26 16,2 1-12-16,1-4-5 15,-4-6-8-15,-3-3-3 16,-5-11 2-16,-1-6-2 16,-1-6 4-16,-1-2 6 15,2-20-3-15,0-14 0 16,-6-6-7-16,-2-9 0 15,-5-2-1-15,-7 2 1 16,0 7-2-16,-3 10-1 16,0 15-2-16,0 10-20 15,0 9-54-15,0 2-65 16,3 23-98-16,8 10 94 0,2 9-72 16,6-3-250-16</inkml:trace>
  <inkml:trace contextRef="#ctx0" brushRef="#br0" timeOffset="6821.17">10871 2310 471 0,'0'0'122'0,"0"0"34"15,52-101 12-15,-50 55-39 16,-2 2-6-16,-3 7-31 16,-18 7-3-16,-7 7-7 15,-2 10-17-15,-4 7-32 0,-4 6-17 16,-2 6-6-1,3 20-8-15,3 6 1 16,7 9-3-16,10 1 0 16,10 2-1-16,7-4-2 0,10-8 1 15,17-9-2-15,10-6 4 16,4-10 0-16,8-7-4 16,0-4-15-16,2-21-10 15,-2-9-7-15,-10-4 17 16,-8-3 6-16,-14 4 9 15,-7 9 4-15,-10 7 0 16,0 11 13-16,0 10 32 16,-6 0-12-16,-10 9-33 15,1 15 5-15,1 6-5 16,10 3 8-16,4-3-4 16,0-1 5-16,9-4-6 15,15-10-1-15,1-4 5 16,8-5 0-16,1-6 4 0,7 0-7 15,3-20-1-15,0-6-2 16,0-11-1-16,0-7 0 16,-4-10-7-16,-2-13-20 15,-6-10-14-15,-8-11-5 16,-3-4-3-16,-8 8 24 16,-7 14 3-16,-6 19 20 0,0 22 2 15,-5 18 8 1,-8 11 12-16,-9 4 3 0,4 27-23 15,-7 16-6-15,5 13 5 16,8 11 1 0,9 5 9-16,3 4 11 15,3 2 5-15,19-4-10 0,8-5-11 16,5-10 0-16,2-12-3 16,2-15-1-16,-1-9 4 15,-3-17 2-15,-2-10-3 16,-1 0 7-16,1-17-6 15,-1-13 1-15,-7-5-4 16,-8-7 0-16,-3-1 4 16,-11 8-5-16,-3 7 2 0,0 13 8 15,0 9-8-15,0 6 25 16,0 0-27-16,-7 16-9 16,0 12 5-1,4 6 3-15,3-2 2 16,0 0 2-16,8-4 2 0,7-9 0 15,6-4 1-15,0-7 2 16,6-8 7-16,1 0-3 16,1-3 0-16,1-15-1 15,-5-6-8-15,-3-8 2 16,-5-3-1-16,-3-3-3 16,-6 3-1-16,0 9 5 15,-7 14-2-15,-1 5-1 0,0 7 11 16,0 0-13-1,0 10-16-15,-1 14 4 0,-7 5 12 16,8 2-1-16,0-1 1 16,0-7 7-16,9-1-4 15,12-6 6 1,6-5 5-16,4-7-7 0,6-4 7 16,5 0-10-16,3-6 0 15,-5-11-4-15,-4-7 5 16,-8-5-5-16,-2-7 2 15,-11-3-4-15,-8-1 2 16,-7 5-2-16,0 10 1 16,-13 10 1-16,-5 12 0 15,-8 3-2-15,1 18-6 16,0 13 6-16,7 7 2 0,7 5 6 16,11-2 8-16,9 1 8 15,21-2-3-15,12-5-1 16,24-5-6-16,20-1-4 15,19 2-4-15,3-4-4 16,-15-6-32-16,-23-7-243 16,-12-8-639-16</inkml:trace>
  <inkml:trace contextRef="#ctx0" brushRef="#br0" timeOffset="11986.93">6336 5098 725 0,'0'0'30'0,"0"0"122"0,0 0 14 16,0 0-42-16,0 0-23 15,0 0-11-15,0 0 1 16,-18-4-35-16,18 4 1 15,0 0-6-15,0 0-16 16,0 0-12-16,13 0-11 16,13-3-5-16,17-3 24 15,17 3-6-15,8-1-9 16,9 2-2-16,12 2 1 0,7 0-7 16,2 0-6-1,0 0-2-15,-4 0-1 0,-7 0-2 16,-8 0 2-16,-19 0-1 15,-23 0 2-15,-16 0 0 16,-12 0 2-16,-5 0-1 16,-4 0-1-16,3 0 0 15,-3 0 0-15,0 0-19 16,0-6-70-16,-7-4-99 16,-2 3-32-16,-5 0-46 15,-2-3-120-15</inkml:trace>
  <inkml:trace contextRef="#ctx0" brushRef="#br0" timeOffset="13192.25">7167 4802 647 0,'0'0'65'0,"0"0"4"0,0 0 91 0,0 0-32 0,0 0-42 16,0 0 24-16,-21-9-4 16,21 8 5-16,0 1-26 0,0-1-8 15,0 1-22-15,0 0-12 16,-3 0-11-16,3 0-1 15,0 0-12-15,0 0-5 16,0 0-4-16,0 0-6 16,0 0 0-16,0 0-3 15,0 0 1-15,0 0-2 16,0 0 0-16,0 0 1 16,0 0-2-16,0 0 2 15,0 0-1-15,0 0 0 16,0 0 0-16,0 0 0 15,0-2 0-15,0 1 1 16,0-1 0-16,0 2 0 0,0 0-1 16,0 0 0-16,0 0 2 15,0 0 0-15,0 0-2 16,0 0 5-16,0 0-3 16,0 0 1-16,0 0-2 15,0 0-1-15,0 0-1 16,6 0 1-16,15 0-1 15,4 7 1-15,9 2 1 16,4 2 1-16,5 4-1 16,5 4 3-16,5 1-3 15,0 1 1-15,-4-2-2 16,0 2 1-16,-4-2 0 16,-8-2-1-16,-8-4 0 15,-9-4 0-15,-9-6 2 0,-5 0-2 16,-3-2 0-1,-3-1 0-15,3 0 3 16,-3 0-2-16,0 0 2 0,0 0 0 16,0 0-3-16,0 0 2 15,0 0-1-15,0 0-1 16,0 2 1-16,0-2 1 16,0 0-2-16,0 0 2 15,0 0-2-15,0 0 1 16,0 0 1-16,0 0-2 15,0 0 2-15,0 0-2 16,0 0 1-16,0 0 1 16,0 0-2-16,0 0 2 0,0 0-1 15,0 0 1-15,0 0-1 16,0 0 2-16,0 0 0 16,0 0 2-16,0 0-4 15,0 0 2-15,0 0-1 16,0 0 4-16,0 0 3 15,0 0-5-15,0 0 4 16,0 0 2-16,0 0-3 16,0 0 0-16,0 3-6 15,0-2 3-15,-6 9-3 16,-12 7 0-16,-13 11-1 16,-17 16 3-16,-7 10-2 15,-6 5 2-15,0 4-2 16,2 1-1-16,2-5 0 0,10-9 3 15,8-8-3-15,12-15 0 16,12-12 0-16,6-8 2 16,8-4-1-16,1-3 0 15,0 0-1-15,0 0 1 16,0 0 1-16,0 0 0 16,0 0-1-16,0 0 0 15,0 0-1-15,0 0 1 16,0 0-1-16,0 0 0 15,0 0-1-15,0 0 0 16,0 0-25-16,0 0-60 0,0 0-66 16,6 0-197-16,4-1-225 15</inkml:trace>
  <inkml:trace contextRef="#ctx0" brushRef="#br0" timeOffset="15734.71">8893 5473 26 0,'0'0'0'0,"0"0"0"0,0 0 11 0,0 0 7 0,0 0-4 16,0 0 0-16,0 0-2 16,3 0 1-16,-3-1-7 15,0 1-6-15,3-3 0 16,-3 1-3-16,3-1 2 16,2 0-1-16,-2 1-53 15</inkml:trace>
  <inkml:trace contextRef="#ctx0" brushRef="#br0" timeOffset="21371.04">841 17383 16 0,'152'-20'0'0</inkml:trace>
  <inkml:trace contextRef="#ctx0" brushRef="#br0" timeOffset="28344">9014 4534 633 0,'0'0'12'0,"0"0"97"0,0 0-9 15,0 0-6-15,21-73-28 16,-21 64 24-16,0 4 17 15,-11 1-50-15,-9 4 3 0,-9 0-10 16,-10 5-23-16,-4 17 4 16,-8 11 8-16,-1 6 1 15,3 11 3-15,1 13-18 16,6 11 11-16,3 8-12 16,10 4-13-16,5-2-1 15,9-6 0-15,14-8 0 16,1-11-8-16,16-8 0 15,17-10-2-15,7-11-2 16,14-9 2-16,4-11 0 16,9-10-1-16,0 0-3 15,3-14-87-15,0-10-129 16,-4-7-79-16,-11-5-277 0</inkml:trace>
  <inkml:trace contextRef="#ctx0" brushRef="#br0" timeOffset="29067.03">9446 5220 655 0,'0'0'5'15,"0"0"97"-15,0 0-49 0,0 0-12 0,0 0 15 16,0 0 20-16,62-16-19 16,-30-10-25-16,3-7-12 0,-1-1-2 15,-4-4-6 1,-6-1 2-16,-11-7 3 15,-8 2 13-15,-5 4-8 16,0 3-16-16,-15 17 4 16,-6 8 14-16,-3 11 1 0,-3 1-17 15,3 14-8-15,-1 11 0 16,4 1 0 0,11-2-1-16,4 0-2 0,6-4 1 15,0-3 0-15,19-6-4 16,11-3 1-16,12-2 3 15,1-4-3-15,-1-2-9 16,4 0 5-16,-15 0 0 16,-7 0 4-16,-7 6 5 0,-11 5-3 15,-2 3 3-15,-4 4 10 16,0 7 33-16,0 6 27 16,-6 1 10-16,2 1-33 15,1 1-25-15,3-6-11 16,0-5-7-16,7-3-4 15,8-8-1-15,7-4-5 16,4-8-2-16,8 0-103 16,3-17-59-16,2-12-116 15,-9-3-375-15</inkml:trace>
  <inkml:trace contextRef="#ctx0" brushRef="#br0" timeOffset="29455.65">10133 5079 167 0,'0'0'705'0,"0"0"-697"0,0 0-4 0,0 0 20 16,0 0 38-16,0 0-26 15,75-3 6-15,-50-13-13 16,-3 2-10-16,-1-6-8 15,-12 3-4-15,-3-4-3 16,-6 6 13-16,0 5 19 16,-9 4 16-16,-10 6-15 0,-8 0-35 15,-1 6 2-15,-2 13 1 16,6 2 8 0,4 5 4-16,10-2 12 15,7 2-8-15,3-1-12 0,0-1-3 16,18-1-6-16,9-6 1 15,4-1 0-15,5-5-1 16,5-6-3-16,4-5-33 16,12 0-81-16,10 0 36 15,11-5 17-15,1-9-204 16,-5-3-147-16</inkml:trace>
  <inkml:trace contextRef="#ctx0" brushRef="#br0" timeOffset="30080.12">10870 5013 768 0,'0'0'116'0,"0"0"-46"16,0 0 58-16,-85-34-72 16,57 34-3-16,-5 0-16 15,-2 13 8-15,-2 6 14 16,0 9-15-16,0 1 16 16,4 4-14-16,13 1-26 15,7-3-15-15,13-2 0 16,0-1-5-16,12-8-4 15,14-3-2-15,10-8 5 16,9-6 1-16,6-3-15 16,-2-6-55-16,5-13-6 15,-7-8-22-15,0-12-6 16,-7-6 2-16,-7-9 12 0,-3-9 27 16,-14-17 32-16,-5-6 11 15,-6-6 11-15,-5 7 9 16,-5 20 0-16,-10 20 34 15,-3 24 90-15,1 15-14 16,0 6 13-16,-2 24-95 16,2 15-12-16,6 14 26 15,7 8 2-15,4 8-7 16,7 0-1-16,15-3-4 16,4-7-17-16,10-8-12 15,1-7-2-15,6-9-1 0,0-15-1 16,-4-8-1-1,-1-12 1-15,-4 0-2 0,0-18-19 16,-4-10-15 0,-6-7 16-16,-6-2 10 0,-9-1 9 15,-6 6 2-15,-3 8 0 16,0 12 9-16,0 9 19 16,0 3 27-16,-3 10-48 15,-8 20-5-15,0 4-2 16,3 6 16-16,3-5-4 15,5 1-9-15,0-6-3 16,0-2 0-16,10-7-2 0,0-9-15 16,3-12-74-16,1 0-79 15,5-9-30-15,-2-16-109 16</inkml:trace>
  <inkml:trace contextRef="#ctx0" brushRef="#br0" timeOffset="30378.84">11370 4594 875 0,'0'0'42'0,"0"0"22"0,0 0 23 0,0 0-28 16,0 0-15-16,-66 84-29 16,66-67-3-16,3-6-4 15,12-4-7-15,0-6 1 0,6-1 3 16,5 0 8-16,1-16-9 15,-4-4-2-15,-7-1 5 16,-8-1 2-16,-8 3-4 16,0 1-1-16,-9 6 4 15,-12 6-8-15,-6 6 0 16,-3 0-12-16,2 6-5 16,1 15-73-16,7 7-63 15,6 4-38 1,5 5-213-16</inkml:trace>
  <inkml:trace contextRef="#ctx0" brushRef="#br0" timeOffset="30878.84">11728 4551 1002 0,'0'0'10'0,"0"0"240"15,0 0-181-15,0 0-65 16,-27 81-1-16,18-15 46 16,3 14-18-16,2 2 10 15,-1-3-21-15,-1-7-10 16,3-9-5-16,0-9-3 16,0-14-2-16,3-10 0 15,0-14-1-15,0-9 1 0,0-7 0 16,0 0 0-16,0-20 17 15,4-9-12 1,4-9-3-16,4-4-2 16,1 2 1-16,-1 3 1 15,3 7-1-15,-1 8-1 0,2 6 1 16,4 5-2-16,2 9 0 16,6 2-2-16,2 8 1 15,0 14-2-15,-5 6 4 16,-5 2 0-16,-7 1 0 15,-10 1-1-15,-3-1 1 0,0-4 3 16,-8-3-2-16,-15-7 10 16,-7-1 2-16,-5-5-4 15,4-5-2-15,6-3-7 16,9-3 2 0,10 0-2-16,3 0-2 0,3-3-45 15,0-7-145-15,20-3-76 16,9-3-47-16</inkml:trace>
  <inkml:trace contextRef="#ctx0" brushRef="#br0" timeOffset="31080.28">12259 4934 851 0,'0'0'339'0,"0"0"-254"0,0 0 56 0,0 0-83 16,0 0 11-16,-66 89-29 0,62-53-24 15,4 3-11-15,0-6-3 16,0-4-4-16,0-8 1 16,4-7-50-16,7-8-157 15,3-6-72-15,2-10-99 16</inkml:trace>
  <inkml:trace contextRef="#ctx0" brushRef="#br0" timeOffset="31256.71">12277 4604 925 0,'0'0'16'0,"0"0"-14"0,0 0 4 15,0 0-6-15,0 0-2 16,-36 92-37-16,54-65-124 16,0-3-263-16</inkml:trace>
  <inkml:trace contextRef="#ctx0" brushRef="#br0" timeOffset="31677.83">12627 4474 877 0,'0'0'80'0,"0"0"30"0,0 0-26 15,0 0-70-15,-12 77 98 16,9-21-48-16,-1 15 5 15,3 4 1-15,-2 7-33 16,3-1-17-16,0-9-15 16,0-7-3-16,0-9-1 15,16-12-1-15,2-12 0 16,3-10-2-16,-1-15-2 16,9-7-8-16,4-3-27 15,1-23-33-15,-1-6 38 16,-5-12-51-16,-7-6 59 15,-1 0 15-15,-6 0 1 16,-5 11 8-16,-4 14 2 0,-5 12 10 16,0 9 42-1,0 4 14-15,0 10-54 16,-5 16-7-16,-4 8 1 0,2 3 38 16,6 0-14-16,1-2-15 15,0-3-7-15,0-2-6 16,0-4-1-16,3-10-1 15,2-5-1-15,4-9-16 16,2-2-123-16,2 0-73 16,1-18-120-16</inkml:trace>
  <inkml:trace contextRef="#ctx0" brushRef="#br0" timeOffset="31859.94">12963 4659 1006 0,'0'0'23'0,"0"0"206"0,0 0-178 0,0 0 10 16,0 0-61-16,0 0-11 15,-15-18-26-15,15 34-30 16,0 5-177-16,6-4-129 16</inkml:trace>
  <inkml:trace contextRef="#ctx0" brushRef="#br0" timeOffset="32505.24">13248 4473 994 0,'0'0'22'16,"0"0"235"-16,0 0-139 15,0 0-83-15,0 0-32 16,0 0 32-16,-17 113 10 15,17-48-10-15,0 7 13 16,0 7-21-16,8 0 1 16,0-9-21-16,5-6-6 15,0-13-2-15,5-8 1 16,-1-13 0-16,-1-13 0 16,-2-12-4-16,3-5-9 15,6-8-34-15,7-20-6 0,3-6-3 16,1-9-4-16,-6 0 14 15,-4 2 23-15,-5 5 18 16,-8 11 5 0,-8 8 1-16,-3 9 20 0,0 8 30 15,0 4-36-15,-2 17-14 16,-7 8-1-16,2-1 10 16,4 0-3-16,3-3-3 15,0-3 0-15,0-7-4 16,7-5 1-16,7-4 1 15,4-6 0-15,4 0 2 16,4-7 0-16,0-13-3 0,1-4-1 16,0-3-4-16,-6-1 4 15,-5 4 0-15,-5 7 2 16,-7 5 3-16,-4 8 16 16,0 4 19-16,0 0-22 15,-10 25-18-15,-11 17 0 16,-8 17 13-16,-6 16 13 15,-1 16 1-15,2 21 6 16,10 9-7-16,7 8-9 16,5 5-9-16,-4-4-7 15,-2-15-1-15,-3-20-3 16,3-34 1-16,9-25-10 16,8-28-25-16,1-8-74 0,6-32-60 15,15-22-176 1,2-22-378-16</inkml:trace>
  <inkml:trace contextRef="#ctx0" brushRef="#br0" timeOffset="32672.29">13478 4747 1035 0,'0'0'126'0,"0"0"-112"0,0 0 138 0,0 0-103 0,55-81-47 15,5 66-2-15,7 0-4 0,1-3-82 16,-5-6-261 0</inkml:trace>
  <inkml:trace contextRef="#ctx0" brushRef="#br0" timeOffset="34552.21">14634 5159 1032 0,'0'0'40'16,"0"0"-36"-16,0 0 86 15,24-89-66-15,10 58-16 0,8-5 1 16,1-8-6-16,-5-8 3 16,-7-5-2-16,-12 0 3 15,-11 11-6-15,-8 12 9 16,0 16 22-16,0 8 60 16,-15 5-37-16,-3 5-24 15,-3 0-24-15,-3 15-6 16,3 10 0-16,5 8 1 15,7-2-1-15,9-2 2 16,0-2-2-16,12-4 0 16,16 0-2-16,5-3 2 15,7-4 1-15,-1 1 0 0,0 1-2 16,-3 2 0 0,-6 1-1-16,-7 1 1 0,-3 0 1 15,-7 0 6-15,-1-1 10 16,0-1 3-16,3-6 7 15,4-4-1 1,10-4-4-16,8-6 0 0,14 0-3 16,7-12-5-16,1-6-11 15,0-11-1-15,-7-1 0 16,-9-7 3-16,-13-6-3 16,-15-1-2-16,-13 4 7 15,-2 8-2-15,-13 10-3 16,-10 11-2-16,-6 11-4 15,-3 0 0-15,-1 11 1 16,1 16 2-16,6 2 0 16,6 0 1-16,10 0 0 15,4-1-1-15,6-5-3 16,0-1 3-16,0-3-1 16,7-7-1-16,11-6-2 0,2-5 2 15,6-1 3-15,3-1-3 16,2-16 3-16,-3-5 4 15,-2-3-3-15,-7 3 3 16,-4 3 0-16,-9 6-2 16,-3 7 0-16,-3 6 3 15,0 0-5-15,0 14-7 16,0 14 7-16,0 5 4 16,0 0 6-16,12-3-2 15,1-1-5-15,8-7 1 0,3-4-1 16,9-10-2-1,1-8-2-15,8 0 1 0,2-20-4 16,2-9-34-16,-3-13-31 16,-3-12-5-16,-6-10-40 15,-5-13 48-15,-10-13 12 16,-3-5 23-16,-9 1 4 16,-3 8-5-16,-4 21 19 15,0 24 13-15,0 22 8 16,-4 18 45-16,-6 5-15 15,-9 31-36-15,-1 17 4 16,1 14 35-16,3 9 0 0,10 6 4 16,6 1 3-16,0-2-7 15,6-7-28-15,16-11-2 16,8-12-6-16,2-12-3 16,5-11 1-16,0-13-2 15,8-14 2-15,3 0 1 16,5-20-2-16,1-6-2 15,-9-8 0-15,-7-3-5 16,-9 3 0-16,-11 4 4 16,-6 13 1-16,-6 9 2 15,-6 8 7-15,0 0 11 16,0 18-19-16,-3 12-1 16,-8 5 42-16,5 3-30 15,2-1 7-15,1 0 2 16,3-8-16-16,0-4-1 0,0-7-4 15,4-10 1-15,9-4 1 16,9-4 0-16,8-4 4 16,7-17 0-16,4-9-6 15,0 1-2-15,-7-1 2 16,-7 5-1-16,-8 9 1 16,-10 6 0-16,-4 6 0 15,-5 4 0-15,0 0-6 16,1 13-11-16,1 11 17 15,2 3 2-15,4-2-1 0,1-4-1 16,4 1 3 0,8-7 2-16,6-4 1 0,10-5-2 15,15-5-2-15,6-1 2 16,4 0-4-16,-5 0-2 16,-7-11 0-16,-6-4 1 15,-4-4 1-15,-4 1 1 16,-7-4 1-16,-5-3-2 15,-7-1 1-15,-7-7 0 16,-7 1-1-16,-3 3-1 16,0 4-1-16,-3 7-5 15,-24 9 2-15,-6 9-6 16,-10 0 9-16,-3 17 2 0,3 13 4 16,2 12 3-16,9 6 9 15,8 2-3-15,6 10 1 16,11 1-6-16,5-2 7 15,2 2-6-15,0-5-6 16,0 3-1-16,0-2-1 16,0 1-1-16,0-4 1 15,-5 2 0-15,-13-1 2 16,-9-6 1-16,-2-2 1 16,-1-8-5-16,3-7 0 15,2-13 0-15,10-9 0 16,1-10-2-16,4 0-30 15,-3-20-112-15,-1-14-110 16,-2-12-66-16,-4-11-341 0</inkml:trace>
  <inkml:trace contextRef="#ctx0" brushRef="#br0" timeOffset="34740.35">16066 4582 1057 0,'0'0'2'0,"0"0"142"0,0 0-106 0,0 0-38 0,0 0-10 16,117-22-9-16,-50 16-94 16,1 0-106-16,1-6-143 0</inkml:trace>
  <inkml:trace contextRef="#ctx0" brushRef="#br0" timeOffset="34909.54">16882 4360 612 0,'0'0'0'0,"0"0"-145"15</inkml:trace>
  <inkml:trace contextRef="#ctx0" brushRef="#br0" timeOffset="35968.92">18480 4611 992 0,'0'0'10'0,"0"0"20"0,0 0 91 0,-97 7-74 16,64 28 19-16,-3 12-20 16,1 10-7-16,-2-1 17 15,7-2-12-15,9-5-16 16,9-12-3-16,7-9-16 15,5-11-5-15,8-6-1 16,19-9-3-16,14-2 5 16,13-13-4-16,12-17 2 15,1-9-2-15,-6-4-1 16,-16-9 0-16,-15-3-2 16,-20 2 1-16,-10 6 1 0,-21 10-1 15,-19 18 1-15,-12 14-1 16,-8 5 0-16,-1 16 1 15,3 11 2-15,12 10-2 16,14 3 3-16,16 3-6 16,16-6 3-16,0 0-1 15,33-10-9-15,12-10-12 16,19-10-61-16,13-7-9 16,8-3 5-16,3-19-20 15,0-11-9-15,-7-12-21 16,-9-5 44-16,-13-11-17 15,-13-5 13-15,-16-7 97 0,-16 4 5 16,-13 4 79-16,-1 19 33 16,0 15 33-16,-4 17-7 15,-4 7 16-15,0 7-76 16,-6 20-69-16,-1 18-11 16,-3 19 36-16,4 14-3 15,4 20 14-15,6 21-9 16,-1 19-21-16,-1 20-10 15,-3 10-8-15,-3-1 0 16,-6-6-2-16,-4-17-1 16,-5-13 0-16,-1-18 1 15,-1-17 0-15,6-14 2 16,0-18-2-16,-1-20 0 0,5-16 0 16,5-16 0-1,0-5 6-15,2-29-1 0,1-19-3 16,5-21-1-16,6-18 0 15,0-16 0-15,18-13-1 16,13-12-3-16,10 0-1 16,8 4-20-16,6 18-65 15,2 21-6-15,-2 16-29 16,8 16-63-16,0 9-90 16</inkml:trace>
  <inkml:trace contextRef="#ctx0" brushRef="#br0" timeOffset="36580.08">20093 4417 1111 0,'0'0'15'0,"0"0"13"0,0 0 98 0,0 0-110 15,0 0-3-15,0 0 76 16,-33 98-29-16,26-39-30 16,-1 5-4-16,1 4-15 15,0-3-5-15,-1-8-6 16,6-12 0-16,1-9 0 16,1-13-1-16,0-11-27 0,0-12-145 15,0 0 26 1,6-25 39-16,7-21-90 0,1-14 60 15,-4-12 104 1,-1-8 28-16,-3 3 6 0,0 10 24 16,-4 14 43-16,2 18 50 15,-2 13 5-15,-2 9 20 16,1 7-34-16,3 6-63 16,4 13-45-16,7 18 0 15,13 13 43-15,7 5-2 16,6 6-8-16,4 1 8 15,3 0-26-15,-5-6-2 16,-7-8-7-16,-3-19-5 16,-11-7 1-16,-7-11 0 0,-5-5 6 15,-2-18 7-15,-3-23 43 16,3-15-50-16,-6-10 0 16,-2-11-3-16,0-1-5 15,-2 5 0-15,-6 10 0 16,3 16-1-16,-1 20-2 15,6 8-6-15,-2 17-36 16,2 2-44-16,0 21-104 16,0 18 81-16,0 8-45 15,13 4-80-15,9-2-83 16</inkml:trace>
  <inkml:trace contextRef="#ctx0" brushRef="#br0" timeOffset="37379.53">20811 4563 752 0,'0'0'124'0,"0"0"-71"0,0 0 151 0,0 0-76 0,0 0-52 0,0 0-61 16,-36-10-10-16,19 37 16 16,5 0-2-16,7 4-6 15,5-3-1-15,0-4-9 16,0-1-3-16,11-8 0 15,9-7-2-15,7-6 1 0,7-2-1 16,3-15-19-16,2-12-49 16,-2-8-10-16,-2-4 17 15,-2-3 4-15,-11 1 18 16,-11 6 31-16,-7 11 10 16,-4 11 5-16,0 10 38 15,-12 3 19-15,-6 20-60 16,-1 10 23-16,2 10 11 15,13 6 0-15,4-1-24 16,0-4-1-16,8 1-2 16,9-11-7-16,10-11-1 15,3-7 1-15,7-12 3 16,1-1-3-16,3-9-2 16,2-18 0-16,-2-8-14 0,2-11-15 15,-6-7-4-15,-5-7 12 16,-6-9 5-16,-6-8 6 15,-5-8 4-15,-8-5-13 16,-5 2 12-16,-2 15 3 16,0 20 4-16,-5 23 4 15,-7 24 9-15,-7 6 27 16,-2 36-39-16,-1 18 4 16,4 17 27-16,9 10 11 15,9 6-11-15,0 1-1 16,10-5-12-16,13-3-2 15,5-10-17-15,3-8-1 16,4-13 1-16,10-17-1 16,5-16-3-16,1-16-15 0,0-4-78 15,-7-26 18-15,-5-17-43 16,-4-16 61-16,-4-10 8 16,-6-17 29-16,-4-10 17 15,-4-6 7-15,-6 6 1 16,-9 22 12-16,-2 31 39 15,-3 30 94-15,-24 17-64 16,-4 38-77-16,-4 19 42 16,4 18 47-16,13 12-8 15,12 2-33-15,6 3-23 16,9 2 0-16,16 0-21 0,11 1-9 16,6-7 0-1,1-1-8-15,-7-10-298 0,-8-11-466 16</inkml:trace>
  <inkml:trace contextRef="#ctx0" brushRef="#br0" timeOffset="43844.12">6384 7250 1057 0,'0'0'6'0,"0"0"22"0,0 0 196 0,0 0-101 15,0 0-87-15,0 0 15 0,0 0-5 16,-27-12-16-16,49 14 3 16,8 4 35-16,12-2-41 15,7-1-4-15,5-3-7 16,7 0-3-16,6 0-1 15,9 0-9-15,0 0-3 16,-7 0 0-16,-11 0-4 16,-12 0 3-16,-9 0-7 15,-14 0-31-15,-8 0-86 16,-11 0-125-16,-4 0-2 0,-4-3-76 16</inkml:trace>
  <inkml:trace contextRef="#ctx0" brushRef="#br0" timeOffset="44143.02">6825 6961 1007 0,'0'0'8'16,"0"0"123"-16,0 0 15 15,0 0-87-15,0 0-28 16,0 0-10-16,5 27 87 15,21 2-22-15,6 4-45 16,4 6-1-16,4 3-7 16,3 4-12-16,5-3 0 0,-2-2-5 15,-4-3-8-15,-11-2 4 16,-20-1-9-16,-11 2 0 16,-27 8 7-16,-34 2-8 15,-23 3-2-15,-13-2-57 16,-4 2-137-16,7-6-162 15,6-7-434-15</inkml:trace>
  <inkml:trace contextRef="#ctx0" brushRef="#br0" timeOffset="47031.96">8763 7378 558 0,'0'0'20'0,"0"0"-20"15,0 0 68-15,0 0-46 0,0 0-21 16,0 0 1-16,-4 3 25 16,4-3 12-1,0 4 10-15,-3 2-4 0,-3 7-33 16,0 2 1-16,0 5 6 16,3-3-4-16,3 1 1 15,0-6-8-15,0-6 16 16,9-1-2-16,10-5-1 15,14-5 36 1,6-17-13-16,7-9-18 16,3-3-2-16,-5-1-13 0,-6-2 5 15,-12 3 4-15,-4-4-9 16,-14 1 18-16,-8-5-9 16,0 4 5-16,-2 3-12 15,-13 11-10-15,-4 11 11 0,1 10 10 16,-3 3-10-16,-4 15-4 15,-2 17-10-15,6 12 0 16,0 5 0-16,13-2 3 16,7-2 2-16,1-5 0 15,6-7-2-15,21-3-1 16,6-7-1-16,9-8 3 16,4-8-3-16,8-7-2 15,7 0-1-15,0-16-39 16,-3-4-66-16,-7-2-75 0,-17-5-61 15,-12-2-59 1</inkml:trace>
  <inkml:trace contextRef="#ctx0" brushRef="#br0" timeOffset="47378.84">9390 7131 538 0,'0'0'82'0,"0"0"67"0,0 0-56 0,0 0-18 0,0 0-47 15,0 0-18-15,6-5 18 16,13 36 38-16,-2 4-22 15,-1 5 8-15,-1-4-12 16,0 1-9-16,-2-6-3 16,-1-4-16-16,2-6-6 15,-4-6-2-15,0-7-2 16,-2-2 0-16,7-6 2 0,3 0 4 16,6-21 10-16,1-5-8 15,1-8-4 1,-6-6-4-16,1-5-2 15,-4 1-1-15,-4 4-2 16,-4 11 2-16,0 9 0 0,-7 12 1 16,2 5 0-1,-4 3 0-15,1 0 0 0,-1 0-4 16,0 0-8-16,0 0-18 16,0 0-44-16,0 1-19 15,0 6-36-15,0 4-77 16,2-3-91-16</inkml:trace>
  <inkml:trace contextRef="#ctx0" brushRef="#br0" timeOffset="47611.92">9887 7122 613 0,'0'0'85'0,"0"0"-16"15,0 0 53-15,0 0-102 16,0 0 6-16,0 77 55 15,0-43 5-15,-5 0-5 16,-4-2-13-16,5-7-42 16,1-2-19-16,3-3-4 15,0-6-3-15,0-4-1 16,0-6-5-16,0-4-80 16,12 0-144-16,-3-9 3 15,-3-10-397-15</inkml:trace>
  <inkml:trace contextRef="#ctx0" brushRef="#br0" timeOffset="47920.73">9818 6898 909 0,'0'0'1'16,"0"0"102"-16,0 0 75 16,0 0-115-16,0 0-63 15,0 0-2-15,-57 8 1 16,57 10 1-16,0-3 0 15,3 1 2-15,12-4 2 16,0-1 0-16,6-7-4 16,-1-4 3-16,0 0 0 0,-2-5-2 15,-3-11 4 1,-6-4 1-16,-6-3 1 16,-3-3-5-16,0 4 2 15,-3 5-4-15,-6 5 0 0,0 7-3 16,-4 5-47-16,4 9-92 15,-5 18-70-15,7 4-108 16</inkml:trace>
  <inkml:trace contextRef="#ctx0" brushRef="#br0" timeOffset="48928.48">10431 7219 967 0,'0'0'40'16,"0"0"141"-16,-10-88-117 16,-4 63 2-16,-2 7-34 15,-5 8 0-15,-7 9-7 16,-7 1 4-16,-5 22-15 16,-2 13-3-16,2 8-1 15,4 5-2-15,11-4 0 16,7-2-3-16,9-3-5 15,9-5-1-15,0-8-3 16,22-9 3-16,8-11 0 0,12-6-3 16,3-6 1-1,10-21-54-15,-1-9-4 0,-4-6-9 16,-5-11 23-16,-4-7 21 16,-7-11 21-16,-7-6 5 15,-8-5 8-15,-5-1-8 16,-6 6 8-16,-5 14-3 15,-3 20 11-15,0 16 7 16,-8 21 39-16,-4 6-23 16,-4 21-27-16,-1 21-12 15,-1 12 0-15,7 8 8 16,10 1-3-16,1 3 3 16,0 0-6-16,16-4-1 0,8-10 2 15,13-11-2-15,7-12 0 16,9-9-1-1,7-11 1-15,4-9 4 0,5 0-5 16,0-20-2 0,-4-5 0-16,-10-12 1 0,-14-2-5 15,-16-4-7-15,-20 5 4 16,-5 7 7-16,-14 10 2 16,-16 11 4-16,-4 10 4 15,-1 0 10-15,4 22 5 16,6 13-1-16,9 4-15 15,8 3-3-15,8-2 3 16,0-6-6-16,12-5-1 0,10-5-2 16,5-8 1-1,5-6-1-15,3-7 2 0,7-3-6 16,6-6-19-16,4-13-14 16,5-9 27-16,-5-6-22 15,-6-4-9-15,-11-3 20 16,-10 2 11-16,-10 12 12 15,-6 11 3-15,-9 8 3 16,0 8 41-16,0 0 6 16,0 19-45-16,-11 6-7 15,-2 6 13-15,5 0 8 16,5-6-6-16,-1 0-6 16,4-11-8-16,0-1 1 0,0-7-3 15,0-4 0 1,0-2 1-16,9 0 3 15,7-10 9-15,10-12-5 16,2-6-8-16,-1-2 0 0,3-1 2 16,-11 5 0-16,1 8-2 15,-8 6 0-15,-5 12-1 16,-1 0-8-16,0 24 0 16,1 6 9-16,1 3 8 15,-2-3 5-15,-2-2-1 16,2-4-7-16,-1-4-5 15,-1-4 0-15,5-4 0 16,0-6-10-16,-1-3-179 16,11-3-151-16,3 0-369 0</inkml:trace>
  <inkml:trace contextRef="#ctx0" brushRef="#br0" timeOffset="49365.8">12138 6949 860 0,'0'0'47'0,"0"0"70"0,0 0 45 0,0 0-125 16,0 0-22-16,-91 50 34 0,67-15 27 16,5 2-41-1,4-1 27-15,4-1-18 0,10-2-30 16,1-3-7-1,6-5-1-15,18-3 1 0,5-7-7 16,9-7 3-16,9-6 0 16,9-2-3-16,11-5 0 15,3-14-2-15,0-5-2 16,-6-6-4-16,-5-8-20 16,-19-9-23-16,-10-4 18 15,-17 1 26-15,-13 4 7 16,0 11 4-16,-16 14 10 15,-4 14 57-15,-4 7-24 16,-2 13-28-16,5 19 6 0,6 10 16 16,13 2 1-16,2 2-16 15,8-5-22-15,14-3-3 16,6-6-1-16,7-7-4 16,8-6-110-16,14-9-200 15,20-10-222-15</inkml:trace>
  <inkml:trace contextRef="#ctx0" brushRef="#br0" timeOffset="50677.01">14095 7097 993 0,'0'0'2'0,"0"0"56"0,0 0 39 0,0 0-66 16,0 0-1-16,0 0 39 15,90-73-35-15,-56 43 7 16,-1-1-22-16,-6 2 5 0,-9 2 4 16,-12 0 18-1,-6 3-11-15,-8 3-5 0,-23 8-12 16,-9 4 0-16,-14 9-17 15,-6 4 11-15,-2 18-9 16,-1 6 0-16,8 7 1 16,7 1-1-16,14 4-1 15,7-2-2-15,14 0 1 16,11-8-2-16,2-8-1 16,12-8-2-16,16-10 3 15,11-4-4-15,11-8 3 16,6-16 1-16,7-7-4 15,-2-6 3-15,-3 1 1 16,-7 3-1-16,-14 6 2 0,-15 6 1 16,-14 10 4-1,-8 5 3-15,0 6 4 16,-18 0-7-16,-5 4-4 0,0 18-1 16,2 4-2-16,10 1 2 15,8 1-3-15,3 0 3 16,8-2 0-16,22-5 0 15,16-7 3-15,16-9-3 16,13-5 3-16,10-5-3 16,5-16-4-16,1-6 3 15,-9-4-1-15,-3-2 0 16,-20 0 0-16,-21 1-2 16,-17 2 2-16,-15 1 2 0,-6 6 1 15,-15 5 4-15,-15 3-5 16,-7 13 0-16,-7 2 0 15,0 0 0-15,0 17 4 16,5 6-3-16,7 4-1 16,9 2 0-16,10-1 0 15,13-2-4-15,0-1-1 16,19-4 0-16,11-6 3 16,9-7-9-16,7-6-31 15,-1-2-7-15,3 0-13 16,-5-14 27-16,-5-1 16 15,-7 2 17-15,-10 3 1 0,-11 4 1 16,-4 6 5 0,-5 0 2-16,1 27 0 15,-2 19 32-15,0 20 19 0,-2 19-18 16,-15 20 0-16,-6 16-28 16,-2 12-11-16,-1 3 0 15,3-13-1-15,2-15 1 16,1-18-1-16,-1-13 0 15,-2-14 4-15,-7-14-3 16,-8-14 2-16,-8-19 3 16,-11-16 3-16,-7-10 0 15,-3-31 28-15,9-18 3 16,12-23-17-16,23-18-3 16,23-21-12-16,26-18-8 0,36-2-6 15,25 9 4-15,16 19-12 16,10 27-30-16,-1 31-43 15,-6 18-11-15,-9 18-51 16,-3 16-24-16,-6 3-100 16,-6 0-302-16</inkml:trace>
  <inkml:trace contextRef="#ctx0" brushRef="#br0" timeOffset="52208.7">15597 7197 259 0,'0'0'786'0,"0"0"-774"0,0 0 142 0,0 0-113 16,5-75-38-16,21 47-3 0,1-1 0 16,-8-2 1-16,-9 1-1 15,-10 3 6-15,0 4 3 16,-12 4 52-16,-16 8 11 16,-8 9-8-16,-5 2-32 15,-1 6-6-15,4 15-18 16,7 7-2-16,6 5-5 15,10 2-1-15,6 2-1 16,9-8 0-16,0 0-2 16,9-8-2-16,10-7 0 15,11-7-7-15,4-7-63 16,6 0 29-16,2-11-1 16,-3-16 1-16,-4-6 35 0,-9-3 7 15,-8 2 3-15,-10 7 1 16,-5 9 7-16,-3 7 18 15,0 7 35-15,0 4-11 16,-9 4 2-16,-6 18-51 16,3 6 0-16,4 4 0 15,8-2-1-15,0-3-6 16,9-2 7-16,12-8 0 16,2-6 0-16,7-6-7 15,4-5 5-15,9 0-6 16,4-11 4-16,5-11-14 15,-3-8-12-15,-4-7 2 16,-8-3 7-16,-9 1 15 16,-12 7 6-16,-8 5 1 15,-8 7 10-15,0 10 21 16,0 5 41-16,0 5-30 16,-3 8-43-16,-6 16 0 0,2 9 0 15,5 2-1-15,2-2-2 16,2 2 2-16,14-9 0 15,3-5 1-15,9-7 0 16,3-10-2-16,6-4 1 16,2 0 1-16,-3-16-1 15,-4-7-11-15,-3-3-7 16,-9 0 7-16,-4 5 12 16,-10 2 3-16,-2 11 5 15,-4 4 5-15,0 4 7 0,0 0-4 16,0 1-16-1,-6 15-8-15,-3 2 7 0,0-1 1 16,3-3 0-16,4-4-2 16,2-4 2-16,0-3-3 15,0-3 1-15,8 0 2 16,13-6 1-16,9-12 1 16,5-6-2-16,-2-2-2 0,0 1-2 15,-8 1-8 1,-5 5 10-16,-5 6 2 15,-9 8 2-15,-5 5-2 0,1 0-4 16,-2 18-26-16,0 12 30 16,0 2 4-16,0 4-4 15,4-7 0 1,4-4 0-16,4-3 0 0,1-9 0 16,6-6 2-16,5-7-2 15,6 0 0-15,6 0-20 16,-2-14-23-16,-2 1-13 15,-7-4 0-15,-8 0-11 16,-7-3 24-16,-1 0 9 16,-3-2-22-16,1 0 21 15,2 0-40-15,2 0 5 16,-1 3 52-16,3 2 16 16,0 4 2-16,-1 3 8 15,-1 2 27-15,-2 4 31 16,5 3 0-16,1 1-17 0,4 5-15 15,-1 17 13 1,6 4-19-16,-2 5 6 0,-5 1-2 16,-3 1-11-16,-7-2-4 15,-7-2-12-15,0-7 8 16,-11-4-1-16,-19-4 1 16,-7-6-4-16,-5-8-6 15,0 0 0-15,1-6 2 16,3-14-3-16,7-1-1 15,9 1 2-15,8 6-2 16,10 4 0-16,4 5 1 16,0 4 5-16,1 1-4 0,23 0 0 15,9 5-3-15,9 8 2 16,0 1 1-16,1-3-6 16,-1-4 2-16,2-7 1 15,0 0-1-15,2-2 1 16,-3-17-5-16,-2-5-10 15,-3-8-55-15,-7-9 17 16,-6-12-12-16,-6-10 9 16,-7-10-4-16,-5-12 4 15,-6-7 27-15,-1 6 6 16,0 13 16-16,0 21 7 0,-7 29 47 16,6 19 63-1,1 6-50-15,0 33-60 0,0 19 92 16,3 13-18-1,15 1-42-15,-1-4 8 0,-3 0-14 16,-5-5-23-16,-2-7-1 16,-5-6-2-16,-2-10-5 15,0-7-98-15,0-13-111 16,0-10-129-16</inkml:trace>
  <inkml:trace contextRef="#ctx0" brushRef="#br0" timeOffset="52364.95">17388 6722 584 0,'0'0'406'0,"0"0"-400"0,0 0 120 0,0 0-99 0,92-41-18 16,-51 41-8-16,-2-1-1 16,-9-1-4-16,-11-3-119 15,-16-1-230-15</inkml:trace>
  <inkml:trace contextRef="#ctx0" brushRef="#br0" timeOffset="52533.66">16577 6531 1146 0,'0'0'0'15,"0"0"-12"-15,0 0 8 16,0 0-2-16,0 0-80 0,0 0-126 15,40 23-485-15</inkml:trace>
  <inkml:trace contextRef="#ctx0" brushRef="#br0" timeOffset="52972.11">18537 6542 1172 0,'0'0'8'0,"0"0"-4"16,-39 90 95-16,36-41-24 15,3 6 5-15,0 1-46 16,0 1-21-16,8-4-10 16,5-8-3-16,-1-8-1 15,-3-11-7-15,0-11-34 16,-3-10-142-16,1-5-75 16,-4-19-65-16</inkml:trace>
  <inkml:trace contextRef="#ctx0" brushRef="#br0" timeOffset="53303.18">18521 6560 814 0,'0'0'63'0,"0"0"143"15,0 0-65-15,0 0-135 0,0 0-6 16,0 0 61-16,68 113-33 16,-19-69 1-16,7-4 6 15,9-3 12-15,3-3-8 16,-3-9-21-16,-4-6-9 15,-12-9-5-15,-13-8-4 16,-12-2 2-16,-10-5 5 16,-6-18 6-16,-8-10-8 15,0-11 2-15,-3-10 2 16,-16-10 13-16,0-6-15 16,-2 4-4-16,0 8-3 0,0 15 0 15,9 22 0-15,1 11-1 16,6 10-7-16,-3 17-45 15,4 19-68-15,4 7-6 16,0 4-87-16,13-4-46 16,10-1-222-16</inkml:trace>
  <inkml:trace contextRef="#ctx0" brushRef="#br0" timeOffset="54130.66">19291 6617 1014 0,'0'0'31'0,"0"0"214"16,0 0-124 0,0 0-8-16,0 0-108 0,0 0 4 15,-7 35-8-15,6-1 6 16,1 1 3-16,1-2 3 16,19-3-4-16,3-10-5 15,-1-2 1-15,8-8-4 16,-1-7-2-16,4-3-1 15,2-4-1-15,-3-14-15 16,-2-11-30 0,-8-5 19-16,-4-5-3 0,-6-5 26 15,-7 6 2-15,-2 8 4 16,-3 10 4-16,0 13 2 16,0 7 4-16,0 10-10 15,0 23-5-15,-5 11 5 0,5 6 25 16,0-6-14-1,2-3-7-15,19-1 2 0,2-11-3 16,7-4 4-16,3-11-5 16,4-9 2-16,4-5 0 15,2-4-3-15,3-15-1 16,-3-12 0-16,-2-4-2 16,-8-11-13-16,-7-13-3 15,-7-11-13-15,-5-12 8 16,-3-10-7-16,-7-6-3 15,-4 2 16-15,0 18 9 16,-4 23 8-16,-8 24 1 0,-4 18 5 16,-3 13 15-1,-4 16-20-15,-4 23 0 0,2 18 12 16,9 8 5-16,15 11 11 16,1 3 2-16,6 2-8 15,19 0-5-15,10-6-15 16,5-8 7-16,6-11-9 15,5-12 1-15,3-13-4 16,-1-11 2-16,-2-17 0 16,-3-3-8-16,-8-19-30 15,-4-14-34-15,-6-11 12 16,-5-9 21-16,-4-13-26 16,-4-12-12-16,-1-12-10 0,-9-12 22 15,-2-3-4 1,-5 11 31-16,-2 22 38 0,-14 26 22 15,0 25 71-15,-1 21-27 16,-4 5-17-16,0 35-34 16,6 19 13-16,8 16 34 15,7 9-29-15,0 7 9 16,22 3-11-16,8 4-10 16,5 1-21-16,3 4-1 15,1 0-12-15,1-3-256 16</inkml:trace>
  <inkml:trace contextRef="#ctx0" brushRef="#br0" timeOffset="54914.2">11955 8756 935 0,'0'0'6'0,"0"0"-4"0,0 0 87 0,0 0 16 16,0 0-87-16,0 0 36 15,34 102 46-15,-16-17-11 16,-6 15-7-16,-4 25 22 15,-2 27-45-15,-3 23-24 16,-3 18-14-16,0 9-8 16,0-2-10-16,-1-3-3 15,-12-14 0-15,-2-22 1 16,0-24 0-16,4-33-2 16,-1-33 1-16,2-27 0 15,6-24 0-15,1-20-7 16,3-10-83-16,0-34-114 15,16-20 28-15,5-18-30 16,0-15-156-16</inkml:trace>
  <inkml:trace contextRef="#ctx0" brushRef="#br0" timeOffset="55426.96">12013 8853 655 0,'0'0'38'16,"0"0"67"-16,0 0 81 15,0 0-88-15,0 0-64 16,0 0-6-16,-15-16-11 0,15 16 2 16,7 0-3-16,23 0 46 15,18 0-29-15,16 0-3 16,20-6-12-16,5-3-10 15,-1 4-8-15,0 0 1 16,-10 4-1-16,-14 1-1 16,-13 0-2-16,-20 0-1 15,-19 0-11-15,-6 0-3 16,-6 0-13-16,0 0 25 16,-6-12 5-16,-11-2-36 15,-3-3 25-15,-3-4 9 16,2 2 2-16,-1 0 1 15,1 5 0-15,9 4 0 16,3 4 8-16,2 3 6 16,1 3 16-16,6 0-23 15,0 17-6-15,0 12-1 0,16 5 9 16,11 3 8-16,1 1 4 16,-1-1-13-16,-1-1-5 15,-7-5-1-15,-9-4-2 16,-8-7 0-16,-2-2 0 15,0-5-5-15,-9-2-74 16,1-7-171-16,-2-4-242 16</inkml:trace>
  <inkml:trace contextRef="#ctx0" brushRef="#br0" timeOffset="55995.49">13181 8567 1271 0,'0'0'0'0,"0"0"2"0,-11 71 114 0,11-21 24 0,8 5-38 16,4 1-38-16,4 3-35 16,-2 1-8-16,-3-4-13 15,-6-11-7-15,-4-7-1 0,-1-10-3 16,0-12 2-1,0-7-26-15,0-9-113 0,0 0-68 16,-1-17-3-16,-9-13-132 16,2-8-78-16,2-1 238 15,0 2 183 1,5 3 0-16,-1 13 320 16,1 5-89-16,1 6-73 15,0 2 11-15,0 8-57 0,10-2-84 16,17 2-6-16,9 0-2 15,6 0-12-15,4-1-8 16,-4-6 2-16,2 0-4 16,-11-5 2-16,-8-4-1 15,-9-2 0-15,-10-7 1 0,-6 0 6 16,0-3-1 0,0 2 6-16,-9 4 34 15,-1 9 15-15,3 9 29 0,4 4-8 16,-1 0-36-16,-1 20-37 15,1 11-4-15,-1 10 20 16,5 2 4-16,0 6-16 16,0-2-5-16,12-1-3 15,3-5-4-15,-1-7-2 16,3-11-1-16,0-6-54 16,2-12-137-16,3-5-46 15,1-2-126-15</inkml:trace>
  <inkml:trace contextRef="#ctx0" brushRef="#br0" timeOffset="56214.15">13828 8763 1163 0,'0'0'22'0,"0"0"143"0,0 0-40 0,0 0-26 0,-50 101-57 0,50-64-8 15,0 1-12-15,1-5-19 16,9-5-3-16,-3-7 0 15,-3-10-5-15,-1-5-72 16,0-6-120-16,0 0-24 16,-1-10-16-16,-2-15-400 15</inkml:trace>
  <inkml:trace contextRef="#ctx0" brushRef="#br0" timeOffset="56333.75">13748 8610 970 0,'0'0'5'15,"0"0"126"-15,0 0-131 16,0 0-3-16,0 0 0 16,-11 114-48-16,28-66-135 15,-2-1-106-15</inkml:trace>
  <inkml:trace contextRef="#ctx0" brushRef="#br0" timeOffset="56719.67">14219 8962 614 0,'0'0'52'0,"0"0"133"16,5-92-98-16,-8 71 40 15,-12 10-21-15,-3 11-34 16,-9 0-45-16,0 6-5 16,-6 18 18-16,2 2-4 15,7 1-19-15,5 3-3 16,5-1-11-16,8-2-3 15,5-6 0-15,1-6-2 16,1-8-6-16,16-6 4 16,10-1-11-16,3 0-19 15,-1-2-12-15,0-4 10 16,-7 4 20-16,0 2 15 16,-5 9 1-16,-5 20 9 0,-3 13 51 15,-8 18 30 1,-1 16 2-16,-1 17-29 0,-16 4-16 15,-2 2-26-15,-2-10-19 16,-1-16-2-16,5-16-1 16,2-18-3-16,8-19-41 15,7-19-92-15,0-5-67 16,6-30-177-16,15-20-383 16</inkml:trace>
  <inkml:trace contextRef="#ctx0" brushRef="#br0" timeOffset="57482.89">14537 8620 799 0,'0'0'327'15,"0"0"-322"-15,0 0 60 16,-39 96 65-16,33-31-9 16,5 1-52-16,1 2-18 15,0-3-14-15,7-4-22 16,5-12-12-16,3-11 0 15,-1-12-3-15,2-15 0 16,-1-11 0-16,4 0 3 16,6-16-3-16,1-15-4 15,1-5-14-15,-5-3-6 16,-3 8 2 0,-6 5 12-16,-6 14 10 0,-4 6 3 15,-1 6-1-15,-1 0-2 0,3 1-1 16,1 14 0-1,4 5 1-15,5 2 1 0,2-2 7 16,6-4 4-16,2-3-2 16,9-9-7-16,-2-1 2 15,2-3-1-15,3 0 0 16,-2-14-3-16,-3-4 0 16,-2-6 0-16,-7-6-1 15,-8-7 1-15,-7-1-1 16,-5 4 0-16,-2 10-4 15,0 10 1-15,-6 11 2 16,-11 3-2-16,-4 3-5 16,-1 18 8-16,5 6 1 15,7 4 3-15,10 3 0 16,0-4-1-16,0 2 8 0,18-5-7 16,3-4-2-16,4-9 1 15,5-6-3-15,3-8 1 16,5 0 1-16,3-6-1 15,4-14 0-15,-1-7 0 16,1-3 0-16,-6-7-1 16,-12-2-2-16,-9 3-3 15,-11 6-1-15,-7 8 3 0,0 11 2 16,-7 5 0-16,-8 5-3 16,-2 1 0-16,2 2 0 15,4 14 2-15,6 3 2 16,2 1-1-16,3 3 0 15,0 1-3-15,0 3 2 16,8-3 2-16,5 2 0 16,0-5 0-16,1-3 0 15,1-1 0-15,-2-6-2 16,0-4-3-16,1-3-156 16,2-4-114-16,1 0-167 15</inkml:trace>
  <inkml:trace contextRef="#ctx0" brushRef="#br0" timeOffset="58004.07">16136 8890 1298 0,'0'0'0'0,"0"0"48"0,0 0 93 0,-53 74-4 0,53-16-56 15,0 12-28-15,3 12-2 16,13 9-17-16,5 4-7 16,0-1-16-16,1-5-5 0,-3-8 3 15,-6-9-9 1,-3-22 2-16,-5-16-2 0,-1-17-4 16,-3-14-4-16,1-3-14 15,2-15-43-15,-1-21-63 16,2-7-38-16,-4-16-63 15,-1-13-14-15,0-16-43 16,0-16 18-16,0-5 67 16,-6 0 201-16,-10 14 141 15,-4 19 118-15,1 19-62 16,3 14-33-16,4 13-2 16,9 13-15-16,1 8-27 15,2 6-34-15,0 3-40 16,13 0-41-16,20 14-3 15,12 12 50-15,7 6-21 0,-5 2-8 16,-11-1 14-16,-12-4-9 16,-15-1-24-16,-9-3 3 15,-22 1 2-15,-31-4 3 16,-20-4-8-16,-14-2-4 16,1-5-15-16,4-11-98 15,12 0-241-15,2-15-658 16</inkml:trace>
  <inkml:trace contextRef="#ctx0" brushRef="#br0" timeOffset="59142.68">18905 8312 818 0,'0'0'13'0,"0"0"133"0,0 0-23 0,0 0 2 0,0 0-45 0,0 0-16 16,-7-52-4-16,4 45 7 15,-3-3-34-15,3 2 15 16,0-2 0-16,2 3-17 16,-1 2 8-16,1 2-10 15,-2 0-5-15,3 2-10 16,0-2-5-16,-2 0-6 15,1-1 3-15,-3-6-3 16,0-2-2-16,-2-2-1 0,5-2 2 16,-2 8 3-16,-2 3 9 15,1 0 15-15,4 5-9 16,-2 0-5-16,1 0-15 16,-7 32-12-16,0 17 5 15,-2 14 7-15,1 8 4 16,6 2-2-16,3 0-2 15,0 0 1-15,18-3-1 16,5-11-1-16,7-10 0 16,4-15-1-16,2-12 2 15,8-15-7-15,0-7-46 0,6-7-18 16,-2-19-32-16,1-10-31 16,-8-9 25-16,-13-8 31 15,-10-2 33-15,-12 2 45 16,-3 12 5-16,-3 13 6 15,0 14 49-15,-5 10 63 16,-6 4-67-16,-1 22-38 16,-1 11-16-16,5 9 8 15,8-2-7-15,0-3 1 16,16-4-2-16,12-5-2 16,8-7-1-16,5-4 1 15,8-8 0-15,-3-9 1 16,-4 0-1-16,-11 0 0 15,-8-18-2-15,-13-6 2 16,-10-8 6-16,0-5 3 0,-12 1 2 16,-18 3-11-16,-7 6 2 15,-3 10-2-15,-1 8-4 16,4 9-1-16,6 0-8 16,7 3-20-16,7 16-80 15,8 3-53-15,9 6-28 16,0-1-17-16,6-5-198 15</inkml:trace>
  <inkml:trace contextRef="#ctx0" brushRef="#br0" timeOffset="59632.71">19788 8506 1172 0,'0'0'62'0,"0"0"68"0,0 0 1 0,0 0-129 15,0 0 0-15,0 0-2 16,16 47 6-16,-9-24-3 16,5-2-1-16,0-4-1 15,0-5-1-15,4-2 0 16,3-6 0-16,3-4-3 16,6 0-5-16,-3-11-36 15,2-11-8-15,-3-6 23 16,-4-2 18-16,-4-1 6 15,-6 1 5-15,-5 9 2 0,-4 11 5 16,1 4 40 0,-2 6 19-16,0 0-61 15,0 11-5-15,5 14-5 0,3 2 5 16,6 2 4-16,0-1-4 16,6-6 2-16,2-6 1 15,2-6 0-15,1-5 0 16,-2-5-1-16,-1 0-1 15,-1-8 2-15,-4-11 0 16,-3-6-2-16,-5-4 2 16,-7-1 3-16,-2-4-3 15,0 2-3-15,-6 3 0 16,-2 3-1-16,-2 6 1 0,3 7-1 16,2 7-49-1,1 6-37-15,2 0-57 0,-2 4-158 16,2 13-86-16</inkml:trace>
  <inkml:trace contextRef="#ctx0" brushRef="#br0" timeOffset="60247.16">20492 8504 1205 0,'0'0'34'0,"0"0"-34"0,0 0 29 0,84-47-14 0,-52 37-10 0,-2-2-4 16,-8-1 2-16,-5-3 1 15,-7-4 7 1,-10 0 15-16,0-3 18 0,-9 5-4 16,-11 3 1-16,-3 6-17 15,-4 8 7-15,2 1-29 16,5 10 1-16,-1 18-3 15,7 12 0-15,4 4 5 16,10 1-5-16,0 0 1 16,10-4-1-16,10-6 0 15,5-7 0-15,7-7 0 16,4-8 0-16,5-10 0 16,4-3-2-16,4-2 0 15,2-17 0-15,1-6 2 16,-5-8-5-16,-10-5-10 15,-8-6 8-15,-12-3-2 0,-12 1 9 16,-5 2 3-16,0 7-1 16,-11 12 1-16,-3 8 2 15,0 11-3-15,2 6 4 16,5 0-6-16,1 5-4 16,2 12-1-16,3 3 1 15,1-1 1-15,0 1 2 16,1 1 1-16,14-2-3 15,-3-2 1-15,4-1 2 16,-2-1-2-16,1 1 2 16,0 1-1-16,0-1 1 15,0 3-1-15,0-2 1 16,-2-4 1-16,2 0-1 0,1-6-18 16,7 2-106-16,11-7-63 15,6-2-129-15,8 0-445 16</inkml:trace>
  <inkml:trace contextRef="#ctx0" brushRef="#br0" timeOffset="61008.81">21834 8441 682 0,'0'0'166'0,"0"0"-107"0,0 0 123 0,0 0-4 0,0 0-75 16,0 0-22-16,100-16-28 0,-65 3-16 15,-1-2-7 1,-3-3-12-16,-4-6-11 15,-8-7-6-15,-8-7 1 16,-8-5 1-16,-3-3-3 16,-6 3 3-16,-14 14-2 0,-4 9-2 15,-4 15 0-15,-3 5-5 16,-1 11 2-16,6 21 1 16,3 11-2-16,16 9 3 15,7 0-5-15,1-4 7 16,22-4-4-16,6-8 3 15,4-9-34-15,2-9-43 16,-3-9-54-16,6-6-21 16,1-3 19-16,-1-8 10 15,-2-14-42-15,-8-9-8 16,-5-7 116-16,-8-9 58 0,-2-3 96 16,-1-3 27-16,-3 9 28 15,-4 9-4 1,-1 14-9-16,-2 10-16 0,-2 7-28 15,4 4 3-15,0 20-90 16,7 15-6-16,4 9 23 16,0-1 2-16,1-3-17 15,-4-7-3-15,3-3-6 16,0-8 2-16,-1-8-2 16,0-6 0-16,1-4 1 15,5-4 0-15,-1 0-1 16,-1-7 0-16,1-14-5 15,-1-8-6-15,-3-5 9 0,-4-3-2 16,-5 4 4 0,-2 3 0-16,-4 8-1 0,0 5 0 15,0 1 1-15,-9 7-2 16,3 4-11-16,-1 5-69 16,2 0-56-1,-2 10-53-15,7 8-80 0,0 0-293 16</inkml:trace>
  <inkml:trace contextRef="#ctx0" brushRef="#br0" timeOffset="61214.17">22804 8178 984 0,'0'0'82'0,"0"0"93"0,0 0-20 0,0 0-96 0,0 0-46 0,0 0 31 0,15 77-26 15,-12-46-13-15,3-1-3 16,-3-5-4-16,-2-5-1 16,-1-6-91-16,0-7-131 15,0-7-121-15,0 0-310 16</inkml:trace>
  <inkml:trace contextRef="#ctx0" brushRef="#br0" timeOffset="61344.03">22841 7822 920 0,'0'0'9'0,"0"0"-6"16,0 0 67-16,0 0-70 15,0 0-3-15,0 0-12 16,-46 108-141-16,52-50-350 16</inkml:trace>
  <inkml:trace contextRef="#ctx0" brushRef="#br0" timeOffset="62373.46">23277 8256 391 0,'0'0'451'16,"7"-80"-422"-16,-7 36 137 0,0 3-66 16,-6 7-26-16,-14 15-12 15,-7 9-23-15,-8 10 1 16,-4 0 9-16,-1 21 3 15,5 14-19-15,6 10-16 16,10 2-7-16,8-1-4 16,8-3-2-16,3-7-4 15,0-5 1-15,18-6-1 16,6-4-2-16,7-11-2 16,4-5-40-16,2-5-59 15,3 0 11-15,-1-18-41 16,-6-10 4-16,-8-15 26 15,-8-14 55-15,-6-14 39 0,-5-11 5 16,-3-11 4 0,-3-3 0-16,0-9 9 0,0 8 3 15,0 16 18-15,0 28 99 16,0 29-54-16,-6 24-19 16,-7 16-38-16,-2 29-17 15,0 14 29-15,8 10-1 16,7 4 5-16,0-1-17 15,12 2 7-15,7-3-7 16,3-2-14-16,1-13-1 16,2-11 0-16,-2-15 1 15,0-16-3-15,6-9 2 0,-1-5-2 16,0-6 0-16,-2-21-27 16,-1-9-16-16,-4-14 17 15,-9-6 10-15,-3-1-3 16,-9 14 17-16,0 15 2 15,0 14 7 1,0 12 10-16,-12 2 15 16,-6 16-26-16,-1 16-2 0,1 9 15 15,12 4 9-15,6-2-19 16,0-1-2-16,0-9-3 16,16-5-2-16,4-8 0 15,10-7 0-15,3-7-1 16,8-6-1-16,1 0-2 15,2-6-32-15,-3-15-11 16,-8-7 17-16,-3-7-10 0,-4-7 23 16,-7 3 15-16,-8 5 0 15,-3 9 5-15,-7 15 19 16,-1 8 33-16,0 2-14 16,0 5-37-16,-6 17-5 15,-8 6 25-15,3 0-10 16,5 1-6-16,3-4-6 15,3-9 0-15,0 0 0 16,0-8-3-16,0-4 1 16,9 0 0-16,10-4 2 15,5 0 1-15,8-6-2 16,5-13-1-16,3-7-2 0,4-8-1 16,-3 3 0-16,-5 4 1 15,-8 8 1-15,-13 8 0 16,-6 9 1-1,-6 2 1-15,-3 18 0 0,0 13 22 16,0 6 31-16,0 1-36 16,3-5-14-16,-1-5-5 15,4-6 1-15,1-5 0 16,3-7-2-16,1-5-4 16,6-5-63-16,8 0-105 15,5 0-69-15,4-11-129 16</inkml:trace>
  <inkml:trace contextRef="#ctx0" brushRef="#br0" timeOffset="62767.84">24636 7916 900 0,'0'0'6'0,"0"0"54"0,0 0 68 0,-91 62-36 0,79-27-17 16,8 5-23-16,4-2-10 15,0-3-23-15,22-3-3 16,3-8-3-16,5-6-1 16,5-8-8-16,5-7 2 15,1-3-2-15,4 0-4 16,0-14 1-16,-2-9-2 16,-7-11-2-16,-1-8-3 0,-12-7-5 15,-9 3 2-15,-10 5 9 16,-4 12 2-16,-4 12 3 15,-23 12 3-15,-12 5 12 16,2 12 4 0,-4 16 26-16,13 7 12 0,12 3-31 15,14 0-5-15,2-1 4 16,29 0-18-16,17-7 2 16,12-7-11-16,5-10-3 15,-1-10-40-15,-2-3-162 16,-2 0-127-16,-1-10-467 0</inkml:trace>
  <inkml:trace contextRef="#ctx0" brushRef="#br0" timeOffset="64019.71">12344 11062 380 0,'0'0'145'0,"0"0"-112"0,0 0 143 0,-93-19-95 0,68 19-21 0,3 0 37 15,4 0 0-15,6 0-7 16,4 0 5-16,7 0-23 16,1 0-15-16,0 0-11 15,0 0-2-15,7 0-27 16,22 0-9-16,17 0 20 16,16 0 22-16,10 0-31 15,0 0-19-15,-1 0 0 16,-8 0-1-16,-18 0 0 0,-15 0-6 15,-14 0-45 1,-12 0-33-16,-4-4 38 0,0-4 43 16,0-8-18-16,-6 0 5 15,-8-1 16-15,2 3 1 16,-3 2 1-16,1 3 11 16,5 2 50-16,1 3-32 15,6 0-9-15,1 4 14 16,1 0-24-16,0 0-11 15,0 10-2-15,3 6 2 0,11 7 15 16,6 1-7 0,2 2-4-16,0-3 7 0,-2 1-5 15,-4-4-6 1,-8-3 0-16,-8-1 0 0,0-3 0 16,-11 3 1-16,-14 2-1 15,-3 0-5-15,1-5-109 16,0-3-118-16,9-10-145 15</inkml:trace>
  <inkml:trace contextRef="#ctx0" brushRef="#br0" timeOffset="64582.96">13290 10732 1207 0,'0'0'145'0,"0"0"-137"0,0 0 66 0,0 0-11 0,0 0-58 0,0 0 47 0,51 108 19 15,-47-49-38-15,-4 4 4 16,0-1-11-16,0-5-20 16,-1-5-6-16,-2-7 0 15,3-9 0-15,0-10-3 16,0-9 1-16,11-8-14 0,12-9-83 15,10-6-5 1,8-21 16-16,1-10 17 0,-3-8 41 16,-11-1 25-16,-4-1 5 15,-8 8 7 1,-7 11 10-16,-4 9 41 0,-5 11 34 16,0 6 0-16,0 2-62 15,0 19-28-15,-9 9-2 16,-1 10 12-16,7-3 2 15,3 1 1-15,6-5-10 16,16 0 0-16,8-5-5 16,1-9 0-16,5-7 0 15,4-8-1-15,-4-2-1 16,0-9-8-16,-9-11-2 16,-12-8 12-16,-11-6 1 0,-4-3 8 15,-13-5-4 1,-19 3-5-16,-5 7 0 0,-4 7-2 15,3 13 1-15,2 11-7 16,5 1-3-16,1 9-10 16,6 15-61-16,9 2-103 15,9 6-18-15,6-5-34 16,3-6-84-16</inkml:trace>
  <inkml:trace contextRef="#ctx0" brushRef="#br0" timeOffset="65560.31">14075 11032 754 0,'0'0'146'0,"0"0"63"0,0 0 17 15,0 0-76-15,0 0-48 16,0 0-100-16,13-31 3 16,-23 58-5-16,-1 2 17 15,2-1-4-15,8 1 6 16,1-9-10-16,0 2-9 15,0-6 0-15,13-8 0 16,8-4 0-16,-2-4-5 16,5 0 4-16,3-12-19 15,0-11-1-15,0-1 14 16,-5-6-7-16,-1 3 12 16,-7 1 2-16,-6 5 1 15,-3 9 2-15,-5 8 7 0,0 4 9 16,0 0-18-16,0 19-1 15,1 7 0-15,5 5 1 16,8-1 4-16,2-4-1 16,6 1 0-16,5-7-3 15,3-6 1-15,1-6-2 16,1-7 0-16,-2-1 1 16,-5 0 2-16,-1-15-1 15,-8-5-1-15,-4-6 0 16,-7-3 1-16,-5-4-1 15,0-5-1-15,-6 1 0 0,-11 9 0 16,-2 4-4-16,1 10 3 16,3 8 1-1,-1 5-2-15,5 1-3 16,1 0 2-16,7 7-5 0,3 7 3 16,0 1 3-16,3 2 1 15,16-5 1-15,8-1 0 16,5-4-2-16,0-5 0 15,10-2-1-15,7 0-3 16,16-6-2-16,4-6 6 16,-4-4-9-16,-16-3-31 15,-18-2-20-15,-14-4 36 16,-16 2 15-16,-1-1 11 16,-16 6 0-16,-11 7 6 15,-4 7 18-15,0 4 5 16,1 5-11-16,7 19-2 0,4 6 7 15,8 8-1-15,11-2 4 16,0 1-2-16,12 1-8 16,17-7-7-16,5-3-4 15,9-8-3-15,2-6 4 16,4-8-4-16,-1-6 2 16,-4 0-3-16,-6-15 0 15,-4-7 1-15,-4-5-2 16,-5-8 0-16,-8 0-2 15,-7-2-1-15,-8 1-2 0,-2 4 1 16,-2 11 2-16,-14 10-1 16,-3 8 0-16,-3 3 1 15,0 8 0-15,5 15-1 16,6 3 3-16,9-1-3 16,2 2 2-1,3-4 1-15,15 2 1 0,2-4 2 16,2-1-3-16,0-2-1 15,-2-2 1-15,1 2-1 16,-2-3-5-16,-2 1-112 16,-4-3-151-16,-3-10-227 15</inkml:trace>
  <inkml:trace contextRef="#ctx0" brushRef="#br0" timeOffset="66393.7">15738 10665 1147 0,'0'0'97'0,"0"0"-92"0,0 0 94 0,-60 109 45 0,53-34-59 15,5 8-7-15,2 9-29 16,6 5-12-16,17 0-11 16,5-6-23-16,2 0 0 15,1-8-3-15,-1-13-1 16,-7-13 0-16,-4-17-1 16,-9-18 1-16,-2-13-6 15,-7-9-47-15,-1-9-8 16,0-20-39-16,0-15 6 15,-12-14 21-15,0-12-13 0,-4-17 33 16,-1-11 34-16,-3-16 11 16,-7-4 8-16,-3 4 2 15,-6 14 8-15,3 24 35 16,8 22 56-16,8 25 15 16,9 10-34-16,8 12 10 15,13 3-54-15,33 4-33 16,26 6 4-16,19 19 0 15,4 14 10-15,-4 8-7 16,-16 5-1-16,-20 3-1 16,-27-2-7-16,-25-5 0 0,-14-5 2 15,-45-4 9 1,-24-6 9-16,-17-7-9 0,-2-9-10 16,10-7-3-16,19-5 0 15,24-5-39-15,25-6-143 16,21-19-176-16,18-11-476 15</inkml:trace>
  <inkml:trace contextRef="#ctx0" brushRef="#br0" timeOffset="67508.42">18736 10706 814 0,'0'0'31'0,"0"0"53"0,0 0 15 0,0 0-65 15,0 0 20-15,0 0 8 16,5 32-16-16,13-32-13 15,9 0-8-15,9-7 0 16,7-16-5-16,2-4-14 16,-5-7-1-16,-10 1-4 0,-12-5 0 15,-12-6 5-15,-6-2-4 16,-12-1 4 0,-15 5 11-16,-3 11-12 0,0 16 1 15,4 14 14-15,-7 1-5 16,4 31 0-16,1 17-13 15,13 10 9-15,11 4 1 16,4 1-4-16,27-8-5 16,17-8 0-16,14-8-3 15,8-11 1-15,7-8-1 16,-2-14-4-16,-3-6-38 16,-4-7-48-16,-13-17 0 15,-11-6 3-15,-17-10 54 16,-12-11 18-16,-11-3 15 15,0 2 11-15,0 2 28 0,-7 16 60 16,0 14-18-16,2 10-6 16,2 7 11-16,3 3-59 15,0 14-27-15,0 14-11 16,16 11 11-16,10 3 5 16,8-5-4-16,3-5-1 15,5-5 0-15,4-3-4 16,-1-11 2-16,-4-5 2 15,-1-8 0-15,-6 0-2 16,-7-6-4-16,-7-13-10 16,-9-8-9-16,-3 1 19 15,-8-4 0-15,0 3 6 0,0 4-1 16,0 3 1-16,0 5-21 16,-5 4-76-16,-2 5-26 15,0 4-67-15,2 2-109 16,2 0-354-16</inkml:trace>
  <inkml:trace contextRef="#ctx0" brushRef="#br0" timeOffset="67740.02">19923 10476 1260 0,'0'0'12'0,"0"0"9"0,0 0 23 0,0 0 69 0,22 80-51 16,-4-42-44-16,5-1-2 0,-7-6-2 16,-3-5-14-16,0-7-1 15,-6-6-3-15,0-7-75 16,-4-6-130-16,3 0-22 16,-4-19-64-16</inkml:trace>
  <inkml:trace contextRef="#ctx0" brushRef="#br0" timeOffset="67876.06">19953 10228 831 0,'0'0'31'0,"0"0"131"0,0 0-91 15,0 0-71-15,0 0-8 16,0 0 8-16,-45 50-29 16,52-6-134-16,12-2-39 15,3 1-225-15</inkml:trace>
  <inkml:trace contextRef="#ctx0" brushRef="#br0" timeOffset="68905.92">20442 10565 341 0,'0'0'452'0,"0"0"-404"16,0 0 157-16,18-93-102 15,-18 58-18-15,-6 2-21 0,-11 3-13 16,-5 7 1-1,-5 9-4-15,-4 10-14 0,-6 4-23 16,-2 9-1-16,0 17 13 16,10 10-13-16,7 3 0 15,9 5-3-15,9-2-6 16,4 0 3-16,4-9-4 16,20-6-2-16,6-7 1 15,6-9 0-15,3-8-38 16,-3-3-64-16,2-10-3 15,-4-19-11-15,-4-9-10 16,-5-17 58-16,-9-6 9 0,-7-14 46 16,-4-9 14-16,-5-4 0 15,0-5 6-15,0 8 0 16,-8 19 5-16,-2 23 15 16,4 23 78-16,-3 20-3 15,-4 10-70-15,1 31-28 16,-3 16 8-16,9 14 20 15,6 0 11-15,3 4-11 16,20-1 14-16,5-7-35 16,9-4 0-16,4-11-6 15,9-10-2-15,5-15-2 16,5-13 1-16,6-14 0 16,-1 0-1-16,-5-6 0 15,-11-19-2-15,-16-8-2 0,-18-11-13 16,-10-6 5-1,-5 0 7-15,-9 9 5 0,-12 13 1 16,-2 13 9-16,-1 7 43 16,1 8-1-16,-1 3-25 15,6 19-13-15,5 5-7 16,8 7-1-16,5 5 3 16,1-3 0-16,17-5-9 15,9-6 1-15,4-11-1 16,8-2 0-16,9-8-1 15,7-4-5-15,2 0-36 16,-10-11 0-16,-3-11-23 16,-10-8 26-16,-8-12 16 0,-11-6 15 15,-2 4 8-15,-10 6 7 16,0 12 19-16,-3 12 51 16,0 7 1-16,0 7-25 15,0 0-45-15,0 4-8 16,0 16 0-16,0 8 2 15,0 2 8-15,8-1-3 16,3-6 0-16,3-1-1 16,2-10-5-16,2-5 1 15,7-7 1-15,2 0-3 16,2-10 3-16,-1-14-1 16,0-6 1-16,-2-3-3 15,-2-1 3-15,-5 1-2 0,-8 13-1 16,-5 8 3-16,-5 7 0 15,-1 5 29-15,0 0-5 16,0 0-27-16,0 11 0 16,0 13 0-16,4 7 3 15,4 1 0-15,2 0 1 16,2-3-4-16,3-5 1 16,0-2-1-16,0-5 1 15,-1-9-1-15,0-2-3 16,1-6-77-16,2 0-84 15,0 0-53-15,2-10-148 16</inkml:trace>
  <inkml:trace contextRef="#ctx0" brushRef="#br0" timeOffset="69393.62">22183 10188 1236 0,'0'0'3'0,"0"0"99"0,0 0-4 16,0 0-21-16,0 0-43 16,0 0-19-16,2-31 19 15,-22 41 7-15,-13 8 11 16,0 6 2-16,2 3-19 16,7 2-5-16,11 5-15 15,10 1-5-15,3 5-4 16,12-7-4-16,16 0 1 0,8-7-3 15,3-10-4-15,3-8 1 16,5-8 1-16,1 0 1 16,6-14-3-16,-5-13-11 15,-4-7-3-15,-8-7 11 16,-3-5 4-16,-9-4 3 16,-11 8 2-16,-11 7-2 15,-3 13 2-15,-3 11 1 16,-17 10-3-16,-6 1 3 15,-4 8 3-15,2 16 6 16,7 5-3-16,11 1-1 16,10 5-3-16,0-4 4 15,4-4-1-15,8-4-7 0,7-9-1 16,5-2-1-16,3-8 1 16,3-1 0-16,4-3-44 15,2 0-78-15,4 0-147 16,1-4-101-16,5-6-513 15</inkml:trace>
  <inkml:trace contextRef="#ctx0" brushRef="#br0" timeOffset="69530.85">23269 10391 1342 0,'0'0'4'0,"0"0"147"0,0 0-108 0,0 0-43 0,0 0-12 15,0 0-253-15,41-47-476 16</inkml:trace>
  <inkml:trace contextRef="#ctx0" brushRef="#br0" timeOffset="89280.79">3137 13466 927 0,'0'0'5'0,"0"0"1"0,0 0 118 0,0 0-39 16,-13 95-21-16,-8-52 4 0,-6 6 9 15,-12 4-26-15,-4 5 6 16,-12 5-20-16,-5 1-8 16,-4 3-2-16,-5-7-8 15,-4-9-3-15,0-8-4 16,6-10-1-16,6-12-3 16,11-7 2-16,12-12 5 15,11-2-2-15,3-16 3 16,3-13 2-16,-1-12-9 15,10-16-7-15,3-12 3 0,2-10-4 16,7 0-1-16,0 8 0 16,4 9 1-16,14 11-1 15,9 13 0-15,1 6-1 16,2 9 1-16,1 10 0 16,8 6-2-16,7 7 0 15,7 0-3-15,-3 14 0 16,7 10 5-16,-4 6-2 15,-3 7 1-15,-1 4-3 16,-4 6 3-16,-8 3 0 16,-7 7-1-16,-6 3 2 15,-11 5 7-15,-5 0 2 16,-8-4 9-16,0 0-5 16,0-5-6-16,0-6-7 15,10-11-1-15,5-6 0 0,0-10-5 16,16-11-85-1,2-12-159-15,9-9-139 0</inkml:trace>
  <inkml:trace contextRef="#ctx0" brushRef="#br0" timeOffset="89502.37">3704 13866 1127 0,'0'0'53'0,"0"0"-31"0,0 0 13 0,0 0-13 0,107-11-15 0,-74 11-7 0,-9 0-18 0,-6 0-248 15,-12 0-391-15</inkml:trace>
  <inkml:trace contextRef="#ctx0" brushRef="#br0" timeOffset="89658.69">3673 14064 1161 0,'0'0'109'16,"0"0"-88"-16,0 0 167 0,0 0-137 15,0 0-44 1,131-28-7-16,-74 19-7 0,1 1-157 15,6 3-321-15</inkml:trace>
  <inkml:trace contextRef="#ctx0" brushRef="#br0" timeOffset="90676.61">5473 13339 1136 0,'0'0'100'0,"0"0"-92"0,0 0 78 0,0 0-3 0,0 0-56 0,-31 82 2 0,24-19 50 0,-1 9-42 15,1 0-23-15,-4 2 2 16,3-5-12-16,0-7-1 16,-1-12-3-16,9-17 0 15,-2-16-1-15,2-10 1 16,0-7 0-16,0-7 0 15,-1-25 25-15,-1-20-22 16,-1-12-3-16,-2-12 0 16,5-13 0-16,0-12 0 0,0-7 2 15,10 2 1 1,11 19-3-16,3 22 0 16,0 24 1-16,-2 20 1 15,-1 13-2-15,9 8-5 0,4 12-11 16,8 21 1-16,-8 10 2 15,-9 7 6-15,-17 1 7 16,-8 2 4-16,-3-4-3 16,-27-4 3-16,-9-6-1 15,-5-6 6-15,0-8-7 16,8-8 0-16,8-9 0 16,9-5-1-16,10-3 4 15,4 0 4-15,5-3-4 0,0-4-4 16,0 1-1-16,0 6 0 15,5 0-8-15,10 11-8 16,15 11 7-16,4 10 7 16,3 3 2-16,2 3 5 15,4 5 0-15,-1 0-5 16,-3 1 4-16,4-6-3 16,0-7 0-16,-1-11 0 15,7-14-1-15,1-6 0 16,-1-8-49-16,0-23-38 15,-10-7 5-15,-11-10 26 0,-8-4 39 16,-14-4 17 0,-6 8 0-16,0 11 5 0,0 17 17 15,0 14 88-15,0 6-27 16,0 14-76-16,0 18 3 16,0 12 9-16,0 5 12 15,0 1-26-15,0 3 3 16,8-3-8-16,6-10-1 15,4-8-9-15,-3-13-35 16,4-12-146-16,-4-7-70 16,-3-15-188-16</inkml:trace>
  <inkml:trace contextRef="#ctx0" brushRef="#br0" timeOffset="90961.57">6085 13364 505 0,'0'0'610'0,"0"0"-610"15,0 0 90-15,0 0-26 0,0 0-54 0,0 0-7 0,-71 19-3 0,90-8 8 0,5-3-1 16,0-5 8-16,3-3 2 16,-8 0-10-16,-5 0 3 15,-7-11 2-15,-7-7 46 16,0-4-35-16,-21 1 26 15,-4 3-13-15,-4 5-26 16,-2 6-10-16,6 6-2 0,5 1 0 16,5 9-12-1,11 18-25-15,4 9-149 0,6 6-31 16,22 0-94-16</inkml:trace>
  <inkml:trace contextRef="#ctx0" brushRef="#br0" timeOffset="91891.7">6443 13637 1133 0,'0'0'9'16,"15"-75"185"-16,-1 46-113 16,5 8-2-16,1 14-36 0,5 7-22 15,0 10-7 1,-1 20 5-16,0 11-5 15,-11 6-5-15,-8 4-1 0,-5 4-2 16,0-3-3-16,-15-3-2 16,-9-10 1-16,3-10-2 15,-7-11-4-15,1-11 0 16,-3-7-9-16,-1-5 12 16,4-18 1-16,-2-4-8 15,6-2 7-15,5 6 0 16,9 6 1-16,3 8 3 15,6 8-2-15,0 1-1 16,0 3-22-16,18 11 5 16,12 4 17-16,10-3 0 0,3 1 3 15,5-9-1-15,-2-4 0 16,2-3-2-16,-3-7 0 16,1-17-60-16,-1-5-45 15,-5-11 82-15,-3-8-21 16,-16-10-27-16,-9-13 21 15,-11-13-2-15,-1-16 43 16,0-3 9-16,-1 13 0 16,-8 22 0-16,3 30 21 15,2 23 79-15,1 15-8 16,3 36-71-16,0 19-14 0,6 18 57 16,10 6-35-1,2 7 24-15,1-1-33 0,-2-5-1 16,2-9-19-1,-3-12 0-15,-5-14-2 0,-2-17 1 16,-4-10 1 0,-4-17-1-16,-1-1 1 0,4-25 33 15,-4-14-20-15,0-14-11 16,0-7-4-16,0-2 0 16,0 7 2-16,0 11 1 15,0 16 0-15,0 13 0 16,5 9-1-16,7 6-3 15,7 0-13-15,4 4 7 16,1 9 6-16,-2 1-3 16,-3 3 3-16,-5-1-2 15,-8 0 1-15,-6 3 4 16,0-2 2-16,-15 3 1 0,-18-2-3 16,-12 1 0-16,-4-3-1 15,0 0 1-15,8-3-2 16,13-7 2-16,15-1 0 15,13-1-2-15,5 3-24 16,27 1 26-16,16 4 15 16,7-1-4-16,-2 3 3 15,-3 3 3-15,-4 7-9 16,-6 4 8-16,-1 8-11 16,1 4-5-16,-1 4-2 0,6 5 0 15,3-4-14 1,8-1-170-16,7-2-158 0,6-13-431 15</inkml:trace>
  <inkml:trace contextRef="#ctx0" brushRef="#br0" timeOffset="92453.96">8460 13624 926 0,'0'0'6'0,"9"-130"-1"0,5 58 73 0,2-3-55 0,-2 11 43 0,-3 11-25 0,-9 17-6 16,-2 14 56-16,0 14 47 16,0 6-62-16,-13 2-4 15,-7 29-55-15,-5 17-15 16,1 24 3-16,10 12 11 16,13 12 3-1,1 16 15-15,15 24-11 0,10 17 3 16,5 15-9-16,-3 4-10 15,-5-13-7-15,-7-13-1 16,-7-23 1-16,-8-20-3 16,0-20-60-16,0-22-87 15,-15-23-81-15,-12-22-80 16,-9-14-250-16</inkml:trace>
  <inkml:trace contextRef="#ctx0" brushRef="#br0" timeOffset="92650.83">8010 14049 1004 0,'0'0'138'16,"-36"-112"-136"-16,36 64 169 15,19 0-79-15,29 4-48 16,19 5-27-16,17 5-10 0,11 9-7 16,4 9 0-1,5 7-6-15,-2 9-41 16,-8 3-158-16,-9 20-86 0,-15 4-348 31</inkml:trace>
  <inkml:trace contextRef="#ctx0" brushRef="#br0" timeOffset="93080.46">9138 13844 948 0,'0'0'56'0,"0"0"-15"15,0 0 74-15,28-91-92 16,-19 68 11-16,-6-1-13 15,-3 2 26-15,-3 3 13 16,-21 5-2-16,-9 8 3 16,-10 6-9-16,-6 0-33 0,-3 21 7 15,2 6 3 1,7 4-18-16,9 7-8 0,16 3-3 16,9-3-2-16,9 0-13 15,2-6 5-15,21-11 6 16,10-7 2-16,7-8 1 15,5-6-30-15,3-2-43 16,-3-21-3-16,-2-8-20 16,-4-8 18-16,-11-3 11 15,-7-2 13-15,-11 7 30 0,-7 12 23 16,-3 13 2 0,0 12 44-16,0 2 64 15,-13 21-92-15,1 12-12 0,4 4-1 16,7 1-3-1,1-4-2-15,6-5-2 0,14-6 0 16,5-6 3-16,5-11-5 16,3-5-71-16,1-3-54 15,7-5-40-15,3-15-214 16</inkml:trace>
  <inkml:trace contextRef="#ctx0" brushRef="#br0" timeOffset="93474.72">9627 13730 728 0,'0'0'180'0,"0"0"-156"0,-82 45 160 0,60-18-62 16,2 1-88-16,11-1 11 15,8 0-11-15,1-5-30 16,3-1-3-16,18-5 6 16,7-6 1-16,6-5-4 15,5-5-4-15,6-4-27 16,3-16-23-16,1-5-6 15,1-12 16-15,-2-9-58 16,-6-14-34-16,-6-13 23 16,-15-12-5-16,-6-15 28 15,-14-12 83-15,-1 0 3 16,0 15 39-16,-4 28 92 16,-5 29 68-16,4 31 26 0,1 21-116 15,4 41-105 1,0 24 35-16,3 14 60 0,15 4-50 15,3-5-16-15,1-1-19 16,-3-1-5-16,-2-5-9 16,-1-6-2-16,-5-12-1 15,-4-18-36-15,-3-21-125 16,-1-17-64-16,-1-9-107 16</inkml:trace>
  <inkml:trace contextRef="#ctx0" brushRef="#br0" timeOffset="93877.73">10122 13602 1206 0,'0'0'7'0,"0"0"7"0,0 0 29 16,96-38-13-16,-47 38-8 16,2 0-10-1,-5 1-6-15,-9 16-2 0,-5 4-2 16,-13 4-2-16,-9 6-6 15,-10 3 6-15,0 3 24 16,-14 1 6-16,-6-1 19 16,5-5-28-16,6-4-15 15,9-2-6-15,0-5-3 16,3-6-5-16,24-5 4 16,14-8-16-16,15-2-14 15,8-5 7-15,-1-17-51 16,-11-9 42-16,-19-13 18 15,-18-10 18-15,-15-5 1 16,-12 1 47-16,-24 6 56 16,-14 6-24-16,-4 11-25 0,3 10-12 15,6 13-28-15,10 10-15 16,8 2-2-16,7 24-12 16,7 13-14-16,10 6-112 15,3 11-60-15,4-2-71 16,17-1-220-16</inkml:trace>
  <inkml:trace contextRef="#ctx0" brushRef="#br0" timeOffset="94224.7">10989 13582 1150 0,'0'0'31'0,"0"0"61"0,0 0 60 0,0 0-77 0,0 0-60 0,111-49 5 16,-67 80 11-16,-3 9-1 16,-2 7-25-16,-8 5 7 15,-6-3-12-15,-9-5 1 16,-5-13-2-16,-11-12 1 16,0-10 0-16,-6-7 7 15,-19-2 0-15,-5-11-1 0,-3-19 3 16,0-13-5-16,9-6 5 15,6-9-1 1,15-3-5-16,3 0-3 16,11 0-1-16,20 11-9 0,8 11-65 15,4 17-71-15,2 16-29 16,-3 6-20-16,-4 14-34 16,-2 15-220-16</inkml:trace>
  <inkml:trace contextRef="#ctx0" brushRef="#br0" timeOffset="94594.07">11711 13791 853 0,'0'0'4'0,"0"0"66"16,0 0 49-16,62-88-31 15,-45 58-25-15,0-2-2 16,-5 1 17-16,-6 7-21 15,-6 6 24-15,0 5 10 16,0 5-49-16,-11 7-12 16,-4 1-17-16,-1 0-13 15,3 9-2-15,5 8 1 16,5 5 0-16,3 2-5 16,3 5 6-16,18 1 0 15,3 2 0-15,6 3 2 16,1-1-1-16,-1 0-1 15,-3-5 0-15,-8-1-1 16,-7-3-1-16,-12-7 4 0,-9-2-2 16,-27-3 4-16,-14-1-3 15,-10-3-1-15,-12-1-54 16,-16-3-158-16,-15-5-213 16</inkml:trace>
  <inkml:trace contextRef="#ctx0" brushRef="#br0" timeOffset="95113.9">6491 14971 722 0,'0'0'177'0,"0"0"-172"0,0 0 195 0,0 0-34 0,0 0-76 0,0 0-23 0,-18-3-8 16,39-3-13-1,22-2-15-15,29-7 35 16,32-2-24-16,39-7-19 0,50-6-4 16,44 1-5-16,45-5-6 15,41 0-4-15,36 6-3 16,26 3 0-16,24 6-1 16,10 5 0-16,-13 1-2 15,-14 2-3-15,-44-2-2 16,-62-2-41-16,-68-2-46 15,-76-4 73-15,-56-3 21 16,-44-1 33-16,-25 1 88 16,-13 2-40-16,-4 5-29 0,0 3-21 15,0 7-15-15,0 3-13 16,0 4-3-16,0 0-6 16,0 0-70-16,0 4-187 15,0 2-185-15</inkml:trace>
  <inkml:trace contextRef="#ctx0" brushRef="#br0" timeOffset="108934.82">13646 13894 603 0,'0'0'416'0,"0"0"-413"0,0 0 19 0,0 0 83 0,0 0-41 16,0 0-47-16,0 0-15 16,0 0 12-16,62 22 22 15,3-15-21-15,13-3-7 16,4-3-2-16,0 1-6 15,-9 0-1-15,-6-2-23 16,-11 0-153-16,-14 0-123 16</inkml:trace>
  <inkml:trace contextRef="#ctx0" brushRef="#br0" timeOffset="109170.28">14195 13741 1053 0,'0'0'0'16,"0"0"4"-16,0 0 16 0,0 0-11 16,0 0 68-16,77 86-40 15,-51-42-18-15,-9 3-4 16,-10 0 5-16,-7-4-12 16,0-2-4-16,-16-7-4 15,-4-5 0-15,3-6-2 16,6-8-94-16,6-9-173 15,5-6-470-15</inkml:trace>
  <inkml:trace contextRef="#ctx0" brushRef="#br0" timeOffset="109382.42">15234 13462 1331 0,'0'0'0'0,"0"0"8"16,0 0 59-16,0 0 27 16,-3 79 23-16,6-27-90 15,9 5-7-15,1 2-14 16,2 9-6-16,-1-5 0 16,0-4 0-16,0-10-9 15,2-10-114-15,-5-14-144 16,-5-13-128-16</inkml:trace>
  <inkml:trace contextRef="#ctx0" brushRef="#br0" timeOffset="109891.49">14771 13711 1016 0,'0'0'6'0,"0"0"59"0,0 0 89 0,0 0-117 16,0 0-23-16,108-20 13 16,-56 20-17-16,1 0-10 15,3 0 0-15,2 3-6 16,0 3-113-16,-3-3-215 15</inkml:trace>
  <inkml:trace contextRef="#ctx0" brushRef="#br0" timeOffset="110265.84">15597 13668 331 0,'0'0'710'0,"0"0"-708"0,-81 25 70 15,66 4 18-15,7 7-29 16,8 3-11-16,0-2-7 16,6-2-15-16,17-3-18 15,10-10-3-15,7-4-5 16,8-7 3-16,2-10-1 16,-2-1 0-16,-3-10-4 15,-8-11 0-15,-7-12 3 16,-12-8 2-16,-9-5-3 15,-9-5 1-15,-7 4 2 0,-22 8 3 16,-11 11-2-16,-7 12 8 16,-5 9-6-16,0 7 17 15,6 1-19-15,10 19-6 16,12 9-4-16,12 1-3 16,12 6-1-16,6 2-5 15,27-6-108-15,15-6-64 16,5-11-120-16,1-12-307 15</inkml:trace>
  <inkml:trace contextRef="#ctx0" brushRef="#br0" timeOffset="110971.76">16175 13268 1065 0,'0'0'12'0,"0"0"49"16,0 0 93-16,0 0-119 15,-82 47 52-15,79 4-31 16,3 8-27-16,6 3 1 16,14 2-10-16,8-5-13 15,9 2-1-15,6-8-5 16,4-9 2-16,2-10-3 16,4-14 2-16,2-15 0 0,3-5-1 15,-2-5 0 1,-8-21-2-16,-12-12 1 0,-14-6 0 15,-13-8-17-15,-9 6 11 16,0 12 5-16,-8 8 1 16,-9 11 0-16,-1 13 6 15,-2 2-5-15,0 2-1 16,3 23 0-16,7 11 1 16,8 6 6-16,2 4-1 15,9 3 1-15,14-5-6 16,6-5 5-16,4-4-1 15,2-13-4-15,8-10 0 16,8-4 0-16,5-8 8 16,5 0-5-16,-7-16-1 0,-12-10-3 15,-14-15 1-15,-11-4 3 16,-14-7-4-16,-3 1-1 16,0 11-2-16,-13 14 3 15,2 7 6-15,-1 11-6 16,2 5 0-16,3 3 0 15,0 0-8-15,2 6-4 16,2 10 2-16,3 5 6 16,0 1 1-16,8-2 2 15,10-3-1-15,3 2-2 16,-5-1 4-16,-2 1-2 16,-4-1 3-16,-3 0-1 15,-1 1 0-15,-1-1-1 0,3-1 1 16,0-1 1-1,4-3-1-15,6 2 2 0,8-7 0 16,15 4 1 0,14-7-2-16,12 1-1 0,5-4 0 15,-4 0-1-15,-10-2-33 16,-14 0-163-16,-13-8-51 16,-12-15-79-16</inkml:trace>
  <inkml:trace contextRef="#ctx0" brushRef="#br0" timeOffset="111411.74">17600 13625 636 0,'0'0'0'0,"0"0"141"0,0 0-28 0,0 0-29 0,0 0-3 16,0 0 8-16,-40-50-30 16,10 48-18-16,-3 2 37 15,-4 0-8-15,-1 0-5 16,7 10-3-16,3 9-29 15,7 1-21-15,9 5-2 16,6 1-5-16,6 1-5 16,0-3 0-16,15 0 0 15,10-6 2-15,5-6-5 16,4-7 3-16,2-5-2 16,-3 0-32-16,-3 0-27 15,-6-15 1-15,-6-6 31 16,-8-6 7-16,-7 1 22 0,-3 4 0 15,0 5 14 1,-5 7-6-16,-3 5 32 0,2 5 6 16,1 0-29-16,1 11-17 15,4 12 0-15,0 7-1 16,4 2 1-16,15-7 0 16,4-3 0-16,6-3 0 15,3-7-1-15,7-6-19 16,3-6-92-16,2 0-9 15,-3-4-117-15,-10-19-70 16</inkml:trace>
  <inkml:trace contextRef="#ctx0" brushRef="#br0" timeOffset="112297.3">17905 13181 765 0,'0'0'80'0,"0"0"114"0,0 0-95 0,0 0-78 0,0 0 17 15,-17 110 70-15,17-48-84 16,10 3 7-16,8 1 28 16,-3-3-34-16,0-2-7 15,-3-7-12-15,-4-7-5 16,-5-13-1-16,2-13 0 16,-3-12 0-16,-2-7 0 15,0-2 0-15,3 0 21 16,-2-18-1-16,4-9-18 15,-1-3-2-15,3 1 0 0,4 3-1 16,1 5 2-16,4 5-2 16,6 6 1-16,3 9-4 15,3 1 3-15,5 1 1 16,1 17-2-16,-2 7 2 16,-4 2-4-1,-9 1 2-15,-10 0 0 0,-9-3 0 16,0-1 1-1,-10-6 2-15,-15-3 1 0,-8-5 1 16,0-4 0-16,3-6-3 16,0 0 3-16,14 0-2 15,2 0 0-15,7 0 3 0,4-2-4 16,3-2 0-16,0 3-2 16,15-2-6-16,10-3 2 15,8 2 4-15,4-2 2 16,2-1-1-1,3-5 1-15,-3-4-1 16,-2-5-3-16,2-8 1 0,1-8-12 16,-4-9-31-16,-5-7 30 15,-5-11-20-15,-8-8-27 16,-10-1 23-16,-8 4 21 16,0 16 10-16,-10 20 9 15,-6 17 1-15,-4 16 18 16,-3 2-3-16,0 28 2 15,2 8 25-15,7 12 1 16,10 4-10-16,4 0 25 16,0 0-20-16,15-2-8 15,3-3-19-15,11-2-3 0,2-3-2 16,7-9-4-16,4-8 0 16,6-12 3-16,1-14-4 15,2-1-1-15,0-11 1 16,-7-16-2-16,-12-10 0 15,-9-5-28-15,-12-2 5 16,-11 4 15-16,0 10 5 16,-12 12 3-16,-7 11 1 15,-2 7 3-15,1 0 14 16,1 21 0-16,10 8 3 16,7 3 11-16,2 3 2 0,7 0-12 15,13-5-10-15,5-3-9 16,7-5-3-16,14-4 0 15,17-6-12-15,16-5-145 16,11-7-298-16</inkml:trace>
  <inkml:trace contextRef="#ctx0" brushRef="#br0" timeOffset="114113.58">20359 13857 895 0,'0'0'62'0,"0"0"-61"0,0 0 175 0,0 0-91 16,0 0-47-16,0 0 8 16,-8-29 1-16,35-9-47 15,3-6 5-15,-1-8-3 16,0-3 7-16,-9-1-5 16,-6 2-3-16,-9 12 4 15,-5 8-1-15,0 16 7 16,-16 8 27-16,-3 8-7 15,-4 2-19-15,-3 10-5 16,1 15-6-16,10 1-1 0,3 5 0 16,12-2-3-16,0-5 0 15,9-5-2 1,15-2 5-16,6-5 1 0,5-6-1 16,4-4 2-16,3-2-1 15,-3 0 0-15,-2-6-1 16,-9-4-3-16,-9-4-20 15,-6 2 4-15,-10 1 15 16,-3 2 4-16,0 3 1 16,0 5 4-16,0 1 0 0,-5 0-5 15,-5 16-15-15,1 3 13 16,4 5-3-16,5-1 5 16,0-1-2-16,13-2-2 15,10-3 3-15,10-7 0 16,5-7 2-16,3-3-1 15,4 0 1-15,-3-7-1 16,-2-12 0-16,-7-2-1 16,-7-6-4-16,-7-4-16 15,-8-5-1-15,-8-3-12 16,-3 7 25-16,0 7 9 16,0 13-2-16,-7 5 4 15,-2 7-4-15,-1 5 2 16,0 20-7-16,2 6 5 15,3 2 2-15,5 3 2 0,0-3 0 16,15 2-2 0,3-4 6-16,6-5-6 15,4-6 0-15,1-4 1 16,2-11-1-16,-3-5 3 16,0 0-1-16,-2-10 5 0,-2-13-3 15,-2-4-2-15,1-5-1 16,-5-5 1-16,-1 0-2 15,2 0 1-15,1 3-1 16,0 6 0-16,-2 12 0 16,4 6-1-16,2 10 0 15,1 0-4-15,3 19 0 0,-5 8-1 16,-1 4 6-16,-8 2-1 16,-8 1-1-1,-6-1 3-15,0-2-1 0,-9-4 3 16,-11-4 1-1,-5-5-1-15,0-8 5 16,-2-6-6-16,0-4 5 0,3-2-1 16,3-17-3-16,0-8-1 15,8-1-1-15,1 3-1 16,8 2 1-16,4 7-1 16,0 6 0-16,0 6-1 15,0 4 1-15,11 0-7 16,6 4-7-16,5 13 11 15,3 3 3-15,5 0 0 16,3-2 0-16,3-4-1 16,6-2 1-16,-1-11 0 0,3-1 0 15,-7-6-59-15,1-16-45 16,-9-10 12-16,-6-10 32 16,-7-10 20-16,-9-11 33 15,-5-13 6-15,-2-12 2 16,0-3-4-16,-12 10 4 15,-1 19-1-15,7 27 6 16,1 19 59-16,4 16 42 16,-2 19-103-16,3 27 2 0,0 17 50 15,0 12-10-15,4 6-22 16,11-1 3-16,1 0-7 16,-2-3-14-16,-2-7-3 15,-3-6 0-15,-5-17-3 16,2-17-3-16,-3-13 3 15,-3-17 1-15,0-4 13 16,0-24 13-16,-1-15-27 16,-7-12 0-16,2-4-1 15,3 4 1-15,3 3 0 16,0 10 0-16,0 9-1 16,6 14 0-16,9 7-1 15,3 9 1-15,1 3-5 16,7 0 0-16,-1 11-3 15,1 5 6-15,-4 2 2 16,-10 0 0-16,-7 3-1 16,-5-5 2-16,-11 2 2 0,-22-5 3 15,-6-1 0-15,-5-2-2 16,-1-2-2-16,7-3 0 16,12-3-1-16,8 1 2 15,16 1-2-15,2 4-5 16,12 4-7-16,24 5 12 15,15 8 29-15,9 1 2 16,-1 2 35-16,-4 2-32 16,-11-5-6-16,-13 3-11 15,-7-7-15-15,-8-1-2 16,-10-3-1-16,-6-3 0 0,0-1-14 16,-7-4-209-16,-20-9-190 15</inkml:trace>
  <inkml:trace contextRef="#ctx0" brushRef="#br0" timeOffset="114266.43">21200 13291 1176 0,'0'0'21'0,"0"0"-20"0,0 0 47 15,0 0-48-15,0 0-31 16,0 0-183-16,58-14-528 15</inkml:trace>
  <inkml:trace contextRef="#ctx0" brushRef="#br0" timeOffset="115078.76">23335 13233 686 0,'0'0'11'0,"0"0"95"0,0-105-37 0,0 77 12 0,-5 9 19 16,0 7 20-16,5 11-3 16,-5 1-22-16,4 27-72 15,-4 12 20-15,1 14 89 16,4 4-68-16,0 6 13 16,0 6-16-16,0 8-30 15,0 9-10-15,0 9 3 16,0 2-13-16,0 0-8 15,0-3-2-15,0-8-1 16,0-8-1-16,-3-12 0 16,-5-13-2-16,-1-13-71 0,-1-19-120 15,-1-18-159-15,-8-6-100 16</inkml:trace>
  <inkml:trace contextRef="#ctx0" brushRef="#br0" timeOffset="115689.24">22908 13631 1046 0,'0'0'4'16,"0"0"15"-16,90-103 54 15,-15 65-70-15,16 1 32 16,6 7-12-16,-8 5-4 0,-13 8-9 16,-13 6-10-16,-22 7-1 15,-15 2 1-15,-17 2-1 16,-9 0-2-16,0 10 3 15,-17 12 13-15,-8 1 23 16,3 3 19-16,7-2-15 16,6 5-20-16,9-3-14 15,4-1-2-15,26-3-1 16,19-7-3-16,8-7 3 16,7-8-1-16,0 0-2 15,-6-4-1-15,-11-15 1 16,-17-11-2-16,-16-6 1 0,-14-7 1 15,0-4 5-15,-29 4 2 16,-4 5-4-16,-6 16 11 16,-4 12 6-16,2 10-2 15,6 0 0-15,3 23-12 16,13 5-4-16,11 6-2 16,8 2 0-16,8-1-2 15,22-4 2-15,10-5-1 16,8-7 0-16,0-9-1 15,-2-9 0-15,-1-1 2 16,-4-9-6-16,-5-13-30 16,-9-9 4-16,-9-6 17 15,-6-6 12-15,-8 0 2 0,-4 5 0 16,0 10 1-16,0 12 0 16,0 15 4-16,0 1-4 15,0 23-5-15,0 10 5 16,3 10 8-16,8-3 4 15,2 0-7-15,1-5-4 16,3-2-1-16,-1-5 0 16,6-8-128-16,-1-10-256 15</inkml:trace>
  <inkml:trace contextRef="#ctx0" brushRef="#br0" timeOffset="116314.77">25527 12931 1096 0,'0'0'4'0,"0"0"65"0,0 0-41 0,12 85-24 16,-4-12 75-16,6 6-47 15,-3 0 33-15,0-1 8 16,0-2-38-16,-5-5-21 16,-2-14-6-16,2-11-5 0,-4-18 0 15,-1-16-3 1,-1-7-1-16,0-5 1 15,0-22 17-15,0-18-9 0,0-21-7 16,0-17-1-16,0-14 0 16,-9-14 0-16,-4-15-3 15,5-1 3-15,5 5 0 16,3 20 0-16,0 22 1 16,14 21 1-16,2 22-2 15,-2 15 4-15,11 12-1 16,5 5-1-16,4 22-2 15,4 16-3-15,-6 11 2 16,-5 6-3-16,-9 4 1 16,-6 6-19-16,-7 2-219 15,-5-7-122-15</inkml:trace>
  <inkml:trace contextRef="#ctx0" brushRef="#br0" timeOffset="116473.65">25486 13287 906 0,'0'0'157'16,"0"0"-155"-16,0 0 169 16,0 0-170-16,0 0-1 15,124-65 0-15,-58 59-7 16,1 5-110-16,-6 1-170 16</inkml:trace>
  <inkml:trace contextRef="#ctx0" brushRef="#br0" timeOffset="117675.75">26406 13414 1184 0,'0'0'1'16,"0"0"45"-16,91-67-1 0,-63 47-39 15,-7-4 14-15,-15 1 0 16,-6-2 10-16,-9 6 6 15,-26 10-13-15,-9 9-8 16,-7 0 2-16,-3 9 16 16,2 13-12-16,7 3-7 15,11 3-8-15,7 1-4 0,12 1-2 16,12 1 0-16,3-4-2 16,12-6 0-16,14-8-3 15,11-6 2-15,3-7-3 16,3 0-29-16,0-19-11 15,-4-4 25-15,-4-8 18 16,-8-1 0-16,-8 2 2 16,-9 10 2-16,-4 7 1 15,-6 9 7-15,0 4 25 16,0 5-34-16,0 18-1 16,-6 8 1-16,6 2 10 15,0-3-5-15,8-2 2 16,14 1-1-16,6-8-1 15,5-7 0-15,5-9-1 0,-1-5 5 16,5-8-1 0,-2-17-4-16,0-13-3 0,0-9 2 15,-2-11-1-15,-7-11-1 16,-4-13 0-16,-10-12-1 16,-7-11-5-16,-10-1-17 15,0 13 3-15,-7 25 13 16,-10 31 6-16,-2 29 4 15,-7 14-4-15,-2 38-5 16,1 18 5-16,2 17 7 16,11 7 0-16,14 6 4 15,0 1 1-15,11-1-5 16,11-10 1-16,4-9-8 0,2-13 1 16,5-10-1-16,7-14 1 15,6-14-1-15,5-12 0 16,0-10 0-16,-1-6 4 15,-3-22-4-15,-4-16-1 16,-7-10 1-16,-8-7-5 16,-7-4 3-16,-8 6 4 15,-7 13-1-15,-4 16 3 16,-2 16 8-16,0 6 28 16,0 5 15-16,0 3-43 15,0 0-12-15,0 12-20 16,0 13 16-16,0 5 3 0,0 0 1 15,13 3 0-15,5 1 0 16,5-2 1-16,-1 2-2 16,3 1 1-16,-4-2 0 15,-6-6-1-15,-11-5 1 16,-4-7-1-16,-17-6 1 16,-19-5 0-16,-5-4 0 15,-3 0 0-15,4-11-1 16,4-7 1-16,7-3 0 15,10 5 0-15,10 5 1 16,6 6-1-16,3 5 0 16,0 0-4-16,24 0-14 0,10 5 17 15,11 3 1 1,4-1 0-16,2-5 0 16,1-2 0-16,0 0 1 15,-4-6 0-15,-2-10 1 0,-7-3 1 16,-3-4-3-16,-6-9 1 15,-8-4-1-15,-7-7-5 16,-11-1-5-16,-4 8-3 16,0 8 13-16,-11 14 1 15,-7 11 0-15,-3 3-1 16,0 7 0-16,3 18 2 16,5 3 1-16,10 5-3 15,3-1 5-15,0-3-4 0,11-5 0 16,6-5-1-1,10-4-2-15,10-3-29 0,15-2-62 16,10-5-216-16,9-4-203 16</inkml:trace>
  <inkml:trace contextRef="#ctx0" brushRef="#br0" timeOffset="118315.79">28670 12708 1147 0,'0'0'9'0,"0"0"104"0,0 0-57 15,-21 79 57-15,14-11-10 0,1 7-31 16,-2 4-25-16,-2-3-27 16,-2-3-5-16,-1-13-10 15,2-12-2 1,4-12-2-16,2-13-1 0,4-9 0 15,1-7 0-15,0-7-1 16,0-7 2-16,0-23 1 16,13-19-2-16,5-17-7 15,0-20-2-15,4-19-3 16,1-14-13-16,-1-6 13 16,2 9 2-16,-2 23 5 15,-2 30 5-15,-8 29 4 16,-5 21-2-16,2 13 11 0,6 20-13 15,6 34 1 1,3 19 5-16,3 18 15 0,-2 7-5 16,-4 1 5-16,-5-5-7 15,1-5-10-15,-5-11-1 16,-2-15-2-16,-3-19-1 16,-2-17 0-16,-2-16 0 15,-3-9 0-15,0-2 0 16,0-18 11-16,0-17-3 15,0-14-8-15,-9-10 0 16,-15-4-2-16,-6 6-2 16,-7 10 4-16,-7 19-2 0,-1 17 2 15,-3 11-1 1,5 10 0-16,7 17 0 0,10 9 1 16,14 2 0-16,12 1 0 15,0 0-1-15,18-5 1 16,8-7-2-16,10-4 2 15,3-13 0-15,7-4-6 16,2-6-59-16,4 0-89 16,0-14-82-16,0-11-90 15,-1-13-312-15</inkml:trace>
  <inkml:trace contextRef="#ctx0" brushRef="#br0" timeOffset="119862.47">29337 12478 1025 0,'0'0'21'0,"0"0"35"0,0 0 48 0,0 0-20 0,-94 93-15 15,82-42-21-15,6 7 26 16,6 5-36-16,0 3 6 16,0 3-5-16,18 0-21 15,3-4 0-15,3-9-6 16,1-10-12-16,2-14 1 15,0-13-1-15,3-9 1 16,5-8-1-16,6-2 0 16,2-13-7-16,0-19-46 15,-5-15 18-15,-5-16-56 16,-8-12 13-16,-8 10 8 16,-7 10 39-16,-10 19 31 0,0 17 2 15,-20 16 12 1,-12 3 16-16,-9 9 6 0,-2 19-5 15,3 7 7-15,4 7-16 16,9 3-5-16,8 5 2 16,8-4-7-16,10-2-6 15,1-12-2-15,0-4-4 16,4-10 1-16,11-9 0 16,6-6 2-16,9-3 3 15,4-3-4-15,3-16-2 16,-4-11-6-16,-3-10-24 15,-6-7-3-15,-2-3-13 0,-7 7 35 16,-7 10 9-16,-5 15 2 16,-3 11 4-16,0 7 11 15,0 0-4-15,-11 15-8 16,-7 16-2-16,6 2 11 16,4 1-9-16,5-3-2 15,3-6 0 1,0-7 0-16,0-4 0 0,8-5-1 15,10-6 2-15,9-3-2 16,12 0-62-16,7-9 10 16,-1-10-113-16,0-12 8 15,-9-8 12-15,-8-7 69 16,-10 5-28-16,-6 4 104 16,-6 7 22-16,-5 9 84 15,-1-1-59-15,0 4 29 0,-7 1 6 16,-5 5 4-16,3 1-34 15,-3 6-14-15,-1 1 8 16,1 4-30-16,-2 0-5 16,2 0-4-16,3 14-5 15,1 6 1-15,3 5 2 16,5 1 0-16,0 1 5 16,7-3-9-16,10-2 3 15,10-6-1-15,1-1-3 16,2-7 2-16,-1-2 0 15,-5-2 1-15,-6-2-2 0,-6 3-1 16,-4 2 0-16,-4 4-1 16,-2 3-3-16,-2 4 4 15,0-1 15-15,0 2 29 16,0-2-9-16,1-3-14 16,4-2-10-16,2-2-8 15,2-3 0-15,5-1-1 16,3-6 1-16,5 0-3 15,3 0-7-15,2-4-79 16,-1-16-32-16,3-5-51 16,-3-9-48-16,1-6-58 15,-4-2-41-15,-5-1 130 0,-5 5 186 16,-3 8 270-16,-3 11-67 16,-3 10 4-16,-2 4-44 15,-2 5-33-15,0 5-105 16,0 22-9-16,-3 12 105 15,-5 7-59-15,-1 5-30 16,3-2 19-16,2-3-18 16,-1-12-23-16,4-4-6 15,-1-13-3-15,1-7 1 16,1-6-1-16,0-4-1 16,0 0 3-16,0-2 16 15,13-20-1-15,7-7-18 16,3-9-1-16,0-6 0 0,-1 0-2 15,1 5 2 1,-5 7-1-16,-4 14 3 0,-5 7-1 16,-4 5 1-16,-5 6-1 15,0 0 0-15,0 13-16 16,0 11 16-16,0 8 5 16,0 1 8-16,0-1 3 15,0-9 1-15,3-5-3 16,-3-8-1-16,0-5-13 15,3-5 4-15,-2 0 0 16,7 0 8-16,10-2 16 16,7-13-11-16,10-8-16 15,3-8-1-15,2-6 0 0,2-1-1 16,1 3 1-16,-11 10 0 16,-7 8 0-16,-14 12 1 15,-7 5 10-15,-2 0 18 16,1 23-27-16,-2 11 6 15,2 4 41-15,0 0-42 16,3 1 2-16,-2-8 1 16,1-4-6-16,1-9-2 15,-2-8-2-15,3 0-4 16,3-4-29-16,5-6-138 16,4 0-156-16,8 0-368 15</inkml:trace>
  <inkml:trace contextRef="#ctx0" brushRef="#br0" timeOffset="120019.96">31302 12979 1128 0,'0'0'13'0,"0"0"113"0,0 0-61 0,0 0-65 15,0 0-104-15,0 0-485 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53:30.03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6172 1076 296 0,'0'0'523'0,"0"0"-512"0,0 0 100 15,0 0 3-15,0 0-86 16,0 0-28-16,0 0 0 16,-20 99 51-16,4-33-12 15,-2 9 12-15,-3 5-6 16,-1 2-22-16,2-5-14 15,1-12-1-15,5-16-6 16,4-11 1-16,3-12-3 16,4-11 1-16,3-11-1 15,0-4 0-15,0 0 3 16,0-20 21-16,16-7 2 16,2-13-18-16,9-1-7 0,-5 0 3 15,4 6 0 1,-4 8-2-16,0 13 0 0,-1 11-2 15,-1 3-4-15,2 6-4 16,5 16 7-16,-6 7 1 16,0 4 1-16,-8-1-1 15,-7-1 2-15,-6 0-1 16,-9 0 9-16,-25-1-1 16,-11-2 7-16,-10 0 13 15,-6-12-5-15,1-5 2 16,12-10-10-16,8-1-10 15,16-5-4-15,9-15-2 16,15-3-8-16,3-4-141 0,27-1-139 16,19 5-158-1</inkml:trace>
  <inkml:trace contextRef="#ctx0" brushRef="#br0" timeOffset="548.4">6533 1631 888 0,'0'0'127'0,"0"0"-116"0,0 0-11 0,0 0 22 15,83 0-1-15,-38-7-10 16,3-10-5-16,-8-4-5 0,-7-4-1 16,-12-3 2-16,-15-1 5 15,-6-2 4 1,-6 7-5-16,-18 6-1 15,-6 8 23-15,-4 10 13 16,-2 3-11-16,-3 21-9 0,8 8 0 31,2 8-1-31,9 2-4 0,9 2-6 0,11-2-3 16,0 2-6-16,12-6 1 16,18-2-1-16,12-7 0 15,16-10 0-15,9-10 4 16,6-8 0-16,2-1-5 15,-1-16 2-15,-5-13-1 16,-8-5-1-16,-13-5 0 16,-14-2-2-16,-14-1 2 15,-17 2 0-15,-3 8 1 16,-11 8 1-16,-14 14 11 0,-8 10-3 16,2 0-5-16,-4 22 2 15,4 6-4-15,9 5 7 16,5 2-3-16,7-1-6 15,10 2-1-15,0-3-1 16,13-2-4-16,18-2 4 16,5-7 0-16,12-7 0 15,9-6 1-15,13-8-1 16,0-1-2-16,5-5-52 16,-8-16-96-16,-9-6-108 15,-12-8-137-15</inkml:trace>
  <inkml:trace contextRef="#ctx0" brushRef="#br0" timeOffset="983.33">7649 1542 852 0,'0'0'86'0,"0"0"146"0,0 0-125 0,0 0-67 0,-53 91 47 0,45-32-17 0,0 18-20 16,2 11-3-16,3 9-14 15,-3 9-12-15,-1-4-14 16,1-6-5-16,-2-12 0 15,1-10-2-15,2-19 4 16,0-18-4-16,3-13-1 16,2-15-2-16,0-9 6 15,0-21 2-15,0-26 3 0,6-20-8 16,6-23-4-16,3-18-2 16,1-18-22-16,-2-10-1 15,-1 10 12-15,2 22 6 16,0 29 11-16,0 30 1 15,0 22-1-15,6 14 0 16,7 9-2-16,9 2 1 16,8 18 1-16,0 8 4 15,-2 6 6-15,-9 3-6 16,-16 5 12-16,-18 2 3 0,-12 4 3 16,-34-2 7-1,-20-4 3-15,-2-9-22 16,7-9-10-16,17-11-2 15,22-13-3-15,19 0-103 16,3-33-287-16,33-20-741 16</inkml:trace>
  <inkml:trace contextRef="#ctx0" brushRef="#br0" timeOffset="1210.33">9838 1589 247 0,'0'0'0'0</inkml:trace>
  <inkml:trace contextRef="#ctx0" brushRef="#br0" timeOffset="1631.6">9714 1488 555 0,'-42'-21'100'0,"-9"7"59"16,-1 5 2-16,0 1-2 15,11 5-18-15,10 3-17 16,13 0-28-16,15 0-37 16,3 0-59-16,33 9 1 15,33-2-1-15,36-5 37 16,34-2 23-16,32-7-33 0,27-13-21 15,20 3-6-15,7-1 7 16,-3 3-7-16,-31 11-3 16,-49 0-10-16,-61 1-2 15,-47-2-97-15,-31-1-3 16,-15-2 115-16,-28-9-11 16,-2 6-8-16,-9-4-20 15,4 2-13-15,12 3 23 16,13-1-44-16,15 2-39 15,5-3-17-15,5 5 17 16,3 0 14-16,12-2 72 16,1 0 26-16,1 6 18 15,-1 3 40-15,8 0 17 16,0 0 30-16,6 13 5 16,1 9-5-16,0 3-2 15,-1 7-14-15,-2 5-3 16,-6 6-24-16,-6-2-24 0,-12 2-10 15,-4 1-13-15,-1-4-4 16,-32-1-4-16,-13-2-4 16,-5-4-3-16,-7-7-134 15,6-16-324-15</inkml:trace>
  <inkml:trace contextRef="#ctx0" brushRef="#br0" timeOffset="2260.09">13422 1356 906 0,'0'0'22'0,"0"0"-12"0,0 0 51 0,0 0 17 15,0 0-6-15,81-17 27 16,-45-1-53-16,-3-1-20 16,-7-2 12-16,-10 1-20 15,-12-2 7-15,-4 0 19 16,-14 1-3-16,-23 2-15 15,-17 5-10-15,-14 9-10 16,-10 5 1-16,-5 9 4 0,5 16 1 16,9 6 9-16,10 7-4 15,11 6-10-15,15 3-5 16,14 3-2-16,10-1-4 16,9-8 2-16,0-6-5 15,21-7 4-15,4-9 1 16,8-9 1-16,3-5 1 15,3-5-2-15,0 0-1 16,-1-6-92-16,-5-4-111 16,-10-2-140-16,-6-3-534 15</inkml:trace>
  <inkml:trace contextRef="#ctx0" brushRef="#br0" timeOffset="2986.24">12869 1660 762 0,'0'0'55'0,"0"0"13"0,0 0 29 0,36-93-52 16,1 43 4-16,14-14 17 15,7-11 1-15,6-4-10 16,2-3-13-16,-5 6-24 16,-7 6 11-16,-12 16-8 15,-13 16-2-15,-12 12-7 16,-10 15 3-16,-7 5 13 0,0 3 18 16,0 3-19-16,-13 0-10 15,-8 11-19 1,-8 8-1-16,-2 7 0 0,1 1-1 15,7 1 2-15,3-3 0 16,11 1 0-16,8-5-1 16,1-1 0-16,9-2 0 15,19-1 1-15,12 0 0 16,8-3 0-16,9 1 0 16,2 2 1-16,-1 1-1 15,-6 3 0-15,-14 0-1 16,-18-2 1-16,-16-2-1 0,-4 5 1 15,-24 0 7-15,-25 8 4 16,-18-3 12-16,-9-3 4 16,-5-2 3-16,7-4-9 15,8-6-4-15,12-5 3 16,15-6-8-16,17-1-10 16,13 0-2-16,9 0-1 15,0 0-4-15,10 0-24 16,20 0-102-16,12-7 7 15,12 0-26-15,4-4-19 16,4-2-45-16,4-6-63 16,4-8-266-16</inkml:trace>
  <inkml:trace contextRef="#ctx0" brushRef="#br0" timeOffset="3644.9">13769 1203 669 0,'0'0'184'0,"0"0"-65"0,1-84 105 0,-11 71-80 0,-2 9 4 0,3 4-73 15,0 0-25-15,-4 17-40 16,-1 12-9-16,2 6 4 16,2 1 3-16,10 1-5 15,0-5-3-15,3-1-1 16,18-6-2-16,7-7-1 16,8-9 3-16,6-7 1 15,7-2 3-15,1-16 4 16,-2-11-5-16,-3-7-2 15,-12-2-4-15,-14-10 1 16,-6 3 3-16,-11 2 3 16,-2 12 0-16,0 9 0 0,-2 10 7 15,-4 4-4-15,1 6 1 16,-1 6-7-16,0 18-13 16,-2 11 9-16,5 4 3 15,3-1-8-15,0-4 7 16,6-2-1-16,12-4-1 15,5-6 3-15,0-6 0 16,1-9 1-16,1-4 0 0,-2-3 1 16,1-17 7-1,0-12-4-15,-5-10 6 16,7-6-5-16,-4-3 1 0,0 4-1 16,-1 6 0-16,0 7-2 15,-3 11 2-15,-2 9 1 16,4 10-6-1,3 1-3-15,7 15-8 0,5 18 6 16,-1 7 3-16,2 7 0 16,-5 0 4-16,-4 2-4 15,-12-3 6-15,-12 0-5 16,-3-7 2-16,-23-6 3 16,-18-10 3-16,-10-12 3 15,-13-11-3-15,-8 0-2 0,2-22 0 16,8-6-3-1,13-4-1-15,17-1-2 0,14 4 1 16,16 6-5-16,2 9-34 16,20 9-97-16,19 5-70 15,13 0 14-15,6 8-65 16,5 6-244-16</inkml:trace>
  <inkml:trace contextRef="#ctx0" brushRef="#br0" timeOffset="4320.02">14797 1260 956 0,'0'0'33'0,"0"0"205"0,0 0-99 0,0 0 11 0,0 0-93 16,0 0-57-16,-8-19-1 0,8 61 1 16,6 17 22-16,3 10-7 15,-5 8 13 1,3 6-2-16,-3-5-22 15,-1-1 0-15,2-11-4 16,0-10 0-16,-2-15-1 0,-1-14 0 16,-1-13 0-16,-1-14-4 15,0 0 5-15,0-28-7 16,-3-22-29-16,-7-19 12 16,3-18 24-16,1-25-7 15,2-9 5-15,4-6 1 16,0 8-4-16,19 26 5 0,7 23 2 15,9 22-1-15,8 17 2 16,3 14-3 0,6 17 0-16,2 5-5 0,-8 30 2 15,-6 8 0-15,-15 8 2 16,-14 2 1-16,-11 0 2 16,-13-5 3-16,-23 0-5 15,-9-13 6-15,-7-7-3 16,0-9 5-16,9-9-5 15,4-10 1-15,12 0 1 16,11-19-2-16,13-8-3 16,3-11 0-16,20-4-12 15,18-4 2-15,12 3-9 16,3 4-47-16,2 9 18 0,-1 5 18 16,-1 12 28-1,-5 4 1-15,-5 9 2 0,-10 0 1 16,-10 6 1-16,-9 14 5 15,-4 2 16-15,-7 3 7 16,-3 5 22-16,0-1-8 16,0-3-26-16,0-1-10 15,-3-6-7-15,3-2-2 16,-2-8 0-16,2-3-6 16,0-6-5-16,0 0-139 0,0-13-65 15,0-19-152 1,2-11-211-16</inkml:trace>
  <inkml:trace contextRef="#ctx0" brushRef="#br0" timeOffset="4464.8">15399 863 922 0,'0'0'32'0,"0"0"143"0,0 0-129 0,0 0-46 16,0 0-7-16,0 0 5 15,-12 95-15-15,30-59-176 16,0 3-359-16</inkml:trace>
  <inkml:trace contextRef="#ctx0" brushRef="#br0" timeOffset="5188.72">15663 1140 1161 0,'0'0'15'0,"0"0"114"0,0-95-55 16,25 77 44-16,3 8-93 15,8 7-22-15,2 3 6 16,1 10-7-16,-3 14-2 16,-2 10 0-16,-7 7-1 15,-9 0 1-15,-12 2 0 16,-6-6 0-16,-8-7 1 16,-17-5-1-16,-9-8 3 15,-2-8 0-15,-3-9-1 16,5 0-1-16,3-12-1 15,7-10 0-15,7-2-2 0,10 1-1 16,5 2 0 0,2 10 1-16,0 2-1 0,6 8-2 15,11 1-9-15,8 0 4 16,5 12 2-16,4 3-4 16,4-3-13-16,6-1-67 15,3-3-23-15,5-7-34 16,-2-1-47-16,4-3-6 15,-3-16 29-15,-5-8 62 16,-7-8 22-16,-12-1 89 0,-11 0 137 16,-7 10 66-16,-9 8-37 15,0 8 8-15,0 8 12 16,0 2-99-16,0 8-76 16,0 14-8-16,0 5 15 15,3 7 0-15,15-3-2 16,6-1-3-16,7-2-2 15,8-8-4-15,9-2 6 16,5-8 0-16,1-7-8 16,-2-3-2-16,-8 0-1 15,-7-16-1-15,-9-4 6 16,-5-4-3-16,-5 2 4 16,-3-1-6-16,-2 8 5 15,-6 5 19-15,1 4 49 16,1 6-48-16,6 0-25 0,5 0-1 15,6 0-2-15,4 1-1 16,2 6 2-16,4 4-1 16,2-3 1-16,1-4-1 15,2-2 1-15,0-2-1 16,-1 0 1-16,3 0-15 16,3 0-122-16,0-8-99 15,-1-6-95-15</inkml:trace>
  <inkml:trace contextRef="#ctx0" brushRef="#br0" timeOffset="5299.11">17569 1114 917 0,'0'0'276'0,"0"0"-85"0,0 0 70 0,0 0-166 0,0 0-55 0,0 0-40 0,18-37-2 16,-34 36-143-16,-20-1-456 0</inkml:trace>
  <inkml:trace contextRef="#ctx0" brushRef="#br0" timeOffset="8062.67">5658 4407 407 0,'0'0'143'0,"0"0"-128"0,0 0 134 0,-34-76-24 16,30 73-52-16,4 3 18 15,0 17-86-15,0 24 1 16,0 20 17-16,0 9 36 16,0 5-21-16,0 5 34 15,0 1-35-15,0 0-16 16,0-11-15-16,0-8-3 16,0-17 0-16,0-8-1 15,0-12-1-15,-3-13-1 16,3-3 3-16,-3-8-3 0,3-1 12 15,0-3 61-15,0-25 30 16,0-11-87-16,3-20-16 16,18-8-3-16,4 3 3 15,3 10 2-15,5 15-2 16,-5 17-2-16,1 16 2 16,4 6-4-16,1 9 2 15,3 23 2-15,1 8 7 16,-7 5 1-16,-12 1-5 15,-5 2 0-15,-14-4-2 0,-3-3 6 16,-27-3-1 0,-12-6-2-16,-10-5 4 0,-2-8 2 15,2-9 5-15,3-10 14 16,10 0-6-16,6-22-1 16,8-4-8-16,13-11-10 15,9 2-4-15,3 2-1 16,3 9-1-16,13 10-4 15,4 13-2-15,3 1 0 16,6 4 3-16,5 15-1 16,2-2 4-16,6 5 2 15,10-2-1-15,9-7 1 16,9-9 3-16,12-4 0 16,-1-2-3-16,4-19 3 0,-11-5-2 15,-11-7 1-15,-15-9-2 16,-18-8 5-16,-14-5 1 15,-14-3-3-15,-2 4 3 16,-12 13-3-16,-8 13-2 16,-8 13 4-16,-2 10-4 15,-1 5 7-15,-1 1 3 16,4 24-3-16,4 9-5 16,11 4 1-16,8 1-1 15,5 3-2-15,12-2-1 16,20-3 1-16,5-9 0 15,14-6-1-15,4-14 3 16,6-8-2-16,8 0 3 0,7-14-3 16,6-11-2-1,1-11 1-15,-11-2-24 16,-15-3-22-16,-26 1-4 0,-17 7 34 16,-14 4 16-16,-8 8 2 15,-20 4 5-15,-10 11 11 16,-6 5 16-16,0 1 8 15,7 1-6-15,7 14-10 16,11 6-15-16,8 5-8 16,11-1-3-16,0 9-3 15,17-2-1-15,24 2 4 16,6-4-1-16,8-5-1 16,11-10-45-16,5-7-94 15,10-8 8-15,1 0-105 16,-9-8-163-16</inkml:trace>
  <inkml:trace contextRef="#ctx0" brushRef="#br0" timeOffset="9050.75">7373 4710 1068 0,'0'0'140'0,"0"0"-40"0,0 0 142 0,0 0-153 0,-91 13-62 0,79 35-2 0,6 17 15 15,3 15-8-15,3 7-10 16,0 8 0-16,0 1-15 15,6-6-6-15,0-8 1 16,0-16-1-16,1-14-1 16,-4-19 0-16,0-14-1 15,-3-14 1-15,0-5 0 0,0-30 1 16,0-22-1-16,-1-25-18 16,-8-21 16-1,6-23-9-15,0-17-22 0,3-1 13 16,0 20 10-16,10 27-3 15,10 30 13-15,2 23 1 16,5 18-1-16,4 11 0 16,2 10-2-16,7 11-3 15,2 19 2-15,-8 6-5 16,-7 3 7-16,-9 4-2 0,-13 0 2 16,-5 1 0-1,-11-5 0-15,-16-7 1 16,-7-8 4-16,-3-9 0 15,4-10 0-15,3-5-3 0,6 0 3 16,8-1 0-16,8-9-3 16,5-1-1-1,3-4 0-15,0-1 0 0,18 0-4 16,8 3 1-16,8-2 0 16,3 6 3-16,7 0-4 15,8 1 1-15,7-2 0 16,4 0-1-16,0 2 2 15,-10-1-31-15,-12 3-10 16,-15 0 10-16,-10 2 11 0,-12 2 18 16,-1-1 4-1,-3 3 6-15,0 0 4 16,0 0-6-16,0 3-4 16,1 12 2-16,7 8-2 0,5 4 3 15,11-1 2-15,6-2-3 16,6-5 6-16,11-8-1 15,3-9 2-15,10-2-2 16,-2-6-5-16,-3-8 2 16,-9-4-1-16,-10 6 2 15,-15 2-1-15,-8 8 1 16,-8 1 10-16,-2 1 9 16,0 0-12-16,4 0-2 15,6 0-2-15,6 3 11 16,7 1-9-16,6-4-3 0,9 0-2 15,9 0-3-15,8-10-1 16,0-4-1-16,-4-6 0 16,-20-5-1-1,-14-6-1-15,-20-8-24 16,0-4-4-16,-22 0 13 0,-15 11 14 16,0 11 3-16,1 13 5 15,0 8 21-15,2 16 4 16,6 23-6-16,7 22 2 15,15 18-1-15,6 18 2 16,6 12 10-16,27 7-15 16,10 3 1-16,2-2-13 0,-2-9-9 15,-9-15-1-15,-13-17 0 16,-9-17-4-16,-9-22-31 16,-3-19-93-16,-6-18-113 15,-16-15-269-15</inkml:trace>
  <inkml:trace contextRef="#ctx0" brushRef="#br0" timeOffset="9202.14">8186 4388 1370 0,'0'0'0'0,"0"0"-68"0,-85-52 58 0,85 50 9 0,9 2-188 0,28-2-642 0</inkml:trace>
  <inkml:trace contextRef="#ctx0" brushRef="#br0" timeOffset="9971.98">10765 4182 1136 0,'0'0'9'16,"0"0"97"-16,0 0-8 0,-19 79-79 15,14-17 69-15,-5 4-28 16,9-1-31-16,1-6-1 16,0-8-8-1,8-8-12-15,11-15-5 0,6-10-2 16,9-12 3-16,5-6 3 16,7-8-3-16,2-21 7 15,-3-9-10-15,-11-11 4 16,-13-4-3-16,-14-2 4 15,-7 10-3-15,0 15 4 16,0 14-3-16,0 14 7 16,0 2 26-16,-6 29-37 0,-1 11 1 15,3 8-1-15,4-2 6 16,8-7-5-16,22-3-1 16,14-8 2-16,6-8-2 15,8-11 2-15,2-9 0 16,1 0-2-16,-7-23 1 15,-9-13-1-15,-13-11 0 16,-18-9 1-16,-14-12 3 16,-4-6-3-16,-32-9-2 15,-15 4 2-15,-7 12-2 16,4 19 1-16,0 24-2 16,12 21-1-16,4 10-9 15,18 29 1-15,9 14-25 16,11 9-36-16,23 2-45 15,25-9-39-15,18-6-11 0,2-12-95 16,1-15-220-16</inkml:trace>
  <inkml:trace contextRef="#ctx0" brushRef="#br0" timeOffset="10915.14">11770 4023 945 0,'0'0'31'15,"0"0"66"-15,0 0 163 0,0 0-247 0,0 0 9 16,0 90 96-16,13-17-46 0,2 0-38 16,6-4 2-1,0-6-13-15,6-7-7 0,-4-15-13 16,-2-8-3-16,-4-13 2 16,-1-10-2-16,-1-10 5 15,4-3 2-15,7-25 5 16,5-8-6-16,2-6-4 15,-5 9-4-15,-10 9 3 16,-3 12-1-16,-9 10 2 16,-3 2-2-16,-3 23-24 15,3 10 24-15,-1 8 13 16,2 2 3-16,5-3 0 16,9-5-3-16,9-4-8 15,7-9-1-15,11-8-4 16,6-8 8-16,5-6-6 15,2-6 1-15,-4-18-3 0,-6-11 1 16,-11-12 2-16,-13-10-3 16,-8-4 0-16,-13 8-1 15,-3 11 1-15,0 15 2 16,-20 13-1-16,-9 14 2 16,-5 2-3-16,-3 31-1 15,2 9 1-15,8 7 6 16,15 4-3-16,12-4-1 15,0-4-2-15,15-5 0 16,17-8-1-16,12-10 2 16,10-7-3-16,4-14 0 0,4-1-18 15,-4-16-17-15,-6-12-24 16,-9-12 2-16,-10-5-3 16,-11-5 26-16,-8 5 33 15,-10 12 3-15,-2 13 2 16,-2 15 14-16,0 5 17 15,0 17-7-15,-2 14-17 16,-2 11 29-16,-2-1-10 16,6-2-14-16,0-1 1 15,0-8-12-15,12-5-1 16,-2-9 0-16,6-7-1 16,7-9 4-16,7 0 8 15,7-23-12-15,9-9 4 16,2-9-4-16,-2-6-1 15,-5-2 0-15,-8 7-2 0,-13 11 2 16,-5 13 0 0,-9 13 4-16,-6 5-4 0,2 17 0 15,1 15 0-15,1 11 44 16,4 0-27-16,2-6-7 16,2-1 2-16,2-11-11 15,5-4 5-15,2-10-3 16,2-5-1-16,3-6 5 0,1 0-6 15,-2-10 6 1,-3-6-4-16,-5 4-2 16,-4 2 0-16,-5 4-1 15,-1 2 0-15,2 1-1 16,5 3-7-16,5-2-59 16,5-2-126-16,4-2-212 0</inkml:trace>
  <inkml:trace contextRef="#ctx0" brushRef="#br0" timeOffset="11901.21">15064 4087 941 0,'0'0'64'0,"-8"-85"-61"0,8 59 196 0,0 13-64 0,0 9-38 0,0 4-43 16,2 12-39-16,8 26-14 16,5 16 48-16,-1 7-1 15,-1 3-23-15,-3-6 9 16,1-3-17-16,4-11-9 16,0-11-7-16,7-17-1 15,8-7 1-15,6-9 1 16,7-15 5-16,3-17-4 15,-2-13-1-15,-4-6 2 0,-9-4 0 16,-11 9-1-16,-9 5 1 16,-6 19-3-16,-5 11 1 15,0 11 5-15,0 2-7 16,0 25-4-16,0 13-3 16,6 9 7-16,9-2 0 15,4-5 2-15,11-5-2 16,8-7 0-16,4-11-4 15,7-11-33-15,3-8-99 16,-2-2-43-16,0-25 11 0,-7-9 2 16,-9-9 40-16,-10-8 99 15,-11 3 25-15,-8 5 2 16,-5 15 39-16,0 11 91 16,0 13 29-16,-9 6-7 15,-4 11-80 1,2 14-55-16,5 3 16 15,6 5-14-15,5-7-12 0,27-2-6 16,13-8 1-16,9-6-2 16,3-8 4-16,-2-2-1 15,-10-6-2-15,-14-13 1 16,-15-6 4-16,-16-6-1 16,-7-2 3-16,-32-3 10 0,-16 5 28 15,-10 5-2 1,-3 8-24-16,9 4-12 0,15 3-5 15,17 8-3-15,15 0-3 16,9 3-19-16,3 0-103 16,14 0-139-16,20 0 55 15,11-4-119-15</inkml:trace>
  <inkml:trace contextRef="#ctx0" brushRef="#br0" timeOffset="12077">16301 3595 901 0,'0'0'264'0,"0"0"-207"0,0 0 88 0,0 0-77 15,0 0 39-15,50 122 14 0,-15-51-76 0,-1-2-11 0,2 2-19 16,-3-3-9-16,-3-4-6 16,-8-7-3-16,-8-8-2 15,-6-12-103-15,-6-11-174 16,-2-19-112-16,-5-7-357 15</inkml:trace>
  <inkml:trace contextRef="#ctx0" brushRef="#br0" timeOffset="13140.33">16406 4004 989 0,'0'0'21'0,"0"0"181"0,-3-78-143 16,32 54-44-1,13 0-12-15,6-1-1 16,-1-1-2-16,-5-5-2 15,-8-2-2-15,-4-7-30 0,-5-1-1 16,-10-2-45-16,-9 6-1 16,-6 9 74-16,0 11 7 15,0 12 15-15,0 5 60 16,0 18-40-16,-4 21-29 16,1 14 55-16,3 12-7 15,0 4-10-15,4 2 43 16,11 0-56-16,6-7-20 15,3-7-3-15,3-13-8 16,2-13 1-16,3-9 0 16,-1-15 0-16,2-7-1 15,-2-13-11-15,-2-21-24 0,-5-11 7 16,-6 0 15 0,-5 3 13-16,-3 6 1 0,-5 17 1 15,-2 10 12-15,-2 7 65 16,1 2-57-16,4 14-19 15,4 13 0-15,4 9 54 16,5 1-33-16,4 1-7 16,4-5-6-16,5-2-10 15,7-9 4-15,1-5-4 16,2-8 0-16,0-7 1 16,-8-2-2-16,-4-11 0 15,-9-16-1-15,-5-6-1 16,-8-3 2-16,-5 0-1 15,-3 9 1-15,0 9 1 0,3 8 0 16,-3 8 4-16,0 2-5 16,0 8-10-16,1 17 4 15,5 9 6-15,2 2 1 16,2-5 2-16,3-1-2 16,7-1-1-16,7-7 3 15,3-5-3-15,2-4 4 16,3-10-3-16,-1-3 1 15,0-2 1-15,-7-13-1 0,-3-8 4 16,-6-2-3-16,-6 4-1 16,-4 1 2-16,-4 3-1 15,0 6 1 1,-4 2-4-16,0 7 0 0,2 2 0 16,-2 0-4-16,1 0-5 15,2 0 2-15,6 5 2 16,4 7 4-16,3 7 1 15,0 2 0-15,0 5 1 16,5-1 0-16,0 0-1 16,5-3 0-16,2-7 0 15,3-4 3 1,4-8-2-16,-1-3 4 0,6-1 1 16,-1-17-3-16,-3-8-2 15,-5-7 1-15,-6-4-2 16,-5-6 3-16,-7 1-3 0,-7 9-2 15,-6 7 2-15,0 10 0 16,-6 11 4-16,-22 5-3 16,-15 10 5-1,-5 19 8-15,0 14 13 0,5 8 7 16,12 9-12-16,14 4-8 16,8 7 4-16,9 6-5 15,9 5-2-15,24 6-4 16,12 7 1-16,5 1-5 15,-3-2-3-15,-9-11-1 16,-18-8 1-16,-18-18-35 0,-2-8-124 16,-16-18-104-1,-16-18-90-15,-3-13-408 0</inkml:trace>
  <inkml:trace contextRef="#ctx0" brushRef="#br0" timeOffset="13307.22">17667 3764 1230 0,'0'0'19'0,"0"0"-15"0,-51-82 73 0,48 73-52 16,3 6-25-16,5 3-65 16,16 0-238-16,-2 6-234 15</inkml:trace>
  <inkml:trace contextRef="#ctx0" brushRef="#br0" timeOffset="15222.24">19859 4116 1120 0,'0'0'14'15,"0"0"59"-15,58-78 37 16,-45 50-70-16,-1-1-8 0,-10-4-5 16,-2 3-18-1,-4 4 0-15,-19 12 3 16,-13 12 5-16,-16 2-5 0,-8 19-3 15,-7 14 12-15,1 10 29 16,7 12-15-16,7 0 7 16,14-2-7-16,14-8-19 15,15-5-9-15,9-11-7 16,14-6-2-16,22-12 2 16,16-11 0-16,12 0 1 15,12-28-1-15,-1-7-1 16,-5-11 0-16,-9-10-2 15,-12-11-25-15,-14-14 0 16,-13-13-5-16,-15-14 6 16,-7-7 8-16,0 2 11 0,-14 12 5 15,-1 26 2-15,2 28 1 16,3 26 5-16,6 21 4 16,-7 14-4-16,-3 31-4 15,-2 20 3-15,2 17 13 16,6 8 2-16,8 4 11 15,0 3 4-15,12-3-17 16,18-11-4-16,10-10-4 16,8-12-2-16,6-12-4 15,4-10-2-15,1-15 0 16,3-13 0-16,-4-11 1 16,-2-1-1-16,-8-22 1 15,-10-12-1-15,-10-12-1 16,-10-8-2-16,-11 1 1 15,-7 4 1-15,0 16-2 0,-12 12 2 16,-12 9 4-16,-1 9-4 16,-5 4 0-16,0 0 0 15,4 20 2-15,-3 6-2 16,11 3 0-16,5 4 0 16,8-1 0-16,5-2 0 15,0-5-1-15,14-3 0 16,7-10 0-16,3-7 1 15,4-5-1-15,5-8-3 16,1-17-9-16,4-8-8 16,0-4 6-16,-5-1 1 0,-10 9-26 15,-10 11 29-15,-7 10 11 16,-6 5 0-16,0 3 6 16,0 0-1-16,-6 15-3 15,-3 2 0-15,2 4 2 16,7 1-4-16,0-4 0 15,14 4 0-15,16-9 0 16,10 1 5-16,11-5-5 16,3-6-2-16,0-3 1 15,-5-4-13-15,-4-21-38 16,-4-4 14-16,-10-5 1 16,-8-3 17-16,-8 5 18 15,-9 8 4-15,-3 7 1 0,-3 7 13 16,0 6 25-16,0 4 3 15,0 0-31 1,0 12-12-16,0 11-1 16,-6 4 0-16,4-2 0 15,2 0 1-15,0-4-1 0,0-7 0 16,0-2 0-16,0-6 0 16,0-6-1-16,0 0 2 15,14-6 1-15,11-18 5 16,7-7-7-16,4-6 0 0,0 4-2 15,-1 3-1 1,-5 9-1-16,-6 7 3 16,-8 11 1-16,-5 3-1 15,2 0-3-15,-4 22 1 0,2 5 3 16,2 3 2-16,0 6 2 16,10-5-2-16,9-2 0 15,10-4 3-15,7-7-2 16,11-5-2-16,1-6 0 15,-3-7 3 1,-10 0-3-16,-6-20-1 0,-9-9 0 16,-17-12 1-16,-6-4 4 15,-10 0-5-15,0 5-3 16,-5 12 3-16,-19 11 7 16,-8 11-7-16,-5 6 1 15,0 10-3-15,6 16 2 16,2 3 0-16,8 6-3 0,8-2-1 15,10 1 4-15,3-4-4 16,1-7 2-16,19-4-4 16,5-10-48-1,2-7-53-15,3-2 22 0,1-4 25 16,-1-16 33-16,2-1 17 16,-7-1 8-16,-4 3 2 15,-8 8 0-15,-7 6 8 16,-5 1 35-16,-1 4 29 15,0 11-53-15,0 25-12 16,0 17 91-16,0 20-34 16,0 17-7-16,-5 17 18 0,-3 14-39 15,-4 14-4 1,-6 14-10-16,-7 1-18 0,-12 0 0 16,-7-14-4-16,-12-19-1 15,-12-20 1-15,-7-27-4 16,-5-29 4-16,3-26 0 15,2-15 2-15,5-41 2 16,10-22 1-16,13-21-3 16,17-19-2-16,24-19 5 15,7-21-5-15,41-9 0 16,22-6-4-16,21 6-12 16,15 25-46-16,9 21-10 15,0 29-31-15,-5 28-13 16,-14 24-4-16,-11 15 40 15,-8 10-60-15,-12 0-93 0,-11 6-324 16</inkml:trace>
  <inkml:trace contextRef="#ctx0" brushRef="#br0" timeOffset="15562.45">22137 4071 924 0,'0'0'131'0,"0"0"-113"0,0 0 150 0,0 0-81 15,0 0-27-15,0 0-49 16,64-55-7-16,-28 37-4 0,1 1-1 16,-10-5 1-1,-3-2 3-15,-13-1-3 16,-10-1 1-16,-1-1 0 16,-6 7 5-16,-15 6 16 0,-3 5-7 15,-6 9 4-15,0 0-6 16,4 17-2-16,3 7-6 15,8 7 1-15,8 3-5 16,7 1-1-16,7 2 2 16,16-6-1-16,14-3-1 15,3-8 0-15,4-4-21 16,2-10-79-16,-1-6-49 16,1 0-46-16,-3-14-71 15,-5-12-201-15</inkml:trace>
  <inkml:trace contextRef="#ctx0" brushRef="#br0" timeOffset="16125.71">22629 3857 707 0,'0'0'118'0,"0"0"-2"16,0 0 73-16,0 0-70 15,0 0-78-15,0 0-26 16,-34 43 8-16,34-14-10 16,0-1-4-16,3-3-4 15,12-5-4-15,4-6 3 16,3-7 0-16,0-7 2 15,-3 0-3-15,3-9-3 16,-8-13-5-16,-5-1-3 16,1-7 3-16,-8 1 5 0,-2 7 0 15,0-1 0 1,0 6 0-16,0 4 0 16,-7 4 0-16,-6 3 4 0,1 0-3 15,-2 6-1-15,1 0 3 16,3 0-1-16,1 0-1 15,3 0 3-15,-1 0-4 16,0 6 2-16,6 0 1 16,-3 2-3-16,4-1 0 15,0 0-2-15,0-2 2 16,9 1 2-16,3-2 3 16,5-1-1-16,2-2 1 15,0 2-3-15,-1 0-2 16,-2 2 0-16,-5 1-1 0,-1-2 0 15,-6 4 1-15,-1 0-5 16,-3 4 2-16,0 4 3 16,0-3 11-16,0 9 4 15,0 0 29-15,-3 1-11 16,3-1-13-16,0 1-7 16,0-3 1-16,10-4-11 15,3-2 1-15,8-3-4 16,3-5 4-16,1-2 2 15,0-4-6-15,-2 0-9 16,-2 0-106-16,-4-2-59 0,0-10-131 16,1 0-432-16</inkml:trace>
  <inkml:trace contextRef="#ctx0" brushRef="#br0" timeOffset="16584.78">23138 3907 766 0,'0'0'79'0,"0"0"-66"0,0 0 115 0,0 0-28 16,0 0-13-1,0 0-24-15,0-52 18 16,-1 48 65-16,-13-1-67 0,-4 5-21 15,-8 0-26-15,0 13-5 16,1 12-12-16,1 4 1 16,13 6-8-16,4 5-5 15,7-2-3-15,0-1 1 16,18-7 0-16,6-5 0 16,10-6-1-16,5-6-1 15,7-10-7-15,-3-3-31 16,-2-3 1-16,-4-19 7 15,-15-10 7-15,-8-9 17 16,-11-8 6-16,-3 0 1 16,-5 2 1-16,-17 7 0 0,-3 12 2 15,-4 13 7-15,-1 11-9 16,-1 4-2-16,1 11-5 16,3 14-6-16,12 8 1 15,11 3-66-15,4-1-89 16,1 0 30-16,17-7-82 15,11-13-74-15</inkml:trace>
  <inkml:trace contextRef="#ctx0" brushRef="#br0" timeOffset="17193.12">23511 3762 801 0,'0'0'24'0,"0"0"168"0,0 0 37 0,0 0-168 0,0 0-46 0,-19 73 87 16,14-19-29-16,5 2-41 16,0 1-7-16,2-9-9 15,13-7-8-15,-1-14-7 16,5-11-1-16,4-10 1 16,4-6 4-16,6-8-5 15,0-21-2-15,4-9-36 16,-4-9 1-16,-3-6 11 15,-5-5 2-15,-6 4 12 16,-11 11 12-16,-3 15 2 16,-5 13 10-16,0 15 36 15,-5 3-9-15,-10 23-36 0,-1 10 10 16,-1 10-1-16,10 2-6 16,5-1 0-16,2-2 0 15,0-4-6-15,15-9-1 16,5-9 1-16,5-9 0 15,5-8-3-15,1-6-21 16,4-8-13-16,0-17 12 16,-2-12 8-16,-1-10 7 15,-6-7 10-15,-5-6 0 16,-7 3 0-16,-4 9 2 16,-7 12 10-16,-2 12 1 0,-1 9 31 15,0 7-13 1,0 8-3-16,2 0-28 15,6 6-1-15,8 22-7 16,5 13 8-16,9 7 2 0,3 3 1 16,-7 1 0-16,-3-2 4 15,-10-9-6-15,-10-8 3 16,-3-7-2-16,-36-10 7 16,-31-7 5-16,-22-8-14 15,-23-1-4-15,-9 0-183 16,9-13-233-16</inkml:trace>
  <inkml:trace contextRef="#ctx0" brushRef="#br0" timeOffset="21124">23566 5211 498 0,'0'0'50'0,"0"0"81"0,12-83 32 0,-12 60-41 0,3 2-28 16,-3 3 60-16,0 6-95 15,0 6 21-15,0 4 16 16,0 2-27-16,0 0-46 16,0 7-17-16,2 25-5 0,1 14 32 15,0 13 20 1,0 5-16-16,0 5-6 0,-3 0-16 16,0 0 2-16,0-2-6 15,0-9-5-15,0-4-2 16,0-10-2-16,4-13 0 15,5-7-2-15,3-11 0 16,13-8 0-16,17-5 0 16,22 0 19-16,20-17 10 15,13 0-16-15,-2 3-7 16,-7 5-2-16,-14 8-1 16,-19 1-3-16,-14 0 1 15,-18 0-2-15,-7 1 1 16,-10 2-6-16,-4-1-1 0,-2 0 5 15,0-2-17-15,0 0-60 16,0 0-105-16,0 0-74 16,0 0-71-16,-9-9-290 15</inkml:trace>
  <inkml:trace contextRef="#ctx0" brushRef="#br0" timeOffset="21392.26">24261 5471 795 0,'0'0'231'0,"0"0"-209"0,0 0 211 0,0 0-154 16,0 0-68-16,0 0-6 15,-29 31 37-15,48-10 32 0,11 6-7 16,9-4 2-16,3 6-45 16,-2-2 5-16,-9 1-20 15,-7-1-3-15,-9-4-2 16,-14 4 0-16,-1-4-1 15,-16 2 7-15,-20 2-3 16,-7 0-2-16,-2-2-5 16,8-4 0-16,12-6-34 15,14-5-157-15,11-10-141 16,0-3-264-16</inkml:trace>
  <inkml:trace contextRef="#ctx0" brushRef="#br0" timeOffset="21847.91">25219 5376 1360 0,'0'0'0'0,"0"0"0"16,0 0 172-16,30 112-70 15,-15-66-45-15,1 6-11 16,0 1-16-16,0-3-22 15,-6-3-3-15,-2-5 2 16,-1-9-7-16,-4-8 1 16,-1-5-1-16,-1-10 0 0,1-8 0 15,-2-2 0-15,0 0 1 16,0-4 8-16,0-21 0 16,-15-13-8-16,0-16-2 15,-7-11 0-15,-5-10 1 16,1-9-1-16,-1-1 2 15,2 2 1-15,6 6-1 16,4 10 1-16,9 17 0 16,6 17 1-16,0 10-2 15,6 7-1-15,19 9-2 16,9 3-5-16,8 4 4 16,4 0-1-16,-2 11 1 15,-7 9 3-15,-7 0-2 16,-5 3-4-16,-10 3-32 0,-2 0-137 15,-13 5-99-15,0 0-97 16,-14 1-505-16</inkml:trace>
  <inkml:trace contextRef="#ctx0" brushRef="#br0" timeOffset="21999.16">25236 5509 579 0,'0'0'437'0,"0"0"-416"0,0 0 164 0,0 0-65 15,0 0-107-15,0 0-13 16,101-14-3-16,-60 11-18 16,-1-1-174-16,-6 0-183 15</inkml:trace>
  <inkml:trace contextRef="#ctx0" brushRef="#br0" timeOffset="23236.65">25985 5578 831 0,'0'0'183'16,"0"0"-155"-16,0 0 128 15,0 0-79-15,52-76-42 16,-43 59-17-16,-8-4 8 16,-1 2 19-16,-1 1-9 15,-20 4-14-15,-4 4 16 16,-7 10-17-16,-2 0 4 0,0 7 18 15,1 12-23 1,5 6-10-16,4 5 3 0,9-1-4 16,4 3-8-16,5-5-1 15,6-1-7-15,0-8 2 16,12-4 3-16,5-5-2 16,5-6-5-16,5-3 4 15,3 0-33-15,1-11-13 16,0-9 12-16,-2-3-16 15,-7-6 26-15,-4-2 20 16,-9 1 8-16,-4 5 1 16,-4 13 1-16,-1 7 20 0,0 5 56 15,0 0-44-15,0 13-33 16,-4 11 1-16,-1 5 6 16,5-3-6-16,0-2 0 15,6 2 1-15,15-7-1 16,3-5-1-16,7-5 0 15,3-5 0-15,2-4 2 16,0 0-2-16,0-16-2 16,-2-12 2-16,-3-8-12 15,-4-11 3-15,-4-9-10 16,-6-13 11-16,-7-10-3 0,-9-7-13 16,-1 0 11-1,0 19 13-15,-3 23 3 16,-5 25 12-16,-3 19-5 15,-3 18-10-15,-2 29 4 0,2 18-4 16,7 5 11-16,7 8-2 16,0-6 7-16,18-2-5 15,6-3 2-15,2-8-5 16,4-9-6-16,2-9-2 16,1-8 1-16,1-15-1 15,-1-8 0-15,-5-10 0 16,-1 0 3-16,-3-16 0 15,-3-11 2-15,-3-8-3 16,-6-7-2-16,-2 1 1 16,-4 0-1-16,-3 7 0 15,-3 14 2-15,0 8 2 0,0 9 7 16,0 3-4-16,3 0-7 16,0 0-5-16,1 16-9 15,7 6 14-15,1 4 2 16,4 0 0-16,-1 0-1 15,0-2 2-15,-3 1 0 16,-3-2-2-16,-3-5-1 16,-3 2 0-16,-3-5 0 15,-3-1 3-15,-15-4 3 16,-7-4-3-16,-5-2-1 16,0-4-2-16,-1 0 0 15,2 0 0-15,7-10 1 16,7 4 1-16,7 1 0 0,4 1-1 15,4 4 2-15,0 0-3 16,0 0-8-16,13 0-4 16,14 0 10-16,4 0 2 15,4 0 1-15,-2 0-1 16,1 0 1-16,2-2 1 16,7-9-2-16,6 0 2 15,-1-3-1-15,-5-2-2 16,-8-2 0-16,-13-9 1 15,-9-5 0-15,-8-7-5 16,-5 6-3-16,0 4 8 16,-15 11 0-16,-3 12 1 0,-6 6 1 15,0 0-1 1,4 21 0-16,3 8 2 0,9 2 0 16,8 1 1-16,2 0 2 15,21-5-5-15,2-1 1 16,3-6-2-16,8-4-3 15,13-5-2-15,17-6-5 16,14-5-65-16,6 0-158 16,-1-5-129-16</inkml:trace>
  <inkml:trace contextRef="#ctx0" brushRef="#br0" timeOffset="23688.87">27974 5215 1087 0,'0'0'25'0,"0"0"103"0,0 0-73 0,0 0 13 0,-35 121 63 16,20-65-98-16,-1-1 12 15,2 0-3-15,0-4-20 16,3-9-5-16,0-6-12 16,3-13-2-16,5-6-1 15,0-10-2-15,3-6 0 16,0-1 0-16,0-8 4 15,3-21-4-15,13-13-1 16,2-13-13-16,4-11 10 16,1-13 2-16,-2-12 2 0,3-11 4 15,1 6-4-15,-4 15 5 16,-2 28-3-16,-6 27 8 16,-6 17 5-16,-3 9 20 15,5 25-35-15,4 23 0 16,7 16 10-16,-1 8 5 15,-3 0 0-15,0-3 2 16,-3-2-4-16,-1-8-5 16,-2-6-8-16,2-7 3 15,-4-9-3-15,-4-7-1 16,-2-11-3-16,-2-8-30 16,0-8-113-16,-3-3-88 15,-15-3-26-15,-8-18-114 16,-7-5-100-16</inkml:trace>
  <inkml:trace contextRef="#ctx0" brushRef="#br0" timeOffset="24691.42">27857 5451 686 0,'0'0'69'0,"0"0"-25"0,0 0 82 0,0 0 6 0,90 0-91 15,-49-3-26-15,3-4-10 16,3-3-4-16,6-4-1 15,3-6-2-15,3-5 1 16,-3-8-14-16,-4-6-35 16,-10-10-22-16,-7-7 42 15,-10-4 29-15,-9-2 0 16,-7 8 2-16,-7 12 12 16,-2 13 63-16,0 15 52 15,0 8-25-15,-5 6 5 16,-10 1-87-16,-4 23-17 0,-3 11 22 15,-1 13 41-15,8 1-20 16,7 9 8-16,6-1-14 16,2-3-6-16,0 2-18 15,15-6-2-15,0-3-9 16,6-7-3-16,4-9 0 16,2-9-4-16,4-9 4 15,6-3-2-15,8-10 2 16,9 0-1-16,3 0-1 15,-5-12-1-15,-7-8-7 0,-10-10-8 16,-5-4-9-16,-10-7 4 16,-13 6 8-16,-7 0 9 15,0 8 3-15,-18 4 3 16,-6 11 0-16,-3 7 0 16,-1 5-2-16,0 0-1 15,2 3 1-15,5 15 4 16,4 2-4-16,7 0 1 15,5 2-2-15,3-1 0 16,2-5-4-16,0-3 1 0,9-3 2 16,8 1 1-16,6-8-1 15,3-3-8-15,2 0-33 16,2-9-16-16,-5-8 15 16,-2-8-4-16,-5-9 15 15,-6 4 23-15,-6 0 8 16,-4 12 1-16,-2 6 5 15,0 6 14-15,0 4 20 16,0 2-13-16,-5 8-26 16,-3 15 2-16,2 9-2 15,6-1 8-15,0 0-5 16,2-3-1-16,10-7-2 16,2-4 1-16,1-6 3 15,8-7-2-15,2-4-1 16,6 0-1-16,2-2-6 0,0-15-12 15,-3-7-64 1,-5-3 64-16,-5-6 15 16,-5-7 1-16,-6 5 2 0,-6 1 2 15,-3 12 0-15,0 7 8 16,0 9 41-16,0 5-8 16,-8 1-29-16,-3 1-14 15,-3 15 0-15,3 4 0 16,4 1 1-16,7 0 0 15,0-1-1-15,0 2-2 0,4-3 2 16,8 3 0 0,1-2 1-16,1-3-1 0,-2-3 1 15,-2 3 1-15,-1-4-2 16,-1-1 0-16,-1-4-4 16,-1-2 3-16,0 0-99 15,3-1-107-15,3-5-138 16</inkml:trace>
  <inkml:trace contextRef="#ctx0" brushRef="#br0" timeOffset="25299.49">29570 5245 1097 0,'0'0'34'0,"0"0"113"0,0 0-75 0,0 0-47 0,0 0-10 0,0 0 90 0,-45 91-71 16,40-66-20-16,3 0 3 16,2-4-11-1,0-5-2-15,0-5-4 0,0-7 1 16,0-1-1-16,0-3 0 16,5 0 4-16,14 0 9 15,6-13-13-15,6-6 0 16,2-10-15-16,3-3 8 15,4-6-5-15,-1 0 1 16,-5 11 10-16,-9 9 1 16,-11 11 2-16,-8 4 4 15,-3 3-1-15,-2 6-5 16,4 16 0-16,-4 7 7 16,2 4 12-16,-1-5-6 15,-2-4-6-15,0-5 5 0,1-5-8 16,1-3-2-16,-1-7-3 15,1-1 1-15,1-2 0 16,2-1 6-16,3 0 1 16,10 0-1-16,8-5 3 15,5-11-8-15,6-7-2 16,5-3 1-16,1-5-2 16,3 2 1-16,-8 8-1 15,-13 8 2-15,-13 9 1 16,-9 4-1-16,-1 0 0 15,-1 9-6-15,1 17 6 16,1 6 13-16,-2-1 2 0,1-3-6 16,-1-1 1-1,3-5-7-15,-1-4 0 0,2-6-3 16,1 1 0-16,3-7-4 16,4 0-140-16,5-6-201 15,3 0-493-15</inkml:trace>
  <inkml:trace contextRef="#ctx0" brushRef="#br0" timeOffset="27971.21">25161 6547 209 0,'0'0'306'0,"0"0"-266"0,-82 3 165 0,49-3-86 16,1 2-3-16,0 0 6 15,7 1-31-15,7 0-11 16,5 0 11-16,8-3 9 16,4 0-42-16,1 0-22 15,0 0-11-15,13 0-8 16,20 0-5-16,16 0 34 16,15-4-21-16,15-8-8 0,-1 1 3 15,1 3-11-15,-9 3-6 16,-9 4-3-16,-12 1-1 15,-8 0-1-15,-7 0-13 16,-12 0-136-16,-13 0-63 16,-9 0-14-16,-7 0 8 15,-24 3-13-15,-8 0-114 16,-3 0 173-16,2 0 174 16,4-1 42-16,6 3 120 15,8-4 30-15,10 3 3 16,4 0-51-16,4 5-29 15,2 6-38-15,2 8 4 16,0 8 31-16,0 2-13 0,2 9-22 16,10 2 2-16,-3 3-29 15,0 2-13-15,2 0-7 16,0-6-19-16,-2-4-5 16,0-4-5-16,-3-9-1 15,0-6-1-15,1-6-6 16,5-6-87-16,8-8-122 15,5 0-21-15,6-22-115 16</inkml:trace>
  <inkml:trace contextRef="#ctx0" brushRef="#br0" timeOffset="28363.27">25683 6779 587 0,'0'0'593'0,"0"0"-588"0,0 0 151 0,0 0-123 0,0 0-30 15,0 0 116-15,-6 84-85 16,6-55-7-16,0-2 6 16,9 1-22-16,6-8-2 15,2-3-5-15,6-8-4 16,9-8 0-16,5-1 0 16,4-3-1-16,-1-14-46 15,-9-6-17-15,-10-4 18 16,-6-1 10-16,-9-1 24 15,-5 4 11-15,-1 10 2 0,0 5 6 16,0 6 35-16,0 4 10 16,0 9-42-16,-3 16-9 15,-3 7 15-15,2 6 14 16,1 4-17-16,3 1-4 16,0 4-2-16,-3-2-7 15,3-3 0-15,0-3-1 16,0-8-30-16,0-7-140 15,0-8-86-15,10-10-144 16</inkml:trace>
  <inkml:trace contextRef="#ctx0" brushRef="#br0" timeOffset="29124.73">26313 6959 1071 0,'0'0'165'0,"0"0"-153"15,0 0 98-15,0 0-69 16,-31 79 112-16,22-14-87 16,1 7 17-16,-3 10-41 15,0 7-7-15,-1 3-12 16,-3-2-5-16,4-5-9 16,4-10-4-16,0-13-2 15,4-13-2-15,3-14-1 16,0-13 0-16,0-11-1 15,0-11-6-15,0 0-20 16,11-21-28-16,3-15-22 0,-2-13-49 16,-3-10 27-16,-2-18 11 15,-2-16-3-15,1-14 53 16,-2-12 2-16,-1-1 16 16,0 16 20-16,3 19 4 15,3 23 8-15,7 27 24 16,4 11 36-16,7 9-26 15,6 7-17-15,5 8-2 16,-2 0-14-16,-5 22-6 16,-9 5 6-16,-9 3-8 15,-13 5 3-15,0 4 2 16,-19-1-1-16,-13-3 2 16,-5-4-6-16,1-7-3 0,5-7 0 15,5-8-1 1,6-8-1-16,6-1 0 0,6-4 1 15,5-17-1-15,3-5-16 16,0-2-3-16,14 5 9 16,8 4 1-16,4 9 3 15,1 5 4-15,7 5 2 16,5 0 0-16,6 0 1 16,5-1-1-16,2-5 1 15,-2-2 1-15,-1-5 2 16,-7-2-3-16,-9-2-1 15,-8-4 0-15,-7-1 7 0,-12-2-2 16,-6-2-1-16,0 2 5 16,-20 4-5-16,-5 8 4 15,-1 9 0-15,-3 3 2 16,0 15 13-16,5 13-8 16,8 6 7-16,10 0 5 15,6 3-17-15,0-4 5 16,19-3-9-16,11-5-3 15,5-11-3-15,5-5 0 16,15-9-94-16,14 0-78 16,16-9 61-16,7-9-46 0,-1-7-608 15</inkml:trace>
  <inkml:trace contextRef="#ctx0" brushRef="#br0" timeOffset="29410.18">27403 6588 1165 0,'0'0'19'0,"0"0"6"0,0 0 163 0,0 0-111 15,0 0-31-15,0 0-29 16,-65-38-2-16,65 38 11 16,1 0-10-16,8 17-15 15,2 13 64-15,2 11-8 16,1 7-15-16,-3 4-12 15,2 2 2-15,-4 2-15 16,1-4-12-16,-3-1-5 0,-1-8-1 16,0-6-1-16,1-8-12 15,-2-11-87-15,-2-8-95 16,-1-9-78-16,-2-1-72 16,0-8-56-16</inkml:trace>
  <inkml:trace contextRef="#ctx0" brushRef="#br0" timeOffset="29590.07">27331 7006 776 0,'0'0'49'0,"0"0"127"16,0 0-6-16,0 0-69 15,0 0-57-15,0 0 7 16,14-29-27-16,28 15-19 0,7 0-5 16,-2-1-4-16,-4-2-18 15,-4-3-128-15,-11-5-144 16,-9-8-181-16</inkml:trace>
  <inkml:trace contextRef="#ctx0" brushRef="#br0" timeOffset="29735.83">27205 6519 885 0,'0'0'58'15,"0"0"-7"-15,0 0 183 16,0 0-200-16,0 0-34 15,84-47-1-15,-17 39-2 0,6 3-26 16,-9-1-124-16,-11 0-120 16</inkml:trace>
  <inkml:trace contextRef="#ctx0" brushRef="#br0" timeOffset="43984.62">28253 7035 571 0,'0'0'98'0,"0"0"-84"0,0 0 101 0,0 0-45 16,0 0-22-16,0 0-19 16,0 0-15-16,0 0 21 0,-75 3-2 15,73-1 8 1,2-2-8-16,0 0-15 0,0 0 5 16,12-2 16-16,18-16 8 15,13-9 15-15,5-5-38 16,0-1-11-16,-9-3-5 15,-9-3 2-15,-11 3-5 16,-10-5 4-16,-8 3-2 16,-1 7 3-16,0 8 8 15,-12 11 15-15,1 6-11 16,-3 3 4-16,-4 3-24 16,-5 10-2-16,-3 11-2 0,0 7 2 15,6 4 0 1,6 0-4-16,11-2 3 0,3-3 0 15,3-5-4-15,20-1 5 16,10-5 0-16,8-5 0 16,7-6 1-16,6-4-1 15,5-1 1-15,-2 0 1 16,-3-8 1-16,-9-6-2 16,-7-4 0-16,-9-8 0 15,-8 1 1-15,-11-6 2 16,-5-3 1-16,-5 5-4 15,0 4 1-15,-3 6 1 16,-6 7 2-16,-2 1-5 16,1 7-1-16,2 2 1 15,4 2-2-15,1 0 0 0,1 0 1 16,1 0-2 0,1 0-3-16,0 0-1 0,0 0-4 15,0 0-4-15,0 0 0 16,0 0 0-16,9 0 4 15,7 0 11-15,2 6-3 16,4 3 3-16,-1-1-3 16,-6-2 2-16,3 2-3 15,-7 3-1-15,-4-1 3 16,-2 3 1-16,0 2-2 16,-2 1 2-16,2 0 1 15,-1-1 1-15,4 2 1 16,5-1-1-16,1-5 0 0,6-1 4 15,3-5-4-15,6 1 3 16,2-6-1-16,2 0-1 16,-2 0 0-16,-4-11 2 15,0-2-3-15,-8-3 1 16,-6-5 2-16,-2 1 3 16,-10-5-4-16,-1-1 4 15,0 4-2-15,-7 3 6 16,-5 6-3-16,-2 1-4 15,-2 8-2-15,2 0-2 16,0 3 0-16,3-1 1 16,5 0-1-16,5 2 1 15,1 0-2-15,0 0-5 16,0 0-3-16,0 0-8 0,6 0 3 16,10 0 14-16,11 0 2 15,1 0-2-15,2 0 0 16,0 0 0-16,0 2-1 15,-2 2-4-15,-3 2 5 16,-5 0 0-16,-5 4 0 16,-6 0-4-16,-1 5 3 15,0 1 1-15,-2 5 0 16,0 0 0-16,0 0 1 16,3-3-1-16,2 2 2 15,2-4-2-15,3-5 2 16,8-3-2-16,6-5-5 0,4-3-16 15,5 0-153 1,0-3-131-16,-1-11-247 0</inkml:trace>
  <inkml:trace contextRef="#ctx0" brushRef="#br0" timeOffset="44360.05">29846 6654 986 0,'0'0'68'0,"0"0"9"0,0 0 100 16,0 0-121-16,0 0-42 16,0 0-14-16,-72 32 6 15,56-8 16-15,8 0-5 0,5-2 0 16,3 0-10-16,0-6-7 16,20 1 1-16,7-5 3 15,10-3 1-15,3-6 0 16,1-3-2-16,-1 0-3 15,-8-3 1-15,-6-12 3 16,-7-5 1-16,-6-7 4 16,-9-5 1-16,-4-3 16 15,-6-1 32-15,-17 3-32 16,-7 6-6-16,-2 6-14 0,-1 9-3 16,-1 7-3-1,1 5-2-15,3 0-7 16,3 12-5-16,2 8-57 15,5 2-86-15,10 2-25 0,8-4-103 16,2-7-261-16</inkml:trace>
  <inkml:trace contextRef="#ctx0" brushRef="#br0" timeOffset="44721.39">30128 6568 1037 0,'0'0'121'16,"0"0"-86"-16,0 0 122 16,0 0-99-16,85-57-27 0,-49 57-14 15,3 0 11 1,1 18-6-16,-7 0 7 0,-7 7 0 16,-4-2-11-16,-8-1-6 15,-5-1-3-15,-6-5-5 16,-3-3 4-16,0 0-7 15,-6-5 4-15,-7 1 3 16,-5-5 12-16,3-2-5 16,2-2-5-16,5 0-3 15,5-8 5-15,1-9 9 16,2-13-13-16,4-4-5 16,15-8-3-16,7-1 0 15,-3 3-1-15,-4 10-2 16,-9 7-3-16,-7 10-46 15,-3 6-116-15,0 5-161 0,-13 2-312 16</inkml:trace>
  <inkml:trace contextRef="#ctx0" brushRef="#br0" timeOffset="48643.78">25524 7747 871 0,'0'0'19'0,"0"0"4"0,0 0 88 0,0 0-18 0,0 0-54 16,0 0-33-16,0 0-6 16,3-6 0-16,23 6 22 15,9 0 31-15,8 0-14 16,9 0 6-16,14 0-15 15,13-1-7-15,15-7 13 16,12 0-12-16,12 0-8 16,10-4 0-16,12-1 12 15,28-2-12-15,24-2 6 0,32 2 12 16,22 0-1 0,7 5-24-16,6 4-4 0,-1 4-2 15,-3 2 2-15,-3 0-5 16,-13 0-2-16,-21-1 1 15,-21-3 2-15,-21-2 1 16,-18-2-2-16,-12-4 0 16,-13 2-2-16,-6-1 1 15,-2 1 0-15,-4 2 1 16,-3 0 0-16,-4 4 1 16,-3 0 3-16,-4 0-4 15,-5 2 2-15,-10-4-2 0,-10 1-2 16,-10-4 1-1,-6-4 1-15,-8 5 0 0,-8-6-1 16,-11 3 2-16,-9 2-1 16,-9 1 1-16,-12 0 1 15,-3 1 2-15,-4-1 4 16,-2-2-2-16,0-2-2 16,0 2-2-16,0 1-1 15,-2 0-1-15,2-2 1 16,0-6-2-16,10-3 0 15,10-9-5-15,10-4 3 16,4-9 3-16,12-10-1 16,1-10-1-16,3-11 2 0,-1-7 0 15,-5-8 6 1,-4-5-2-16,-6-7-2 0,-5 1 0 16,-6-4-1-16,-3-2 4 15,-5-4-5-15,-2-7 5 16,-8-6-1-16,-5-7-3 15,0-3 0-15,-12 6-1 16,0 10-6-16,-6 10 5 16,-2 9-2-16,0 5 0 15,1 10 3-15,2 7-1 16,-1 9 0-16,3 10 1 16,0 2-1-16,2 7 1 0,3 2 0 15,0 4 0 1,4 7 0-16,-1 5-1 15,1 6 1-15,-4 6 0 0,3 4 0 16,-2 1 0-16,-8 2 0 16,-8-1-1-16,-16 1-1 15,-14 0 0-15,-12 0 1 16,-13-2-1-16,-9-1 3 16,-10-3-1-16,-6 0 0 15,-15-7 1-15,-8 0 5 16,-10-2-6-16,-12-2-1 15,-11-2-3-15,-18 0 3 16,-16-3-1-16,-15 3 2 16,-10-2 5-16,-12 2-5 15,-15 0-1-15,-7 2-3 0,-5-1 4 16,14 4 3-16,15 3-3 16,12 2-2-16,11 0 1 15,10 4 1-15,8 3 1 16,11 6 0-16,9 6 0 15,1 0-1-15,1 6-3 16,-4 11 1-16,0 5 2 16,13 2 0-16,13-1 2 15,24 4-1-15,21-1 0 16,24-4-1-16,15-1-3 16,10-1 0-16,1 0 2 15,3-1-3-15,-6 3 4 16,3-2 0-16,-2 0 0 0,3-2 0 15,9-4 0-15,4-2 1 16,4-3-2-16,7 1 0 16,1-3 1-16,8 1 0 15,0 0 0-15,2 1 0 16,-1 3 0-16,0 3-2 16,0 4 2-16,-1 3 0 15,-2 8 0-15,1 14-1 16,0 14-1-16,2 17 2 15,0 17-1-15,3 12 1 16,-1 11 0-16,5 6 2 16,3 5 0-16,2 5-2 15,3-3 1-15,0 10 1 16,0 7-2-16,0-2 3 0,0 1-3 16,3-2 0-16,8-15 0 15,-2-8 4-15,4-10-1 16,-5-9-3-16,-1-5 1 15,-1-3 0-15,-3-3-1 16,2-9 0-16,1-5 0 16,1-16 2-16,-1-9-2 15,4-8 0-15,0-4 0 16,-3-3 1-16,2-3-1 16,1-1 0-16,-2-5 1 0,-1-1-1 15,2-3 0 1,-3-8 0-16,2-1 0 0,-7-7 1 15,1-1 1-15,1-4-1 16,-3 1 1-16,1-1 0 16,-1-1 0-16,0 1-1 15,0 1 2-15,0-2-3 16,4 0-2-16,1 1-1 16,6 0-4-16,9 1 2 15,12 1 1-15,7-2-26 16,5 1-38-16,2 2 23 15,5 4-28-15,-4 2 20 16,-3 3-15-16,1 3 41 16,-5 0-51-16,6 1-26 15,-1-4-86-15,6-6-363 0</inkml:trace>
  <inkml:trace contextRef="#ctx0" brushRef="#br0" timeOffset="59939.1">3625 8638 729 0,'0'0'116'0,"0"0"-107"16,0 0 73-16,0 0 45 0,0 0-66 15,0 0-15-15,0 0-2 16,3-1-28-16,-3 22-3 16,-12 12 14-16,-12 11 35 15,-13 15-30-15,-8 11-11 16,-13 10 0-16,-8 8 0 16,-7 2-5-16,-6 4-10 15,-3-4 3-15,3-6-7 16,6-12 3-16,12-23-4 15,22-14 1-15,12-13 0 16,12-9-1-16,5-7-1 16,7-3 2-16,-2-3 3 0,1-3 6 15,-4-16-8-15,-1-16 1 16,2-7 1-16,4-20-4 16,3-11-1-16,0-12 1 15,0-5-1-15,0 3 0 16,0 9 8-16,10 6-5 15,4 13 10-15,5 11-6 16,5 8-6-16,3 9 6 16,1 7-6-16,11 6 1 15,4 3 0-15,4 7 0 16,6 8-2-16,-2 0 1 0,-3 10-3 16,1 14 2-1,-4 13-4-15,-2 10 3 16,-6 8 2-16,-2 8 0 15,-7-1 7-15,-1 1-3 0,-2-3 7 16,-4 3 8-16,6 1-2 16,0-3-12-16,3-3 8 15,-2-8-6-15,3-10-5 16,-2-9-3-16,-6-5-2 16,-3-9-1-16,1-9-67 15,1-8-140-15,5-3-94 16,-4-23-449-16</inkml:trace>
  <inkml:trace contextRef="#ctx0" brushRef="#br0" timeOffset="60220.56">4356 9100 310 0,'0'0'602'0,"0"0"-589"0,0 0-12 0,0 0 37 16,82 0 16-16,-49-1-13 15,-2-2-12-15,-2 1-21 16,-7 1-8-16,-5 1-1 0,-3 0-29 15,-9 0-246 1</inkml:trace>
  <inkml:trace contextRef="#ctx0" brushRef="#br0" timeOffset="60382.74">4468 9269 811 0,'0'0'46'15,"0"0"-45"-15,0 0 20 16,112-20-9-16,-60 11-12 16,15-3-6-16,0 0-200 0</inkml:trace>
  <inkml:trace contextRef="#ctx0" brushRef="#br0" timeOffset="61288.12">5930 8719 698 0,'0'0'18'0,"0"0"20"0,0 0 120 15,0 0-19-15,0 0-45 16,0 0-20-16,-18-23-30 16,-6 42-28-16,-7 8-11 15,0 9 28-15,-2 7 10 16,3 4-8-16,6 6 3 16,3 2-3-16,6 0-10 15,8-4-7-15,4-5-10 16,3-8-2-16,9-7-1 15,15-4-4-15,7-14 0 16,11-6 2-16,13-7 0 16,3-4-2-16,3-20 5 0,-1-7 0 15,-5-5-6 1,-13-3 5-16,-9-8-4 0,-20-3 4 16,-10-10-1-16,-6-2 2 15,-25 0-2-15,-14 7-4 16,-7 9 1-16,1 14 6 15,2 14-1-15,-2 12-4 16,9 6-2-16,3 10-1 16,8 15-5-16,4 6 2 15,11 5-9-15,4-1-48 16,9 2-120-16,0-1-50 16,15 1-120-16</inkml:trace>
  <inkml:trace contextRef="#ctx0" brushRef="#br0" timeOffset="61688.81">6640 8953 945 0,'0'0'12'0,"0"0"-1"0,0 0 118 0,0 0-94 16,0 0-19-16,0 0-10 0,-68 27-2 16,68-15 0-16,0-5-1 15,0-3-3-15,0-1 1 16,7-2-1-16,2-1 1 16,5 0 4-16,2 0 3 15,-4-11-6-15,4-1 4 16,-7 2-5-16,-3-1 1 15,-3 2 3-15,-3 4 2 16,0-1 19-16,0 2 9 16,-10 2-17-16,-8 2-18 15,1 0 0-15,-3 4-5 16,4 9-19-16,5 5-121 16,8-4-123-16,3-6-490 15</inkml:trace>
  <inkml:trace contextRef="#ctx0" brushRef="#br0" timeOffset="62158.71">7461 8751 865 0,'0'0'104'15,"0"0"-89"-15,0 0 166 16,0 0-104-16,0 0-52 16,0 0-12-16,-72 33 14 0,42-6 17 15,2 4 3-15,0 2-11 16,4 5 12-16,4-2-21 16,4 1 1-16,7-1-10 15,6-3-4-15,3-6-7 16,3-2-7-16,19-3 1 15,8-6-1-15,9-4 4 16,9-12-1-16,1 0 1 16,6-2-1-16,-4-16-2 15,-2-7 0-15,-7-8 1 16,-9-3 1-16,-5-8 3 16,-13-5-2-16,-12 2 2 15,-3 2-3-15,-5 5 7 0,-20 7-6 16,-8 10 8-16,-6 7 10 15,-4 8-22-15,-2 8 0 16,1 0-1-16,2 13-5 16,11 7 2-16,5 3-19 15,13 1-92-15,7 1-100 16,6-2-60-16,0-9-213 16</inkml:trace>
  <inkml:trace contextRef="#ctx0" brushRef="#br0" timeOffset="63033">8344 8735 621 0,'0'0'60'0,"0"0"37"0,0 0-9 0,0 0-17 0,0 0 8 0,0 0-25 0,15-32 22 16,-15 30 16-16,0 2-12 16,-1 0-11-16,-16 0-24 15,-7 0-29-15,-6 0-7 16,-1 14 7-16,3 0 19 16,4 1-14-16,9-1-6 15,2 2-6-15,7-1-5 0,1 5-2 16,5 0-1-16,0 1-1 15,9 4-4-15,13 0 2 16,5 1 2-16,3 1-2 16,0 0 2-16,1 1 0 15,-4-4-1-15,0-1 0 16,-9-4 1-16,-5-5 0 16,-8-2 2-16,-5-5-1 15,0 4 0-15,-23-7 9 16,-14 6-4-16,-12-1-1 15,1-5-4-15,-1-4 2 16,5 0-3-16,7 0-3 0,10-11-13 16,5-11-68-16,13-4-60 15,9-9-59-15,0 2-70 16,21-5-326-16</inkml:trace>
  <inkml:trace contextRef="#ctx0" brushRef="#br0" timeOffset="63408.21">8450 8679 554 0,'0'0'386'0,"0"0"-369"0,0 0 173 15,0 0-71-15,0 0-64 16,0 0-27-16,0-11-12 0,3 6 4 15,12 5 7-15,9-6 3 16,7 2 5-16,5-2-14 16,1 1-15-16,-2 0-6 15,-4 2 2-15,2-1-2 16,-8 0 0-16,-4 4 0 16,-6 0 1-16,-8 0-1 15,-1 0 4-15,-4 0-4 16,-2 0 11-16,0 0 21 15,0 0 5-15,0 0-20 16,0 0-10-16,0 0-5 16,0 0-2-16,0 0-4 0,0 0-7 15,0 0-141 1,0 0-151-16,-2 0-275 0</inkml:trace>
  <inkml:trace contextRef="#ctx0" brushRef="#br0" timeOffset="64769.68">9709 9078 733 0,'0'0'9'0,"0"0"6"0,0 0 80 0,0 0-28 0,0 0-14 15,0 0-8-15,0 0-10 16,2-10-3-16,1 10-5 15,7 0-7-15,7 0 24 16,6 0 20-16,12 0-33 16,8 0-12-16,8 0 9 15,13 0-10-15,6-5-6 16,0 1-10-16,-3 1 1 16,-6-2-1-16,-7 5-2 15,-6-1 0-15,-5 0 0 16,-12 1 0-16,-14 0 0 15,-7 0 0-15,-7 0-8 16,-3 0-1-16,0 0 4 0,-3 0-54 16,-9 0-64-16,-3 0-31 15,1 0-9-15,6-6-106 16</inkml:trace>
  <inkml:trace contextRef="#ctx0" brushRef="#br0" timeOffset="65095.34">10285 8893 471 0,'0'0'169'0,"0"0"-113"16,0 0 93-16,0 0-67 16,0 0-15-16,0 0-23 15,-18-5-22-15,18 5-3 16,0 0-7-16,12 9 20 15,5 4 32-15,9 3 7 16,3 1-51-16,-1 4 0 16,0 1-5-16,2 5-8 15,-6 1 3-15,-7-1 1 16,-11 1-3-16,-6-2 2 16,-9 1 0-16,-29 5-3 15,-12 3 2-15,-13 4-9 16,-3 0-5-16,2-1 1 15,9-2-62-15,10-8-179 16,5-8-170-16</inkml:trace>
  <inkml:trace contextRef="#ctx0" brushRef="#br0" timeOffset="69060.77">12754 8488 802 0,'0'0'9'0,"0"0"54"0,0 0 41 16,0 0-38-16,0 0-50 0,0 0-2 15,0 0 9-15,-1-12 21 16,-2 12-3-16,3 0 4 16,0 0-5-16,0 0-5 15,-2 0-6-15,2 0-8 16,0 0-7-16,0 0-3 16,0 0 2-16,0 0-3 15,0 0-3-15,-1 0-3 16,1 0-1-16,0 0-1 15,0 0 0-15,0 0-2 16,0 0 0-16,0 0 2 16,0 0-1-16,0 0-1 0,0 0 0 15,0 0 0-15,0 0 2 16,0 0-2-16,0 0 3 16,0 0 5-16,0 0 5 15,0 0 3-15,0 0 5 16,-2 0-3-16,2 0-1 15,0 3-2-15,-4 15-15 16,-1 16-2-16,-11 20 2 16,-9 17 22-16,-10 11 15 15,-7 4-6-15,-5 3-9 16,0-2-7-16,6-13-9 16,3-19-2-16,15-10-4 15,6-16 2-15,7-14-2 0,7-9 0 16,3-6 0-16,0-3 1 15,10-30 9-15,13-12 1 16,15-20-10-16,3-14 3 16,-1-10-4-16,6-10 2 15,0-13-1-15,0 1-1 16,4 6 0-16,-4 19 0 16,-13 32 0-16,-9 27 0 15,-12 24 1-15,-5 12-1 16,3 38-8-16,4 19 8 15,-1 21 12-15,-4 7-2 16,-4 2-9-16,-4-1 1 0,2-5 0 16,0-11-2-16,-1-12 0 15,1-10-1-15,-3-14 0 16,3-15-4-16,-3-14-141 16,0-7-71-16,0-7-60 15,-8-16-4-15</inkml:trace>
  <inkml:trace contextRef="#ctx0" brushRef="#br0" timeOffset="69254.82">12451 8915 1022 0,'0'0'32'0,"0"0"92"0,0 0-7 0,0 0-112 15,0 0 0 1,0 0-5-16,123-34 7 0,-49 17-7 15,2 0 0-15,6 1-3 16,3 2-52-16,4 1-96 16,3-2-13-16,-1 4-60 15,-4-3-15-15</inkml:trace>
  <inkml:trace contextRef="#ctx0" brushRef="#br0" timeOffset="69484.89">13493 8701 636 0,'0'0'170'16,"0"0"1"-16,0 0 1 15,0 0-71-15,0 0-47 16,-84 20-25-16,47 6 20 16,-2 3 25-16,6 4-17 0,2 2 7 15,1-1-24-15,12-2-17 16,8-3-9-16,10-5-14 16,0-3 3-16,26-4-6 15,13-5 0-15,13-8 1 16,11-4-10-16,4 0-113 15,4-5-65-15,-6-10-58 16,-5-6-18-16,-5-4-303 16</inkml:trace>
  <inkml:trace contextRef="#ctx0" brushRef="#br0" timeOffset="70393.09">13894 8774 776 0,'0'0'56'0,"0"0"140"0,0 0-73 16,0 0-51-16,0 0-29 15,-94 15 14-15,67 13 8 16,4-1 16-16,1 3-12 16,5-1-11-16,6-3-23 15,9-2-16-15,2-1-4 16,5-5-12-16,17 0 1 16,10-8-1-16,7-4-1 15,4-5-1-15,6-1-1 16,-2 0-3-16,0-10-9 15,-2-6-86-15,-4-5-30 16,-5 1 28-16,-1-5 3 0,-2-1 35 16,-2-1 37-1,-3 0 23-15,-7 7-4 0,-10 0 6 16,-10 2 7-16,-1 7 8 16,0-1 43-16,-11 5 1 15,-5 4 23-15,-3 1-40 16,-5 2-2-16,-1 0-4 15,-2 12 2-15,3 9-11 16,4 0 1-16,4 3 9 16,9-2-10-16,5 1-19 15,2-3-2-15,3 2-2 16,19-5-4-16,8-1-3 16,6-6 2-16,6-6-2 15,7-4-56-15,6 0-85 16,1 0-18-16,5-13 5 0,-3-7 121 15,-6-2-120-15,-13-5 92 16,-15-1 4-16,-14 3 60 16,-6 2 29-16,-4 4 142 15,0 9 15-15,0 9-14 16,0 1-45-16,-8 0-75 16,-3 17-46-16,-3 16-3 15,-5 13 62-15,2 7-25 16,3 7-4-16,1 6-22 15,4 8 4-15,-3 3-7 16,0-4-9-16,3-4-1 16,1-16-1-16,4-12-1 0,4-16 1 15,0-11-1 1,0-8 1-16,0-6-1 0,0-16 1 16,0-23 0-16,6-20-21 15,6-19 20-15,6-11-19 16,1-11-3-16,5 2 7 15,0 8-8-15,0 13 13 16,-3 21 8-16,3 16 3 16,1 16 3-16,2 11-3 15,4 13-4-15,0 0-2 16,-1 16 3-16,-5 10 2 16,-8 5 0-16,-11 1 2 15,-6-4-1-15,0-3 2 16,-13-2 3-16,-14-2 1 0,-3-4 5 15,-1-3-5-15,2-4-5 16,10-3-1-16,5-3-1 16,11-2-37-16,3-2-150 15,0 0-126-15,17-19-76 16</inkml:trace>
  <inkml:trace contextRef="#ctx0" brushRef="#br0" timeOffset="71125.52">15098 8349 1242 0,'0'0'7'0,"0"0"156"0,0 0-72 0,0 0-68 0,-70 73 43 16,54-17-29-16,8 6-2 16,7 1-10-16,1-3-15 15,1-4-9-15,15-9-1 16,2-12 0-16,2-7-2 15,2-11 2-15,1-10 0 16,5-7 1-16,8 0 0 16,4-15 5-16,-3-5-6 15,-4-3 3-15,-12 6-2 16,-8 7 3-16,-8 4 2 16,-5 4 4-16,0 2-3 15,0 0 1-15,0 0-8 16,3 12-3-16,1 5 3 0,7 5 1 15,2-1 1-15,3-3 5 16,3 0-2-16,0-6-5 16,3-4 1-16,2-5 0 15,6-3 2-15,1 0 3 16,-1 0-2-16,-4-6-4 16,-7 2 2-16,-4 1-3 15,-2 3 2-15,-1 0-1 16,3 0 0-16,-3 0-4 15,9 0 3-15,0 0 1 16,3 2-2-16,4-1 1 16,3-1 2-16,1 0-1 0,1 0 0 15,-2-11-2-15,0-9 2 16,-1 2 0-16,-5-9 1 16,-2 0 1-16,-11-2-1 15,-9-2 1-15,-3 4-1 16,-5-1 0-16,-14 12-1 15,-4 3 2-15,1 5 2 16,0 8 13-16,-1 0-4 16,-1 24-6-16,1 14-4 15,6 14 10-15,7 9 10 16,10 12 3-16,0 2-4 16,0 5-11-16,11 5-5 15,2 5-2-15,-4 2-2 16,-1-3-2-16,-8-11 1 15,0-12-1-15,-14-13-1 16,-13-11-6-16,-5-16-19 16,4-17-88-16,4-9-134 0,3-22-221 15</inkml:trace>
  <inkml:trace contextRef="#ctx0" brushRef="#br0" timeOffset="71313.14">14610 8382 1293 0,'0'0'2'0,"0"0"52"0,0 0-21 0,143-27-23 16,-50 27-7-16,2 0-3 0,-2 0-11 15,-8 0-105-15,-12 0-286 16</inkml:trace>
  <inkml:trace contextRef="#ctx0" brushRef="#br0" timeOffset="71461.5">15489 8355 638 0,'0'0'546'16,"0"0"-533"-16,0 0 91 15,0 0-104-15,0 0-26 16,0 0-243-16,72-20-188 0</inkml:trace>
  <inkml:trace contextRef="#ctx0" brushRef="#br0" timeOffset="72143.73">17955 8556 884 0,'0'0'69'0,"0"0"13"0,0 0 103 0,0 0-65 0,0 0-72 0,0 0-9 16,-36 0-9-16,15 20 5 15,-2 4 52-15,3-4-23 16,4-3-15-16,5-3-31 15,10-2-10-15,1 6-6 16,0 0 1-16,7 1 0 16,17 3-1-16,10 1 2 15,5-1-4-15,6 2 0 0,-2 2 0 16,-5-1 0-16,-8-3 2 16,-13-1-2-1,-12-5-1-15,-5 0 1 16,-21-2 4-16,-19-3 9 15,-9-2-5-15,1-4-6 16,3-3-2-16,14-2 0 0,8 0-1 16,7-6-31-16,8-18-170 15,8-11-137-15,0-13-298 16</inkml:trace>
  <inkml:trace contextRef="#ctx0" brushRef="#br0" timeOffset="72323.06">17989 8475 1238 0,'0'0'39'16,"0"0"178"-16,0 0-189 15,0 0-28-15,93-28-5 16,-41 26 0-16,-1 0-44 16,4-2-209-16,-9-1-104 15</inkml:trace>
  <inkml:trace contextRef="#ctx0" brushRef="#br0" timeOffset="73222.6">18782 8172 1141 0,'0'0'24'16,"0"0"120"-16,0 0 4 15,0 0-110-15,0 0-23 16,0 0 10-16,-82 29 4 16,76-11-18-16,6 1-10 15,0-1-1-15,4-4 4 16,15 2-3-16,10-8-1 16,7-3-3-16,5-5 3 15,5 0 0-15,-5 0-4 16,-13-11-33-16,-13 2 14 15,-11-1 23-15,-4-3 5 0,-7 2 12 16,-19 3-17 0,-12 4 0-16,-2 4 0 15,-1 4 1-15,3 12 3 0,5 7-4 16,12 0 0-16,8 0-1 16,10-4-2-16,3 1 0 15,3-6-3-15,20-7 3 16,10-4-16-16,9-3-39 15,6-9 17-15,1-14-1 16,2-6 21-16,-2-9 8 16,-1-5 10-16,-4-3 3 15,0-2 5-15,-8 6 9 0,-8 16 11 16,-10 11 26-16,-9 10 10 16,-6 5-19-16,-3 21-27 15,0 25-1-15,0 22 35 16,-12 18-8-16,-15 23 8 15,-12 16-2-15,-7 15-33 16,-9 11-14-16,-5-1 0 16,8-7-1-16,7-17-1 15,21-26-1 1,15-25 1-16,9-29-4 0,13-21 5 16,23-22-4-16,19-6 5 15,11-31 0-15,4-19-6 16,-4-11-10-16,-6-2-4 0,-16-1 8 15,-14 17 12 1,-18 15 3-16,-12 11 5 0,-4 13 34 16,-17 9 1-16,-7 2-38 15,-5 12-5-15,8 13 0 16,5 4-2-16,11 5 0 16,9 0 0-16,0 0-3 15,12-3 5-15,8-9-3 16,5-9-8-16,5-10-2 15,6-3 2-15,2-10 9 16,-4-14 2-16,-4-1 2 16,-10-1-1-16,-10 1 4 15,-9 3 6-15,-1 0 0 0,-16 2 10 16,-10 3-4 0,-12 5-17-16,1 0-8 0,-2 9 1 15,9 0-4-15,6 3-65 16,11 0-107-1,9 8-96-15,4 1-116 0</inkml:trace>
  <inkml:trace contextRef="#ctx0" brushRef="#br0" timeOffset="74747.98">20229 8619 1029 0,'0'0'39'0,"0"0"196"0,0 0-93 0,0 0-55 0,-60-72-20 16,29 72-42-16,-10 10 0 15,-3 18 0-15,2 7 4 16,9 7-13-16,11 1-2 15,11 3-4-15,11 0 1 16,0-5-11-16,18-1 0 16,17-8 0-16,6-9-2 15,13-10-1-15,3-12 3 16,9-1-5-16,-1-16-19 16,-3-20-10-16,-9-12 18 15,-4-14-7-15,-10-14 14 16,-6-14 5-16,-6-11 4 15,-8-1 3-15,-7 5-3 16,-9 17 1-16,-3 23 4 0,0 24 10 16,0 20 4-16,-6 13 14 15,-13 30-33-15,-1 22-5 16,-1 18 5-16,8 10 0 16,9 3 2-16,4 2 7 15,0-3-8-15,11-9 2 16,6-11-2-16,4-16 1 15,-2-10 0-15,-1-17-2 16,0-13 0-16,1-6 0 16,10 0 5-16,6-22 0 15,-1-7-5-15,-1-8 2 16,-6 0-2-16,-4 5 0 0,-7 3-1 16,-8 12 2-16,-4 7 2 15,-2 6 1-15,-2 4-4 16,0 0-5-16,0 13-9 15,3 13 10-15,4 8 4 16,3 3 3-16,7-2 1 16,1-4-3-16,7-3 0 15,5-7 0-15,6-11-1 16,4-6 3-16,2-4-2 16,3-7 0-16,-2-18 2 15,-1-7 3-15,-7-10-5 16,-5-5-1-16,-14-3 6 15,-6 5-6-15,-10 7-3 0,0 11 3 16,-18 11 1 0,-9 9-1-16,-3 7-7 0,-3 3-1 15,1 22 4-15,6 7 4 16,7 6-1-16,8-1-1 16,7-3 2-16,4-6-4 15,1-8 1-15,17-5 1 16,10-8-15-16,5-7-12 15,6 0 2-15,3-10-10 16,1-11 10-16,-2-5 7 0,-3-7 1 16,-1 1 11-1,-10 1 8-15,-10 9 1 16,-10 5 7-16,-7 13 18 16,0 2 17-16,0 2-13 0,0 2-30 15,0 19-13-15,-1 11 13 16,-1 2 15-16,2 1-8 15,0-6-5-15,3-5-2 16,14-4 1-16,6-5-1 16,4-10 4-16,5-5-2 15,5 0 0-15,-1-15 4 16,0-6-3-16,-5-9-2 16,-3-2 2-16,-7 0 1 15,-6 4 1-15,-6 8 4 16,-6 12-5-16,-3 4 24 0,0 4-11 15,0 0-17-15,0 15-22 16,-7 10 16 0,-2 6 6-16,4-1 2 15,5-3 0-15,0-5 0 0,0-4-1 16,0-5 0-16,9-4 2 16,12-8-1-16,3-1 1 15,7 0 1-15,8-10 1 16,1-11-3-16,5-6 0 15,-5-2-2-15,-4-2-2 16,-9 2 1-16,-8 9 1 16,-13 8 5-16,-1 6-1 15,-5 6 7-15,0 0-5 16,0 4-6-16,0 18-9 0,-6 4 9 16,3 1 4-16,3 0-3 15,0-2 1-15,0-2-2 16,9-4-2-16,4-7 1 15,2-2-1-15,4-6-51 16,4-4-116-16,7 0-83 16,3-8-126-16,1-15-387 15</inkml:trace>
  <inkml:trace contextRef="#ctx0" brushRef="#br0" timeOffset="75126.52">22489 8488 351 0,'0'0'698'0,"0"0"-629"0,0 0 82 0,0 0-125 16,0 0 52-16,0 0 0 16,-73 93-24-16,68-64-11 15,5-1-16-15,0-3-10 16,11-1 2-16,14-6-1 16,7-5-7-16,5-7-2 15,5-6-5-15,5 0-2 16,2-5-1-1,-4-15-1-15,-1-8-1 0,-6-9-4 16,-9-4-1-16,-10-2 0 16,-8 1 6-16,-11 9-1 15,0 7 1-15,-24 12 0 0,-5 11 4 16,-3 3-1-16,2 17 14 16,8 13-2-16,9 4 11 15,13 2-14 1,0-2-2-16,26-1-3 15,10-3-1-15,7-8-6 0,3-7-4 16,5-5-33-16,3-4-174 16,1-6-186-16</inkml:trace>
  <inkml:trace contextRef="#ctx0" brushRef="#br0" timeOffset="76159.67">17212 10384 827 0,'0'0'36'0,"0"0"105"0,0 0-2 0,0 0-56 0,0 0 5 16,0 0 12-16,0 0-40 15,-70-27-42-15,34 50-12 16,-3 10 26-16,1 5 15 15,3 3-19-15,10-4-9 0,13-7-6 16,8-5-2-16,4-8-9 16,5-4-2-16,24-8 0 15,8-5 0-15,6 0 7 16,10-20-4 0,-1-8-3-16,-9-10 3 0,-6-3-2 15,-13-8 0-15,-12-6 2 16,-12 5-1-16,0 13 1 15,-6 12-3-15,-12 11 2 16,-4 14-1-16,-6 0-1 16,-1 25-5-16,4 7 5 15,3 5-6-15,14 3 6 0,5-3-1 16,3-1-2 0,18-6 0-16,22-8-7 0,12-10 2 15,12-7-3-15,7-5-72 16,-1-13-5-16,-2-13-22 15,-9-11 10-15,-12-12 30 16,-11-7 26-16,-10-8 29 16,-10-10 15-16,-9 5 3 15,-4 9 0-15,-3 17 17 16,0 22 59-16,0 15 38 16,-4 6 5-16,-8 23-105 15,-1 21-16-15,-4 15 31 16,8 13 1-16,6 17 10 15,2 22-18-15,1 20 4 0,0 16-11 16,-5 8-13-16,-6 1-5 16,-5-3 0-1,-4-16-1-15,-2-26 0 0,5-26 1 16,-1-27-1-16,3-20-1 16,-1-22 2-16,-1-16 5 15,-5-18 5-15,-3-32 2 16,-4-18-10-16,8-17 2 15,9-13 2-15,12-16-4 16,13-4-2-16,29 0-2 16,21 8-4-16,14 22 2 15,7 21-30-15,9 24-54 16,1 18-41-16,4 12-104 16,2 10-120-16</inkml:trace>
  <inkml:trace contextRef="#ctx0" brushRef="#br0" timeOffset="76720.13">19204 10319 870 0,'0'0'119'0,"0"0"-45"0,0 0 171 0,0 0-77 0,0 0-59 15,0 0-99-15,0-18-2 16,0 73 11-16,-7 15 22 0,-1 7-15 16,-1 1 25-16,1-8-35 15,-2-8-14 1,9-10 0-16,-2-11-2 16,0-13 0-16,3-12-1 0,0-13 0 15,0-3 2-15,0-25 6 16,0-22 4-16,0-21-9 15,0-19-2-15,0-14 0 16,0-13 1 0,7-7-1-16,8 3 0 0,0 20-1 15,1 21 1-15,-2 29 2 16,2 17-2-16,-5 14 0 16,1 10-1-16,4 7-7 15,6 5-2-15,5 26 3 16,0 13-1-16,-3 8-58 15,-8 15-117-15,-11 2-117 0,-5 1-153 16</inkml:trace>
  <inkml:trace contextRef="#ctx0" brushRef="#br0" timeOffset="76898.03">19159 10607 1144 0,'0'0'11'16,"0"0"159"-16,6-75-71 15,21 50-91-15,12 6-7 16,11 7-1-16,7 10-8 16,7 2-42-16,-3 0-154 0,-5 13-82 15,-7 1-156 1</inkml:trace>
  <inkml:trace contextRef="#ctx0" brushRef="#br0" timeOffset="78020.27">19863 10413 1027 0,'0'0'17'16,"0"0"118"-16,-10-73 22 16,-7 65-26-16,-8 8-93 15,-6 0-28-15,-5 18-5 16,-1 12 24-16,1 12-6 16,9 1 2-16,3-2-1 15,9-2-22-15,8-2 1 0,7-7-3 16,0-11-2-1,8-3-4-15,15-10-2 16,9-6-5-16,7 0-46 0,5-22-1 16,0-9-27-16,-3-8 11 15,-7-5 44-15,-8-3 13 16,-8 6 6-16,-8 12 13 16,-9 9 6-16,-1 14 17 15,0 6 34-15,0 12-42 16,-14 21-11-16,3 11 36 15,0 0-28-15,10 0 12 16,1-3 11-16,1-7-25 0,18-5-8 16,3-6 3-1,8-11-3-15,9-8 0 0,7-4 3 16,5-12-4-16,4-17 0 16,-3-9-1-1,-6-12-2-15,-1-16-21 0,-8-14 2 16,-7-14 14-16,-3-10-17 15,-12-7 10-15,-3 13-10 16,-9 18 10-16,-3 30 14 16,-3 29 4-16,-23 21 22 15,-8 25-20-15,-6 27-4 16,1 17 28-16,14 11 2 16,13 8-14-16,9 5 7 15,3-3-8-15,0-2-6 0,13-12-9 16,11-12-1-1,4-15 2-15,4-15-3 16,4-16 0-16,4-18 0 0,6 0 4 16,5-28 2-16,-2-12-6 15,2-10-4-15,-6-10-3 16,-5-3-11-16,-9 1 4 16,-11 16 14-16,-9 15 0 15,-5 17 2-15,-6 6 1 16,0 8 1-16,0 0-4 15,0 16-9-15,-3 11 7 0,0 7 2 16,3 8 0 0,0 0 0-16,11 0 0 0,0-5-1 15,-3-3-1 1,1-6 1-16,-7-3 0 0,-2-11 1 16,0 3-2-16,-11-9 0 15,-16-4 0 1,-6-4-47-16,-6 0-22 15,1 0 12-15,4-11 17 0,2-2 20 16,10 1 16-16,6 5 6 16,9 3 0-16,6 3 17 15,1 1 21-15,3 0-26 16,23 0-11-16,12 0 0 16,12 7 0-16,3-3-1 0,2-4 0 15,-1 0-2 1,2 0 1-16,-1-14 0 0,4-12 1 15,-2-9 0-15,-2-9-5 16,-11-10 0 0,-13-3-12-16,-17 7 17 0,-14 11 0 15,0 11 12-15,-28 15 25 16,-13 9-8-16,-4 4 11 16,4 14 16-16,10 12-9 15,13 11-19-15,12 0-4 16,6 2-15-16,5-3 8 15,15-5-13-15,9-6-4 16,1-7-1-16,4-7-72 16,6-7-90-16,5-4-73 15,11 0-46-15,8-20-399 0</inkml:trace>
  <inkml:trace contextRef="#ctx0" brushRef="#br0" timeOffset="80393.12">21903 10019 1089 0,'0'0'54'0,"0"0"-23"0,0 0 20 0,-88 62 126 0,51-19-84 0,7 5-54 16,10 8 5-16,4-2-22 16,8 1-12-16,2-6-7 15,1-11-3-15,3-9 0 0,2-13-1 16,0-9 0-16,0-7-2 15,0-10 3-15,9-24-1 16,6-18-16-16,6-16 9 16,2-12 7-1,0-10-1-15,7-11 2 0,-2-2 0 16,0 8 1-16,-2 14 1 16,-7 31 7-16,-8 24 2 15,-7 22 39-15,-1 12-16 16,0 33-32-16,7 22 2 15,-2 14 20-15,-1 3-13 16,-2 0 5-16,3-4-4 16,-1-4-9-16,-3-8-2 15,1-10-1-15,-4-14-2 0,-1-13 1 16,0-15-13 0,0-12-87-16,0 0 0 0,-9-18 37 15,-15-12-97-15,-8-5 107 16,-7 0 51-16,-4 9 3 15,-1 5 4-15,7 9 30 16,7 4 37-16,6 6 37 16,11 2-57-16,7 0-9 15,6 0-22-15,0 10-10 16,10 4 20-16,17 2 2 16,12-2-7-16,9-6-15 0,8-3-6 15,7-5-3-15,0 0-1 16,0-20 0-1,-2-13-2-15,-2-11-2 16,-4-12-1-16,1-16-11 0,-10-8 1 16,-9-3 1-16,-7 0 7 15,-15 17 3-15,-14 21 4 16,-1 22 3-16,-17 19-3 16,-16 4 0-16,-5 29 0 15,-3 17 3-15,5 11 2 16,10 9 7-16,10 3 1 15,13 1-8-15,3 3 5 16,0-4-8-16,8-4 1 16,9-13-3-16,7-8 1 0,8-13-1 15,6-15 0-15,13-12 0 16,6-4 3-16,10-9-3 16,6-15 1-16,3-10 0 15,-3-5-1 1,-9-11-4-16,-16-6-20 0,-12 4 8 15,-21 2 16-15,-12 15 0 16,-3 8 0-16,-28 12 0 16,-13 11 0-16,-9 4 1 15,3 1-1-15,4 18 6 16,9 7 2-16,13 5-8 16,5 5 8-16,9 1-7 15,7-4 2-15,0-2-2 16,0-3 0-16,17-8 0 15,7-7-1-15,7-9-1 16,5-4-1-16,6-6-7 0,1-17-11 16,3-5-3-16,-7-8 4 15,-8-3 14-15,-10 6 5 16,-13 2 0-16,-8 9 4 16,0 10 1-16,-3 4 28 15,-18 8-16-15,-3 0-15 16,-3 20 1-16,8 7 4 15,7 7-6-15,7-2 0 16,5 1 1-16,0-1-1 16,0-9 0-16,17-5-1 0,2-8 0 15,8-8 1-15,6-2 0 16,5-9-1-16,7-14-5 16,4-7 0-16,2-8-9 15,0-8 8-15,-9-7 3 16,-8-2 0-1,-8 2 0-15,-12 8 2 16,-9 13 2-16,-5 9-1 0,0 11 4 16,0 8 1-16,-15 4 8 15,-2 5-13-15,-2 15 0 16,4 7 2-16,9 0-2 16,6 1 1-16,0-2-1 15,9-4-3-15,5-7-1 16,5-2 4-16,-4-6-2 15,0 0 2-15,-5 0 0 16,2 0 0-16,-6-1 1 0,0 4-1 16,-3 2 0-16,0 3 1 15,2 1 3-15,2 3-1 16,-3-4 1-16,2-1 2 16,2 2-4-16,1-5 0 15,3-2-2-15,0 1-2 16,1-7-1-16,1 0-27 15,6-3-62-15,4 0-37 16,3-9 3-16,2-12 10 16,2-4-14-16,4-4 48 15,-6-5 57-15,-3 2 25 0,-7 1 14 16,-7 9 38-16,-8 7 64 16,1 6-8-1,-5 5-16-15,0 4 2 0,0 0-42 16,-5 10-52-16,-10 12 1 15,-5 11 17-15,1 1-11 16,3 1 10-16,3 0 8 16,1-6-16-16,4-5-6 15,2-6 0-15,5-7-3 16,-2-5 0-16,3-3 1 16,0-3 4-16,0 0 14 15,18-13 25-15,7-8-36 0,10-7-3 16,-3-6-1-16,8-4-2 15,1-3 4-15,-4 3-4 16,-5 5 1-16,-10 9 2 16,-9 13 9-16,-7 7-1 15,-3 4-5-15,-3 8-8 16,0 22-8-16,0 7 8 16,0 2 1-16,-6 2-1 15,2-9 0-15,2-3 0 16,2-11 0-16,0-7 1 15,0-5-1-15,0-6 0 16,17 0 5-16,5 0 2 16,4-13-6-16,3-9 1 15,6-7-1-15,-1-3 0 16,2-5-1-16,-4-5 0 16,-3 5 1-16,-8 6 0 0,-5 10 1 15,-10 10-1-15,-3 7-1 16,-3 4 0-16,0 5-6 15,0 20-7-15,-7 8 13 16,-2 2 0-16,0 1 0 16,7-1 0-16,2-7 0 15,0-6 0-15,0-7 0 16,2-5 0-16,14-2 0 16,1-8 1-16,5 0 3 15,3 0-2-15,4-8 0 16,-1-11-1-16,2-5-1 0,-3-4 1 15,1-7-2-15,-8-3 0 16,2-5 1-16,-6-2 0 16,-4 4-2-1,-3 7 2-15,-4 7 0 0,-4 8-1 16,-1 6 1-16,0 6-1 16,0 4 0-16,0 3 1 15,0 0-4-15,0 0-4 16,0 14-3-16,0 6 8 15,0 7 3-15,0 0-3 16,10 0 6-16,7 5-2 16,4-4-1-16,1 1 0 15,-4-4-1-15,0-4 0 0,-7-5 0 16,-4-4 2 0,-5-5 0-16,-2-7 0 0,0 0-1 15,0 0 2-15,0 0 5 16,-2 0-2-16,-15 0 5 15,-5 0-2-15,-8 0-6 16,-1 0-2-16,-2-5-1 16,3-1-48-16,8 0-119 15,13 1-164-15,9-4-192 16</inkml:trace>
  <inkml:trace contextRef="#ctx0" brushRef="#br0" timeOffset="80568.98">25067 10067 1151 0,'0'0'61'0,"0"0"160"0,0 0-98 0,0 0-24 0,0 0-83 0,0 0-16 0,42-20-22 15,-62 20-331-15,-8 0-582 16</inkml:trace>
  <inkml:trace contextRef="#ctx0" brushRef="#br0" timeOffset="130169.74">4056 13419 348 0,'0'0'559'0,"0"0"-558"0,0 0 7 15,0 0 93-15,0 0-49 16,0 0-35-16,0 0 6 16,-97 120 27-16,60-61-3 15,-5 4-7-15,-5 0-17 16,-6 4 6-16,-5 3 1 15,0 2-16-15,-5-4 0 16,2-8-1 0,4-13-4-16,5-9-5 0,9-12 9 15,7-9-11-15,3-9 7 16,9-8 2-16,-1 0-4 16,5-14 8-16,-5-19 11 15,1-18-17-15,2-16-7 16,7-11-2-16,6-4 0 0,9 7-2 15,9 9 1-15,11 8 2 16,8 10-1-16,6 10 0 16,8 12 1-16,6 9-1 15,5 12 0-15,4 5-2 16,-2 7-3-16,3 20 3 16,-4 8 2-16,-2 8 0 15,-1 3 1-15,-8 5 0 16,-5 6 0-16,-5 4 1 15,-7 7 1-15,-5-1-3 0,-7-4 2 16,-3-4 3 0,-6-5-5-16,1-6 0 0,3-4-1 15,0-5 1-15,1-8-9 16,4-11-10-16,5-5-129 16,8-15-110-16,7 0-89 15</inkml:trace>
  <inkml:trace contextRef="#ctx0" brushRef="#br0" timeOffset="130419.95">4522 13894 1189 0,'0'0'0'0,"0"0"-10"0,0 0 10 0,0 0 19 16,0 0-10-16,0 0-2 15,117-39-5-15,-73 33-2 16,-11 6-6-16,-5 0-115 16,-6 0-124-16,-13 3-236 15</inkml:trace>
  <inkml:trace contextRef="#ctx0" brushRef="#br0" timeOffset="130597.7">4623 14116 1196 0,'0'0'5'16,"0"0"71"-16,0 0 11 16,0 0-78-16,79-22-6 15,-15 5-3-15,8 1-9 16,8 2-121-16,0-1-258 15</inkml:trace>
  <inkml:trace contextRef="#ctx0" brushRef="#br0" timeOffset="131176.15">6412 13441 1004 0,'0'0'1'0,"0"0"7"0,-85 21 70 0,52 13-41 15,5 9-4-15,5 8 23 16,9-1-34-16,6-4-7 16,8-8-9-16,0-3-3 15,9-9 0-15,12-9-2 16,10-11 1-16,5-6 9 16,10-17 0-16,7-16 7 15,-3-11 6-15,-2-6 2 0,-11-4 6 16,-10 2 9-1,-18-2 3-15,-9 3-18 0,-11 10-6 16,-17 9-17-16,-2 16-3 16,-1 12 0-16,1 4-5 15,5 18-5-15,6 15-15 16,8 3-109-16,11 6-28 16,0-3-81-16,17-2-137 15</inkml:trace>
  <inkml:trace contextRef="#ctx0" brushRef="#br0" timeOffset="131332.79">6994 13597 1008 0,'0'0'96'0,"0"0"-57"16,0 0 172-16,0 0-189 16,0 0-19-16,0 0-3 15,-75-53-1-15,75 53-27 16,18 0-98-16,9 7-74 15,4 0-105-15</inkml:trace>
  <inkml:trace contextRef="#ctx0" brushRef="#br0" timeOffset="131753.54">7492 13453 1002 0,'0'0'0'0,"0"0"134"16,0 0-53-16,0 0-33 16,0 0-16-16,0 0-27 15,-31 0-2-15,22 25 2 16,-3 8 15-16,-3 3 16 16,6 3-24-16,3 0 0 15,2 0-2-15,4-4-6 16,0-7 2-16,8-3-6 15,14-8-1-15,6-7 1 0,10-9 3 16,4-1 10 0,5-16 17-16,3-12 3 15,-5-8-7-15,-6-2 0 16,-14-2 14-16,-7-2-13 0,-13 1 12 16,-5 4-11-16,0 4-16 15,-20 10-1-15,-5 10 3 16,-8 7-14-16,-1 6-3 15,1 0-3-15,4 9-3 16,6 8-12-16,5 2-103 16,10 3-35-16,7-2-75 15,1-5-182-15</inkml:trace>
  <inkml:trace contextRef="#ctx0" brushRef="#br0" timeOffset="132145.93">8341 13356 1154 0,'0'0'17'0,"0"0"117"0,0 0-27 0,0 0-86 0,0 0 35 0,0 0-45 15,-69-23-11-15,50 44-2 16,-5 6 2-16,6 0-1 15,3-6 1-15,11-1 0 16,4-3-7-16,0 0 6 16,16-2-7-16,11 2 2 15,12 1 6-15,3-2 0 0,5 1 0 16,-2-1-1 0,-4-1 0-16,-10 2 1 0,-7-3-1 15,-15-1 1-15,-5-1 2 16,-4 3 7-16,-24 1 4 15,-17 4 1-15,-7-2-4 16,0-4-4-16,11-3-6 16,13-9-1-16,16-2-36 15,8-18-179-15,11-19-270 16</inkml:trace>
  <inkml:trace contextRef="#ctx0" brushRef="#br0" timeOffset="132346.44">8686 13222 1270 0,'0'0'9'0,"0"0"103"0,0 0 27 16,0 0-112-16,0 0-27 16,0 0-4-16,77-13 3 15,-14 9 0-15,7-4-47 16,6 2-178-16,2-1-113 15,1 0-171-15</inkml:trace>
  <inkml:trace contextRef="#ctx0" brushRef="#br0" timeOffset="132730.84">10027 13439 1117 0,'0'0'70'16,"0"0"-41"-16,0 0 140 15,0 0-67-15,0 0-53 16,0 0-34-16,33 0-14 16,12 0 3-16,10 0-3 15,3 0-2-15,-9 0 0 16,-7 0-56-16,-8 0-110 15,-10-4-42-15,-12-6-110 16,-4 0-231-16</inkml:trace>
  <inkml:trace contextRef="#ctx0" brushRef="#br0" timeOffset="132953.37">10407 13261 1133 0,'0'0'58'15,"0"0"-56"-15,0 0 96 16,0 0-62-16,0 0-22 16,0 0 87-16,14 75-46 15,13-47-8-15,-8 1-23 16,-5 0-23-16,-13 2 0 16,-1 5 2-16,-28 0-3 15,-19 3-1-15,-14-5-14 16,-9 1-115-16,-12-7-114 15,2-7-226-15</inkml:trace>
  <inkml:trace contextRef="#ctx0" brushRef="#br0" timeOffset="133830.79">8259 13359 721 0,'0'0'59'0,"0"0"-7"0,0 0 73 0,0 0-33 0,0 0-21 16,0 0-15-16,54-64 10 15,-54 62 3-15,0 2-4 16,0 0 14-16,0 0-11 16,0 0 0-16,-2 0-19 15,-20 21-37-15,-11 15-7 16,-12 12 2-16,-4 10 4 15,4 1 2-15,2-2-2 16,7-5 4-16,11-11-6 16,11-15-8-16,11-11 3 15,3-10-4-15,3-5-4 0,24-5 4 16,15-28 18-16,13-15-2 16,2-11-13-16,-9-7 3 15,-5-9 0-15,-6-7 11 16,-1-8-11-16,-2 2-1 15,-4 16 0-15,-6 23-4 16,-9 24 3-16,-9 16-4 16,-6 9 6-16,3 6-6 15,-2 31 0-15,-1 18 3 16,0 22 21-16,0 13-2 16,-16 12 14-16,1 5-17 15,-6 6-8-15,0-1-1 16,5 1 0-16,0-12-3 15,2-9-3-15,2-14-1 0,5-18-2 16,-2-11-1-16,1-17 0 16,1-13 0-16,5-11 0 15,-2-8-1-15,-1 0 1 16,-2-8-41-16,-3-6-35 16,-4-4-13-16,2 8-65 15,-7 7-87-15,-10 3-23 16,-10 3 8-16,-8 11-119 15</inkml:trace>
  <inkml:trace contextRef="#ctx0" brushRef="#br0" timeOffset="134128.57">7923 14276 459 0,'0'0'189'0,"0"0"-19"0,0 0 31 0,-79 11-28 0,76-11-19 16,3 0-23-16,0 0-68 16,27 0-8-16,19-9 40 15,25-8-32-15,20-5-28 16,13-2 3-16,14 0-27 15,8 3-5-15,-12 4-6 16,-17 4-1-16,-33 6-2 16,-24 1 2-16,-25 2 1 15,-13 4 0-15,-2-1 4 16,0-2 29-16,0 3 34 0,-8 0-16 16,-2 0-25-1,-2 0-12-15,9 0-5 0,3 0-7 16,0 0-2-16,0 0 0 15,0 0-11-15,0 0-40 16,2-1-84-16,12-9-70 16,1-2-241-16,2-10-485 15</inkml:trace>
  <inkml:trace contextRef="#ctx0" brushRef="#br0" timeOffset="135607.44">12695 12928 706 0,'0'0'8'0,"0"0"86"0,0 0 47 0,41-75-61 0,-33 69 7 16,-7 4-16-16,-1 2-13 16,0 16-21-16,0 21-26 15,0 27 62-15,-22 22-18 16,-19 14-40-16,-9 7-5 15,-8-3-7-15,5-13-2 16,4-14 4-16,12-18-5 16,10-17 1-16,14-19-2 15,13-13 1-15,0-10-10 16,13-17 10-16,21-29 3 16,11-13 9-16,6-22-8 0,-5-11 0 15,-6-8 7-15,-2-11-2 16,2-5 3-16,3 1-8 15,-1 20-3-15,-6 30 1 16,-11 28 9-16,-9 29 10 16,-5 14-8-16,0 37-11 15,3 20 40-15,0 20 0 16,-4 6-27-16,-2 11 18 16,-5 6-29-16,0 6-4 15,-2-3-1-15,-1-11-1 0,0-16-2 16,0-15-20-16,0-22-100 15,0-15-52-15,-1-17-104 16,-10-13-163-16</inkml:trace>
  <inkml:trace contextRef="#ctx0" brushRef="#br0" timeOffset="135784.56">12487 13472 1113 0,'0'0'7'0,"0"0"37"0,0 0 42 0,0 0-86 16,0 0-2-16,133-32 2 0,-51 20 0 15,13-1 0 1,7 0-26-16,1 0-155 16,1-4-101-16</inkml:trace>
  <inkml:trace contextRef="#ctx0" brushRef="#br0" timeOffset="136057.4">13627 13189 974 0,'0'0'111'0,"0"0"-72"15,0 0 134-15,0 0-103 16,0 0-16-16,-90 13-29 16,65 18-6-16,-5 6 26 0,0 5-6 15,0 0-10 1,5 1 6-16,6-5-20 0,8-4-7 15,11-5-8 1,0-6-6-16,27-5 0 0,18-8-5 16,16-10-19-1,12 0-107-15,8-14-31 0,10-12-30 16,9-5 120-16,1-7-99 16,-2-4-98-16,-10-2-114 15</inkml:trace>
  <inkml:trace contextRef="#ctx0" brushRef="#br0" timeOffset="136941.75">14270 13270 72 0,'0'0'456'15,"0"0"-216"-15,0 0-39 16,0 0-108-16,-91-22-5 16,55 27-18-16,-1 13 7 15,1 8-33-15,0 4 4 0,2 9-16 16,2 2 19 0,7-1-9-16,7-4-17 0,12-4-14 15,6-3-1-15,0-8-4 16,29-4-2-16,7-9-2 15,7-8 3-15,11 0-4 16,10-3-1-16,12-13 2 16,10-3-1-16,3-2-1 15,-2-1-52-15,-5 0-54 16,-8 0 18-16,-10-3 1 16,-9 3-3-16,-16 1 1 15,-15 1 65-15,-17 3 24 0,-7 0 5 16,0 4 37-1,-6 1 24-15,-8 2 19 0,-3 4-35 16,-1 5 11-16,-5 1-16 16,-3 0-33-16,-4 8 16 15,-2 16-2-15,3 5 6 16,5 3-12-16,7 2-10 16,6 0 4-16,9 0-10 15,2-5-3-15,10-5-1 16,20-4-4-16,10-9 4 15,14-8-5-15,13-3-31 16,8 0 20-16,4-8-84 16,-6-11-31-16,-3-6-14 0,-16-6-5 15,-13-3 56 1,-16 1 54-16,-14 5 40 0,-11 9 44 16,0 7 125-16,-1 8 33 15,-12 4-93-15,-1 8-37 16,-2 23-32-16,-1 22 27 15,1 12-2-15,1 12-2 16,2 18-25-16,4 6-17 16,1 10-7-16,3 0-7 15,1-4 10-15,-2-11-15 16,0-9 1-16,-3-16-2 16,0-18-2-16,0-20 1 15,3-17 0-15,2-16-4 16,1-6 3-16,1-33-13 15,2-27-18-15,0-21 16 16,8-26 10-16,14-28-8 0,3-14-10 16,5-3 16-1,2 18-8-15,-3 32 12 0,1 38 4 16,-1 27 2-16,1 18 0 16,4 14-1-16,0 11 1 15,3 2-1-15,-2 27 2 16,-8 10 1-16,-12 7-2 15,-12 2-2-15,-3 0 1 16,-21-6 1-16,-14-5-1 0,-8-7 2 16,-3-6-3-1,-2-9 0-15,8-5 0 16,8-4 0-16,13-6-2 0,12 0-46 16,7-10-74-16,6-13-167 15,21-9-70-15,10-8-395 16</inkml:trace>
  <inkml:trace contextRef="#ctx0" brushRef="#br0" timeOffset="137565.31">15686 13026 385 0,'0'0'887'0,"0"0"-881"0,0 0 179 0,0 0-121 0,0 0-51 0,0 0 0 0,-72 82 20 0,72-25-16 15,0 0-13-15,11-1-4 16,14-7 0 0,2-4-2-16,3-10 0 0,-2-12 0 15,0-12-5-15,1-7 5 16,-3-4-8-16,-3-5-1 16,-2-12 11-16,-6-1 4 31,-6 6 0-31,-3 3-1 0,-5 6 8 0,-1 3 6 15,0 0-8-15,2 0-9 16,1 0-6-16,3 8-1 16,4 5 7-16,4 1 4 15,5-2-3-15,-1-1-1 16,3-5 0-16,2-2-1 16,3-4 1-16,4 0 0 0,1 0 3 15,3-2 0-15,1-6-1 16,-1-3-2-16,0 1 0 15,-1-3 1-15,-3-1 0 16,-3-1 0-16,-2-5 1 16,-5-2-1-16,-2-1 0 15,-8-1 2-15,-3 1-2 16,-7 0 0-16,0 9 2 16,-17 2 0-16,-13 11-6 15,-6 1 1-15,-3 16 2 16,1 24 3-16,6 15 4 15,14 11 6-15,10 12 2 0,8 8-9 16,0 6 5-16,16 7-8 16,4-6-2-16,-2-8 0 15,-4-12 0-15,-14-16-2 16,0-9-3-16,-10-14-15 16,-13-10-91-16,-3-18-90 15,4-6-152-15,2-26-512 16</inkml:trace>
  <inkml:trace contextRef="#ctx0" brushRef="#br0" timeOffset="137745.57">15552 13253 1309 0,'0'0'0'0,"0"0"13"0,0 0 44 0,0 0-31 16,0 0-24-16,95-51-4 15,-12 38 0 1,0-1-100-16,-4 1-158 0,-8 1-44 16,-6-1-246-16</inkml:trace>
  <inkml:trace contextRef="#ctx0" brushRef="#br0" timeOffset="137844.44">16201 13085 577 0,'0'0'295'0,"0"0"-276"0,0 0 117 16,0 0-107-1,0 0-29-15,0 0-40 0,4-7-255 16</inkml:trace>
  <inkml:trace contextRef="#ctx0" brushRef="#br0" timeOffset="139538.37">18004 13040 1098 0,'0'0'8'0,"0"0"120"16,-118 85-12-16,82-42-61 0,7 3 16 15,8-2-36 1,7-5-12-16,10-6-12 0,4-4 1 16,6-10-11-1,21-7-1-15,10-11 0 0,9-1 3 16,7-15-2-16,0-15 0 16,-6-8-1-16,-13-10 0 15,-15-10 3-15,-16-7 0 16,-3 6-2-16,-20 13-1 15,-13 16 5-15,-5 18-2 16,1 12 20-16,-2 7-14 16,4 24-9-16,5 9 0 15,13 7 1-15,11-3 0 16,6-1-1-16,9-2 0 16,25-9 0-16,17-6 0 0,15-12 0 15,10-8 1 1,10-6 0-16,1-6-1 0,-11-15-1 15,-13-9-5-15,-14-12 0 16,-15-1 4-16,-14 0 2 16,-10 7 6-16,-10 14-1 15,0 12 4-15,0 10 40 16,-10 1-39-16,-11 26-10 16,-6 11 0-16,2 5 0 15,8-5 0-15,11-1-1 16,6-5 0-16,0-5 0 15,0-8 0-15,14-8 0 0,8-9-2 16,5-2 2 0,6-4 0-16,1-21 1 0,2-11-3 15,-2-8-7-15,-1-7 5 16,-6-2 3-16,-6 8-2 16,-9 15 2-16,-2 16 1 15,-9 13 0-15,-1 1-1 16,0 25-17-16,0 10 14 15,0 12 5-15,0-3 3 16,0-1 3-16,2-2-3 16,11-7 2-16,8-7 2 15,2-4-5-15,7-10-2 16,5-8 0-16,3-5 3 0,-1-1-3 16,3-16 0-16,-4-9 0 15,0-10-5-15,-7-6-10 16,-6-11 8-16,-2-8-2 15,-5-8 2-15,-5-6-11 16,-1-6 7-16,-4-8-2 16,-4 1 8-16,-2 5 3 15,0 11 1-15,-9 20 1 16,-8 17 4-16,2 12 4 16,2 10 17-16,1 10 20 15,0 3-30-15,-4 29-15 16,4 20 0-16,0 22 5 0,12 12 6 15,0 9 10-15,9 4-12 16,16 5 2-16,3-3-1 16,4-7-8-1,2-9 1-15,0-13-2 0,-1-14-1 16,-1-15-1-16,-4-15-1 16,-4-18-1-16,1-7-6 15,-2-13-12-15,7-20 18 16,-5-11-6-16,-1-9 6 15,-11 2 2-15,-4 8 1 16,-5 15 0-16,-4 13 4 16,0 13 5-16,0 2 0 15,0 11-9-15,-4 16-4 16,0 7 4-16,4 1 0 16,0-1 1-16,4-5-1 0,11-4-2 15,6-10 1-15,4-6-4 16,4-9-4-16,2 0-36 15,-1-14 29 1,0-14 3-16,-3-5 12 0,-4-9 1 16,-2 4 2-16,-6 4 1 15,-2 6 3-15,-7 12 1 16,-6 6 18-16,0 7 9 16,0 3-8-16,-3 18-26 15,-19 24 0-15,-6 25 13 16,-5 15 5-16,-1 22-5 15,-2 19 9-15,1 18-7 0,1 13 2 16,3 5-5-16,-2-8-11 16,2-13-1-16,4-17 0 15,-3-19 1-15,-2-20-1 16,1-22-1-16,-3-20 0 16,4-22-1-16,2-18 3 15,1-17-1-15,0-34 1 16,3-24-1-16,11-26 1 15,11-23-3-15,2-8-1 16,21 4 2-16,24 7 1 16,16 14 0-16,15 14-8 15,18 12-34-15,10 12-50 16,0 5-77-16,-4 0-197 0,-11 2-282 16</inkml:trace>
  <inkml:trace contextRef="#ctx0" brushRef="#br0" timeOffset="139906.43">20943 12365 992 0,'0'0'48'0,"0"0"-35"0,0 0 41 0,32 91 98 0,-31-15-14 0,-1 25-28 16,0 13-8-16,-7 12-39 15,-8 5-14-15,-3-3-27 16,2-14-14-16,1-17-5 16,1-18-1-16,8-24-4 15,5-18 0-15,1-22-31 16,14-15-164-16,24-21-98 16,11-31-65-16</inkml:trace>
  <inkml:trace contextRef="#ctx0" brushRef="#br0" timeOffset="140753.31">21685 12403 1165 0,'0'0'84'16,"0"0"-75"-16,0 0 109 15,0 0-79-15,0 0-22 0,-93 36 31 16,81-11-22-1,8-4-19-15,4-1-6 16,0-3-1-16,12-5 3 16,7-5-3-16,5-7 0 0,2 0 2 15,-6-1-1-15,-3-8-1 16,-8-3-1-16,-8 4 1 16,-1-2 7-16,-1 3-7 15,-17 0-2-15,-6 3-6 16,-3 4 4-16,5 0 1 15,-2 0 3-15,6 12-5 16,11 2-1-16,5 2 2 16,2-1-5-16,3-3-1 15,18 2-6-15,6-4-65 16,7-8 21-16,5-2 2 0,1 0-10 16,5-18 14-1,1-6 29-15,-1-7 10 0,-3-4 15 16,-6 2 2-1,-11 5 6-15,-9 10 29 0,-8 6 20 16,-7 8 30-16,-1 2 1 16,0 2-50-16,0 2-22 15,-3 24-12-15,-10 10 4 16,-4 17 33-16,-5 9-29 16,-2 13 7-16,0 6-5 15,2 2-11-15,3-1-1 16,2-8-2-16,11-7 0 0,0-15-5 15,6-9 3 1,0-15-6-16,7-15-3 0,19-13 2 16,11 0-3-16,11-20-15 15,6-14-33-15,-2-1-10 16,-1 0 15-16,-10 0 8 16,-8 10 27-16,-13 6 18 15,-10 9 2-15,-8 4 23 16,-2 6 64-16,0 0-24 15,-17 9-48-15,-5 15 15 16,1 8 23-16,3 5-33 16,9 2-2-16,6 4-8 0,3-4-10 15,3-4 1-15,18-13-2 16,3-5-1 0,1-13-5-16,5-4-6 15,-3-4 6-15,1-15 7 0,-7-5 0 16,-10-3 7-16,-8-3 32 15,-3 2 28-15,-8 1-8 16,-22 6-51-16,-7 3-8 16,-5 6-52-16,5 6-168 15,9 0-279-15</inkml:trace>
  <inkml:trace contextRef="#ctx0" brushRef="#br0" timeOffset="142906.12">23832 12422 528 0,'0'0'200'0,"0"0"-187"0,0 0 176 15,0 0-13-15,0 0-119 16,-12-75 20-16,-3 72 9 16,-7 3-21-16,-8 4-32 15,-7 21-27-15,-5 14 13 16,0 10 8-16,6 5-11 16,6 2 5-16,17 0-12 15,13-6-4-15,3-5-5 16,33-9 1-16,17-12-2 0,21-12 1 15,12-12 0-15,6-1 4 16,2-26-4-16,-9-12-6 16,-11-11-4-16,-16-8-11 15,-18-9-20-15,-13-13 35 16,-15-9 6-16,-12-9 1 16,0 0 2-16,-20 11 3 15,4 22-2-15,3 27 23 16,5 23 22-16,4 15 1 15,2 11-50-15,2 35-13 16,0 23 13-16,3 14 0 0,14 3 0 16,6-6 2-1,6-4-1-15,2-9 2 0,7-11-2 16,-3-12-1-16,-3-11-1 16,-5-14-2-16,-7-9 2 15,-5-10 1-15,5-3 2 16,-5-20 3-16,7-10 5 15,-3 1-2-15,1 0-6 16,-4 5-1-16,-4 10 4 16,-5 6-5-16,1 7 1 15,-7 4-1-15,1 0-2 16,6 11-13-16,2 14 15 16,6 9 3-16,4 3 1 15,6 1-1-15,3-1 2 16,11-9-2-16,2-7-2 0,3-11 1 15,1-10 1-15,-1 0-1 16,-7-25 1-16,-3-9 3 16,-7-12-1-16,-6-6 5 15,-10-7-7-15,-4 4 4 16,-8 6 5-16,0 14 0 16,-3 16 7-16,-9 11 3 15,-10 8 3-15,-4 9-25 16,-8 20-3-16,4 6 2 15,6 3 1-15,11-3-4 0,8-4 3 16,5-4-2-16,0-4 2 16,14-6 1-16,4-7-4 15,8-7-15-15,3-3-12 16,5-5 10-16,5-15-1 16,3-10 11-16,4-4-9 15,-3-3 16-15,-7 1 4 16,-15 16 1-16,-10 7 0 15,-4 8 1-15,-7 5 0 16,0 0 2-16,0 3-4 16,0 17-21-16,0 4 21 15,0 3 5-15,0-3-5 16,0-4-1-16,9-6 0 16,4-2 0-16,10-5 0 15,3-7-1-15,4 0 1 16,3-4-6-16,0-16 3 0,-2-6-8 15,4-5 10-15,-2-1 0 16,-5 6 2-16,-3 5 0 16,-6 7 3-16,-8 9-3 15,-9 5 0 1,-2 0 0-16,0 13-2 0,0 14 2 16,0 6 23-16,0 4-6 15,0-7-9-15,0-5-1 16,0-4 2-16,0-9-3 15,0-2-5-15,4-8-1 16,5-2 2-16,7 0 2 0,11-8 5 16,7-14-4-1,4-4-4-15,-1-5 0 0,0-2-1 16,-5 1 0-16,-10 11 2 16,-7 7-2-16,-9 10 6 15,-4 4 5-15,-1 0-7 16,1 14-1-16,2 7 0 15,-1 13 17-15,3-6-15 16,-2-4-4-16,1-1 0 16,-1-7 0-16,1-3-1 15,1-2-40-15,4-6-104 16,5-5-125-16,11 0-98 16</inkml:trace>
  <inkml:trace contextRef="#ctx0" brushRef="#br0" timeOffset="143282.84">26510 12316 1237 0,'0'0'41'0,"0"0"-27"0,0 0 150 0,0 0-122 16,-90 28 4-16,70 5 9 15,6 1-8-15,9-1-30 16,5 0-4-16,0-5-7 15,20-5 1-15,8-5-7 0,5-8 0 16,7-10 0 0,2 0 0-16,2-8-1 15,-1-17-3-15,0-8-27 16,-4-11-1-16,-1-11-16 16,-8-2 15-16,-10 6-1 15,-8 9 25-15,-6 19 9 0,-5 14 5 16,-1 9 29-16,0 1-27 15,-9 23-4-15,-6 8 3 16,2 4 13-16,10-2-16 16,3-6-3-16,0-3-2 15,12-5-30-15,18-7-150 16,23-7-80-16,28-6-171 16,23 0-94-16</inkml:trace>
  <inkml:trace contextRef="#ctx0" brushRef="#br0" timeOffset="144079.44">28094 12019 816 0,'0'0'38'0,"0"0"-23"0,0 0 117 16,0 0-64-16,0 0-44 15,0 0-19-15,51-63-3 16,-9 35 0-16,4-6 8 15,-1-4-2-15,-4-7 1 0,-9-8-5 16,-10-9 9-16,-7-2-5 16,-7 3 2-16,-7 11-4 15,-1 23 33-15,0 14 43 16,-3 13-25-16,-13 6 8 16,-10 35-65-16,-9 26 0 15,-4 14 10-15,2 10 10 16,5 11 13-16,5 7-8 15,5 13 8-15,2 8-20 16,4 6-2-16,4 7-5 16,-3 0 0-16,3-9-4 0,2-12-2 15,-5-18 0 1,0-16 0-16,-6-13 0 16,-4-16 0-16,-5-15 1 0,0-14 1 15,-3-15 0-15,2-13 2 16,-3-2 1-16,2-25 1 15,1-20 0-15,7-19-4 16,14-17 2-16,10-21 3 16,1-20-6-16,34-8-1 15,15-1 0-15,13 9-6 16,12 20 6-16,9 16-1 16,9 18-3-16,1 20-1 0,-6 17-37 15,-12 14-99-15,-8 11-55 16,-9 6-132-16,-7 2-295 15</inkml:trace>
  <inkml:trace contextRef="#ctx0" brushRef="#br0" timeOffset="145310.63">28910 12216 1007 0,'0'0'35'0,"0"0"-22"0,17-96 115 0,-12 66-92 0,-5 6 23 16,0 7 3-16,-5 7 13 0,-16 5-29 16,-15 5-13-1,-7 0-32-15,-9 17-1 0,1 4 2 16,5 7 1-16,10 0 3 16,11 1-6-16,9-3-1 15,12 0-1-15,4-5-2 16,7-5 0-16,20-9 4 15,11-3-1-15,8-4-2 16,8-6-11-16,1-15-36 16,-6-7 22-16,-7-9 3 15,-8-4 18-15,-12 0 2 16,-6 7 5-16,-10 11 6 16,-6 12 4-16,0 10 37 15,0 1 16-15,-6 19-63 16,-14 17-15-16,-2 9 15 15,1 3 7-15,12-7 1 0,7-4-5 16,2-5 0 0,11-4-2-16,16-8 1 0,7-6 2 15,9-11-1-15,2-3-1 16,6-12-1-16,-3-20-1 16,-4-14-13-16,-3-10-32 15,-6-17 3-15,-5-14 6 16,-3-15-10-16,-9-11 12 15,-6-9 4-15,-6 7 11 16,-6 19 3-16,0 31 6 16,0 34 10-16,0 22 22 0,-12 18 0 15,-6 39-22 1,-2 29 0-16,1 20 26 16,9 6-12-16,10 1-3 15,0-4 18-15,15 0-6 0,12-4-8 16,8-12-5-16,7-14-3 15,6-14-7-15,4-14-1 16,-4-17 1-16,-2-19 1 16,-3-6 1-16,-2-17 2 15,-1-21-3-15,-7-13 2 0,-7-12 0 16,-7-10 3 0,-5-2-5-16,-5 9 0 15,-6 16 3-15,-1 21 1 16,-2 12 7-16,0 15 38 0,0 2-33 15,0 2-17-15,0 22-15 16,0 8 15-16,1 3 1 16,14-1 1-16,3 3-4 15,6 0 3-15,1 0-1 16,-1-2 0-16,-6 0-4 16,-5 0-5-16,-8-7-58 15,-5-4-53-15,0-5-4 16,-18-7 48-16,-10-5 23 15,-2-7 27-15,-6 0 26 16,0-8 8-16,-3-15 27 0,7 0 4 16,2 3 3-16,8 5 34 15,11 7-36-15,4 4-1 16,7 4-19 0,0 0-20-16,0 5-11 0,16 10 11 15,9 0 1 1,10-3 0-16,8-2 1 0,6-4-1 15,5-6 2-15,1 0-2 16,2-4-1-16,0-14 0 16,-4-7 0-16,-6-9 0 15,-7-11 0-15,-9-7 0 16,-8-7 0-16,-10-1 3 16,-12 10 2-16,-1 13-1 15,-3 20 15-15,-16 15 50 16,-8 2-36-16,-2 17-29 0,3 15 13 15,7 6 13-15,14 0-19 16,5 0-4-16,25-4 5 16,10-6-6-16,4-7-6 15,4-7 0-15,6-8-1 16,5 0-54-16,8-6-63 16,10 0-66-16,8 0-91 15,4-16-513-15</inkml:trace>
  <inkml:trace contextRef="#ctx0" brushRef="#br0" timeOffset="146063.64">31341 11933 822 0,'0'0'23'0,"0"0"20"0,0 0 132 0,0 0-98 0,0 0-33 15,0 0 0-15,16-73-12 16,-14 62-1-16,-1-1-1 16,1-4 1-16,-2-5-22 15,0 1 6-15,0 0 8 16,-14 2 2-1,-3 4 4-15,-6 11-8 0,-11 3-14 16,-8 14-7-16,-9 19 0 16,3 11 2-16,8 6 1 15,10 0-1-15,12 0-2 16,14-7 2-16,4-11-3 0,3-1 1 16,21-12-1-16,7-7 0 15,8-7 1-15,3-5 0 16,2-2-9-16,-2-18-27 15,-7-8 13-15,-5-6 15 16,-5-8 1-16,-6-1 6 16,-8 7-1-16,-5 11 2 15,-6 13 3-15,0 12 0 16,0 4-3-16,-11 27-20 16,-8 13 20-16,2 7 7 15,7-6-6-15,7 1 3 16,3-8 1-16,0-4-1 15,9-6-1-15,3-9-1 0,1-7-1 16,4-3 2-16,-4-8 1 16,6-1 2-16,-1 0-2 15,0 0-4-15,-1-4-8 16,-7-2-32-16,-4 4-61 16,-3 0-25-16,-3 2-61 15,0 0-48-15,0 0-292 16</inkml:trace>
  <inkml:trace contextRef="#ctx0" brushRef="#br0" timeOffset="147922.49">31743 11315 772 0,'0'0'46'0,"0"0"21"0,0 0 120 15,0 0-84-15,0 0-55 0,0 0-40 0,-65 26 38 0,40 48 30 0,2 14-39 0,7 6 24 0,5 4-20 16,8-4-19-16,3-7-6 16,2-7-5-16,23-10-8 15,5-9 0-15,4-17 1 16,4-13-4-16,-2-14 0 15,4-9 3-15,2-8 3 16,7 0-3-16,0-16-1 16,-1-14-2-16,-2-5-6 0,-11-10-4 15,-6-8 3-15,-9 0 4 16,-11 4-1-16,-9 9 3 16,0 13 1-16,-11 9 2 15,-13 11-1 1,-10 7-1-16,-6 4-3 0,-6 21 3 15,4 8 4-15,7 6-3 16,10 1-1-16,11-1 3 16,4-4 0-16,6-6-3 15,4-6 0-15,0-10 0 16,4-4-4-16,15-4-2 0,7-5 6 16,5 0 0-1,9-10-7-15,-1-12-15 16,-1-13-8-16,-1-5-10 15,-11-8 9-15,-4 3 21 0,-8 7 8 16,-8 15 2-16,-4 13 1 16,-2 7 18-16,0 3 3 15,-5 5-22-15,-14 18-10 16,1 8 10-16,2 1 4 16,13-1 2-16,3-4-6 15,0-4 2-15,19-5-2 16,2-7 0-16,6-7 0 15,3-4 2-15,6 0-2 16,4-6 0-16,0-18 0 16,-1-7-16-16,-6-10 14 0,-6-6 2 15,-8-9 2-15,-7 6 4 16,-7 5 0-16,-5 12-1 16,0 16 18-1,0 6 2-15,-7 11-6 0,-8 0-19 16,-7 11-1-16,-2 14 1 15,5 3 0-15,7-2 1 16,7 1-1-16,5-1 0 16,0-6 0-16,3 3-1 15,11-4 2-15,2 1 0 16,-2-2-1-16,2 0 1 16,-4 1 0-16,1-2-1 15,-2-1 0-15,-2 1 1 0,1-3-1 16,-2-2 0-1,-2-5 0-15,1 1 0 16,0-4 0-16,1-1-1 0,0-3-26 16,2 0-71-16,8 0-6 15,3-15-44-15,4-8 1 16,-1-9-31-16,0-9-105 16,-2-1 45-16,-4 1 216 15,-3 10 22-15,-7 9 222 16,-4 13-53-16,-4 6-30 0,0 3-10 15,0 12-99 1,-9 13-5-16,-7 7 80 16,2 5-49-16,4-3-28 15,0-2 4-15,2-4 0 0,6-9-16 16,-1-4-7-16,3-7-7 16,0-6 2-16,0-2-2 15,0 0 3-15,0 0 11 16,10-8-1-16,7-16-7 15,7-7-8-15,4-4 2 16,-2 0-2-16,-1 3-1 16,-4 10 1-16,-7 9 0 15,-6 6 0-15,-5 6 3 16,-3 1-3-16,0 0 0 0,0 6-8 16,0 13 8-1,0 1 6-15,0 3-1 16,2-5 1-16,1-4 2 15,4-4 3-15,0-3 1 0,3-4-2 16,0-3 4-16,8 0 4 16,5 0-2-16,5-13-8 15,2-6 0-15,1-5-4 16,2-9 1-16,1-3-3 16,-1-3 4-16,-4 6-4 15,-13 11 5-15,-9 13 7 16,-5 9 43-16,-2 0-45 15,-3 15-12-15,-15 12 0 16,3 6 8-16,4 0-3 16,6-2-2-16,5-2-1 0,0-6 0 15,0 0-1-15,4-7 1 16,11-5 2 0,7-7-3-16,5-4 2 15,6 0 5-15,4-6-7 0,7-18-1 16,2-4-2-16,-4-8-9 15,-5-3 7-15,-13-7 1 16,-9 6-2-16,-11 5 4 16,-4 10 1-16,0 3 3 15,-1 15-3-15,-10-1 0 16,4 7 0-16,2 1-1 16,2 0-2-16,2 0-1 15,1 0-7-15,0 16 2 16,0 10 7-16,7 5 1 0,13 1 1 15,-1 4 0-15,0-4-2 16,-1 1 2-16,-10-5 0 16,-7-6 4-16,-1 2-4 15,-7-11 1-15,-33-3 4 16,-29-4 0-16,-33-2-5 16,-26-4-68-16,-24 0-296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7:58:26.4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2366 1769 549 0,'0'0'72'0,"0"0"-26"0,0 0 15 0,0 0 38 16,0 0-36-16,0 0-43 0,0 0 20 15,1-27 24-15,-1 27 9 16,0 0-6-16,0-1-1 16,0-1-13-16,0 0-13 15,0 2-7-15,0 0 9 16,0 0-1-1,0 0-15-15,0 0-4 0,0 0-7 16,0 2-15-16,0 20 6 16,2 12-6-16,2 13 11 15,1 13 4-15,-4 5 3 16,-1 4-9-16,0 4 0 16,0-5-4-16,0-4-4 15,0-9 0-15,0-10-1 0,0-7 0 16,-1-15 3-16,-1-2-3 15,2-12-2-15,0-6 0 16,0-3-4-16,0 0-35 16,0-18-20-16,0-10-30 15,3-13 5-15,2-1-13 16,2-4-21-16,-4 5 13 16,3 10 70-16,-6 7 33 15,0 9 4-15,0 8 6 16,0 3 34-16,0 2 20 15,0 2-13-15,0 0-37 16,0 0 0-16,6 0-9 0,9 0 0 16,3 3 11-1,9 4-1-15,4-1-4 0,2 0-6 16,-2-1 2-16,1-2-3 16,-4-3 0-16,-6 0 0 15,-2 0-1-15,-2-14 1 16,-8-9 0-16,0-7 0 15,-8-9-3-15,4-6 3 16,-6 0 3-16,0 1-2 16,0 9 0-16,0 11 8 15,0 11 22-15,0 7 78 16,0 6-41-16,0 0-27 16,0 13-41-16,0 18 3 15,0 9 13-15,0 5 10 16,0 3 6-16,6 1-7 0,-3 3-18 15,2-1-4-15,-5-3-3 16,0-6 0-16,0-1-1 16,0-11-4-16,0-8-60 15,0-6-61-15,4-9-80 16,-4-7-55-16,3 0-228 16</inkml:trace>
  <inkml:trace contextRef="#ctx0" brushRef="#br0" timeOffset="1263.23">3113 2274 444 0,'0'0'60'16,"0"0"9"-16,0 0 52 0,0 0-65 15,0 0-40-15,0 0 16 16,-88 71 16-16,72-37-5 16,1 4-7-16,3-2-8 15,4 0-4-15,7-2 9 16,1-6-16-16,0-8-6 16,15-3 2-16,9-13 3 15,7-4-9-15,5-3-1 16,0-19-3-16,-5-6 3 15,-10-1-1-15,-6-2 7 16,-15 3 44-16,0 3 28 0,-20-1-25 16,-11 3-22-1,-9 3-26-15,1 5-11 0,3 6-1 16,2 5 0-16,9 4-68 16,7 0-137-16,10 0-125 15</inkml:trace>
  <inkml:trace contextRef="#ctx0" brushRef="#br0" timeOffset="1776.67">5708 1967 698 0,'0'0'240'0,"0"0"-235"0,0 0 146 15,0 0-73-15,0 0-53 16,0 0-7-16,-18 116 88 15,18-35-44-15,-2 12 14 16,-5 7-22-16,-2 9-18 16,3 7-10-16,0-7-15 15,-2-9-10-15,1-13-1 16,-2-13 0-16,0-18-2 16,2-15-8-16,4-17-81 15,3-14-97-15,0-10-82 0,0-12-95 16</inkml:trace>
  <inkml:trace contextRef="#ctx0" brushRef="#br0" timeOffset="2093.35">5586 1946 1150 0,'0'0'23'16,"0"0"18"-16,0 0 87 15,0 0-94-15,86-72-32 16,-16 79 0-16,6 17 11 16,-1 9-2-16,-5 5 7 0,-19 1-8 15,-14 2-9-15,-19-3 0 16,-18-3-1-16,-6-4 3 16,-35-6 5-16,-15-3-1 15,-14-5 3-15,0-6 0 16,4-4 0-16,6-3-4 15,10-4-4-15,11 0-2 16,14 0-1-16,17 0-70 16,8 0-95-16,24-4-151 15,21-6-137-15</inkml:trace>
  <inkml:trace contextRef="#ctx0" brushRef="#br0" timeOffset="2439.91">6445 1936 986 0,'0'0'85'0,"0"0"-57"15,0 0 111-15,0 0-61 16,0 0 31-16,49 99-27 16,-28-56-50-16,0 2-11 15,-2-2-5-15,-1-7-13 16,0-6-2-16,0-10-1 15,-6-8 0-15,-3-12 0 16,4 0 0-16,-1-27 8 16,6-16-2-16,-3-10-6 0,-2-8 3 15,-7-3-1 1,-3 2-1-16,-3 13-1 0,0 13-12 16,0 13-22-16,0 17-25 15,0 6-70-15,0 20-119 16,0 12-13-16,0 9-161 15</inkml:trace>
  <inkml:trace contextRef="#ctx0" brushRef="#br0" timeOffset="3638.16">7370 2094 819 0,'0'0'145'0,"10"-92"-134"15,-10 56 167-15,0 3-80 16,-12 7-35-16,-6 10-16 16,-9 7-16-16,-4 9-8 15,-6 0-16-15,-3 21-5 16,1 10-1-16,3 5-1 16,8 3-1-16,5 2 0 15,10-3 1-15,7-3-3 16,6-6 2-16,0-5-2 15,10-9 0-15,11-8-19 16,13-7-46-16,4-2 3 0,4-17-19 16,-1-6-4-16,-5-4 35 15,-6-2 28-15,-10 3 20 16,-6 2 5-16,-8 7 2 16,-6 7 21-16,0 7 68 15,0 5 13-15,0 0-69 16,-4 21-34-16,-4 8 0 15,1 7 10-15,7 1-2 16,0-2 0-16,7-3-6 16,13-5-2-16,10-5 1 15,4-11-1-15,3-9-1 16,5-2 0-16,0-8 1 16,4-17-1-16,-6-12 0 0,-4-11-7 15,-3-10 4 1,-8-11-6-16,-4-10 0 0,-4-6 0 15,-4 3-10-15,-7 9 5 16,-6 20 11-16,0 17 3 16,0 25 7-16,-9 11 26 15,-9 16-27-15,0 26-6 16,-1 17 0-16,4 11 15 16,12 7 0-16,3-1 4 15,0-4 4-15,18-5-17 16,4-11-2-16,9-10-3 15,2-9-2-15,2-13 0 16,-1-11-1-16,3-13-6 16,-1 0-8-16,1-21 0 0,-4-11-16 15,-3-8 15-15,-4-3 7 16,-6-4 2-16,-5 1 8 16,-7 7 0-16,-8 12 0 15,0 10 7-15,0 12 10 16,-8 5 11-16,-4 12-24 15,0 17-4-15,1 7 10 16,5 1-5-16,4-1-4 16,2-3 4-16,0-3-4 15,9-9 0-15,10-7-1 16,5-6 0-16,6-8 2 16,6 0 2-16,3-2-4 15,2-14 0-15,-2-5 0 0,-6-5-1 16,-5-11 2-16,-7 1-1 15,-3-5 0-15,-2 3-2 16,-8 9 2-16,-2 5 3 16,-3 12-2-16,-3 6 2 15,0 6 16-15,0 3-8 16,-6 18-9-16,-3 11 4 16,0 5 11-16,6 0 3 15,3 0 0-15,0-4 5 16,5-2-12-16,8-6-3 15,9-4-6-15,1-6 0 16,8-8 4-16,9-4 2 0,11-3-2 16,12 0 0-16,5-14-2 15,-5-10-6-15,-12-9 0 16,-10-5-15-16,-16-5-19 16,-8-1 3-16,-14 9 22 15,-3 6 9-15,-3 11 5 16,-17 12 22-16,-9 6 11 15,-2 13-14-15,1 20 10 16,6 6 11-16,11 6 4 16,11-1-18-16,2-1-13 15,30 3-9-15,25-4-8 16,27-4 0-16,21-7-1 16,15-12-168-16,4-19-288 15</inkml:trace>
  <inkml:trace contextRef="#ctx0" brushRef="#br0" timeOffset="4826.59">17928 1692 869 0,'0'0'48'15,"0"0"-45"-15,0 0 104 16,0 0-49-16,0 0-50 16,0 0-4-16,58-27 1 15,-48 19 0-15,-7-1-5 16,5 0 5-16,-5 0 0 0,2-1-2 15,-1-8-1-15,2 5-1 16,0-6 0 0,1 1 2-16,0 1 5 15,-3 2 8-15,-1 5 25 0,-3 2-10 16,0 4-10-16,0 0 20 16,0 4 2-16,0 0-15 15,0 0-13-15,0 0-9 16,0 0-5-16,0 0-1 15,0 0-1-15,0 0 0 16,0 0 1-16,0 0 3 16,0 0-1-16,0 0-1 0,0 0-1 15,0 0 0-15,0 0 1 16,0 0 0-16,0 0-1 16,0 0-2-16,0 0-2 15,0 0 3-15,0 0 0 16,0 0 1-1,0 0-1-15,0 0 1 0,0 0 0 16,0 0 0-16,0 1 0 16,0 2 0-16,0 0 2 15,0-2-4-15,0 2 2 16,0-1 0-16,0-1 0 16,0-1 0-16,0 2 1 15,0 1-2-15,0-2-1 16,0 4 0-16,-7 0-33 0,2 2-42 15,-4-3-58-15,2-1-50 16,-1-3-95-16,4 0-349 16</inkml:trace>
  <inkml:trace contextRef="#ctx0" brushRef="#br0" timeOffset="5624.74">18212 1319 539 0,'0'0'104'0,"0"0"-81"0,3-83 132 15,1 61-59 1,-4 11-42-16,0 6 20 0,0 2 7 16,0 2 7-16,0 1-29 15,0 0-39-15,-15 19-20 16,-4 12 15-16,-2 8 16 16,0 17 10-16,-4 7 3 15,1 6 2-15,-2 6-27 16,-2-4-12-16,0-3-2 15,-1-5-4-15,1-9 0 16,-2-6-1-16,2-9 0 16,-2-11 1-16,-1-7 1 0,-5-13 1 15,3-6 2 1,-4-2 13-16,2-10 14 16,1-20 5-16,3-7-13 0,11-13-6 15,7-10-4-15,9-11-6 16,4-8-7-1,7-2-1-15,27 0-2 0,4 12 2 16,6 18-1-16,-1 16-4 16,2 15 5-16,-4 10 0 15,2 10-1-15,0 2 0 16,5 24 1-16,0 12 1 16,2 12 5-16,-5 8-2 15,-3 0 1-15,-9 5-2 16,-5-8 1-16,-8-4-4 15,-6-3 3-15,-1-10-2 16,-5-4-1-16,3-7-2 16,2-6 1-16,8-9-8 0,4-5-83 15,14-7-61-15,9 0-41 16,6-10-108-16,11-9-341 16</inkml:trace>
  <inkml:trace contextRef="#ctx0" brushRef="#br0" timeOffset="6294.58">19907 1128 584 0,'0'0'63'0,"0"0"-25"0,7-83 119 16,-7 71 3-16,-13 6-50 15,-11 6 8-15,-7 5-77 16,-13 27-3-16,-8 16-5 15,-2 17 28-15,2 14-5 16,7 11-6-16,6 9-7 16,13 0-11-16,7-6-17 15,15-11-11 1,4-12-4-16,24-11-3 0,27-13-2 16,16-14-5-16,16-12-50 15,14-10-78-15,4-10-37 16,-3-4-104-16,-10-25-322 15</inkml:trace>
  <inkml:trace contextRef="#ctx0" brushRef="#br0" timeOffset="7013.42">20351 1342 1016 0,'0'0'43'16,"0"0"69"-16,0 0 30 15,0 0-128-15,-79 90 17 16,73-27 14-16,0 1-10 15,2-2-2-15,-1-7-18 16,1-4-8-16,-1-7-6 0,1-7-1 16,1-11 3-1,3-10-3-15,0-9-3 0,0-7-21 16,0-13-2-16,0-21 24 16,0-18-4-1,7-17 6-15,2-10 0 16,0-14 0-16,-1-3 1 15,1 7 1-15,1 15 4 0,2 19-3 16,1 21 14-16,1 9 8 16,6 14-2-16,0 11-18 15,5 0-3-15,2 21-2 16,-4 8 4-16,-10 7-3 16,-10 3-1-16,-3 4 2 15,-9 0-2-15,-19-1 2 16,-8-7 1-16,-5-5 0 0,0-8-3 15,5-5 1 1,5-6 0-16,10-8 1 16,10-3-2-16,7 0 7 15,4 0-2-15,0 0-3 0,0 0-2 16,0 0-2-16,9 0-2 16,10 0-1-16,10 7 3 15,6 6 2-15,6 2 2 16,8 5-1-16,0-2 1 15,7-1-1-15,-1-3-1 16,-2-2 2-16,-6-6-2 16,-10-5 0-16,-3-1-6 15,-11-3-22-15,-6-19 4 0,-4-4 15 16,-3-12 9-16,-6-5 2 16,-2 0 1-16,-2 5-1 15,0 11 5-15,0 13 4 16,0 8 25-16,0 6 8 15,0 11-44-15,0 22-7 16,0 5 7-16,-2 3 3 16,2-4-3-16,0 0 0 15,3-5 0-15,8-4-2 16,2-4-9-16,2-7-126 16,0-6-95-16,0-10-71 15,0-1-432-15</inkml:trace>
  <inkml:trace contextRef="#ctx0" brushRef="#br0" timeOffset="7173.27">20843 1246 1071 0,'0'0'42'0,"0"0"32"0,0 0 58 0,0 0-132 16,0 0-8-16,0 0-55 15,-32 18-36-15,60 20-143 16,-1 0-207-16</inkml:trace>
  <inkml:trace contextRef="#ctx0" brushRef="#br0" timeOffset="7558.95">21219 1442 1064 0,'0'0'27'0,"0"0"80"0,0 0 20 16,0 0-79-16,0 0-25 15,109-65-18-15,-80 90 4 16,-7 6 1-16,-6 6-8 16,-5 1 5-16,-11-2-6 15,0-4-1-15,-15-6 0 16,-15-1 0-16,-5-8-4 16,-6-8-6-16,-5-5 8 15,0-4-1-15,4 0 3 16,6-11 1-16,8 0 4 0,10 2 0 15,10 3 3 1,7 3-3-16,1 2 3 16,0-1-7-16,3 2-1 0,19 0-13 15,11 0 11-15,9 0 2 16,7 0-3-16,5 3 3 16,6-3-9-16,1 0-88 15,3-1-71-15,3-19-94 16,-12-10 107-16,-4-16-510 15</inkml:trace>
  <inkml:trace contextRef="#ctx0" brushRef="#br0" timeOffset="8013.64">21671 1112 760 0,'0'0'20'15,"0"0"212"1,-34-75-63-16,30 75-86 0,1 24-75 16,3 20 0-16,0 18 10 15,0 7 25-15,3 8-17 16,6 1 5-16,1-2-19 15,1-6-11-15,0-13-2 16,-3-16 1-16,-2-11 0 16,-1-13 0-16,-4-10-11 15,1-7-34-15,-2-3 24 16,0-26 18-16,2-12 0 16,3-13 3-16,-1-6 0 15,5-1 0-15,6-3 0 0,0 13-1 16,3 13 1-1,-4 16-4-15,5 8 3 0,-4 11 1 16,4 3-1-16,-1 0-2 16,1 15 2-16,1 7 1 15,-10 3 2-15,-5 0 0 16,-5 2 1-16,0-3-1 16,-18-3 1-16,-9 0-1 15,0-5 5-15,0-3 7 16,4-4 1-16,6-5 2 15,8 7-7-15,6-2-4 16,3 7-5-16,10 4 2 0,22 1 2 16,17-2 2-1,15 3 3-15,14-5-10 0,7-4-3 16,7-2-2 0,8-3-100-16,3-7-264 0</inkml:trace>
  <inkml:trace contextRef="#ctx0" brushRef="#br0" timeOffset="9075.79">23553 1277 319 0,'0'0'441'0,"0"0"-441"15,0 0 85-15,0 0-12 0,0 0-61 16,0 0-9-16,-13-63-3 16,14 52 1-16,6-1 2 15,-2-2 9 1,-1 6 33-16,-2 0 2 0,-2 5 25 15,0 3 18-15,0 2-35 16,0 26-55-16,0 11 6 16,0 14 12-16,0 7 4 15,0 1-3-15,0 0 10 16,6-6-18-16,3-9-8 16,0-9-3-16,-2-7 0 15,-2-12 1-15,-4-3-1 16,4-12-4-16,-5-3 0 0,0-6 4 15,0-21-2-15,0-16 4 16,-6-17-1-16,3-12 1 16,0-12-1-16,3-4 5 15,0 0 5-15,0-4 12 16,1 10-5-16,10 16-4 16,0 18-2-16,3 21 19 15,-6 14-8-15,0 12-17 16,7 1-6-16,3 19-14 15,3 14 11-15,2 9-75 16,-9 11-74-16,-8-4-115 16,-6 0-170-16</inkml:trace>
  <inkml:trace contextRef="#ctx0" brushRef="#br0" timeOffset="9251.31">23526 1395 959 0,'0'0'30'0,"0"0"-28"0,0 0 42 0,0 0-44 16,116-57 0-16,-65 48-2 15,0 6-12-15,-5 0-104 16,-3 1-127-16,-1 2-411 16</inkml:trace>
  <inkml:trace contextRef="#ctx0" brushRef="#br0" timeOffset="9890.78">24238 1263 840 0,'0'0'54'15,"0"0"45"-15,0 0 61 16,0 0-109-16,-79-19-22 16,49 33 5-16,-3 8 1 15,6 5 9-15,-1 2-10 16,5 1-10-16,9 2-9 15,6-4-2-15,8 1-12 16,0-4-2-16,25-9-1 0,16-4-2 16,12-7-1-1,8-5-86 1,1-3-65-16,2-19-53 0,-8-13 4 16,-14-7 28-16,-13-3 177 0,-19 4 10 15,-10 7 148-15,0 12 32 16,-16 3-13-16,-10 15-30 15,-3 4-71-15,2 3-37 16,4 22-13-16,5 6-9 16,11 3 8-16,7 1-12 15,0 0-7-15,9-2-3 16,15-6-2-16,4-6-1 16,8-7-3-16,1-7-2 15,5-5 0-15,-5-2-15 16,4-6-20-16,-4-13-9 0,-3-8 3 15,-2-5 10-15,-4-2 2 16,-6 3 16-16,-3 3 14 16,-8 8 4-1,-5 7 1-15,-1 4 2 0,-5 7 9 16,0 2 14-16,0 0 3 16,0 4-29-16,0 16 8 15,0 8-2-15,0 2 7 16,3 0 1-16,5-2 7 15,6-2-11-15,5-6-9 16,6-4 0-16,4-5-1 16,4-8 0-16,5-3-17 15,9 0-35-15,10-12-26 0,-2-7 1 16,-5-9-142-16,-8-8 14 16,-9-10-246-16</inkml:trace>
  <inkml:trace contextRef="#ctx0" brushRef="#br0" timeOffset="10111.39">25245 1155 679 0,'0'0'67'0,"0"0"84"0,0 0-59 16,0 0-76-16,0 0 8 15,0 0 3-15,-69 52 16 16,65-26 9-16,1 2-6 16,3 0-2-16,0 0-14 0,4-1-13 15,11-4-5-15,2 1-10 16,3-2-1-16,4-3-2 15,1-9 1 1,2-6-2-16,0-4-39 0,0 0-67 16,2-7-30-16,-3-13-32 15,-2-5-34-15,-6-7 56 16</inkml:trace>
  <inkml:trace contextRef="#ctx0" brushRef="#br0" timeOffset="10311.66">25342 871 598 0,'0'0'12'0,"0"0"89"0,0 0-50 16,0 0-47-16,0 0-4 16,0 0-1-16,-5-7-4 15,5 10 4-15,0 3 1 16,0 1-15-16,0 2-62 15,0-2-58-15,0-2-133 16</inkml:trace>
  <inkml:trace contextRef="#ctx0" brushRef="#br0" timeOffset="10613.97">25196 926 541 0,'0'0'121'0,"0"0"-82"0,0 0 105 16,0-75-54-16,0 66-17 16,0 6 28-16,0 3 16 15,0 0-33-15,0 19-61 16,0 17-17-16,0 12 65 16,3 10 12-16,-2 3-27 15,2 5 3-15,-1 2-23 16,3-2-24-16,3-2-5 15,2-9-7-15,5-4 0 16,2-12 0-16,0-9-7 16,2-13-30-16,4-13-62 15,1-4-64-15,0-6-31 16,-6-21-146-16,-6-10-331 0</inkml:trace>
  <inkml:trace contextRef="#ctx0" brushRef="#br0" timeOffset="11064.93">25161 1182 861 0,'0'0'43'0,"0"0"8"15,0 0 82-15,0 0-112 0,0 0-19 16,0 0 5 0,110-5-7-16,-53 2 2 0,0-6-2 15,0-2 0-15,-2-3 0 16,1 1 3-16,-6 5-2 15,-6 5 0-15,-12 3-1 16,-17 0 0-16,-11 1-2 16,-4 14 2-1,-4 7 29-15,-13 1 20 0,-3 3 18 16,3 0-5-16,4-3-20 16,7 1-17-16,6-5-10 15,0 1-7-15,7-8-2 16,19 0 1-16,9-7-1 15,8-4-2-15,2-1-4 16,4 0 1-16,-7-5-2 0,-4-14 2 16,-15-6-1-1,-12-4 3-15,-11-5 4 0,-7-3 4 16,-23 4-7 0,-9 0-1-16,-6 11-1 15,0 9-2-15,5 7 0 0,1 6-4 16,14 0 0-16,4 16-48 15,13 9-127-15,8-4-132 16,5-3-396-16</inkml:trace>
  <inkml:trace contextRef="#ctx0" brushRef="#br0" timeOffset="11404.7">26192 1091 865 0,'0'0'493'0,"0"0"-455"0,0 0 8 0,0 0 14 16,117-71-34-16,-74 87-25 15,-3 13 4-15,-7 7-3 16,-9 1-2-16,-12-1-1 16,-9-2 0-1,-3-6-1-15,-8-4-16 0,-17-7-36 16,-3-8 4-16,-2-4 16 15,0-5 0-15,7 0 14 16,4-8 9-16,7-12 11 16,12-9 2-16,0-7-1 15,17-4-1-15,17-7-2 16,10-7 0-16,6-3 0 0,1 3-9 16,1 8-80-1,-4 10-64-15,1 13-33 0,-6 9-150 16</inkml:trace>
  <inkml:trace contextRef="#ctx0" brushRef="#br0" timeOffset="11715.43">27378 592 989 0,'0'0'64'0,"0"0"13"16,0 0 78-16,0 0-142 16,-6 96 74-16,-4-10 40 15,-4 13-67-15,-3 13 21 16,-8 9-23-16,-6 19-20 16,-7 8-23-16,-4 3-2 15,-3-4-8-15,3-16-5 16,6-16 1-16,8-20-3 15,6-17 1-15,7-18-4 16,3-20-51-16,4-16-72 16,8-18-51-16,0-8-67 15,26-29-89-15</inkml:trace>
  <inkml:trace contextRef="#ctx0" brushRef="#br0" timeOffset="12332.29">27783 899 183 0,'0'0'625'16,"0"0"-623"-16,0 0 135 16,0 0-14-16,0 0-31 0,0 0-64 15,47-23-16 1,-66 73 27-16,-3 9 27 0,-5 4-23 15,3 2-17-15,1-4 10 16,7-2-6-16,9-11-20 16,4-4-9-16,3-11 1 15,0-8-2-15,4-7 0 16,11-8-2-16,6-10 2 16,7 0 4-16,7-3 4 15,2-17-4-15,-2-1-4 16,-2 0 1-16,-4 4-1 15,-8 4 0-15,-2 5 1 0,-3-1-1 16,-4 4-1 0,1-1 1-16,-3 1-1 15,3 2 0-15,2-1 1 16,-3-2-6-16,7-3-21 16,-2-3-9-16,1-1-12 15,-3-4 13-15,-2-6 7 0,-5-2 20 16,-7 4 6-16,-1 1 1 15,0 4 1-15,-6 7 5 16,-10 3 22-16,-2 6-4 16,-3 0-5-16,0 9-14 15,4 11 5-15,6 4 5 16,6 1 2-16,5 10 2 16,0-6 1-16,18 6-3 15,10-8-8-15,4-1-5 16,2 0-3-16,3-11 0 15,-1-2-2-15,-3-5-76 16,-3-8-72-16,-5 0-99 16,-7 0-325-16</inkml:trace>
  <inkml:trace contextRef="#ctx0" brushRef="#br0" timeOffset="13312.27">28546 1113 974 0,'0'0'43'0,"0"0"11"0,0 0 73 15,0 0-87-15,0 0-38 16,0 0 11-16,9 101 31 0,9-51-21 15,2-1 6-15,2-4-12 16,2-1 2-16,-3-7-12 16,-5-9-7-16,-3-11 1 15,-5-10-1-15,-3-7 0 16,4 0 4-16,-3-13 5 16,2-19 1-16,-2-7-7 15,0-10-1-15,-3 4-1 16,0 2-1-16,1 5 0 15,-4 9 0-15,4 13 0 16,-3 6 0-16,-1 7 2 16,2 3-2-16,1 0-6 0,6 13-9 15,4 8 14 1,7 1 1-16,5 2 0 0,0-5 0 16,3-4 0-1,4-4-2-15,2-5 2 0,-1-4 0 16,-2-2 0-16,-4-4-2 15,-6-13-6-15,-6-2-5 16,-7-4-6-16,-7 0 15 16,-1 4-1-16,0 8 4 15,-12 3 0-15,-6 8-6 16,-1 0 7-16,-2 13-4 16,2 10 4-16,7 2 0 15,7 4 0-15,5-3 1 16,0 1-1-16,11-1 4 0,11-4-4 15,8-1 0 1,3-7 0-16,4-4-2 0,0-10 0 16,2 0-15-16,-2-8-13 15,-2-17-2-15,-3-12 5 16,-2-11 5-16,-3-14 13 16,-6-6-3-16,-3-12-5 15,0-11 10-15,-6-2 2 16,-5 3 4-16,-4 14 1 15,-3 21 13-15,0 24 12 16,0 18 25-16,-9 13 24 0,-10 25-66 16,1 23-6-1,0 17 12-15,11 10 1 0,7 3 6 16,0 2 0-16,10-4-7 16,8-4-5-16,6-4-8 15,1-5-1-15,2-5-3 16,3-9-20-16,3-12-140 15,2-12-67-15,1-20-171 16</inkml:trace>
  <inkml:trace contextRef="#ctx0" brushRef="#br0" timeOffset="14110.89">29907 1082 937 0,'0'0'30'0,"0"0"-28"16,0 0 93-16,0 0 4 0,-91 69-40 0,87-40-21 16,4 2-14-16,0-1 0 15,7-1-6-15,14-5-11 16,7-1 0-16,5-8-5 16,4-3 1-16,4-10-1 15,-3-2-2-15,-5-4-16 16,-3-21-22-16,-10-9 1 15,-9-5 3-15,-11-9 2 16,0 2 8-16,-16 8 24 16,-11 11 0-16,-4 13 4 15,-5 12 7-15,0 2 6 16,3 5 0-16,5 16-1 0,9 4-4 16,8 5 3-16,10-3-6 15,1 5-5-15,9-5-2 16,18 1 2-16,7-6-3 15,9-5-1-15,2-7-1 16,4-10-30-16,-3 0-24 16,2-10-17-16,-3-17 6 15,-2-15-3-15,-6-12 17 16,-2-10 39-16,-5-11 12 16,-7-5 1-16,-8 3 5 0,-8 12 25 15,-6 12 35 1,-1 18 24-16,0 15 1 0,-1 11-41 15,-10 9 21-15,-7 7-70 16,-1 28 4-16,-5 15-2 16,3 11 12-16,7 11 7 15,5 9 5-15,-2 7-7 16,-1 10-16-16,-5 13 7 16,-1 10-9-16,-1 15-1 15,7 8 2-15,10 0 0 16,2-2-1-16,0-7-1 15,0-10 0-15,-10-17-2 16,-8-11-5-16,2-22-84 16,4-28 15-16,3-28-53 15,-3-19 112-15,3-39 17 0,1-13 26 16,0-14 80 0,3-12 5-16,5-9-19 0,0-11-23 15,6-10-34-15,19-8-21 16,8-3-3-16,6 10-10 15,1 20-2-15,-4 23-5 16,-3 30-2-16,-12 25-27 16,-8 11-58-16,-8 31-74 15,-5 22-21-15,-14 14-76 16</inkml:trace>
  <inkml:trace contextRef="#ctx0" brushRef="#br0" timeOffset="14908.74">25384 3007 1112 0,'0'0'12'0,"0"0"15"0,1-88 80 16,35 57-64-16,8-5-34 15,7 0 1-15,0 2 1 16,-2-2 9-16,-11 4 6 15,-13 6-9-15,-16 8 9 16,-9 2 64-16,-15 7-33 16,-24 5-28-16,-12 4-3 15,-8 0-2-15,-3 13 4 16,6 8-5-16,5 5-2 16,11 7-12-16,8 4-7 15,12 1 4-15,9 2-5 16,11-1-1-16,3-4 0 0,25 0 0 15,13 1-1-15,6-7-2 16,7 5 3-16,-3-5 0 16,0-1 0-16,-8 2-9 15,-10-8-23-15,-15-3 5 16,-18-4 6-16,-5-2 15 16,-36-2 6-16,-16-3 4 15,-16-1 0-15,-5-1 7 16,4-2 25-16,9 2-11 15,16-2-11-15,18 1-8 16,13-3-4-16,18 1-2 16,1-3-17-16,35 0-84 15,19-18 7-15,17-14-53 0,5-11-39 16,4 2-22 0,1 2 70-16,-3 9 138 0,-6 10 15 15,-10 6 87-15,-14 5 42 16,-13 7-30-16,-15 2-26 15,-8 0-9-15,-7 2 8 16,-4 13-21-16,-2 7-4 16,0 2-20-16,0 3-16 15,0 1-16-15,0-4-6 16,0-1-4-16,-3-7-3 16,0-8-72-16,0-6-137 0,0-2-67 15,-2-16-31-15,2-17-405 16</inkml:trace>
  <inkml:trace contextRef="#ctx0" brushRef="#br0" timeOffset="15027.18">25886 2829 558 0,'0'0'199'0,"0"0"-196"0,0 0 68 0,0 0-36 0,0 0-35 16,0 0-4-16,0 0-68 15,59 49-87-15,-39-11-175 16</inkml:trace>
  <inkml:trace contextRef="#ctx0" brushRef="#br0" timeOffset="15611.29">26290 3194 670 0,'0'0'50'0,"0"0"93"16,107-35-16-16,-81 11-107 16,-6-7 8-16,-14-2 26 15,-6-1-5-15,-2 2 17 16,-22 7 9-16,-7 9-30 15,-3 9 7-15,-4 7 3 16,1 0-4-16,6 16-36 16,7 5-9-16,8 5-3 15,9 0-3-15,7-2 0 0,0-4-2 16,21-4-26 0,7-11-68-16,5-5 5 0,2 0-15 15,1 0 29-15,0-15 36 16,1-2 35-16,-1 2 6 15,-3 0 3-15,-8 4 47 16,-6 0 23-16,-5 7 20 16,-4 4-24-16,1 0-17 15,-2 25 8-15,2 16 15 16,0 16-19-16,-5 17-1 16,-2 13-31-16,-4 10 10 15,0 12-28-15,-1 1-5 16,-16 2-1-16,-6-8-1 15,-9-11-4-15,-4-13-31 16,-8-19-16-16,-3-13 14 16,0-18 27-16,0-15 9 15,1-15 2-15,3-10 4 0,2-29-1 16,4-14-2 0,12-15 1-16,9-15 4 0,16-23-6 15,0-16 0-15,31-6-1 16,12 7-18-16,9 20-13 15,5 25 5-15,-2 24-33 16,-1 21 18-16,-6 14 0 16,-8 13-33-16,-1 4-110 15,-8 0-26-15,0 5-148 16</inkml:trace>
  <inkml:trace contextRef="#ctx0" brushRef="#br0" timeOffset="16123.95">26813 3049 757 0,'0'0'46'0,"0"0"134"0,34-83 16 16,-31 73-50-16,-2 7-32 16,-1 3-29-16,0 0-61 15,0 1-14-15,0 16 1 16,0 7 14-16,0 2 25 16,4 1-31-16,3-4-11 15,5 0-8-15,4-6 0 16,5-1-1-16,6-12 0 15,4-4-51-15,-1 0-10 16,4-20 13-16,-2-9 9 16,-4-7 29-16,-5 1 1 0,-7 4 3 15,-7 7 7 1,-4 9 12-16,-4 6 51 0,-1 6 2 16,0 3-13-16,0 0-40 15,0 3-12-15,0 10 3 16,4 5-3-16,1-1 1 15,5-3 1-15,4-4-2 16,2-3 1-16,3-4-4 16,7-3-18-16,-1 0-29 15,5-6 13-15,-3-8 21 16,0-6-41-16,-6 2 45 16,-8 3 12-16,-5 5 1 15,-3 4 18-15,-5 2 36 16,0 4-10-16,0 0-11 0,0 0-19 15,2 8-13-15,1 8-1 16,1 3 6-16,3-3-7 16,-1-2 0-16,1-4-2 15,-1-1-94-15,6-8-121 16,3-1-87-16,-5-3-184 16</inkml:trace>
  <inkml:trace contextRef="#ctx0" brushRef="#br0" timeOffset="16284.48">27471 2644 954 0,'0'0'118'0,"0"0"-63"0,0 0-55 0,0 0 1 16,0 0-1-16,0 0-32 16,-18 30-83-16,36-12-86 15,-1 0-129 1</inkml:trace>
  <inkml:trace contextRef="#ctx0" brushRef="#br0" timeOffset="16797.87">27789 2564 183 0,'0'0'755'16,"0"0"-729"-16,0 0 153 15,0 0-29-15,0 0-72 0,0 0-42 16,-45-25-29-16,32 67 42 15,0 10 3-15,6 10-6 16,4 14-1 0,3 11-3-16,0 9-9 0,3 7-23 15,10 3-4-15,4-4-3 16,-2-2-3-16,-4-5 0 16,-5-9-1-16,-6-13-1 15,0-14-7-15,-17-16-21 16,-13-16 6-16,-10-15 10 15,-11-12-16-15,-3-1 3 16,-1-27 18-16,7-15 8 16,12-13 2-16,13-10-1 15,15-15 0-15,8-12-1 0,21-11 0 16,22-5-21-16,14 3-77 16,7 21 17-16,-1 18 25 15,-4 24 45-15,-7 14 10 16,-8 15 2-16,-8 11 36 15,-6 3 34-15,-4 20 25 16,-3 17-19-16,-7 7-6 16,-4 3-22-16,-7-2-20 15,-5-6-14-15,0-7-11 16,0-5-3-16,-5-8 0 16,-5-6-4-16,1-8-77 15,-2-5-101-15,0-3-36 0,0-25-138 16,5-10-369-16</inkml:trace>
  <inkml:trace contextRef="#ctx0" brushRef="#br0" timeOffset="16937.86">27952 2732 1048 0,'0'0'0'0,"0"0"8"0,0 0 40 15,0 0-48-15,0 0-8 16,0 0-17-16,0 70-81 15,13-40-74-15,3-4-107 16</inkml:trace>
  <inkml:trace contextRef="#ctx0" brushRef="#br0" timeOffset="18186.62">28220 2823 791 0,'0'0'106'0,"0"0"13"0,0 0 70 16,0 0-95-16,0 0-24 15,0 0-42-15,-54-21-8 16,45 51 28-16,6 5-15 16,3 5-20-16,0-2 5 15,22-3-12-15,7-4-3 16,8-5-3-16,11-10-3 16,3-5 2-16,4-6-28 15,-2-5-6-15,-3-7-15 16,-7-18 22-16,-7-11-4 0,-10-8 17 15,-10 0 11-15,-12 4 4 16,-4 9 1-16,-3 10 5 16,-17 10 25-16,-6 11 15 15,-6 0-18-15,1 16-1 16,4 15-3-16,8 1-10 16,8 2-13-16,10-1 3 15,1-6-4-15,0-2 0 16,15-6 0-16,9-8-4 15,4-8-49-15,3-3-23 16,4 0 14-16,-1-16 14 16,1-11 12-16,-2-4 15 15,-3-4 14-15,-7 2 5 16,-8 8 4-16,-8 8 5 0,-5 8 27 16,-2 6 19-16,0 3 4 15,-8 4-39-15,-7 18-9 16,3 5 9-16,5 0-3 15,7-4-9-15,0-2-3 16,1-5-2-16,16-6-1 16,7-4 0-16,7-6-5 15,2 0-28-15,1-10 0 16,1-11 18-16,2-5 10 16,-6-5 3-16,-5 0 2 15,-9 3 4-15,-9 9 5 16,-7 5 25-16,-1 12 22 0,-3 2-12 15,-15 7-36-15,-4 15-1 16,1 4 13-16,5 1-11 16,2-2-8-1,8-3-1-15,5-6 1 0,1-4-2 16,0-8 1-16,10-1-1 16,13-3-3-16,8-3-1 15,5-13-15-15,0-4 3 16,5-5 8-16,-3-3 8 15,-5 4-1-15,-7 6 2 16,-12 7 4-16,-5 5 21 16,-8 6 19-16,-1 0-11 0,0 4-27 15,0 17-1-15,0 6 15 16,0 4-1 0,5-2-9-16,5-6-7 15,3-2-1-15,4-8-2 16,2-3 1-16,3-6 0 0,3-4-1 15,2 0-6-15,-1-8-14 16,3-14 3-16,1-6-1 16,-1-8 2-16,1-8 9 15,-3-1 4-15,-6 7 1 16,-6 10 2-16,-11 11 0 16,-4 10 1-16,0 5 35 15,0 2-8-15,-12 9-11 0,-8 18-9 16,-3 10 11-1,10 2 12-15,7 3-11 0,6-3-8 16,0-3-4 0,18-4-4-16,9-6-4 0,7-9 0 15,6-8 0-15,6-5 0 16,-2-4-6-16,5-5-22 16,-9-16 8-16,-4-8-2 15,-7-4 8-15,-10-4 13 16,-12 3 0-16,-7 7 1 15,0 8 1-15,-7 9-1 16,-11 3 6-16,-2 7 4 16,0 0 7-16,3 3 1 15,2 16-8-15,8 6 4 16,5 6-1-16,2-2-1 16,6-1-5-16,15-3-6 15,7-3 2-15,4-7-3 0,3-6-4 16,4-6-56-16,5-3-82 15,5 0-101-15,3 0-109 16,1-5-223-16</inkml:trace>
  <inkml:trace contextRef="#ctx0" brushRef="#br0" timeOffset="18475.98">30431 2357 446 0,'0'0'481'0,"0"0"-472"0,0 0 233 0,0 0-76 0,0 0-71 15,0 0 1-15,80 98 28 16,-29-15-48-16,1 9-2 15,-6 11-41-15,-23 0 0 16,-23-6-8-16,-54-7-25 0,-56-15-4 16,-39-13-59-16,-19-12-344 15,1-9-932 1</inkml:trace>
  <inkml:trace contextRef="#ctx0" brushRef="#br0" timeOffset="26763.08">3027 2044 298 0,'0'0'282'0,"0"0"-227"15,0 0 41-15,0 0 44 16,0 0-99-16,-108 25-19 15,31 27 4-15,-11 15 10 16,4 3 10-16,-1-2-21 16,8 0-21-16,11-3-2 15,15-5-2-15,14-15 0 16,19-11-4-16,15-18-61 16,6-16-116-16,31 0-91 0</inkml:trace>
  <inkml:trace contextRef="#ctx0" brushRef="#br0" timeOffset="26972.91">2974 2366 736 0,'0'0'8'16,"0"0"17"-16,-25 95 60 15,1-44-1-15,-4 1-38 0,-5 3-12 16,2-4-25-16,4-8-6 15,2-10 0-15,2-8-1 16,11-11-1 0,8-5-2-16,4-9-12 0,9 0-194 15,16-15 11-15</inkml:trace>
  <inkml:trace contextRef="#ctx0" brushRef="#br0" timeOffset="27107.69">3328 2551 627 0,'0'0'0'0,"-116"79"-2"15,59-35 1-15,2-5-120 16</inkml:trace>
  <inkml:trace contextRef="#ctx0" brushRef="#br0" timeOffset="32408.1">3582 4474 594 0,'0'0'126'0,"0"0"-121"0,0 0 81 16,0 0 19-16,0 0-81 0,0 0-20 15,0 0 11-15,-5 0 1 16,5 0 1-16,0 0 28 15,0 0 22-15,0 0-15 16,0 0-11-16,0 0 4 16,0 0-10-16,0 0-8 15,0 0-5-15,0 0-8 16,0 0-3-16,0 0-3 16,0 0 1-16,0 0-7 15,0 0 3-15,0 0-3 16,0 0 0-16,0 0-1 15,0 0-1-15,0 0 1 16,0 0 1-16,0 0-1 0,0 0 0 16,0 0-1-1,0 0 2-15,0 0-2 0,0 0 0 16,0 0 0-16,0 0 0 16,0 0 0-16,0 0 0 15,0 0 0-15,0 0 0 16,0 0 0-16,0 0 0 15,0 0 0-15,0 0 0 16,0 0 0-16,0 0 0 16,0 0 1-16,0 0 0 15,0 0-2-15,0 0 2 16,0 0-1-16,0 0 0 16,0 0 0-16,0 0 1 15,0 0 1-15,0 0-2 0,0 0 0 16,0 0 0-16,0 0-2 15,0 0 1 1,0 6 1-16,3-2 5 0,2-2-2 16,2-2 1-16,5 0 4 15,6 0 9-15,6-2 10 16,3-15-1-16,6-3-10 16,-2-6-10-16,-1-4-2 15,-3-5 0-15,-8-4 1 16,-2 0-1-16,-9 3-3 15,-8 1 3-15,0 12-3 16,0 6 2-16,-16 6 1 16,-2 8 3-16,-9 3-6 0,-1 7-1 15,-2 18-2-15,0 11 2 16,6 9-2-16,5 0 1 16,4 4 1-16,12-4-2 15,3-2 2-15,0-5-1 16,22-4-1-16,11-7-1 15,15-10 0-15,7-9 3 16,6-8-3-16,2 0 3 16,-5-12-31-16,-6-12-67 15,-10-2 14-15,-9-8 27 16,-3-6-8-16,-8-2 8 0,-7 1 29 16,-6 4 25-16,-3 9 3 15,-6 6 0-15,0 8 5 16,0 4 35-16,0 8 26 15,0 2 20-15,0 0-58 16,0 2-28-16,0 19 6 16,0 7 5-16,4 6 30 15,7 4-12-15,5 0-1 16,1-1-6-16,7-3-14 16,1-6-5-16,0-7-3 15,-2-7 2-15,-1-7-1 16,0-7 2-16,-3 0-2 15,0-6 8-15,0-15 1 16,-4-8 0-16,3-6-4 16,-6-5-3-16,-4 2 0 0,-4 1 1 15,-4 8-2-15,0 6-1 16,0 9 0-16,0 7 0 16,-6 7-1-16,-6 0-28 15,3 15-155-15,2 8-56 16,5-1-96-16</inkml:trace>
  <inkml:trace contextRef="#ctx0" brushRef="#br0" timeOffset="32628.86">4733 4367 1003 0,'0'0'85'0,"0"0"20"0,0 0 13 16,0 0-68-16,0 0-35 15,0 0 60 1,0 47-14-16,0-23-42 0,0-2-12 16,0-2-5-16,0-2-2 15,0-3-1-15,0-5-11 16,0-4-197-16,0-6-176 16,0 0-431-16</inkml:trace>
  <inkml:trace contextRef="#ctx0" brushRef="#br0" timeOffset="32778.91">4656 4046 986 0,'0'0'5'0,"0"0"70"16,0 0-48-16,0 0-27 16,0 0-9-16,0 0-7 15,46 107-183-15,-18-67-100 16</inkml:trace>
  <inkml:trace contextRef="#ctx0" brushRef="#br0" timeOffset="33825.4">5262 4405 682 0,'0'0'53'0,"0"0"97"16,0-74-44-16,-12 54-5 15,-8 7-10-15,-8 10-25 16,-6 3-20-16,-2 0-6 16,-1 14 15-16,4 11-21 15,10 5-10-15,1 5-13 16,13 7-8-16,-1-3 1 16,10-2-4-16,0-1 0 15,10-11-1-15,8-7-3 16,9-8 3-16,4-10-2 15,7 0 3-15,3-17-10 16,1-15-39-16,-3-10-12 16,-6-10 28-16,-11-8 26 15,-1-14 3-15,-9-11 4 0,-6-9 0 16,-3-1 0-16,1 13 1 16,-4 22-1-16,0 27 2 15,-7 20 0-15,-5 13 10 16,-4 18-1-16,2 25-10 15,-2 14 2-15,8 11 7 16,5 0 6-16,3 4 2 16,0-2-7-16,8-7-2 15,14-5-7-15,5-7-2 16,7-12 6-16,7-9-5 16,5-13 0-16,6-13 1 0,2-4 3 15,4-11 2 1,-3-17-4-16,-3-4-2 0,-10-5 4 15,-14-2-1-15,-10-5 1 16,-15 3-3-16,-3 8 2 16,-3 9 5-1,-13 16-9-15,-6 8 7 16,-7 8 5-16,-2 22-12 0,8 11 3 16,4 0 2-16,16 2-1 15,3-5-3-15,3 0-1 16,18-7 0-16,0-6-2 15,13-6 2-15,8-10-2 0,3-7 2 16,10-2 0 0,0-6 0-16,3-16-1 0,-5-9-3 15,-10-6-5-15,-9-3 4 16,-9 1 2-16,-14 2 3 16,-8 7 1-16,-3 8 1 15,0 11 2-15,0 6 12 16,-5 5 6-16,-4 4-20 15,-2 14 0-15,0 12 2 16,5-1 3-16,6-1-2 16,0-3-2-16,0-5 0 15,0-4-2-15,3-6 0 16,3-6 0-16,7-4 0 16,2 0 8-16,9-3 3 15,6-15-2-15,4-7-3 0,-1-2-1 16,-3-3-5-1,1 5 5-15,-10 5 0 16,-9 9 3-16,-4 6 21 0,-8 5 15 16,0 0-39-16,4 16-1 15,3 7-5-15,-2 6 17 16,1-1-6-16,3 0 0 16,0-3-4-16,0-3-7 15,0-2 1-15,0-6 0 16,6-2-1-16,0-5-3 15,4-7-21-15,9 0-168 16,1 0-167-16,2-14-187 0</inkml:trace>
  <inkml:trace contextRef="#ctx0" brushRef="#br0" timeOffset="34254.87">7018 4228 895 0,'0'0'53'0,"0"0"177"16,0 0-121-16,0 0-64 16,0 0 23-16,0 0 37 15,-87 73-24-15,78-49-21 16,6 2-20-16,3-6-10 16,0 1-9-16,9-4-5 0,15-3-3 15,10-3 0-15,8-9 0 16,12-2-5-16,4 0-2 15,3-13-6-15,-1-7 1 16,-5-7-1-16,-6-3 5 16,-6-7-4-16,-10 1-1 15,-10 2 2-15,-8 2-1 16,-12 9 7 0,-3 3-7-16,-2 9-1 0,-17 8 0 15,-2 3 0-15,-6 9-4 16,0 16 2-16,5 7 2 15,7 4 3-15,12-2-1 16,3-3 0-16,3-2-1 0,16-4 0 16,8-5-2-16,6-6 1 15,6-8-2-15,10-6-40 16,5-4-244-16,1-24-264 16</inkml:trace>
  <inkml:trace contextRef="#ctx0" brushRef="#br0" timeOffset="34903.74">7229 2898 799 0,'0'0'58'16,"0"0"46"-16,0 0 64 16,0 0-130-16,-62 92 1 0,20-30 34 15,0 6 6-15,-3 7-5 16,2 3-9-16,3 1-27 15,4-5-19-15,6-9-9 16,8-14-6-16,11-11-3 16,4-15-1-16,6-11-2 15,1-4-4-15,0-10-8 16,0-5-95-16,16-20-71 16,8-13-49-16,0-12-32 15,1-12-209-15</inkml:trace>
  <inkml:trace contextRef="#ctx0" brushRef="#br0" timeOffset="35263.25">7240 2752 631 0,'0'0'63'0,"0"0"83"16,0 0 20-16,0 0-65 16,0 0-80-16,0 0 6 15,-33 30 19-15,0 9 7 16,-6 2-7-16,-2-4 12 15,5-1-19-15,3-8 12 16,8-8-15-16,13-8-20 16,7-6-12-16,5-6-3 15,0 0 0-15,24-21 0 16,18-14 9-16,15-11-8 16,2-4-1-16,1-3 1 15,-11 7 2-15,-3 5 1 16,-11 11 2-16,-13 11 8 15,-8 16 17-15,-4 3-17 0,0 17-14 16,1 10 19-16,4 6 4 16,-2 0-6-16,1-1-12 15,1-2-6-15,-2-2 0 16,5-1-2-16,-1-2-62 16,-1-3-285-16,-6-5-193 15</inkml:trace>
  <inkml:trace contextRef="#ctx0" brushRef="#br0" timeOffset="37276.44">17648 2638 181 0,'0'0'791'16,"0"0"-786"-16,0 0 69 15,0 0 43-15,4 72-109 16,-4-11 58-16,0 13 38 15,-4 7-19-15,-17 8-4 16,0 4-11-16,-6 1-33 16,2-4-12-16,1-9-13 15,3-11-8-15,2-12-1 16,9-13-2-16,0-13-1 0,7-12-3 16,3-16-14-16,0-4-138 15,0-18-129-15,0-21-153 16</inkml:trace>
  <inkml:trace contextRef="#ctx0" brushRef="#br0" timeOffset="37672.21">17607 2558 961 0,'0'0'8'0,"0"0"-7"15,0 0 43-15,0 0-9 0,-53 86-24 16,26-53 38-16,-6-1 3 16,-1-5-2-16,2-5-7 15,4-2-18-15,9-10-8 16,8-4 4-16,8-6-12 16,3 0-5-16,0-6 1 15,12-15 0-15,17-14 6 16,8-9-11-16,8 1-2 15,-2 2 0-15,-5 8 1 16,-5 11 0-16,-10 7 1 16,-4 13 3-16,-4 2-3 15,-1 9 1-15,-1 14 6 0,8 5 3 16,0 0 5 0,5-3 7-16,2 1-15 0,6-2-3 15,3-3-4-15,5-3-2 16,1-8-57-16,2-5-327 15</inkml:trace>
  <inkml:trace contextRef="#ctx0" brushRef="#br0" timeOffset="38807.71">15953 5115 713 0,'0'0'75'0,"0"0"-72"0,0 0 103 0,0 0-32 16,0 0-55-1,0 0 5-15,36-30 30 0,-12 9-40 16,-1-3-10 0,-5-7 2-16,-3-2-2 0,-7-9 7 15,-5 0 13-15,-3 4 1 16,-3 7-2-16,-21 14 4 16,-10 9 16-16,-10 8-17 15,-6 5-6 1,-4 23-2-16,1 8-6 15,7 13 4-15,6 5-6 0,6-2-2 16,8-4-6-16,10-7-2 16,10-9 0-16,6-9 0 15,3-9-1-15,19-10-6 16,10-4 2-16,8-8-2 16,9-22 4-16,8-7-17 0,2-9-45 15,1-12 7-15,-3-8-13 16,-2-10 19-16,-3-9 37 15,-8-11 9-15,-4 0 0 16,-10 7 5-16,-12 13 1 16,-8 28 1-16,-7 20 3 15,-3 15-2-15,0 13 33 16,-7 14 51-16,-14 28-74 16,-2 17-9-16,0 7 2 15,6 0 9-15,5-3-7 16,9 2 8-16,3-5-7 15,6-9-4-15,23-5 1 16,9-11-4-16,12-14 3 0,8-7-1 16,4-14 2-1,4 0 4-15,-3-25-4 0,-4-7 2 16,-10-11-6-16,-16-5 1 16,-12-6-2-16,-21 4 2 15,0 6 0-15,-13 12 4 16,-14 12-5-16,-3 14 0 15,-6 6 2-15,1 12-2 16,0 19 10-16,7 12-3 16,7 8-4-16,12 1 1 15,9-3 1-15,0 0 0 16,14-10-3-16,16-6-3 16,5-6 4-16,7-11-4 15,3-6 0-15,2-10-13 16,10 0-51-16,0-10-136 0,-2-18-69 15,-1-6-344-15</inkml:trace>
  <inkml:trace contextRef="#ctx0" brushRef="#br0" timeOffset="39193.78">17127 4641 809 0,'0'0'79'0,"0"0"-29"15,0 0 123-15,0 0-142 16,-64 73-21-16,46-32 21 0,8 1 6 15,2-5 0-15,8-4-13 16,0-7-12-16,0-3-5 16,18-5-5-16,9-10-2 15,4-6 5-15,9-2-1 16,-1-5-3-16,2-15 0 16,-5-10-2-16,-7-6-4 15,-5-10-8-15,-9 0 10 16,-3 2 2-16,-8 9 1 15,-4 10 4-15,0 15 3 16,0 5 9-16,0 5 25 16,0 9 33-16,-4 16-62 15,-5 10-9-15,3 2 4 0,0 3-1 16,6-5 3 0,0-4-3-16,0-7-5 0,0-5-1 15,0-7-2-15,0-5-2 16,7-6-18-16,5-1-164 15,-1-13-116-15,2-13-49 16</inkml:trace>
  <inkml:trace contextRef="#ctx0" brushRef="#br0" timeOffset="39329.15">17376 4417 214 0,'0'0'713'0,"0"0"-710"16,0 0 140-16,0 0-120 15,0 0-23-15,-30 83-8 16,47-47-26-16,-1 4-226 16,5 2-485-16</inkml:trace>
  <inkml:trace contextRef="#ctx0" brushRef="#br0" timeOffset="40033.44">17824 4782 1030 0,'0'0'1'0,"0"0"56"16,-2-100 65-16,4 73-102 0,2-1 10 15,-4 7-20 1,0 5-3-16,0 6 3 0,-3 6 13 16,-16 4 11-16,-6 0 12 15,-7 20-20-15,-2 7-16 16,1 10 19-16,6 7-7 15,6 3-13-15,0 0 4 16,12-3-6-16,4-5-6 16,5-9 1-16,0-7-2 15,7-6-2-15,13-8 1 16,6-9 1-16,4 0 0 16,9-26 0-16,-1-9-4 15,1-14-28-15,-4-13-11 0,-5-12 16 16,-5-8 15-1,-3-5 0-15,-5-5 6 0,-7 3 3 16,-3 14 2 0,-7 22-5-16,0 24 6 0,0 25 0 15,-1 8 7-15,-14 35 6 16,0 13-13-16,-1 13 0 16,5 1 9-16,5 2-1 15,6-5-1-15,0-1 1 16,11-5 3-16,14-4-8 15,5-10 6-15,9-8-8 16,3-14 3-16,8-14 2 16,1-7-3-16,-5-10 0 15,-5-16 1-15,-7-9-1 16,-11-10-1-16,-9-2 5 16,-9 4-1-16,-5 11-3 15,0 12 3-15,-19 10-3 0,-10 10 2 16,-5 9-2-16,-2 19 2 15,2 13-5-15,10 6 8 16,13 2 2-16,10 2 2 16,1-8-2-16,7-8-2 15,20-5-6-15,6-10-1 16,1-7-1-16,5-7-2 16,3-6 1-16,3-3-27 15,11-22-129-15,5-7-77 16,8-9-120-16</inkml:trace>
  <inkml:trace contextRef="#ctx0" brushRef="#br0" timeOffset="40304.51">19144 3929 1395 0,'0'0'5'0,"0"0"-1"0,-38 115 22 15,24-25 13-15,3 20 55 16,0 10-55-16,-3 19 3 16,-10 13 0-16,-12 10-14 0,-14 6-15 15,-11-8-9 1,-7-15-2-16,0-19-4 0,8-26 0 16,17-27 2-16,16-26-55 15,20-20-63-15,7-26-15 16,30-5-89-16,17-27-230 15</inkml:trace>
  <inkml:trace contextRef="#ctx0" brushRef="#br0" timeOffset="41296.8">19752 4523 1057 0,'0'0'41'16,"0"0"-40"0,0 0 146-16,0 0-66 0,0 0 27 15,0 0-50-15,-65-9-51 16,14 48-3-16,5 8 4 16,10 8-4-16,11 0 6 15,11-1 3-15,11-5-5 16,3-5-5-16,13-8-1 15,16-7-1-15,7-12-2 16,10-9 1-16,8-8-3 16,11-13-2-16,3-18-45 15,1-18-72-15,-2-16 33 0,-3-17 21 16,-7-12 1 0,-4-12 48-16,-11-2 14 15,-7 10 5-15,-13 17 2 0,-12 28 4 16,-7 26 13-16,-3 17 75 15,0 10 0-15,-13 29-3 16,-14 19-81-16,-3 24-3 16,0 8 19-16,10 0-8 15,0-2-5-15,7 1 3 16,4-6 5-16,1-10-14 16,8-14-2-16,0-19-3 15,0-13-1-15,0-11-1 16,5-6 0-16,18-6 1 15,12-20 8-15,7-7 9 16,7-8-16-16,-6-5-2 16,-3 2 1-16,-9 10-3 0,-9 14 2 15,-9 8 0-15,-9 9 0 16,-4 3 0-16,0 10-3 16,0 15-11-1,0 10 6-15,0 2 7 0,0 1 2 16,0-5-1-16,0-5 0 15,2-6 0-15,9-8 0 16,2-8 2-16,8-6-2 16,7 0 0-16,7-4-6 15,6-17-54-15,-1-10-53 16,2-7 17-16,0-9 21 0,-5-2 18 16,-4 8 30-1,-14 14 7-15,-10 11 20 0,-9 9 1 16,-1 7 12-16,-24 0 44 15,-5 18-26-15,2 12-21 16,5 0 25-16,13 4-8 16,8 0-10-16,2 0-11 15,3-8 3-15,21-4-7 16,7-8 2-16,8-7-3 16,12-4 0-16,8-3 3 15,9 0-2-15,0-13-1 16,-5-11 0-16,-12-10 0 0,-19-7-1 15,-19-8 5 1,-13 4 0-16,-2 4 0 0,-31 9 1 16,-9 9 2-16,-8 9 16 15,2 10 22-15,-4 4-19 16,7 8-27-16,5 16-1 16,7 7-3-16,9 8-6 15,13 2-18-15,11-1-98 16,0-9-119-16,27-10-194 15</inkml:trace>
  <inkml:trace contextRef="#ctx0" brushRef="#br0" timeOffset="41686.41">21489 4521 1030 0,'0'0'23'0,"0"0"98"15,-110 7-37-15,76 18 13 16,2 8-29-16,12 8-22 16,6-1-27-16,8 3-7 15,6-6-1-15,0-6-8 16,6-6-2-16,21-6 7 16,6-7-6-16,7-10 4 15,9-2-2-15,1 0-1 16,0-18 1-1,-4-5-4-15,-8-8 1 0,-8-10 2 0,-14-3-1 16,-16 0 2 0,0 1 0-16,-13 10-1 15,-20 5 0-15,-2 11 0 0,-6 10 1 16,0 7-3-16,1 3-1 16,9 18-5-16,2 12 1 15,13 7-5-15,13 3-6 16,3 0-29-16,6-5-180 15,21-13-5-15,6-7-130 16</inkml:trace>
  <inkml:trace contextRef="#ctx0" brushRef="#br0" timeOffset="42306.39">22047 4511 722 0,'0'0'88'0,"0"0"26"15,0 0 70-15,0 0-34 16,0 0-60-16,0 0-83 16,-105-17 2-16,72 36 8 15,7 2 27-15,5 2-11 16,7 4-15-16,8 0 1 16,6 3-16-16,0 1 4 0,11 3-7 15,15-4 4 1,5-1 2-16,5-2 3 15,-3-3-9-15,-8-6 1 0,-1-4 0 16,-9-7-2 0,-9-3-1-16,-6-3 1 0,0-1 1 15,0 0 0-15,-19 0 2 16,-13 0 2-16,-5-1 4 16,-2-4 0-16,8-1-2 15,7 5 2-15,10-1 1 16,10 2-5-16,4 0 8 15,0 0-5-15,13 0-7 16,23 0-4-16,15 5 4 16,4-5 11-16,5 0-5 15,-3 0-5-15,-1-15 0 16,4-4-1-16,3-6 2 16,-4-7 0-16,-2-7-1 15,-9-9-1-15,-10-1 4 0,-16 6 0 16,-12 11 0-16,-10 12 1 15,-10 12 0-15,-16 8 14 16,-10 9-11-16,-1 22-6 16,6 13 2-16,8 3 16 15,19 0-7-15,4-9 0 16,16-3-10-16,20-8 6 16,13-9 3-16,7-6-7 15,3-9 0-15,-2-3-5 16,-2 0-5-16,-3-8-115 15,2-8-235-15,6-3-339 0</inkml:trace>
  <inkml:trace contextRef="#ctx0" brushRef="#br1" timeOffset="64613.27">2405 7602 1012 0,'0'0'21'0,"0"0"44"0,0 0 164 0,0 0-165 0,0 0-54 0,-17 91 85 15,17-17-4 1,3 13-38-16,3 5 1 0,0 4-14 16,-3 5-22-1,-3-3-11-15,0-6-5 16,0-13-2-16,0-20-1 15,-3-17 1-15,-9-15-3 0,9-11-37 16,-1-15-78-16,4-1-66 16,0-20-8-16,0-18-101 15,0-12 78-15,0-7-44 16,0-7 24-16,0 6 235 16,0 16 162-16,0 14 76 15,0 14-38-15,0 9-5 16,0 5-60-16,7 0-81 15,13 0-20-15,5 5 55 16,11 2-49-16,4-3-30 16,5-2 3-16,1-2-8 0,-6 0-5 15,-2-11 0-15,-7-5-3 16,-1-9-29-16,-8-3-24 16,-5-10 13-16,-4-8 8 15,-7-5 10-15,-3-3 14 16,-3 9 10-16,0 11 1 15,0 13 10-15,0 11 69 16,0 8 9-16,0 2-8 16,0 12-57-16,0 21-10 15,0 13 83-15,0 11-20 0,0 6-13 16,6 9-29-16,0 7-8 16,1 0-12-16,-2-5-8 15,-2-6-5 1,-2-14-1-16,-1-8 0 15,0-10-1-15,0-10-7 0,0-11-57 16,5-8-138-16,4-7-122 16,10 0-126-16</inkml:trace>
  <inkml:trace contextRef="#ctx0" brushRef="#br1" timeOffset="64916.39">3255 8326 1301 0,'0'0'3'0,"0"0"151"0,-36 90-19 0,29-49-69 0,7 6-25 15,0-2-14-15,0-5-3 16,7-3-12-16,7-7-5 16,9-8 6-16,7-11 1 15,6-7-4-15,6-4 1 16,7-17-4-16,-4-12-3 15,-5-6-2-15,-16-8 1 16,-12-6 0-16,-12-4-1 16,0-6 3-16,-30 2-5 15,-1 12 0-15,-9 13-2 16,-2 14-2-16,3 18-4 16,3 0-10-16,8 23-23 15,7 6-63-15,9 4-95 0,7-3-85 16,5-7-133-16</inkml:trace>
  <inkml:trace contextRef="#ctx0" brushRef="#br1" timeOffset="65292.81">4038 7903 1172 0,'0'0'12'0,"0"0"92"16,0 0 2-16,0 0-24 16,0 0-48-16,-31 91-3 15,25-64-24-15,6-5-6 16,0-4-1-16,0-7-1 16,0-5 0-16,9-6 1 15,9 0 1-15,0-6-1 16,3-12 0-16,-5-1 1 15,-7-5 0-15,-3 1 1 16,-6 3 2-16,0 5-3 0,0 6 4 16,-12 5-4-16,-6 4-2 15,-1 0-2-15,1 18-11 16,-3 12-32-16,7 8-112 16,0 8-97-16,3 1-108 15</inkml:trace>
  <inkml:trace contextRef="#ctx0" brushRef="#br1" timeOffset="65590.85">4073 8400 734 0,'0'0'375'15,"0"0"-355"-15,0 0 191 16,0 0-153-16,0 0 11 0,0 0 10 15,-41 85-27-15,31-60-37 16,3-3 12-16,2-3-15 16,5-4-8-1,0-6-2-15,8-5-2 0,11-4 2 16,6-1-2-16,5-16 4 16,3-6-1-16,-8-2 2 15,-4 0-1-15,-11-1 5 16,-8 3 8-16,-2 6-6 15,-9 3-11-15,-21 7-3 16,-4 7-21-16,-8 5-160 16,0 11-229-16,5 1-614 15</inkml:trace>
  <inkml:trace contextRef="#ctx0" brushRef="#br1" timeOffset="66484.42">5224 7841 603 0,'0'0'212'0,"0"0"-202"0,0 0 176 16,0 0-67-16,0 0-39 15,0 0-11-15,20-81-10 16,-10 64-9-16,2-4-7 16,-1 1-13-16,2 0-4 15,-4 6 2-15,-9 2 10 16,0 7 20-16,0 1 23 15,-6 4-39-15,-22 0-27 16,-11 6-15-16,-12 16 3 16,-1 6-3-1,7 1 4-15,9 2-2 0,11-1-1 0,10-1-1 16,11 3 0-16,4-3-1 16,11 4-3-16,24-3 3 15,17 0 1 1,15 0 2-16,11-4-2 0,2 2 0 15,5-4 0-15,-7 3 3 16,-14-3-3-16,-19-5-5 16,-24 1-9-16,-21-4 7 0,-6 1 7 15,-45 1 0 1,-19 2 9-16,-18-2 16 0,-12-5-5 16,6-1 10-16,3-3-8 15,11-5-10-15,17-1-7 16,24-3-2-16,17 0-3 15,16 0 0-15,6 0-5 16,0 2-59-16,16-1-71 16,20-1-34-16,12 0-58 15,10-7-85-15,9-14-195 16</inkml:trace>
  <inkml:trace contextRef="#ctx0" brushRef="#br1" timeOffset="66715.3">5870 7767 1203 0,'0'0'41'0,"0"0"210"16,0 0-89-16,0 0-130 15,0 0-13-15,-19 99 54 16,19-39-28-16,12 2-21 16,6 3-9-16,1 3-15 15,1-3-1-15,-4-6 1 16,-4-7-4-16,-3-14-40 15,0-12-84-15,-6-13-152 16,-3-13-126-16,0-2-262 16</inkml:trace>
  <inkml:trace contextRef="#ctx0" brushRef="#br1" timeOffset="68011.73">5893 8072 1168 0,'0'0'0'16,"0"0"71"-16,0 0-42 15,0 0-28-15,0 0-2 16,116 46 0-16,-50-23 1 16,0 2-1-16,5 3-51 15,-7 0-43-15,-1-3-34 16,-7-4 38-16,-8-9-53 16,-9-4 82-16,-10-6 41 15,-12-2 21-15,-8-2 100 16,-7-12 72-16,-2-7-10 15,0-3-29-15,0-2-24 16,-12-1-49-16,-9 5 12 0,-4 9-33 16,-8 5 6-16,-1 8-17 15,-5 0 11-15,0 11 2 16,4 17-14 0,4 3-8-16,10 1-6 0,9 2-5 15,5-2-6-15,7-2-2 16,0-6 0-16,21-5 0 15,7-8 2-15,5-8-2 16,4-3-3-16,6-3-3 16,-1-19-27-16,-4-6 4 0,-4-8-2 15,-7-4 10-15,-6-1 15 16,-8 4 6-16,-8 9 2 16,-5 13 2-1,0 9 3-15,0 6 12 16,0 3 1-16,-5 20-20 0,-2 13 1 15,1 5 9-15,6-2-7 16,0-5 6-16,0-4-8 16,7-6 2-16,8-4-3 15,3-9-1-15,10-5-1 16,7-6 2-16,4-3 0 16,4-19-25-16,-6-11-54 15,-1-14-46-15,-8-12 12 0,-7-13 11 16,-9-10 0-1,-6-5 37-15,-6 8 17 0,0 11 48 16,0 21 5 0,0 22 108-16,0 13 6 0,-3 12-11 15,-3 11-41-15,0 19-61 16,1 16 51-16,1 7-7 16,2 2-21-16,2 3 13 15,0 0-29-15,11 1 0 16,4-4-9-16,4-8-3 15,2-12-2-15,3-8 2 16,6-16-3-16,4-9-1 0,5-2 1 16,1-16-31-16,-2-16-31 15,-8-9 19-15,-10-4 2 16,-9 4 16 0,-8 7 27-16,-3 11 1 0,0 13 7 15,0 5 47-15,0 5 0 16,0 9-47-16,-6 19-4 15,-2 10 19-15,4 2-3 16,4 0 4-16,0-2-18 16,4-8-3-1,10-4-3-15,7-10 2 0,1-6-2 16,9-7-3-16,7-3 3 16,4-6 1-16,4-13-1 15,-6-15-7-15,-7-10-13 16,-6-14-37-16,-11-4 37 15,-12 5-9-15,-4 14 22 16,0 22 7-16,0 12 8 0,-3 9 54 16,-5 11-46-1,-1 19-12-15,3 16 36 0,1 4-12 16,5-1-8-16,0-4-14 16,6-8 0-16,8-8-2 15,2-8-3-15,6-11-1 16,5-9 0-16,4-1 3 15,5-9-1-15,3-17-2 0,-6-9-5 16,0-9-26 0,-6-8 9-16,-8 2 10 0,-4 6 6 15,-4 13 5 1,-3 10 1-16,-3 11 3 0,-2 9 3 16,1 1 3-16,7 1-9 15,8 17 5-15,3 11 20 16,10 7-17-1,1 10 3-15,1 2 6 0,-4-1 4 16,-6-6-12-16,-15-7-8 16,-9-10 1-16,-5-7 0 15,-28-5-4-15,-16-8 1 16,-13-4-49-16,-15 0-122 16,-8-16-161-16,-19-18-383 15</inkml:trace>
  <inkml:trace contextRef="#ctx0" brushRef="#br1" timeOffset="68191.42">6536 7978 1158 0,'0'0'0'0,"0"0"61"0,0 0 2 16,0 0-51-16,110-25 7 15,-49 18-16-15,8-7-3 16,6-3-37-16,10-7-239 15,10-7-308-15</inkml:trace>
  <inkml:trace contextRef="#ctx0" brushRef="#br1" timeOffset="68908">8941 7725 897 0,'0'0'1'0,"0"0"143"0,0 0 52 16,0 0-115-16,-91-56-16 15,55 56-25-15,-10 27 4 16,-8 15-8-16,5 12 7 15,12 7-11-15,7-1 0 16,16 1-14-16,8 0-13 16,6-5 2-16,17-4-4 15,19-9-3-15,13-10-2 16,12-17 2-16,15-16 3 16,6-9 5-16,3-29-8 15,-4-11 3-15,-8-6-3 16,-17-3 7-16,-17-7-3 15,-25-3 1-15,-14-6 1 16,-30 2 4-16,-20 13 6 16,-15 15-13-16,-5 19-3 0,6 23-6 15,3 3 4 1,7 32-6-16,15 12-1 0,9 10-50 16,9 5-106-16,8 6-64 15,10-3-52-15,3-4-68 16</inkml:trace>
  <inkml:trace contextRef="#ctx0" brushRef="#br1" timeOffset="69147.72">8883 8044 910 0,'0'0'34'16,"0"-72"172"-16,1 52-8 0,5 6-79 15,-3 14-26-15,9 2-64 16,7 25-25-16,5 15 78 15,3 13-48-15,-1 14-20 16,0 8 2-16,1 3-14 16,0-7 0-16,0-11-1 15,-2-12-1-15,1-12-4 16,4-13-55-16,1-13-153 16,10-12-57-1,-3-9-132-15</inkml:trace>
  <inkml:trace contextRef="#ctx0" brushRef="#br1" timeOffset="69808.92">9530 7999 1168 0,'0'0'13'16,"0"0"98"-16,0 0-8 16,0 0-84-16,0 0 2 15,0 0 44-15,-49 92-46 16,49-62-14-16,13-2-1 15,5-3-4-15,4-6 0 16,1-9 0-16,5-9-6 16,8-1 6-16,3-8 0 0,0-16-17 15,-5-6-15 1,-3-5-27 0,-7-2 33-16,-10 3 20 0,-3 5 6 15,-9 8 5-15,-2 7 3 0,0 8 58 16,0 3-8-16,0 3-24 15,0 0-25-15,0 9-9 16,0 10 0-16,-3 8 1 16,1 2-1-16,2 0 1 15,0 2-1-15,8-7-1 16,6-6-3-16,5-3 1 16,6-9-2-16,5-6 3 15,4 0-2-15,2-13-5 0,-3-8-3 16,4-5-35-1,-7-2-3-15,-1 2 37 16,-9 2 11-16,-8 10 2 16,-7 5 2-16,-5 6 11 0,0 3 9 15,0 0 35-15,0 0-26 16,-3 5-31-16,-6 16-3 16,1 4 3-16,1 4 5 15,7 2-2-15,0-4-1 16,9-1-2-16,9-6-2 15,6-9 2-15,4-9 3 16,11-2-3-16,4-6 1 16,0-15 3-16,-4-6 10 0,-7-3-3 15,-15-3 14-15,-12 0 16 16,-5 1 13 0,-9 6-28-16,-23 7-17 0,-15 10-8 15,-16 9-1-15,-13 5-9 16,-9 22-128-16,-6 12-203 15,11 7-566-15</inkml:trace>
  <inkml:trace contextRef="#ctx0" brushRef="#br1" timeOffset="70536.67">11262 7399 1108 0,'0'0'4'0,"0"0"-4"0,0 0 64 15,0 0-60-15,0 0 2 16,0 130 95-16,6-59-38 16,0 7-16-16,0 11 30 15,3 12 6-15,-3 15-39 16,-3 11-3-16,0 3-8 15,-3-6-19-15,0-17-5 16,0-18-9-16,0-20 6 0,3-18-4 16,0-16 6-1,0-13-2-15,-1-9-6 0,-1-8 2 16,-1-5-2-16,3 0 0 16,3-18-37-16,-2-8-180 15,4-7-133-15,-5 4-287 16</inkml:trace>
  <inkml:trace contextRef="#ctx0" brushRef="#br1" timeOffset="73122.59">13078 7669 592 0,'0'0'36'0,"0"0"39"0,0 0 56 16,0 0-35-16,0 0 67 16,0 0-68-16,0 0-2 15,-37-56-29-15,37 60-28 16,0 20-28-16,0 14 48 16,0 14 24-16,0 6-49 15,0 9 22-15,0 5-7 16,-6-1-31-16,1-4-5 15,4-8-9-15,1-6-2 0,0-10 0 16,0-14-2-16,1-9-3 16,4-10-102-16,1-10-63 15,2-5-35 1,-3-27-14-16,-5-10-67 0,0-10-266 16</inkml:trace>
  <inkml:trace contextRef="#ctx0" brushRef="#br1" timeOffset="73393.53">12991 7632 876 0,'0'0'22'15,"0"0"145"-15,0 0-69 0,0 0-89 16,0 0 43 0,0 0 75-16,114 100-86 0,-63-55 40 15,7 4-14-15,1 0-23 16,7 0-4-16,-2-6-26 15,0-4-9-15,-4-4-3 16,-8-8 0-16,-13-5-2 16,-12-7-3-16,-9-7-3 15,-9-4-81-15,-8-4-43 16,-1-6 22-16,0-17-19 16,-10-11-151-16,-7-9 5 15,1-10-358-15</inkml:trace>
  <inkml:trace contextRef="#ctx0" brushRef="#br1" timeOffset="73671.75">13563 7447 862 0,'0'0'44'16,"0"0"53"-16,0 0 107 16,0 0-130-16,0 0-61 15,0 0 24-15,9 71 104 16,-2-19-59-16,-1 7 6 15,-3 8-28-15,-1 8-20 16,-1 1-9-16,1-4-6 16,1-6-11-16,4-9-8 15,-1-9-3-15,5-9-1 16,-4-10 3-16,2-11-5 0,-5-8-5 16,1-8 1-1,1-2-75-15,4-8-82 0,5-21-79 16,7-7-107-16,4-7-331 15</inkml:trace>
  <inkml:trace contextRef="#ctx0" brushRef="#br1" timeOffset="74123.07">14243 7789 811 0,'0'0'311'0,"0"0"-301"16,0 0 146-16,0 0-78 0,0 0-21 15,0 0 2-15,-87-26-43 16,70 44 11-16,0 7 24 16,-4 5 1-16,2 3-6 15,2 5-6 1,6-1-12-16,6 0-10 0,5 0-7 15,0-4-2-15,21-3-3 16,9-4-3-16,6-4-1 16,11-8 1-16,4-8-2 15,9-6 4-15,0-5-5 16,-4-13-1-16,-9-7 1 16,-12-4-1-16,-12-11 1 0,-12-1 2 15,-9-10 0-15,-2-3-1 16,-13 6 1-16,-17 7-1 15,-1 7-1-15,-8 12-1 16,-3 9-1-16,-3 9-1 16,3 4-20-16,6 0-23 15,10 20-45-15,8 5-67 16,12 6-79-16,6 1-60 16,0-3-232-16</inkml:trace>
  <inkml:trace contextRef="#ctx0" brushRef="#br1" timeOffset="76173.07">15947 7596 1160 0,'0'0'35'0,"0"0"-33"15,0 0 158-15,0 0-95 16,-90-53 2-16,57 66-42 16,-8 17-5-16,-1 12 6 15,3 5 2-15,8 6-3 16,10 4-18-16,10-2-1 0,11 0-3 16,0-4-1-16,23-8-2 15,14-3-1-15,14-8-2 16,14-5 2-1,12-10-2-15,9-11 0 0,2-6-48 16,0-7-38-16,-10-19-11 16,-12-9 10-16,-11-9 4 15,-16-11 42-15,-14-10 16 16,-16-7 9-16,-9-7 19 16,-8-5 0-16,-17-3 5 15,-5 9 15-15,2 12 18 16,5 21-3-16,6 23 14 15,7 12 9-15,4 10 27 16,-1 20-85-16,4 23 1 16,2 12 6-16,1 12 18 0,4 2-10 15,17 0 11-15,1 3 3 16,2-3-22-16,-3-6 7 16,0-6-12-16,0-11-2 15,-6-11 1-15,-3-12 0 16,-3-11-1-16,-5-6 3 15,1-6-3-15,-1 0 4 16,9-21 8-16,3-12-10 16,3-6 0-16,-3-5-2 15,2 2 0-15,-4 9 1 16,-3 7-3-16,-3 11 3 0,-3 7-1 16,-4 5 3-16,1 3-3 15,2 0-3-15,3 16-4 16,5 12 7-16,5 4 13 15,2 0-6-15,3 1 1 16,2-6-6-16,5-6-2 16,5-7 5-16,6-7-4 15,7-7 1-15,5 0 2 16,3-4 0-16,0-17-2 16,-4-10-1-16,-3-4-1 15,-8-5 1-15,-9 1 1 16,-10 3-2-16,-15 5 2 15,-6 8 4-15,-9 2 4 0,-21 7-8 16,-7 7 3-16,-8 7 13 16,-1 0-6-16,0 14-5 15,7 10 3-15,5 6 1 16,8 2-7-16,10 2-2 16,10 0-4-16,6-3 0 15,0-6 2-15,15-3-1 16,10-7 2-16,6-6-2 15,5-9-1-15,0 0-24 16,0-9 5-16,-3-14 1 16,-3-8 7-16,-5-2 7 15,-4-5 4-15,-6 4 2 16,-4 3 0-16,-7 9 2 16,-3 9 3-16,-1 5 1 15,0 5 10-15,0 3 4 0,0 0-20 16,0 17-14-16,2 8 14 15,7 4 2-15,8-1 0 16,9-4-2 0,14-1 0-16,7-6 1 0,3-5-1 15,0-3 1-15,3-7-1 16,-1-2 0-16,-8-4 0 16,-7-15-1-16,-7-5 0 15,-11-2 1-15,-10-1 6 16,0 5-3-16,-8 4-1 15,-1 10 0-15,0 4 8 0,0 4 21 16,0 2-25 0,-10 18-2-16,1 6-4 15,-1 3 6-15,1-1-6 0,5 0 0 16,0-6-1-16,4-3 1 16,0-8 0-16,0-5 2 15,0-4-2-15,8-2 1 16,8-2 2-16,8-15-1 15,4-9-2-15,4-10-3 16,4-3-9-16,-2 0-5 16,-6 5 1-16,-1 11 15 15,-12 8-3-15,-3 8 7 16,-8 6-6-16,-2 1 1 16,4 5-8-16,-3 19 9 0,3 3 1 15,-1 4 5-15,0-3 0 16,4-1 1-16,5-2-2 15,8-5-1 1,11-3 1-16,13-4 6 0,20-4-5 16,15-6 0-1,8-2-3-15,-1-1-2 0,-12-4-2 16,-7-16 2-16,-16-10-1 16,-12-5 1-16,-13-2 0 15,-16 1 1-15,-10 4 0 16,-2 5 1-16,-10 7 1 15,-15 4 0-15,-9 7 0 16,-11 7-3-16,-3 2 0 0,3 0 3 16,5 17 2-1,14 1-4-15,6 4-1 0,7 4 0 16,8-3-3-16,5-4-1 16,0-1 3-16,15-4-3 15,9-4-14-15,8-7-27 16,7-3-7-16,2 0-5 15,-1-1 3-15,-3-13 4 16,-4-2 36-16,-10-1 14 16,-6 1 1-16,-6 6 1 15,-8 4 18-15,0 4 30 16,-3 2 6-16,0 0-21 0,0 6-35 16,3 27 1-1,7 13 25-15,9 15 11 0,10 16-18 16,2 11 24-16,5 15-19 15,-2 4-12 1,-1 5-12-16,-8-6 6 0,-2-5-3 16,-13-8-3-16,-10-13 0 15,-3-13 0-15,-31-12 0 16,-14-14 0-16,-16-12-7 16,-6-11 5-16,-12-11 2 15,-1-7 2-15,2-3 2 16,8-19 0-16,9-7 3 0,9-8-2 15,19-7 2 1,16-7-1-16,20-10-5 16,8-14-1-16,32-8 0 15,14-4-3-15,11-6-8 16,4 7-22-16,4 7-19 0,-3 11-22 16,-6 14 24-16,-4 10 16 15,-11 10-48-15,-1 10-4 16,-3 7-29-16,-5 8-78 15,2 4-124-15</inkml:trace>
  <inkml:trace contextRef="#ctx0" brushRef="#br1" timeOffset="76608.89">19046 7847 979 0,'0'0'43'0,"0"0"-11"0,0 0 163 0,0 0-135 0,0 0-21 0,0 0-30 16,-18-15 4-16,18 32 13 15,15-3-2-15,7 0-4 16,8-6 10-16,4-5 9 16,4-3-26-16,-1 0-7 15,-5-17 2-15,-6-7-4 16,0-4 3-16,-10-3-1 15,-6-2 5-15,-10 2 12 16,0 7 5-16,0 6 14 0,-13 7-6 16,-10 8-6-16,-5 3-20 15,-8 14-8-15,-1 15 17 16,2 9 15-16,9 1-11 16,6 1-5-16,11-5-9 15,9-1-4-15,5-7 2 16,29-8-3-16,20-9-2 15,18-5 3-15,14-5 1 16,10-1-5-16,-7-12-1 16,-11 1-32-16,-8-2-75 15,-12-1-68-15,-16 5-221 16,-14-4-480-16</inkml:trace>
  <inkml:trace contextRef="#ctx0" brushRef="#br1" timeOffset="78171.42">2600 10776 846 0,'0'0'0'0,"0"0"0"0,0 0 150 0,0 0-82 15,0 0-58-15,0 0 10 16,0 0 24-16,-24 102 67 16,33-29-52-16,-6 4 10 15,3 4 18-15,-3 2-56 16,-3-5-17-16,0-3-7 16,3-16-1-16,0-13-4 15,0-18-2-15,-2-13-1 16,4-9-2-16,-5-6 1 15,0 0 2-15,0-15 4 16,0-12-3-16,0-15-2 16,-2-2 1-16,-8-6-2 15,4-3 2-15,3 7-2 16,3 8 4-16,0 11-5 0,0 14 5 16,0 12-5-16,3 1-1 15,18 0-8-15,4 6 11 16,5 2 1-16,9-1 0 15,0-3 0-15,2-4-1 16,3 0 1-16,-1-11 4 16,0-9-4-16,-5-5 1 15,-7-7 1-15,-6-9-1 16,-8-4 1-16,-4-9 0 16,-8-7 3-16,-2 8-2 15,-3 11-2-15,0 22 4 16,0 13-4-16,0 7 11 0,0 36-12 15,0 21 0-15,0 21 9 16,0 9 15-16,0 1 6 16,0 1-5-16,0-3-13 15,0 0-9-15,0-7-1 16,7-10-3-16,5-13 1 16,3-15-4-16,0-14-4 15,-2-17-73-15,8-10-137 16,9-18-32-16,6-21-155 15</inkml:trace>
  <inkml:trace contextRef="#ctx0" brushRef="#br1" timeOffset="78658.58">3537 11400 959 0,'0'0'44'0,"0"0"-36"16,0 0 90-16,0 0-21 15,0 0-34-15,78-88-6 16,-65 65 2-16,-10 0 12 16,-3 0 13-16,-3 1-19 15,-18 4-11-15,-6 7-8 16,-7 11-15-16,1 0 7 16,-6 19 9-16,-4 17-18 15,4 7-8-15,5 6 15 16,9-2-7-16,8-3 3 0,14-6-11 15,3-7 0-15,0-9-1 16,15-6-5-16,9-9 5 16,7-7 0-16,4 0 0 15,5-23 2-15,3-4 0 16,-1-6-2-16,-3-8 2 16,-1 3 4-16,-6 1-4 15,-11 10-1-15,-5 7-1 16,-7 16 6-16,-6 4-6 15,-1 3-3-15,1 18 3 16,1 10 15-16,3 6 11 16,-2-3-7-16,-2 1-5 15,0-6-10-15,0-3-4 16,5-8-2-16,-3-9 2 16,1-2-13-16,3-7-102 0,6-11-104 15,5-18-57-15,-1-10-321 16</inkml:trace>
  <inkml:trace contextRef="#ctx0" brushRef="#br1" timeOffset="78811.78">4114 10932 1141 0,'0'0'35'0,"0"0"138"0,0 0-53 15,0 0-98-15,0 0-22 0,0 0-23 16,-4 36-5-16,1-3-182 15,-6 3-221-15</inkml:trace>
  <inkml:trace contextRef="#ctx0" brushRef="#br1" timeOffset="78969.6">4117 11309 1135 0,'0'0'122'0,"0"0"35"16,0 0 5-16,0 0-99 15,0 0-43-15,0 0-20 16,-10-58-10-16,20 58-6 16,-1 0-190-16,2 0-218 15</inkml:trace>
  <inkml:trace contextRef="#ctx0" brushRef="#br1" timeOffset="79786.28">5876 10492 1117 0,'0'0'0'0,"0"0"18"15,2 101 73-15,-2-35 13 16,0 11 2-16,-9 7-26 16,-9 5-19-16,-3 7-7 15,0-7-36-15,2-11-9 0,1-11-3 16,6-20-2-16,4-18 0 16,5-15-3-16,3-11 0 15,0-3 0-15,0-11 10 16,2-28 21-16,10-14-24 15,10-23-7-15,2-7-1 16,6-18 1-16,4-11-1 16,8-4 0-16,6 7-2 15,1 26 1-15,2 24 0 16,1 28-1-16,-1 23-3 16,1 10-2-16,0 29 2 15,-10 13 4-15,-6 6-2 0,-15 4 3 16,-15 4 0-1,-6-1 5-15,-6-5-5 0,-23-4 0 16,1-8 4-16,-5-9-3 16,3-9 2-16,5-9 1 15,6-10-1-15,5-3 2 16,5-3 9-16,3-13-13 16,-1-1-1-16,4 6-1 15,3 3 1-15,0 8 0 16,0 8-11-16,6 22-5 15,13 18 16-15,2 12 20 16,2 14 15-16,0 3 6 16,4 3-22-16,0-2-12 15,10-8-2-15,-4-6-3 16,-1-10-2-16,-4-19-4 16,-3-13-10-16,-1-18-119 15,3-10-126-15,-3-31-100 0,1-15-205 16</inkml:trace>
  <inkml:trace contextRef="#ctx0" brushRef="#br1" timeOffset="81814.42">6709 10999 1122 0,'0'0'1'0,"0"0"59"0,0 0-1 0,0 0-34 15,0 0 1 1,0 0-3-16,89 13 3 0,-36-13 0 15,2-9-13 1,-6-9-6-16,-6-5-6 16,-10-3 0-16,-12-4 2 15,-13 0 5-15,-8 5 2 0,0 6-4 16,-22 11 32-16,-3 8 20 16,-11 2-45-16,-5 22-2 15,3 8 1 1,4 8 21-16,9 0-3 0,11 1-18 15,7-1 4-15,7-1-11 16,7-3-4-16,23-10-2 16,7-2 1-16,5-12 0 15,7-8 0-15,4-4 1 16,5-6-1-16,13-19 2 16,1-9-2-16,0-9 3 15,-4-5-2-15,-11-5 0 0,-11 0 4 16,-13 3-3-16,-11 8 1 15,-13 11-1-15,-9 8 3 16,0 11 4-16,0 5-5 16,0 3 3-16,-4 4-6 15,-4 0-1-15,-5 15-8 16,-1 7 5-16,0 7 3 16,6-2-1-16,5-2-6 15,3 3 6-15,0 1-1 16,2-4-1-16,13 1 1 15,9 0-1-15,5-3 1 0,7 2 1 16,4-4-2-16,-1 0 3 16,-9-4-2-16,-12 0-3 15,-18-2-7-15,-1-2-25 16,-31 2 28-16,-13-7 9 16,-7-4 0-16,-7-4 4 15,-1 0 2-15,4 0 1 16,6-4 6-16,12-4 7 15,13 0-2-15,12 4-6 16,10 4-7-16,3 0-5 16,15 0-22-16,19 0 11 15,15 0 11-15,11 0 0 16,4 0 1-16,-3 0-1 0,5-3 0 16,1-10-4-16,3-2-1 15,-1-9-3-15,-1-5 1 16,-8-5-23-16,-15-7-9 15,-11 2 0-15,-16 5 1 16,-17 5 38-16,-1 6 1 16,-14 11 5-16,-13 5 6 15,-3 7 2-15,0 0 9 16,3 10-13-16,3 12 2 16,8 3-7-16,7 5 0 15,9 0-3-15,0 1-2 16,21-2 4-16,12 1-1 0,13-9-1 15,17-3-1-15,16-7 0 16,12-8 1-16,12-3-2 16,10-3 0-16,-2-16-2 15,-6-6 0-15,-12-2 2 16,-26-7-10-16,-22-1-12 16,-21 0 16-16,-23-3 6 15,-1 11 3-15,-28 3 4 16,-11 6-2-16,-16 10 22 15,-6 6-8-15,-2 2 13 16,9 6 1-16,8 15-21 16,16 4-6-16,8 2-6 15,14 4-4-15,8-1 2 0,0-1-1 16,26-8 2-16,8-5-2 16,8-10-2-16,7-3 3 15,3-3-52 1,-1-9-3-16,-2-14 9 0,-7-8-26 15,-6-4 39-15,-5-5 23 16,-10 8 7-16,-13 4 5 16,-4 9 1-16,-4 11 13 15,0 6 68-15,-18 2-44 16,2 14-31-16,-1 13 13 16,1 5-8-16,11 5 12 15,5-1-17-15,2-3-6 0,22-7 1 16,7-2 1-1,8-9-3-15,10-7 0 16,5-8 2-16,0 0-2 0,4-16-2 16,-5-9-3-16,-2-3-18 15,-12-7 5-15,-14-3-43 16,-13-4 49-16,-12 3 12 16,0 7 1-16,-15 9 0 15,-9 13 2-15,-4 10 14 16,4 2 13-16,-4 25-17 15,8 10 13-15,7 1-10 16,7 6 0-16,6-4-12 16,9-5-2-16,13-4 1 15,4-5-1-15,5-10-4 16,3-6-3-16,8-10-10 16,10 0-69-16,5-6-31 15,3-14 22-15,-5-6-31 0,-6-3-141 16,-11-8 123-16,-10-3 67 15,-6 1 60-15,-16 9 15 16,-6 11 82-16,0 9 101 16,-15 10-1-16,-6 0-104 15,-2 20 2-15,3 8 19 16,4 1-45-16,8 6 4 16,8-6-43-16,0 1-8 0,15-6-5 15,9-1-1 1,9-8 1-16,13-8-1 15,5-6 0-15,10-1 2 16,-1-7-3-16,-8-12-1 0,-10-13-40 16,-5-7-31-16,-10-11 26 15,-2-15 16-15,-7-14 19 16,-7-8 10-16,-5-10 1 16,-2-1 0-16,-3 13 1 15,-1 27 4-15,0 26 17 16,0 22 82-16,0 12-44 15,-4 42-54-15,-5 16 5 16,3 17 78-16,6 4-31 16,0-5-43-16,0 1 38 15,12-8-24-15,0-6-22 0,1-9-2 16,-1-8-5-16,9-13-1 16,-3-15 1-16,4-10 2 15,4-8 0 1,5-8 2-16,8-18-4 0,-2-13 0 15,-1-10-13-15,1 6 1 16,-8 5 7-16,-10 13 4 16,-8 14 1-16,-8 11 0 15,-2 11-1-15,1 22 1 16,1 11 48-16,1 2-27 16,3 1-10-16,5-5 3 15,5-2-11-15,2-9-3 0,4-1-2 16,3-12-15-1,12-13-128-15,15-5-163 0,24-6-140 16</inkml:trace>
  <inkml:trace contextRef="#ctx0" brushRef="#br1" timeOffset="82331.67">12598 9993 868 0,'0'0'99'0,"0"0"15"0,0 0 51 16,0 0-110-16,0 0-33 15,-27 133 138-15,24-40-59 16,0 25-17-16,1 19 17 16,2 24-49-16,0 11-11 15,0 8-22-15,0-7 10 16,5-8-14-16,-2-17-8 16,0-26 0-16,3-23-1 15,-2-28 1-15,-4-25-4 16,0-20-3-16,0-16 2 15,0-10-4-15,0-25-25 16,4-22-112-16,9-22-122 16,6-12-163-16,-1-11-680 15</inkml:trace>
  <inkml:trace contextRef="#ctx0" brushRef="#br1" timeOffset="84573.45">14491 9996 617 0,'0'0'42'0,"0"0"28"16,3-71 136-16,-12 58-90 15,-8 7 36-15,-8 6-70 16,-8 4-55-16,-7 21 27 16,-3 15-15-16,1 11 17 15,6 13-16-15,8 3 6 0,8 2-20 16,16-2-6-16,4-6-11 16,21-3-3-1,22-5-4-15,21-12 0 0,17-10 0 16,10-15-2-16,4-14 0 15,4-2-1 1,-10-26-3-16,-11-15-9 0,-18-12-79 16,-20-8 8-16,-18-14 31 15,-18-9 18-15,-4-1 30 16,-16 11 5-16,-8 14 2 16,5 19 4-16,3 21 20 15,5 19 40-15,5 7-21 16,3 35-41-16,3 16-4 15,0 12 20-15,15 5-10 16,10-4 0-16,8 5-4 16,0-8-4-16,0-5 3 0,-3-14-4 15,-7-18 1-15,0-12 0 16,-2-16-2-16,0-2 2 16,-3-25 5-16,0-15-5 15,-6-9 2-15,2-2 0 16,-5 9-2-16,1 11 1 15,-3 13-2-15,-3 8 2 16,-2 10 1-16,-1 0-3 16,4 14-1-16,2 13 2 15,5 7 26-15,6 0-20 0,4-1-6 16,4 0 1-16,3-8 0 16,4-6-1-1,9-8 0-15,6-11 2 0,7 0 0 16,2-8-1-16,1-13-1 15,-4-5-1-15,-9-7 0 16,-8 1-1-16,-15-1 4 16,-4 6-4-16,-9 5 5 15,-3 1 0-15,-3 3 2 16,-3 0-4-16,0 0 5 0,0 2 0 16,-9-3-2-1,-3 2-3-15,-4 0-2 0,-4 5 3 16,-5 6-2-16,-6 6 0 15,-2 0 3-15,-3 14-2 16,0 8-1 0,11 7 0-16,5 0 0 15,14 5-2-15,6-2 2 0,5 1-4 16,19-5 0-16,5-5 2 16,4-7 0-16,5-7-2 15,-2-7 2-15,-4-2-3 16,0-13 3-16,-10-12 4 15,-3-3-4-15,-5-2 2 16,-7 3 0-16,-3 8 0 16,-4 7 1-16,0 7 5 0,0 5-7 15,0 0-1 1,0 3-7-16,0 14-4 16,-2 7 10-16,2 4 0 15,0-3-1-15,3-3 0 16,16-3 2-16,11-7 0 0,12-3-1 15,9-9 1-15,5 0-1 16,2-5-2-16,-3-14-9 16,-5-7 1-16,-7-2-13 15,-12 0 3-15,-11 3 18 16,-8 3 3-16,-9 13 4 16,-3 3 4-16,0 6 12 15,0 0-20-15,0 12-2 16,-12 11 2-16,1 8 5 15,4 1-4-15,1-5 0 0,0 3 0 16,3-8-1-16,3-8 1 16,0-6-1-16,0-6-1 15,0-2 1-15,3-2 6 16,18-20 1-16,10-11-4 16,7-5 2-16,2 1-5 15,-5 3 0-15,0 5-1 16,-10 11 0-16,-7 10 0 15,-6 8 1-15,-4 0-4 16,1 20-2-16,2 11 6 16,1 7 7-16,8 1 1 15,2 4-5-15,11-5 7 0,12-7-3 16,8-8-5-16,7-9 4 16,9-6-5-16,-1-8 2 15,-2 0-3 1,-9-15-1-16,-11-11 0 0,-7-11 1 15,-17-6 0-15,-5 3 1 16,-16 4 2-16,-1 6 1 16,-18 12-4-16,-11 7 1 15,-12 11-1-15,-4 0-1 16,-2 20 1-16,5 10-2 16,12 5 2-16,8 3-2 15,12-2-3-15,10 0 5 16,0-9-4-16,14-7-1 15,16-6-2-15,0-10-23 16,3-4-19-16,1-4 16 16,-1-18 11-16,0-1 10 0,-3-3 10 15,-1 2 1-15,0 5 1 16,-3 12 0-16,0 7 1 16,2 11 3-16,5 28 8 15,4 20 27-15,6 24 10 16,-7 12-20-16,-6 12 0 15,-9 8-12-15,-14-3-13 16,-7-7 4-16,-3-10-8 16,-28-15 1-16,-18-19 2 15,-15-15-2-15,-11-15 4 16,-2-17 0-16,-5-14 0 0,2-10-2 16,-2-25 3-16,11-8-3 15,8-13 1-15,18-8-4 16,22-12-4-16,23-11 3 15,11-1 1-15,39 4-6 16,18 13 3-16,15 11-2 16,6 13-2-16,5 9-2 15,7 6-8-15,1 5 15 16,2 2 1-16,-5 2 1 16,-11-3 0-16,-15-6 0 0,-15-1 0 15,-18-6-1 1,-15 0-6-16,-20 5-8 0,-5 12 9 15,-22 9 2-15,-20 8 3 16,-10 5 1-16,-2 0 5 16,12 16 12-16,12 8 3 15,14 11-5-15,16 5-5 16,13 2 0-16,28-2 8 16,14-3-8-16,8-5-7 15,8-7-2-15,2-9 2 16,2-8-3-16,-6-8 0 15,-3 0-39-15,-8-2-113 16,-3-18-208-16,-3-9-583 16</inkml:trace>
  <inkml:trace contextRef="#ctx0" brushRef="#br1" timeOffset="115295.23">18645 869 652 0,'0'0'76'0,"0"0"-49"16,0 0 123-16,0 0-73 0,0 0-32 16,0 0 2-16,0 0 16 15,-47-58-24-15,34 47 27 16,-4-1-29-16,-8 0 16 15,-6-6-40-15,-11-1 5 16,-9-1 17-16,-7-3 3 16,-8 3-4-16,-6-1-9 15,-6 2-14-15,6 4 2 16,3 7 6-16,9 1-14 16,4 7 6-16,5 0-3 15,-2 7-6-15,-1 10-2 16,0 5 0-16,-4 6-1 0,-3 5 1 15,-2 3 0-15,-6 5 1 16,4 0-1-16,0 2 0 16,0 6 1-16,7-1-1 15,6 7 2-15,4 1-2 16,11 2 0-16,5 1 1 16,5 6 0-16,4 3-1 15,5 5 0-15,1 0 0 16,4 0 1-16,4-5-1 15,2-2 1-15,7-2-1 16,0 1 0-16,0-2 0 16,11 1 1-16,7-3-1 15,5-5 0-15,2 1-1 16,5-2 0-16,3-4-1 16,4-2 1-16,6-2-1 0,2-7 2 15,4-1-2-15,4 0 1 16,3-5 0-16,2 1 2 15,5 2 0-15,3-1-1 16,-1-6 1-16,-2 1 1 16,-3-4-1-16,-7-4-1 15,-5-4 1-15,0-3-1 16,1-3 0-16,3-3 2 16,8-6-1-16,7-4 2 15,3 0-2-15,3 0-1 16,3-16-3-16,-1-1 3 15,-2-2-1-15,2-2 2 0,-10-2-1 16,-7 3 5-16,-10-1-5 16,-2-3 0-16,-5 2 0 15,0-6 4-15,0 1-3 16,-1-3 1-16,6-1 3 16,-2 1-4-16,5-3 5 15,-1-2-4-15,1 2 6 16,-3-4-3-16,0 0 1 15,-2 2-2-15,-4 1 5 16,-8 1 1-16,-3 0 6 16,-5-2 9-16,-3-3-10 15,-5-2 2-15,-2-4-2 16,-2-7-1-16,-4-6-3 0,-2-4-4 16,-6-5 0-16,0-5-2 15,0 0-3-15,-17-4-1 16,-12-2 2-16,-8 7-2 15,-10-2 0-15,-6 6-1 16,-5 3-3-16,1 3 1 16,1 2-1-16,1 4 3 15,5 8 0-15,1 6-2 16,5 8 2-16,4 9 0 16,-5 5-5-16,5 8 0 15,-6 8-13-15,-2 2-92 16,-3 2-106-16,0 9-64 0,1 0-163 15</inkml:trace>
  <inkml:trace contextRef="#ctx0" brushRef="#br1" timeOffset="117929.9">22735 3913 188 0,'0'0'613'0,"0"0"-606"16,0 0 85-16,0 0 44 15,0 0-54-15,0 0-55 16,0 0 21-16,-56-46 13 16,26 32-18-16,-14-5-9 15,-8-2 1-15,-7-1-1 16,-13-2-7-16,-13-2 15 16,-12-5-8-16,-16-3-22 15,-13-1 8-15,-7-4 3 0,-4 4 5 16,-9 2-16-16,-8 1 3 15,-10 6-4-15,-3 0 6 16,1 5-4-16,1 5 6 16,4 4 1-16,-5 3-10 15,-14 4-8-15,-10 2-2 16,-19 1 1-16,-3 1 2 16,1 1 4-16,2 0 1 15,6 0-8-15,10 1 2 16,4 8 3-16,13-1 3 0,4 0-2 15,16 4 7 1,8 1-8-16,9 1-3 0,7 1-2 16,5 3 1-16,1-2 1 15,2 2 0-15,-1-2-1 16,-3 0 4-16,-4-1-4 16,0 2 3-16,-4-2-4 15,-2 8-7 1,0 1 6-16,-4 3 1 0,3 2 0 15,6 3 2-15,11 0 2 16,9 5-2-16,13 2 3 16,7 4-5-16,11 3 0 15,9 5-2-15,6 4-3 16,3 4 5-16,2 3-4 16,-1 2 4-16,2 0-1 15,-2 3-1-15,0-2 2 0,5 2 0 16,6 0 0-1,1-1 0-15,9 2-1 0,5 1 1 16,4 5 0-16,12-4-1 16,6-2-2-16,9 4 1 15,6-3 0-15,3 3 0 16,20-4 1-16,8-3-1 16,6-8 1-16,6-3-3 15,4-5 3-15,5-6 1 16,5 1-1-16,1-5 0 15,6 3 2-15,3-5 1 0,2 1-1 16,1 0-1-16,3-1 0 16,5 4 2-16,5 1 0 15,2 5 0-15,-3-4-2 16,-3 3-5-16,-1-4 4 16,1-3-3-16,3-5 3 15,-1-1 0-15,1-5 1 16,1-1 1-16,3-3-1 15,4-6 3-15,6-2 2 16,4-7-4-16,4-3 3 0,-1 0-2 16,1-3-2-1,-2-3 0-15,-2 0-2 0,4 0 0 16,1-10 2 0,5-3-1-16,-2-1 1 15,4 1 1-15,2 3 4 16,-2-1-2-16,0 3-1 15,-1 1 1-15,1 2-3 0,-2 0 1 16,-1 1-1-16,1-2 1 16,1-1 1-16,-1-1 3 15,2 4-1-15,3 0 6 16,1 4-2-16,7-6-5 16,-1 6 7-16,0 0 0 15,1 0-6-15,-4 0-2 16,-1 0-1-16,0-5 1 15,0 5 4-15,-5-1 0 16,-3-1 1-16,-4 2 3 16,3-2-3-16,-1 1 4 15,-4 0-8-15,0-2 4 0,-7 0-7 16,-4 0 1-16,-4 0-1 16,-8 2 2-16,1-2 0 15,-6 0 0-15,-6-2-1 16,-3-1 3-16,-1 1-2 15,0-3 4-15,2-1-2 16,-2 0-4-16,1 1 4 16,-4-4-1-16,1-1-1 15,-3-3 0-15,-1-2-3 16,-2-3 1-16,0 2-1 0,-1-1 0 16,1-1 1-1,-1 0 0-15,1-4 1 0,-1 2-2 16,-5-1 1-16,-4 1 0 15,-2 2 1 1,-6 1 0-16,-2 4-1 0,-1-1 5 16,0-2-4-16,0-1 10 15,2-4-5-15,4-1-5 16,1 0 11-16,-2-2-7 16,-4-2-4-16,-4 3 9 15,1-4 3-15,-7 1 2 16,-1 0 0-16,-6-5-1 0,-2-5-3 15,-1 4-11-15,0-6 0 16,-3 0 0 0,-3-5 0-16,3-4 0 0,0-6 0 15,0-1 0 1,0 6 0-16,0 2 0 0,-1 2 0 16,-3-2 0-16,4-2 0 15,-8-1 0-15,1 0 0 16,-1 0 0-16,-1 2 0 15,0 3 0-15,-6-2 0 16,0-2 0-16,0-2 0 16,0 0 0-16,-15 0 0 15,-11-4 0-15,-15-2 0 0,-18-6 0 16,-19-5 0-16,-23-9 0 16,-22 0 0-1,-22-4 0-15,-20-3 0 16,-22 11 0-16,-11 0-69 0,-19 5-158 15,-20 11-336-15</inkml:trace>
  <inkml:trace contextRef="#ctx0" brushRef="#br1" timeOffset="143732.24">19210 12682 715 0,'0'0'386'0,"0"0"-350"16,0 0 158-16,0 0 3 16,0 0-164-16,0 0-32 15,0 0-1-15,-21 118 58 16,18-31-10-16,-2 12-5 16,1 6-2-16,-3 9-20 15,-1-3-2-15,2-8-13 16,2-13-6-16,-1-12 0 15,5-14 2-15,0-18-2 16,0-15 0-16,0-15-11 16,0-12-88-16,0-6-153 15,0-36-41-15,3-26-236 16</inkml:trace>
  <inkml:trace contextRef="#ctx0" brushRef="#br1" timeOffset="144032.47">19028 12593 1351 0,'0'0'3'16,"0"0"100"-16,0 0-17 15,75-75-78-15,2 71 15 16,11 4-7-16,-1 22-6 16,-2 13-10-16,-8 13 1 15,-8 5 1-15,-13 4-1 16,-17 1 0-16,-30 2 0 0,-12-5 1 15,-39-2 10 1,-22-5 5-16,-16-5 35 16,-7-6-5-16,0-6-11 15,7-11-12-15,13-6-24 16,19-10 0-16,19-4 0 16,21 0-4-16,8-13-24 0,11-7-158 15,35-3-152-15,13-1 6 16,11 5-286-16</inkml:trace>
  <inkml:trace contextRef="#ctx0" brushRef="#br1" timeOffset="144594.12">20142 12631 900 0,'0'0'37'16,"0"0"155"-16,-3-79-30 15,3 66-64-15,0 5-10 0,3 5-28 16,5 3-34-16,10 5-26 16,5 22 15-16,7 16 29 15,-3 13-5-15,-3 10-21 16,0 7-4-16,-3 0-6 15,-3-10-7-15,1-11-1 16,0-11 0-16,-1-13 0 16,-1-14 0-16,-1-14 0 15,2-5 0-15,6-35 6 16,-1-20 2-16,-1-18-4 16,-6-6-2-16,-5 1-2 0,-4 16-3 15,-4 18-1-15,0 22-14 16,-3 11-49-16,2 16-32 15,-2 4-92-15,13 23-132 16,2 10 45-16</inkml:trace>
  <inkml:trace contextRef="#ctx0" brushRef="#br1" timeOffset="145767.57">20985 12878 1212 0,'0'0'57'0,"4"-81"-51"16,3 37 118-16,-3-1-89 0,-4 7-12 16,0 7-13-16,-4 10-3 15,-19 10 2-15,-7 11-2 16,-7 0 0 0,-3 18-3-16,0 17 2 0,1 8 0 15,9 5-2-15,8-1-1 16,11-1 0-16,11-8-3 15,0-6 0-15,11-9-4 16,9-7-1-16,6-14 0 16,2-2-5-16,3-8-7 15,2-19-20-15,-1-11 21 16,-6-3 16-16,-6 8 0 16,-8 3 6-16,-6 14 9 0,-5 7 25 15,-1 5 11 1,0 4-6-16,0 0-41 0,0 17-4 15,2 13-8-15,1 7 8 16,3-2 1-16,5-5-1 16,6-6-1-16,4-3 1 15,4-11-4-15,5-5 2 16,3-5 2-16,4-11 5 16,1-18 0-16,2-12-4 15,-5-18 1-15,-3-12-2 16,-12-10 0-16,-10-14-11 15,-10-6-16-15,0-5-8 0,-17 4 20 16,-3 23-2-16,3 29 17 16,4 25 9-16,5 23 7 15,1 11-2-15,-4 37-14 16,3 20 0-16,1 16 12 16,7 8-10-16,5 0 19 15,16 2-4-15,3-1-13 16,4-8-2-16,3-13-2 15,2-17 3-15,4-17-5 16,5-20 2 0,6-13 0-16,7-3 2 0,1-29 5 15,-6-13-7-15,-6-12 2 16,-15-7 2-16,-12 0-4 16,-11 3 0-16,-6 14 0 15,0 16 3-15,0 13 1 16,0 11 8-16,-3 4 29 0,-5 3-30 15,4 17-11-15,-7 10 0 16,5 3 5-16,5 2-4 16,1-2-1-16,0 1 2 15,6-3-4-15,7-3 4 16,1-4-3-16,2-7 1 16,2-8 0-16,4-4 0 15,8-5 1-15,8-2 6 16,-1-19-5-16,-2-8 0 15,-10-12-2-15,-3-8-1 16,-10-3 1-16,-5 0 2 0,-4 11-2 16,-3 17 3-16,0 11 0 15,0 10 2-15,0 3-5 16,0 22-1 0,0 15 1-16,-9 13 13 0,6 1-6 15,3-4 4-15,0-1-1 16,9-8-3-16,8-7-3 15,0-10-4-15,0-10 0 16,13-9 2-16,19-2-2 16,17-19 5-16,8-14-5 15,7-11 0-15,-17-6 0 16,-16-6-5-16,-22 4-31 16,-20 8-3-16,-6 10 19 15,-11 14 20-15,-15 12 3 0,-9 8 3 16,-4 4 16-16,0 21 13 15,4 12-9-15,12 5-2 16,15 4 15-16,8-1-12 16,18-5-21-16,27-4-1 15,16-8 0-15,18-6-4 16,22-8 0-16,10-8-1 16,-1 0 0-16,-17-1-76 15,-29-5-275-15</inkml:trace>
  <inkml:trace contextRef="#ctx0" brushRef="#br1" timeOffset="146420.37">25064 12083 1005 0,'0'0'23'0,"78"-77"-14"0,-41 53 76 16,-11 8 15-16,-12 10-46 0,-8 5 4 15,-6 1-28 1,0 0 20-16,0 0-13 0,0 17-9 16,-16 15 27-16,-24 13 66 15,-17 8-77-15,-16 3 11 16,-9 3-10-16,-3 1-18 16,0-1-3-16,7-4-2 15,19-7-3-15,20-10-3 16,16-7-11-16,22-4-3 15,1 0 1-15,24 15-3 16,31 4 0-16,23 6 5 16,24 3 15-16,15-2 3 15,5-1-12-15,-2-2 2 16,-12 2-4-16,-14-4-4 16,-20-5-5-16,-24-6-1 15,-17-3-14-15,-11-6-80 0,-7-7-63 16,2-5-201-16,-8-12-202 15</inkml:trace>
  <inkml:trace contextRef="#ctx0" brushRef="#br1" timeOffset="147077.37">28140 12172 1244 0,'0'0'1'0,"0"0"79"0,0 0 119 0,0 0-149 0,0 0-50 0,0 0 1 16,-72 96 18-16,24-30 17 15,-7 2-16 1,-10 1 8-16,0 0-9 16,-7-2-11-16,4-8 2 15,8-6-7-15,15-14 0 0,17-16 0 16,13-14-3-16,10-9 0 16,2-3 7-16,-1-38 5 15,-4-23-10-15,-1-21-2 16,5-9 0-16,4 3 0 15,0 9 1-15,6 17 1 16,3 26 1-16,-2 21 0 16,-2 13 9-16,-4 5-12 15,20 11-4-15,12 22-2 16,15 13 6-16,13 11 15 16,6 1-5-16,6-5 7 0,12 4-5 15,17-9-2-15,11 0-6 16,6-8-1-16,-5-4-3 15,-17-8-8-15,-24-5-75 16,-28-9-314-16,-29-10-500 16</inkml:trace>
  <inkml:trace contextRef="#ctx0" brushRef="#br1" timeOffset="148323.97">23604 15047 936 0,'0'0'46'0,"0"0"-33"0,0 0 15 16,0 0 27-16,-30 83-39 0,30-78-12 15,4-3 1-15,17-2 10 16,14-13 48-1,9-25 12-15,10-14-34 0,-3-8-11 16,-7-2-11-16,-12 0-6 16,-16-1 1-16,-13-3-8 15,-3 0-5 1,-4 13 0-16,-13 13 0 0,2 19 0 16,0 13 5-16,-4 8-5 15,-2 0-1-15,-5 13-1 16,0 13-5-16,0 4 2 15,4 1 3-15,13-2-2 16,8-4-1-16,1-4-4 16,10-6 4-16,19-6-8 15,8-5 10-15,9-4 2 0,9 0 1 16,4-12-1-16,2 3 0 16,-5 1 0-16,-8 8-1 15,-15 0-2-15,-12 1 0 16,-15 15-6-16,-6 6 9 15,0 4 3-15,-3 7 4 16,-14 1 3-16,4-1 8 16,3 3 3-16,5-8-12 15,5 1 1-15,0-7-8 16,15-4-1-16,15-5 5 16,8-13-3-16,16 0 7 0,9-27-1 15,1-9-8-15,-4-8 8 16,-9-3-9-16,-19-5 0 15,-17-2 0-15,-15 5 5 16,0 8-2 0,-12 13 4-16,-9 15-1 15,-4 13 8-15,-2 3-6 0,-7 25-7 16,4 9 1-16,8 5-2 16,11-2-1-16,11-3 0 15,12-4 0-15,25-3 0 16,14-8 1-16,13-8 0 15,12-8 2-15,14-6-2 0,1-6 0 16,3-14-1 0,-3-5-12-16,-12 0-76 0,-15-4-2 15,-12-1-36 1,-19 0 29-16,-12 0 59 0,-12 5 39 16,-9 0 23-16,0 3 55 15,0 0-6-15,-5 3-8 16,-4 7 11-16,5 4 21 15,1 8-19-15,2 0-60 16,-2 33-15-16,-2 20 2 16,1 24 76-16,4 16-20 15,0 16-1-15,0 12-4 16,9 6-24-16,2-2-8 0,2-14-12 16,0-17-9-1,0-15 2-15,-1-20-4 16,-7-19-1-16,2-13 1 0,-5-17-16 15,4-10-114 1,-2-31-93-16,1-27-106 0,-5-25-136 16</inkml:trace>
  <inkml:trace contextRef="#ctx0" brushRef="#br1" timeOffset="148474.72">25097 14379 700 0,'0'0'604'15,"0"0"-593"-15,0 0 12 16,0 0 20-16,0 0-43 0,0 0-30 16,-2 37-29-1,28 12-181-15,2 2-265 0</inkml:trace>
  <inkml:trace contextRef="#ctx0" brushRef="#br1" timeOffset="149141.91">25527 14804 834 0,'0'0'152'0,"52"-82"-139"15,-19 37 36-15,-8-2 2 16,-5 3-20-16,-13 10-7 0,-7 12 10 16,0 8 75-16,-10 10-27 15,-17 4-30-15,-6 6-41 16,0 22 3-16,-1 9 10 15,8 7-19-15,4 6 7 16,8 0-3-16,8 0 0 16,6-4-7-16,0-3 1 15,17-4-4-15,8-9 2 16,10-9 2-16,4-15-3 16,4-6-11-16,3-8-83 15,3-24-13-15,3-10-21 16,-5-5 43-16,-8-5 59 15,-11 4-68-15,-13 10 87 16,-9 14 7-16,-6 11 53 16,0 13 112-16,0 0-64 0,-14 22-63 15,-4 9 35 1,8 5 13-16,4 0-55 0,6-3-9 16,0-2 22-16,16-6-20 15,7-1-3-15,1-11-8 16,10-6-2-16,9-7-3 15,12-5 0-15,9-22-4 16,2-10-4-16,-6-9-1 16,-14-15-2-16,-12-17-36 15,-19-19-52-15,-15-21 12 16,-6-13-1-16,-22 6 60 16,-2 21 20-16,5 35 6 15,10 34 19-15,9 22 84 16,2 13-41-16,2 27-57 15,2 25-10-15,0 18 65 0,12 8-26 16,10 1-9-16,8-2-1 16,3-2-9-16,3-4-13 15,-1-8-3-15,-5-11-5 16,0-11-1-16,-6-12 0 16,-7-12-35-16,-8-14-195 15,-9-3-207-15</inkml:trace>
  <inkml:trace contextRef="#ctx0" brushRef="#br1" timeOffset="149315.97">26358 14362 1555 0,'0'0'28'0,"0"0"-28"16,0 0 200-16,-20-90-180 16,55 71-20-16,17 5-6 15,6 4 1-15,2 3 0 16,-2 3-16-16,-10 1-117 15,-5-1-112-15,-10-5-86 16,-8-7-419-16</inkml:trace>
  <inkml:trace contextRef="#ctx0" brushRef="#br1" timeOffset="150045.34">26398 13587 856 0,'-79'-40'0'15,"-18"5"0"-15,-14 5 62 16,-15 6 12-16,-24 5 1 16,-15 5-2-16,-17 8-21 15,-21 6 8-15,-10 0-26 16,-13 16 1-16,-3 11 18 15,6 8-39-15,15 9 5 16,10 9-6-16,15 14 0 16,12 11-7-16,21 9 0 15,13 9-6-15,21 6 3 16,17 7-3-16,16 3-1 0,19 2-4 16,11 4 1-16,7-6 3 15,12 7 0-15,7 0-1 16,9 0 2-16,12 0-2 15,6-7 0-15,10-9 2 16,25-6 0-16,16-12-4 16,18-8 4-16,18-12 0 15,24-9 7-15,15-5-7 16,20-6 0-16,14-5-1 16,13-6 1-16,12-5 0 0,11-8 2 15,12-7 1-15,10-8 6 16,12-6-9-16,3-6-1 15,2-17 1-15,0-13 1 16,-3-9 2-16,-5-8-3 16,-7-3-3-16,-16-2 3 15,-17-3 0-15,-16-3 1 16,-16-4 2-16,-16-8-2 16,-11-12 2-16,-16-9-3 15,-15-15 4-15,-15-16 23 16,-18-5 38-16,-19-11-15 0,-19 4-4 15,-25 1-23 1,-16 5 19-16,-49 7-19 0,-43 6-1 16,-43 5-7-1,-44 12-7-15,-43 16-3 16,-42 25-5-16,-18 26-9 0,2 25 3 16,43 12 5-16,62 11-48 15,71 17-156-15,59 7-141 16,38 0-491-16</inkml:trace>
  <inkml:trace contextRef="#ctx0" brushRef="#br1" timeOffset="150928.59">27057 14180 106 0,'0'0'466'0,"0"0"-418"16,0 0 190-16,0 0-135 16,0 0-63-16,0 0-29 0,-34 59 137 15,46-12-75-15,-3 2-10 16,0-1-20-1,0-1 18-15,-2-2-38 0,-2-4-14 16,-2-5-6-16,-2-9-3 16,-1-5 0-16,2-12-1 15,-2-5-1-15,0-5-13 16,0 0-26-16,0-17 30 16,0-14-29-16,0-7-7 15,-5 4 37-15,5 7 10 16,0 10 0-16,0 6 2 15,14 3 1-15,5-3 11 16,10 3-3-16,0-2 3 0,4 0 0 16,0-1-10-1,0-1 1-15,-5 0-5 0,-2 0 0 16,-7-2 2-16,-7-7-1 16,-6-2 6-16,-3-10-7 15,-3-2 2 1,0 3 1-16,-3 8 1 0,-3 9 3 15,3 10 4-15,3 5 40 16,0 11-48-16,0 22 5 16,0 7-8-16,0 11 38 15,9-4-15-15,6-1-4 16,4-3 3-16,4-1-14 0,0-5-6 16,1-6-2-16,2-5-3 15,4-6 3 1,5-7-54-16,4-9-133 15,4-4-75-15,-1-6-207 0</inkml:trace>
  <inkml:trace contextRef="#ctx0" brushRef="#br1" timeOffset="151248.24">27826 14411 1142 0,'0'0'16'0,"0"0"138"15,0 0 3-15,0 0-102 16,0 0-12-16,0 0-39 15,-57 3 15-15,51 20 12 0,5 1-11 16,1-2-8 0,0-2-8-16,10-1 4 0,8-4-5 15,9-4-2-15,7-6 4 16,3-3 0-16,-2-2-4 16,-6 0 1-1,-9-12 2-15,-8-9 0 0,-9-2 1 16,-3-1-2-16,-5 1 4 15,-19 5-7-15,-7 5 3 16,-8 6-3-16,-1 4-6 16,4 3 1-16,10 0-12 15,9 3-107-15,7 7-92 16,10 2-66-16,0-2-224 0</inkml:trace>
  <inkml:trace contextRef="#ctx0" brushRef="#br1" timeOffset="152514.69">18632 12000 801 0,'0'0'0'0,"-55"-75"0"0,39 47 18 0,3 5 67 16,2 11 5-16,9 6-11 15,-1 4 4-15,3 2-43 16,0 0-31-16,0 29-8 15,0 19 3-15,5 21 44 16,4 15 47-16,1 19-63 16,-4 18 29-16,0 21-4 15,-1 35-21-15,2 27 15 16,2 24-30-16,5 14 22 0,2 9-8 16,-7-1-20-1,-5 1-7-15,2-2-5 0,-4-10 2 16,1-12-3-16,-1-21 0 15,-1-22 2-15,-1-26-4 16,0-26 2-16,0-26-1 16,-1-23-1-16,-9-24-11 15,0-26-52-15,-3-28-63 16,8-21-58-16,1-48-185 16,2-36-288-16</inkml:trace>
  <inkml:trace contextRef="#ctx0" brushRef="#br1" timeOffset="153266.28">18529 12121 432 0,'0'0'1'16,"0"0"2"-16,0 0 103 0,0 0-62 0,0 0-12 0,0 0 10 15,-11-9 9-15,11 9 2 16,0 0-3-16,0 0-16 16,0 0-12-16,0 0-3 15,0 0-9-15,0-2-1 16,10-2-4-16,21-8 0 16,25-4 16-16,29-7 14 15,25-6-18-15,24-3 7 16,35-4-13-16,25-6-4 15,28 4 1-15,23-3-6 16,10-1-1-16,16 0-1 0,12-3 2 16,15-5 0-1,11 1-2-15,10-3 0 16,12 1 0-16,9 2 8 16,17-4-6-16,8 4 8 0,8 0 9 15,5 0-9-15,13 3-5 16,4 7 9-16,-7-1-8 15,10 3-5-15,-1 4-1 16,-13 2 0-16,-9 1 0 16,-15-2 0-16,-12 3-3 15,-24-2 2-15,-20 0 0 16,-22 4 0-16,-27 0 1 0,-21 2 0 16,-22 0-5-16,-30 4 1 15,-25 4-4-15,-23-1-8 16,-15 1-15-16,-11 3 16 15,-11-2 5-15,-16 4 0 16,-13 2 6-16,-14 0-4 16,-8 3 0-16,-15 3-10 15,-10 2-14-15,-14 2-39 16,0-2 1-16,-4-3 16 16,1 4-42-16,5-5-181 15</inkml:trace>
  <inkml:trace contextRef="#ctx0" brushRef="#br1" timeOffset="153630.96">29938 10612 501 0,'0'0'76'0,"0"0"-53"16,0 0 69-16,0 0-27 0,0 0-22 16,0 0 2-16,45 64 55 15,-21-16-42-15,6 15 30 16,4 21-11-1,8 17-25-15,1 17 35 0,8 11-16 16,-2 18-18 0,2 13-11-16,-2 8-5 0,-6 8 0 15,-1 0 27-15,0 0-30 16,-3-1-5-16,0 8-8 16,5 8-4-16,3 3 17 0,2 5-26 15,3-3-2-15,-4-3 1 16,-2 3 0-16,-7-1-1 15,-5-3-6-15,-6-8 0 16,-2-14-1-16,-8-13 1 16,0-11-1-16,-6-12-19 15,1-16-58-15,-3-18-76 16,-2-25-70-16,-6-22-33 16,-2-26-78-16</inkml:trace>
  <inkml:trace contextRef="#ctx0" brushRef="#br1" timeOffset="154166.29">30987 15198 857 0,'0'0'34'0,"0"0"-34"16,0 0 22-16,-100 16 23 15,58 2 42-15,-14 2-7 16,-10 7-13-16,-17 2-1 16,-11 6-21-16,-17 3 10 15,-16 3-20-15,-22 1-2 16,-26 1-3-16,-21-1-10 16,-22-1-2-16,-21-2 3 15,-20 0-5-15,-28 4-5 16,-23 1-1-16,-23 3 5 0,-19 0 2 15,-18-3-14-15,-7 0-2 16,-19-2 7 0,-8 1-8-16,-8-1 0 0,-12 0 0 15,-4-4 0-15,-1-2 0 16,-10-7-1-16,-1-5 1 16,0-3-1-16,4-7-3 15,8 2 1-15,17-2 2 16,13-1-1-16,14-1 2 15,27 1-3-15,16-1 1 16,18-4-3-16,17 2-16 16,18-2-4-16,13-1-1 0,23-2-16 15,17-4-6-15,23-1-9 16,22 0 13-16,22-8-3 16,28-6-31-16,22-6-34 15,31 0-61-15,19-1-47 16,21 0-215-1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07:01.17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3167 1330 60 0,'0'0'287'16,"0"0"-267"-16,0 0-1 15,0 0 36-15,0 0-20 16,0 0 4-16,0 0 23 16,0 0-15-16,3 0-8 15,-3 0 3-15,0 0 2 16,0 0-10-16,6 0 6 15,-3 0-2-15,3 0-5 16,1-1 5-16,1-7-10 0,-1 2-11 16,-2-1 0-16,2 0 4 15,-1-2 0-15,-1 0 2 16,-2 3 5-16,-2-1-1 16,-1 1-9-16,0 2 6 15,0 2 6-15,0 0 1 16,-1 2 10-16,-10 0-19 15,-5 0-14-15,-3 0-6 16,-4 1 0-16,-4 9-1 16,3 3 4-16,-1 2-4 15,0 6 0-15,-5 1 2 16,6 0-3-16,-3 2 2 0,6-3 0 16,3 5-4-16,6-2 2 15,0-3 0-15,8 3-1 16,-2-5 1-16,3-1-2 15,3-2 2-15,0-2 0 16,0-1-2-16,0-2 1 16,10 0 0-16,2 0-3 15,3 3 4-15,8-3 0 16,-1-3 3-16,6 4-1 16,-1-3 1-16,3 4 0 15,0 1-1-15,-2-2-2 16,-7 1 0-16,-3 0 1 15,-4 0-1-15,-6 5 0 16,-8-4 1-16,0 8 9 0,-8 0 13 16,-17 3 5-16,-10 3 8 15,-7-4 14-15,-3-3-16 16,2-4-6-16,-2-9-7 16,4-4 0-16,5-4 2 15,3 0-5-15,3-10-3 16,2-9-3-16,1-4-11 15,4 4-1-15,1-1-3 16,10 4 1-16,5 1-13 16,5 3-37-16,2 0-94 0,2 2-52 15,11-3-55 1,-1 3-165-16</inkml:trace>
  <inkml:trace contextRef="#ctx0" brushRef="#br0" timeOffset="1186.33">3336 945 424 0,'0'0'125'0,"0"0"-75"0,0 0 76 16,0 0-46-16,0 0-29 15,0 0-8-15,-20-12 2 16,13 9-15-16,-2-3 21 16,-2 2-17-16,-5 0 10 15,-7-2-4-15,-12 3-10 16,-7 2 23-16,-7 1 21 15,-5 0-45-15,-7 2 4 16,-5 11-23-16,2 3 5 0,4 4 10 16,2 2-15-16,6 1 3 15,3 3-8-15,10 4 0 16,3 4 4-16,0 4-6 16,5 9-1-16,-2-1 3 15,8 4-2-15,-2 2 3 16,5 1-1-16,-1 11 5 15,5 1-1-15,2 4 6 16,1-1-5-16,6-4 3 16,2-1-3-16,5-1 0 0,2-1-2 15,0-3-2-15,9-1 0 16,6-3-1-16,7-4-3 16,2-6 2-16,4-5-3 15,4-3 2-15,2-6-1 16,5-2-2-16,10-5 3 15,-1-7 0-15,9-3 0 16,4-7 0-16,3-1-1 16,12-5 3-16,6 0-1 15,0 0-2-15,-1-11-1 16,1-5-1-16,-6 0-1 16,-6-3 0-16,-3-1 1 15,-9-3 2-15,-4-1 1 16,-8-5 1-16,-1-2-3 15,-5-4 6-15,-2-3-4 16,-7-7 7-16,0-2-3 0,-5-8 7 16,-6-7 2-16,-3-6-5 15,-4-7 6-15,-4-4-8 16,-6-4-3-16,-3-2 2 16,0 4-1-16,-22 2 1 15,-9 5-5-15,-7 3 3 16,-5 1-1-16,-9 7-2 15,-8 5 2-15,-4 7-3 16,-3 10-1-16,-6 8 2 0,3 10-3 16,1 8-1-1,3 9 1-15,5 6 0 0,3 0-2 16,6 17-1 0,8 3-24-16,7 10-83 15,16 6-49-15,2 5-155 0,10 8 13 16,0 0-559-16</inkml:trace>
  <inkml:trace contextRef="#ctx0" brushRef="#br0" timeOffset="3731.8">3616 1732 469 0,'0'0'2'16,"0"0"57"-16,0 0 29 15,0 0-27-15,0 0-18 16,0 0-7-16,15 6 43 16,-9-18-27-16,0-2-15 15,-3-2-8-15,-3 0-1 16,0 1 5-16,0 2 2 0,-6 3-6 15,-6 5 7 1,-7 5-15-16,-5 0-11 0,-3 11-9 16,-6 14-1-16,-1 9 0 15,7 3 0-15,3 4 0 16,5-2 0-16,5 1 1 16,4-2-1-16,7-8 0 15,3-8 0-15,0-3 0 16,0-11-2-16,6-6-2 15,13-2 4-15,5 0 6 16,6-19 0-16,1-9-5 16,5-9 1-16,-2-2 1 0,-2 0-2 15,-7 4 0-15,-4 7-1 16,-9 11 1-16,-5 6 1 16,-5 8 1-16,-2 3 7 15,0 0-2-15,0 3-8 16,0 13 0-16,0 3 0 15,0 2 1-15,0-1 0 16,3-3-1-16,4-2 0 16,-1-7 0-16,8-3 1 15,0-5 0-15,0 0 1 16,11-1 2-16,-1-16 3 16,6-4-6-16,-3-2 0 15,-3 3 1-15,-2 3-2 16,-7 6 0-16,-9 5 0 0,-3 4 1 15,-3 2 0 1,0 0 1-16,0 0-2 0,0 11 1 16,0 3 6-16,0-1 2 15,0-1-7-15,-3 0 5 16,3-2-6-16,0-3-1 16,0-5 1-16,0 1-1 15,0-3 0-15,0 0 0 16,6-1 2-16,6-16 7 15,4-6-6-15,5-4-3 16,-1 2 0-16,-4 3 3 16,-4 5-3-16,-4 7-3 15,-5 5 3-15,-1 5 3 0,-2 0-3 16,2 0-8-16,-1 5 2 16,2 8 5-16,0-1 1 15,0 0 0-15,3-3 1 16,-1 0 0-16,1-2 0 15,6-3 0-15,-5-1-1 16,4-2 4-16,2-1-4 16,4 0 1-16,3 0-1 15,1-6 0-15,4-5 2 16,-2 0-2-16,-2-1 0 16,-2-4-1-16,-1 2 1 15,0-3-1-15,-6 4-1 16,1 1 2-16,-7 6-1 0,-1 5 3 15,-4 1-2 1,-1 0 4-16,2 0-4 0,-2 11-6 16,0 15-4-16,0 16 10 15,0 16 1-15,-2 12 0 16,-7 13 8-16,-7 10 0 16,4 1-6-16,-6-1-2 15,3-5-1-15,0-12 0 16,3-12 0-16,3-15 0 15,-1-12 1-15,4-15-2 16,3-10 0-16,3-12 1 16,0-2 5-16,0-27 13 0,6-18-12 15,10-19-6 1,2-14-1-16,3-19 1 0,1-13 0 16,3-10-1-16,0 0-5 15,2 12 5-15,-5 24 0 16,2 27 0-16,-5 25 1 15,-4 20-1-15,-6 13 1 16,7 1-6-16,1 22-1 16,1 8 5-16,-5 5 0 15,-2 0 2-15,-7 1-1 16,-4-6 1-16,0 3 0 16,-4-5 0-16,-10-5 2 15,-5-4 0-15,4-7 0 0,-3-9-2 16,0-3 3-1,2-6 1-15,1-15 1 0,3-7-2 16,3-5-3-16,3 5 2 16,3 4-4-16,1 7 2 15,2 9 0-15,0 2 0 16,0 6 0-16,0 6-10 16,5 12 0-16,17 4 10 15,-4 2 1-15,3-2-1 16,4-5 0-16,1-5 0 15,4-5 0-15,8-7 1 16,3 0-1-16,1-8 0 16,4-16 0-16,-7-9-1 15,-2-6 0-15,-9-11-1 0,-4-13-9 16,-8-11 4-16,-10 2 2 16,-4 5-4-16,-2 17 9 15,-2 21 1-15,-11 10 0 16,-5 17 7-16,2 2 3 15,-4 22-7-15,1 18 3 16,3 9-2-16,7 9 15 16,6 0-4-16,3 0-1 15,0-4-10-15,17-8-2 16,3-8-3-16,8-7 0 16,4-8 3-16,-1-5-2 15,5-11 0-15,1-7 2 16,-1 0-1-16,-5-19-2 0,2-7 0 15,-8-8-2 1,-2-6 2-16,-7-2-9 0,-5 1 2 16,-7 9 7-16,-2 11 0 15,-2 11 2-15,0 10 3 16,0 1 6-16,0 24-11 16,-11 9-4-16,7 2 4 15,2 0 3-15,2-4-3 16,0-1-1-16,6-4 0 15,13-1-2-15,4-3 1 16,11-8-69-16,11-6-67 16,12-9-9-16,2 0-442 15</inkml:trace>
  <inkml:trace contextRef="#ctx0" brushRef="#br0" timeOffset="4204.06">5873 1582 957 0,'0'0'12'0,"0"0"11"16,0 0 29-16,0 0-39 15,41-80-12-15,-21 66 0 16,-6 2-1-16,-2 3 3 15,-9 8-3-15,-3 1 19 0,0 0 73 16,-24 0-40-16,-7 12-45 16,-8 12-1-16,-1 7 8 15,4 0 6-15,3 1 2 16,12-1-2-16,5-1-1 16,4-5-11-16,12-5-3 15,0 1-5-15,7-2-4 16,17-2 3-16,6 0 1 15,4-1 0-15,-1-3-1 16,1-2 1-16,-11-1-1 0,-7-3-1 16,-10-2 0-1,-6 2-3-15,-15 3 5 0,-25 0 10 16,-14-1-9-16,-6-1 6 16,1-3-4-16,5-3-3 15,11 0 3-15,11-2-3 16,13 0 0-16,15 0-16 15,4-4-111-15,25-14-108 16,14-10-149-16</inkml:trace>
  <inkml:trace contextRef="#ctx0" brushRef="#br0" timeOffset="4418.22">6229 1387 1001 0,'0'0'53'0,"0"0"-49"0,0 0 70 16,0 0-26-16,0 0 47 0,19 117-51 16,-19-66-15-16,0 2-19 15,-2-1-10-15,-11-2 2 16,-2-5-2-16,-1-5-27 16,-1-12-156-16,-4-9-91 15,-1-11-199-15</inkml:trace>
  <inkml:trace contextRef="#ctx0" brushRef="#br0" timeOffset="4575.67">6179 1630 881 0,'0'0'5'0,"0"0"2"16,0 0 17-16,0 0-23 15,0 0-2-15,108-3-4 16,-62 9-98-16,0 2-218 15</inkml:trace>
  <inkml:trace contextRef="#ctx0" brushRef="#br0" timeOffset="4951.76">6722 1645 758 0,'0'0'41'0,"0"0"51"16,-117-7 41-1,81 10-60-15,0 14-15 0,3 7-7 16,6 1-16-16,9 5-12 16,3 2-12-16,9-3-6 15,6-4-4-15,0-3-1 16,5-6-1-16,11-8-1 16,10-8 1-16,4-4-8 15,5-20-21-15,4-9-46 16,3-10-33-16,1-8-24 15,-1-11 32-15,-3-11-4 16,-5-10 51-16,-4 6 30 0,-9 14 24 16,-12 20 33-1,-5 24 113-15,-4 16 17 0,0 6 7 16,-9 32-147-16,-13 27 1 16,8 23 90-16,0 6-44 15,6 8-15-15,8-2-28 16,0-6-27-16,3-11-2 15,16-12-5-15,2-26-337 16</inkml:trace>
  <inkml:trace contextRef="#ctx0" brushRef="#br0" timeOffset="5465.66">8847 1814 886 0,'0'0'33'0,"0"0"-33"16,0 0 149-16,0 0-14 16,0 0-99-16,0 0-23 15,-48-6 6-15,71 6-13 16,18 0 14-16,19 0 47 16,13 0-19-16,12-10-5 15,9 0-24-15,0-1-16 16,6 5-2-16,-12 4-1 15,-15-2-8-15,-13 0-9 0,-14 0-86 16,-12-2-131-16,-13-4-89 16</inkml:trace>
  <inkml:trace contextRef="#ctx0" brushRef="#br0" timeOffset="5711.13">9524 1548 1001 0,'0'0'6'0,"0"0"3"15,0 0 46-15,0 0 54 0,0 0-17 16,76 97-33-16,-43-65 4 16,-3 4-27-16,-9 2-11 15,-8 6-20-15,-13 3-1 16,-21 7-2-16,-28-2-2 15,-16-6-177-15,-1-14-345 16</inkml:trace>
  <inkml:trace contextRef="#ctx0" brushRef="#br0" timeOffset="6487.48">12086 1016 656 0,'0'0'26'16,"0"0"49"-16,0 0 64 15,0 0 44-15,0 0-166 16,0 0-16-16,0 0 18 15,58-46 11-15,-46 61 4 16,3 14 13-16,-9 18-2 16,-6 15-12-16,0 13 15 15,-18 15 1-15,-12 9 14 16,-1 2-27-16,-1 0-1 16,10-13-20-16,11-19-2 15,8-13-5-15,3-17 0 16,8-11-6-16,14-14-1 15,4-10-1-15,9-4-4 0,6-16 2 16,7-17-36-16,2-10-121 16,-5-8-83-16,-15-3-137 15</inkml:trace>
  <inkml:trace contextRef="#ctx0" brushRef="#br0" timeOffset="6704.62">11770 1461 1003 0,'0'0'11'16,"0"0"55"-16,0 0 42 15,0 0-95-15,0 0-3 0,0 0 23 16,61 43-9-16,6-45-19 16,7-17-2-16,7-2-3 15,9-2-5-15,1 5-21 16,1 1-175-16,-7 1-114 15</inkml:trace>
  <inkml:trace contextRef="#ctx0" brushRef="#br0" timeOffset="7096.36">13530 951 758 0,'0'0'51'16,"0"0"-19"-16,0 0 97 15,0 0-8-15,0 0 4 16,0 0-72-16,-9-43-52 16,6 84 1-16,-2 15 66 15,-5 8-17-15,-3 7 23 0,-5 9-22 16,-3 5-15-16,0 5-18 16,6-2-14-16,5-8 0 15,10-12-5-15,0-17-4 16,4-16 3-16,14-13-12 15,3-10-45-15,3-12-88 16,4 0-25-16,-1-21-75 16,-3-13-184-16</inkml:trace>
  <inkml:trace contextRef="#ctx0" brushRef="#br0" timeOffset="7294.49">13282 1313 657 0,'0'0'253'0,"0"0"-250"16,0 0 125-16,0 0-46 16,0 0-74-16,0 0-7 15,14-5-1-15,37 5 0 16,10 0-14-16,0 0-121 16,0 0-117-16,-12 0-476 15</inkml:trace>
  <inkml:trace contextRef="#ctx0" brushRef="#br0" timeOffset="8091.04">13791 1498 1122 0,'0'0'41'0,"0"0"-36"16,0 0 32-16,0 0 10 15,0 0-39-15,100-62-7 16,-66 41-1-16,-7 4 0 16,-8-1 0-16,-9 2 1 15,-9 1 1-15,-1 2 0 16,-6 3 4-16,-12 5 0 16,-3 5-6-16,-6 0 0 15,-4 5-1-15,3 14 1 16,-2 10 2-16,11 8 0 15,3 4-1-15,8 5 6 16,8-3-2-16,0-1 1 0,8-5 5 16,15-9-4-16,10-3-4 15,7-8 4-15,8-7-2 16,6-5-4-16,-1-5 0 16,1-3 4-16,-6-16-5 15,-4-7-1-15,-5-5-2 16,-8-6 2-16,-5-7-9 15,-13 1 3-15,-5 3 0 16,-8 4 4-16,0 12 3 16,0 9 0-16,0 5 0 0,-6 7 1 15,0 3-2 1,-3 0 0-16,-1 6-4 0,2 12 1 16,2 3 4-16,6 2-1 15,0 4 0-15,0-1 0 16,17 3 2-16,5 0 3 15,3-2-3-15,2 1 1 16,0 1-1-16,-3-3 2 16,-5-1-3-16,-7-5 0 15,-5-2 0-15,-7-6 2 16,0-2-2-16,-4-1 1 16,-20-3 4-16,-4-4-4 15,-7-2 2-15,1 0-1 16,0-2 4-16,0-9-2 15,8-2 10-15,5 2 5 0,11 3-7 16,4 4-3-16,6 2-4 16,0 2-5-16,0 3-8 15,4 15 4-15,11 6 4 16,8 3 0-16,-1-1-2 16,14-5 2-16,4-8 0 15,9-7-2-15,7-6-1 16,5-6-16-16,-1-17-41 15,-5-11-76-15,-8-7-79 16,-5-11 27-16,-4-11-30 16,-10-15-60-16</inkml:trace>
  <inkml:trace contextRef="#ctx0" brushRef="#br0" timeOffset="8300.57">14816 1099 51 0,'0'0'373'0,"-9"-85"-169"0,-3 71 3 15,3 14-35-15,0 0-92 16,0 30-48-16,0 11 49 15,5 11 7-15,4 2-22 16,0 7 9-16,6 3-16 16,9 1-25-16,-2 4-22 15,2-1-10-15,-3-8 0 16,-1-5-3-16,-1-14 1 16,-4-6-12-16,-3-9-129 15,-3-10-80-15,0-14-156 16</inkml:trace>
  <inkml:trace contextRef="#ctx0" brushRef="#br0" timeOffset="8503.32">14700 1346 1051 0,'0'0'60'0,"0"0"-53"15,0 0 57-15,82-21 8 16,-21 19-45-16,8 2-18 15,-4 0-9-15,-2 0-2 16,-9-3-4-16,-8 0-96 16,-1-3-159-16,-5-9-122 15</inkml:trace>
  <inkml:trace contextRef="#ctx0" brushRef="#br0" timeOffset="9480.79">15253 735 865 0,'0'0'0'0,"-109"-73"0"16,49 40 47-16,-8 2 2 15,-13 6-16-15,-11 4 2 16,-10 0-14-16,-14 7 2 15,-9 2-2-15,-9 2 3 16,-5 2 13-16,-6 2-13 0,-4 0 9 16,-5 6-9-16,-2 0-8 15,0 0 1-15,3 10-4 16,8 3-6-16,8 2-2 16,7-2-5-16,12 5-3 15,6-4 3-15,6 4-2 16,3 1 1-16,-1 1 1 15,1 4 0-15,0 0 0 16,0 5 0-16,0 4 2 16,6 4-2-16,4 3 1 15,7 4-1-15,7 4-3 0,9 3 3 16,6 3-1-16,3 4-4 16,7 2 3-16,7 3 2 15,3 3-2-15,8 1 2 16,5 4-1-16,2 3 0 15,10 0 0-15,6 4 1 16,5-5-2-16,8 1 2 16,5-3 0-16,17 2 0 15,9-4 3-15,13-4-3 16,11-5 1-16,9-3-1 16,15-1 0-16,5-6 3 15,10 0-1-15,14-6 1 16,15-4-2-16,13-8 5 0,17-4-6 15,10-7 0 1,2 0 0-16,1-7 1 0,-1-3 1 16,1-6 1-1,-3-1 0-15,-1 0 0 0,-2-4 3 16,-8 2 5-16,-4 2 8 16,-5 0-7-16,-4-1 6 15,-3 0-3-15,-1 1-1 16,-2 1 0-16,-1-1-2 15,-9 2-4-15,-6-4 1 16,-10-2 1-16,-7 0-4 16,-8 0 6-16,-4-11-5 0,-4-9 4 15,0-6-8 1,-4-4-1-16,-4-4-1 0,0-2 4 16,-6-5-5-16,-4-1 1 15,-6-5-1-15,-7-4 3 16,-5-4 5-16,-2-8 24 15,-4-8-7-15,-1-10 10 16,-4-9-1-16,-6-6-10 16,-10-6-5-16,-9-1-7 15,-12-1-1-15,0 4 5 16,-30 1 0-16,-13 6-4 16,-17 4-5-16,-13 2 4 15,-16 2-3-15,-16 7-4 16,-14 5-2-16,-17 10-2 15,-12 12-3-15,-20 14-2 0,-20 17-8 16,-11 17-85-16,-11 3-138 16,-5 33-99-16</inkml:trace>
  <inkml:trace contextRef="#ctx0" brushRef="#br0" timeOffset="15389.63">12508 2796 232 0,'0'0'44'15,"0"0"1"-15,0 0 37 0,0 0 16 16,0 0-24-16,60-70-1 16,-54 58-21-16,-2 7-3 15,0-1 26-15,-4 4-15 16,0 2 4-16,0 0 10 16,0 0-27-16,0 0-20 15,-8 0 7-15,-6 9-15 16,-16 7-7-1,-14 8 3-15,-17 8 20 16,-17 7 4-16,-15 7-10 0,-18 6 4 16,-22 6 0-16,-13 6-13 15,-19 9 5-15,-21 3 0 16,-23 9-3-16,-28 4-2 16,-18 7-1-16,-21 11-6 15,-11 8-2-15,-13 9-7 16,-10 2-1-16,7-1 5 0,2-4-6 15,10-4-2-15,9-3 0 16,6-8 3-16,12-3 1 16,21-1-3-16,20-4 1 15,19-3-3-15,26-10 2 16,20-13 4-16,37-17 1 16,33-13-6-16,33-14 0 15,30-13 0-15,16-10 0 0,7-3-8 16,1-2-3-1,1 0 7-15,0 0-4 16,0 0 1-16,0 0 4 0,0 0 0 16,0 0 3-16,1-2-3 15,4-6 1-15,-1 2-1 16,4-5-13-16,5-6-9 16,2-5-5-16,3-6-6 15,6-3 14-15,-5-2-3 16,2 0 4-16,-6 0 2 15,-3 7 10-15,-3 6 8 16,-9 7 1-16,0 8 4 16,0 4 9-16,0-3-3 15,-14 4-6-15,-8 0-3 16,-5 20-1-16,-4 9-2 16,1 3 1-16,8 5 1 15,7-3 1-15,6 4 3 0,5-4 9 16,4-1-5-16,0-3-1 15,10-5 4-15,11-5-9 16,14-2 0-16,7-6 2 16,15-8-4-16,9-4-1 15,7 0-1-15,18-12-39 16,19-15-171-16,17-13-35 16,25-17-99-16</inkml:trace>
  <inkml:trace contextRef="#ctx0" brushRef="#br0" timeOffset="16354.62">14915 2911 569 0,'0'0'0'15,"0"0"2"-15,0 0 26 16,0 0 19-16,0 0 19 16,0 0-16-16,-17-3-19 15,17 11-5-15,0 7 11 16,12 5 13-16,15 3-10 16,13 5-18-16,21 1 2 15,23 0-4-15,28 2-3 0,36-2 22 16,44 0-5-16,42 2 8 15,39 2 29-15,26 2-49 16,23 3-18-16,18 6-1 16,15 5 4-16,14 6-5 15,4 6 7-15,1 8 4 16,-1 8-10-16,-6 5 6 16,-15 5 3-16,-15 1 1 15,-10 2 1-15,-13-5 4 16,-10 3-9-16,-7-7-1 15,-17-2-5-15,-13-6 6 0,-13-3-2 16,-14-6 0-16,-16-3-7 16,-27-3-2-16,-24-5 2 15,-24-6 2-15,-21-9-1 16,-20-7 3-16,-22-13-4 16,-27-7-3-16,-28-5 3 15,-15-6-2-15,-13 0 2 16,-3 0 12-16,0-9-12 15,-3 1-4-15,-4-3-19 16,1 1-79-16,0 3-50 16,0-2-41-16,-6 3-122 15</inkml:trace>
  <inkml:trace contextRef="#ctx0" brushRef="#br0" timeOffset="16827.53">22943 4767 542 0,'0'0'5'0,"0"0"3"0,0 0 42 16,0 0 65-1,0 0-54-15,0 0-21 16,-51-19 20-16,51 19-21 0,0 0-24 16,0 0-3-16,0 5-4 15,0 9 17-15,15 8 19 16,4 2-1-16,10 3 30 16,9-4-39-16,10 2 6 15,13-6-10 1,8-3 15-16,4-3-14 0,0-5-10 15,-6-5-11-15,3-3 5 16,-13 0-5-16,-5-5-3 16,-14-13 2-16,-10-3 6 0,-9-9 31 15,-10-9 4 1,-9-7-28-16,0-6-4 0,-15 2-9 16,-16 3-9-16,-11 10-1 15,-9 11-7-15,-4 10-15 16,-7 15-99-16,-14 1-68 15,-11 0-84-15,-20 10-441 16</inkml:trace>
  <inkml:trace contextRef="#ctx0" brushRef="#br0" timeOffset="17313.46">4793 4939 605 0,'0'0'0'0,"0"0"-154"0,0 0 154 16,0 0 3-16,0 0-3 15,-85 103-239-15</inkml:trace>
  <inkml:trace contextRef="#ctx0" brushRef="#br0" timeOffset="17821.75">4601 5045 784 0,'0'0'10'0,"0"0"32"16,0 0 80-16,0 0-47 15,0 0 4-15,0 0-36 0,-5-19 13 16,4 19 1-16,-1-1-15 16,-2-1 0-16,-4 2-9 15,-3 0-15-15,0 0-1 16,-4 0 0-16,-4 5-1 16,-4 3-3-16,5 1 14 15,-1-4-6-15,10-1-5 16,2-1 2-16,5-3-8 15,1 0-6-15,1 0-2 16,0 0 0-16,0 0-1 16,0 0-1-16,0 0-5 15,0 0-1-15,0 0 5 0,0 0-2 16,0 2-1-16,0-1-2 16,0 7-17-16,0 0-54 15,0 4-67-15,5 3-86 16,0-3-112-16</inkml:trace>
  <inkml:trace contextRef="#ctx0" brushRef="#br0" timeOffset="19250.77">4586 5234 788 0,'0'0'30'0,"0"0"43"16,0 0 49-16,0 0-26 15,-87-27-10-15,59 27-20 16,-5 16-22-16,-1 15-9 16,-5 19 13-16,-7 15 9 15,1 13 3-15,2 15-14 16,7 3-9-16,6 4 1 15,12-1-7-15,6-6-15 16,11-7-15-16,1-14 1 16,13-16-1-16,20-16-1 0,9-16-4 15,13-16 4 1,12-8 2-16,5-23-2 16,7-27-1-16,0-15 1 15,-6-11 1-15,-4-7-1 0,-17-3 2 16,-18-5-1-16,-17-5 1 15,-17-7-2-15,-8-3 0 16,-26 10-4-16,-10 17 2 16,-6 29 2-16,-2 24 0 15,-4 22 0-15,4 5 0 16,0 38 0-16,4 15 2 16,5 19-1-16,12 9 0 15,14 5 4-15,10 0-4 0,7-4 0 16,16-6-1-16,11-9-3 15,16-13 1-15,2-6-4 16,6-12 3-16,4-17 1 16,6-14-1-16,-3-6 1 15,2-20-3-15,-5-16-3 16,-1-6 7-16,-5-1-4 16,-16 8-4-16,-5 11 1 15,-17 11 8-15,-4 9 0 16,-7 4 2-16,0 4-2 15,0 22-15-15,-7 10 15 16,-5 8 12-16,0 1 3 16,0 0 1-16,6-5-6 15,3-6-4-15,0-13-3 16,3-11 5-16,0-4-5 0,0-6 0 16,3-3-2-16,15-23 0 15,6-16 8-15,6-12-4 16,3-6-5-16,-2 3 1 15,-4 11-2-15,-2 12 2 16,-7 14-2-16,-9 12-1 16,-6 8 0-16,0 5-8 15,3 18 7-15,4 8 3 16,-1 3 1-16,0-1 2 16,1 0-1-16,1-3 0 15,3-7-1-15,0-5-1 16,3-6 0-16,1-10 0 15,-2-2 1-15,10-5-1 0,0-19 3 16,3-5-3-16,-1-11-2 16,-4-6-9-16,-6-8-2 15,-8 1-7-15,-7 6 6 16,-3 13 14-16,0 19 0 16,-3 10 8-16,-12 5 29 15,-1 19-29-15,-2 14-1 16,0 9 13-16,6 2 11 15,12-5-18-15,0-3-9 16,16-1-3-16,11-3-2 16,6-3-3-16,12-5-62 0,19-7-131 15,15-15 12 1,9-2-95-16</inkml:trace>
  <inkml:trace contextRef="#ctx0" brushRef="#br0" timeOffset="19927.93">6919 5634 508 0,'0'0'0'0,"0"0"0"16,0 0 196-16,0 0-189 16,0 0-7-16,0 0 23 15,54-79 36-15,-42 64 23 16,-5-1 1-16,-1 3-14 15,-1 0 4-15,-5 4-1 16,0 2-4-16,0 4-11 16,0 2 4-16,-8 1 34 15,-8 0-56-15,-11 1-25 16,-9 16-11-16,-4 5 6 16,1 8 5-16,0 1 0 0,6 3 12 15,8 1-8-15,6 1-4 16,11-5-8-16,7 2-5 15,1-6 2-15,7 4-3 16,17 2-3-16,9 0 0 16,6 4 3-16,7-3 0 15,0 1 0-15,0-4-1 16,-5-8 1-16,-8-2-4 16,-11-9-9-16,-11-2-8 15,-11-1 0-15,-8-1 9 16,-37 9 12-16,-26-4 5 0,-25-1 3 15,-7-4 11-15,2-3 11 16,7 1 11-16,13 0-19 16,12 4-22-16,22-1-1 15,20-2-1-15,21 0-2 16,6 3-96-16,31-2-63 16,18-1 64-16,14-7-108 15,15 0-77-15,7-7-123 16</inkml:trace>
  <inkml:trace contextRef="#ctx0" brushRef="#br0" timeOffset="21791.96">7568 5856 638 0,'0'0'68'0,"0"0"61"0,0 0 107 0,0 0-92 15,-55-74-9-15,22 74-65 16,-6 0-35-16,-7 19 20 15,0 6-18-15,1 5-23 16,6 0-6-16,8 4-5 16,12-5 1-16,8-4-4 15,11-3-9-15,0-5 2 16,9-8 5-16,18-6-4 16,9-3 0-16,7-8-4 15,6-13-11-15,2-9-22 0,-3-1-21 16,-2 1 22-16,-15 5 1 15,-13 12 18-15,-9 7 19 16,-9 6 4-16,0 0 21 16,0 6 4-16,-9 18-21 15,-4 12 15-15,-4 1 18 16,6-1-14-16,6-8-1 16,5-7-7-16,0-5-15 15,9-8 0-15,13-3-1 16,8-5 1-16,8-8 3 15,8-15-3-15,2-13-5 16,-2-2-35-16,-9 0 7 16,-3 0-19-16,-8 8 8 15,-7 8 7-15,-12 8 30 0,-5 9 7 16,-2 5 5-16,0 0 11 16,0 15-9-16,-2 8-3 15,-5 4 9 1,0 4-6-16,4-4 4 15,3-4 0-15,0-4-8 0,0-4 0 16,0-7-3-16,0-5 0 16,1-3 0-16,5 0 0 15,4 0-1-15,6-7-1 16,4-15-2-16,3-9-6 16,-2-3-18-16,-2-3-6 15,0 3-4-15,-8 5 11 0,-2 9 17 16,-6 8 10-16,-3 9 0 15,0 3 12-15,0 0 9 16,0 3-16-16,0 11 0 16,0 4 14-16,0 0-3 15,0 0-12-15,7-2 7 16,8 3-9-16,3-3 5 16,0-1-6-16,0-2-1 15,0-4-1-15,4-4 1 16,-1-3 0-16,3-2 1 15,-3 0-1-15,3-11-1 16,1-9-9-16,0-3-3 16,-2-3-9-16,1-1 0 0,-5 3 2 15,-4 5 16 1,-6 9 4-16,-5 5 0 0,-4 5 4 16,0 0 7-16,0 12-6 15,0 13 0-15,0 6 16 16,0 2 2-16,0-2-18 15,5-5 2-15,4-7-5 16,1-4-2-16,2-6 1 16,0-9-1-16,3 0 0 15,9-10 1-15,3-17-2 16,13-5-15-16,0-7 1 16,-1-1-3-16,-6 4-32 0,-6 2-1 15,-8 9 0 1,-10 10 39-16,-6 11 12 0,-3 4 8 15,0 22 19-15,-6 25 49 16,-9 20 13-16,3 19-27 16,3 11 22-16,0 4-38 15,5 5-14-15,-2-1-19 16,0-8-7-16,-3-11-6 16,1-13-2-16,4-12 2 15,3-18 0-15,1-15 0 16,0-19 1-16,0-9 6 15,7-33 1-15,5-20-8 16,6-16-1-16,-3-21 0 16,-3-21-15-16,4-17-42 15,-5-17 5-15,0 4 5 0,3 21 15 16,1 32 33-16,-6 40 0 16,-2 23 7-16,-2 18 5 15,2 7 2-15,10 7-12 16,3 24 11-16,7 8 1 15,-7 11-9-15,1-1-3 16,-12 0 4-16,-8-2 3 16,-1-3-7-16,0-8 6 15,-13-6-7-15,-11-8 5 16,-4-8-1-16,-1-8 2 16,-1-6-3-16,2-6-1 15,-2-18-2-15,2-7 2 16,5-3-3-16,4 1-1 0,5 6 0 15,9 12 1-15,2 10-2 16,3 5-2-16,1 3-6 16,25 19 1-16,8 3 9 15,7 0 9-15,4-6-4 16,0-5-2-16,0-10 2 16,2-4 0-16,0-2 5 15,2-20-1-15,2-9-4 16,10-6 1-16,2-3-4 15,1-5-1-15,-7-2-1 16,-19-13-1-16,-18-6-20 16,-13-9-16-16,-7-4-7 0,-9 15 20 15,-16 18 23-15,-2 25 1 16,-7 21 39-16,-2 21-6 16,0 32-12-16,8 16 33 15,11 4 10-15,17 4 15 16,3-5-25-16,27-8-26 15,12-6-14-15,8-8-7 16,6-5-3-16,-1-13-2 16,3-13-2-16,-1-11 0 15,-5-8-5-15,-1-20 4 16,6-19-1-16,-7-13-5 16,-3-7-8-16,-16-11-11 0,-6-7 11 15,-14 6-9 1,-9 11 12-16,-2 21 12 0,0 28 3 15,-19 11-1-15,-5 36-1 16,-2 15 21-16,4 14 5 16,11-2-1-16,11-3-9 15,4-7-5-15,22-6-12 16,6-8 0-16,19-9-2 16,18-13-2-16,22-11-94 15,22-6-119-15,9-25-271 16</inkml:trace>
  <inkml:trace contextRef="#ctx0" brushRef="#br0" timeOffset="23048.91">22556 5320 1001 0,'0'0'90'0,"0"0"-79"15,0 0 139-15,0 0-107 0,0 0-25 16,0 0-15 0,-82 22 11-16,54-16 7 15,1-1 11-15,2-5 11 16,2 0 3-16,7 0-16 0,1-17-13 15,6-9-2-15,4-12-14 16,5-9-1-16,0-2-6 16,11 4 3-1,10 12-4-15,3 13 2 0,-3 12-1 16,4 8 3-16,3 0-1 16,4 29-1-16,-1 17 3 15,-3 13 0-15,-10 11 1 0,-12 9 1 16,-6 3 0-16,-18-1-1 15,-19-8 1-15,-8-8-1 16,-7-10 1-16,-3-8 0 16,-2-6 2-16,2-7 4 15,6-8-1-15,8-9-1 16,16-9-1-16,9-8-2 16,8-2 0-16,2-26-1 15,5-13-16-15,1-10-24 16,0 0 18-16,15 8 12 15,7 11 8-15,2 11 2 16,4 12-1-16,6 9 1 16,7 12 0-16,5 16 14 0,0 9-12 15,0-1 1 1,-1 1-3-16,3-3 0 0,-2-5-3 16,2-4-7-16,3-8-107 15,9-13-103-15,-1-4-37 16,4-11-299-16</inkml:trace>
  <inkml:trace contextRef="#ctx0" brushRef="#br0" timeOffset="23499.39">23544 5339 1350 0,'0'0'3'16,"0"0"11"-16,0 0 148 0,0 0-124 15,0 0-13-15,0 0-11 16,-57-45-6-16,26 67-6 16,-11 9 5-16,-9 4-5 15,1 0 12-15,6-4-1 16,10 0 5-16,13-4-15 16,9-5-3-16,12 5-6 15,0-4 5-15,23 2-4 16,10 1 4-16,8-7-5 15,2 3-20-15,-1-3-32 16,4-5 2-16,-2 3 35 16,-7-2-65-16,0-4 15 15,-14-1 17-15,-11-3 8 0,-12 2 10 16,-9 1 25-16,-31 5 11 16,-23 4 20-16,-18 1 13 15,-14 4 27-15,-2-3-6 16,7 2-15-16,14-2-14 15,21-3-25-15,25-4-1 16,23-1-3-16,7-5-70 16,28-8-64-16,27 0-43 15,15-17-74-15,10-17-199 16</inkml:trace>
  <inkml:trace contextRef="#ctx0" brushRef="#br0" timeOffset="25485.62">24020 5451 1065 0,'0'0'31'0,"0"0"92"0,0 0 6 0,0 0-72 15,0 0-20-15,-85-59-11 16,43 70-17-16,-9 15 2 16,-2 9 0-16,-1 4-2 15,6 6 3-15,11-4-9 16,10 0-1-16,16-7-2 15,10-9-1-15,1-5 1 16,10-9-8-16,17-5 3 16,11-6-38-16,9-1-22 0,3-21 3 15,6-4-2 1,-4-11 24-16,-7 0 20 0,-7-2 6 16,-8 3 3-16,-13 4 11 15,-8 9 4-15,-7 11 23 16,-2 10 34-16,0 2 2 15,-8 0-15-15,-7 17-48 16,-3 10 0-16,1 4 1 16,9 2 0-16,5-5-1 15,3-1-1-15,0-7 1 16,11-5-3-16,13-6 0 16,8-7 1-16,8-2-16 0,4-4-20 15,3-16-4 1,-2-5-3-16,0-8-2 0,-3-5 34 15,-5-3-9-15,-7 5 11 16,-11 3 10-16,-7 17 1 16,-9 5 27-16,-3 10 47 15,0 1-3-15,0 6-58 16,-10 16-11-16,-6 6 8 16,2 4 3-16,2 1-11 15,6-3 2-15,5-5-4 16,1-4 0-16,0-5 0 15,3-8 0-15,17-5-4 16,9-3 0-16,7 0-15 16,3-17-21-16,4-8 3 15,-3-6-4-15,-3-7-5 0,-4 3 28 16,-7 0-3 0,-12 7 19-16,-5 10 2 0,-7 8 41 15,-2 5 20-15,0 5-2 16,0 0-42-16,-2 15-17 15,-8 6 2-15,1 2 5 16,5-3-1-16,4-2-4 16,0-5-2-16,0-2 0 15,0-1-1-15,10-5 1 16,0-5 3-16,4 0 1 16,2 0-4-16,2 0 0 15,3-11 0-15,1-6 0 16,1-1-4-16,2-5 1 15,2-8-3-15,3 0 2 0,-5-3 1 16,0 2 3-16,-9 10-4 16,-8 7 4-16,-5 11 3 15,-3 4 1-15,0 8-1 16,-3 17 0-16,-7 11 34 16,4-3-22-16,3 0-4 15,3-4-1-15,0-4-8 16,11-6 5-16,9-4-7 15,3-6 0-15,5-8 2 16,6-1-3-16,2 0 1 16,2-17-13-16,-1-7-12 0,0-5-17 15,-3-6 32 1,-8-7 4-16,-4-2 3 0,-6 1-5 16,-7 5 8-16,-4 15 4 15,-5 12 6-15,0 8 22 16,0 3 28-16,-3 22-60 15,-16 20 1-15,-2 16 24 16,-6 13-2-16,0 7-1 16,2 2 1-16,-2 2 4 15,6 5-10-15,-6-6-15 16,8-1 1-16,4-8 0 16,1-11-2-16,7-11 0 15,2-11-1-15,2-11-1 16,3-14 0-16,0-8 2 0,0-6 1 15,0-26-2-15,9-16-1 16,3-19-12-16,8-18 3 16,-1-17-2-16,2-12-6 15,7-15-12-15,1-1-4 16,1 0 3-16,-1 18 24 16,1 20 7-16,-2 30 2 15,-4 21 1-15,-6 18 3 16,2 14 3-16,-5 3-9 15,1 30 1-15,3 14-1 16,-4 8 9-16,-4 3-8 0,-8 1 0 16,-3-9 1-1,-5-4 0-15,-13-11 0 0,-9-6-1 16,-4-8 2-16,-5-11 2 16,-5-7-1-16,5 0-1 15,0-16 1-15,5-10 1 16,7-3-2-16,9 1 7 15,9 5-8-15,6 7 7 16,0 7-8-16,0 6 5 16,0 3-5-16,7 0-1 15,16 3-6-15,9 14 6 16,12 0 7-16,2-1-7 16,-1-1 0-16,0-8 0 15,1-5 0-15,0-2 2 0,3-2-2 16,3-16 1-16,-2-8-1 15,-4-8-1-15,-7-12-5 16,-5-13-12-16,-4-15-4 16,-8-10 16-16,-5-7-3 15,-5-5 6-15,-6 12-6 16,-6 14 4-16,0 28 5 16,0 22 4-16,0 16 24 15,-9 4-14-15,-14 36-13 16,-8 19-1-16,-3 16 33 15,5 8-14 1,20 2-1-16,9-5 4 0,5 1-18 16,22-4 2-16,5-9-6 15,7-13-1-15,3-10 0 16,4-14 0-16,2-11-3 0,4-13-2 16,0-3 1-16,0-19-18 15,-7-11 5-15,-6-10-3 16,-7-11 17-16,-13-8-11 15,-10-1 11-15,-9 9 4 16,0 19 1-16,-15 15 11 16,-12 17 22-16,-7 11-19 15,-6 26 11-15,4 11 17 16,11 6 16-16,17 0-22 16,8 2-13-16,12-3-13 0,19-5-11 15,6-7 2 1,7-11-1-16,2-12-2 0,2-9-5 15,-1-9-60-15,0 0-89 16,-1-13-66-16,-3-6-87 16,0-6-495-16</inkml:trace>
  <inkml:trace contextRef="#ctx0" brushRef="#br0" timeOffset="25639.45">26704 5441 1166 0,'0'0'104'0,"0"0"115"15,0 0-9-15,0 0-126 16,0 0-51-16,0 0-11 16,3 0-11-16,-3 0-10 15,0 0-1-15,0 0-64 16,0-5-85-16,-8-8-192 16,-14-8-220-16</inkml:trace>
  <inkml:trace contextRef="#ctx0" brushRef="#br0" timeOffset="28439.31">3864 7641 726 0,'0'0'1'0,"0"0"18"15,0 0 96-15,0 0-28 16,0 0-9-16,0 0-3 15,0 0-27-15,-24-30-9 16,24 30 10-16,-2 0-18 16,2 0-13-16,-3 2-12 15,-4 14 1-15,-2 16 8 16,1 7 20-16,1 12-11 16,-3 18 3-16,1 18 2 15,-2 30 12-15,-1 27-12 16,-1 26 2-16,-5 22 0 15,9 7-13-15,1 5-4 0,3 7-3 16,5 6-7-16,0 9 4 16,0 4-3-16,0-3-2 15,0 0-1-15,0 1-2 16,0-1 1-16,0-4-4 16,-11-15 2-16,-4-14 0 15,-6-15 2-15,-1-13 1 16,5-12 4-16,0-13 5 0,0-18-8 15,1-16-2 1,1-19-1-16,0-19 0 0,6-16-1 16,-1-18 1-16,2-11 0 15,2-13-52-15,0-10-32 16,0-1-41-16,2-21-18 16,1-19-22-16,0-18-10 15,1-16-105-15</inkml:trace>
  <inkml:trace contextRef="#ctx0" brushRef="#br0" timeOffset="29230.64">3777 7930 423 0,'0'0'113'0,"0"0"-40"16,0 0 46-16,0 0-48 16,0 0 21-16,0 0-44 15,-16-14-26-15,16 13 8 16,0 1-9-16,4 0-15 0,17 0 18 15,9-2 22 1,9-1-17-16,7 2 5 0,5 1-10 16,12 0-5-16,5 0-3 15,5 0-4-15,5 0-6 16,-1 0-5-16,-5 0-2 16,-11 0 1-16,-12 0-3 15,-17 1 3-15,-12 0-1 16,-9 1 0-16,-8-2-5 15,0 0-17-15,-3 0-41 16,0 0-21-16,0 0-20 16,-9 0-89-16,-3 0-127 15</inkml:trace>
  <inkml:trace contextRef="#ctx0" brushRef="#br0" timeOffset="29472.98">4480 7710 642 0,'0'0'146'16,"0"0"-144"-16,0 0 82 16,0 0-48-16,0 0-31 15,0 0 40-15,58 15 23 16,-16 4 20-16,-3-2-30 16,-8 7-3-16,-3 0-16 15,-14 5-15-15,-14 7-7 16,-8 8 7-16,-38 7-13 15,-24 16-6-15,-22 12-5 16,-16 10-47-16,2-1-245 16,-1-9-417-16</inkml:trace>
  <inkml:trace contextRef="#ctx0" brushRef="#br0" timeOffset="31299.28">5593 7459 320 0,'0'0'61'0,"0"0"-40"0,0 0 55 16,0 0 21-16,0 0-37 15,0 0-28-15,0 0 12 16,70-44-22-16,-58 60-2 16,4 9 68-16,-2 7-30 15,-1 8 2-15,-2 6-15 16,-10 5 17-16,-1 7-4 16,0 2-3-16,-6 0 4 15,-10 0-25-15,-1-7 1 16,4-5-7-16,4-11 3 15,6-3-21-15,3-8-3 16,0-3-5-16,12-6 2 0,3-3-3 16,10-8-1-16,11-6 1 15,16 0 3-15,15-20-4 16,5-5-5-16,1 0-31 16,-10 0-43-16,-11 2-60 15,-19 2-40-15,-14-3-95 16</inkml:trace>
  <inkml:trace contextRef="#ctx0" brushRef="#br0" timeOffset="34732.54">5530 7417 253 0,'0'0'243'15,"0"0"-197"-15,0 0 66 16,8-76-9-16,-7 57 40 16,2 5-93-16,-1 1 14 15,-2 6 34-15,0 3-19 16,0 4-19-16,6 5-28 15,1 34-30-15,8 24 20 16,-4 22 48-16,-1 17-9 0,-10 6 10 16,0 6-29-16,0-1 3 15,-12-2-34-15,0-9-7 16,4-15-3-16,-2-18 2 16,3-19-3-16,2-20 0 15,4-13 0-15,-1-8-4 16,2-9-31-16,-6 0-39 15,-1-25-8-15,-7-13-66 16,-5-13 17-16,-2-10 74 16,-6-8-7-16,3-1 5 15,-1 2 52-15,3 11 7 16,8 11 1-16,2 20 6 0,8 12 36 16,1 11 46-1,3 3-8-15,0 0-81 0,7 1 4 16,16 7 7-16,8-2 31 15,12-3-21-15,5-3 2 16,4 0-10-16,5-12-3 16,1-11-9-16,0-6-1 15,2-4 2-15,-5-5-4 16,-6-5 2-16,-13-4 0 16,-9-12 0-16,-8-8 0 15,-13-3 0-15,-4 8-1 16,-2 19 2-16,0 19 0 15,0 18 6-15,-5 10 7 16,-6 34-5-16,-5 22-8 16,2 15 29-16,0 6 16 0,5 5 6 15,5 3-17-15,-2 7-7 16,4-3-16-16,-1 1-5 16,3-10-6-16,0-13-1 15,3-17-1-15,9-21-1 16,0-14 1-16,0-14-13 15,9-5-130-15,7-18 33 16,8-21-94-16,-3-14-140 16</inkml:trace>
  <inkml:trace contextRef="#ctx0" brushRef="#br0" timeOffset="35062.78">6352 7820 977 0,'0'0'3'0,"0"0"-3"0,-55 105 124 0,42-58 6 0,-1 5-57 0,10-2-6 15,4-2-12-15,0-2-19 16,15-7-18-16,10-9-11 16,5-10 3-16,4-12-5 15,2-8-2-15,6-9 0 16,-1-19 3-16,-8-12-4 15,-9-5 3-15,-15-7 2 16,-9-3 6-16,-9-2 3 16,-19 3-8-16,-14 8 23 15,-4 13-23-15,0 13-5 16,2 12-3-16,8 8-2 0,5 4-9 16,13 20-15-16,12 5-75 15,6 3-85-15,0-1-86 16,17-5-84-16</inkml:trace>
  <inkml:trace contextRef="#ctx0" brushRef="#br0" timeOffset="35250.92">6983 7730 1321 0,'0'0'5'0,"0"0"108"15,0 0-35-15,0 0-48 16,0 0-30-16,0 0-4 16,-56-34-24-16,63 54-84 15,5 5-146-15,-5 1-153 16</inkml:trace>
  <inkml:trace contextRef="#ctx0" brushRef="#br0" timeOffset="35381.04">6977 7984 1003 0,'0'0'7'16,"0"0"142"-16,0 0-66 0,0 0-77 15,0 0-6-15,0 0-137 16,18-60-252-16</inkml:trace>
  <inkml:trace contextRef="#ctx0" brushRef="#br0" timeOffset="36040.68">7920 7570 941 0,'0'0'7'0,"0"0"46"0,0 0 153 16,0 0-118-16,0 0-87 15,-28 121 44-15,14-45 45 16,1 13-6-16,-3 8-24 15,-7 13-22 1,0 8-1-16,1 2-28 16,5-5-9-16,6-13-1 0,5-24 0 15,2-23-2-15,4-21-2 16,0-18-25-16,0-14-70 16,0-2-68-16,10-24 29 15,7-17-74-15,2-14-165 16</inkml:trace>
  <inkml:trace contextRef="#ctx0" brushRef="#br0" timeOffset="36450.83">7971 7603 898 0,'0'0'25'16,"0"0"138"-16,0 0-32 15,0 0-123-15,0 0-1 16,-43 122 52-16,29-54-1 15,1 6-4-15,-2 1 23 16,7-4-42-16,7-6-12 16,1-8-14-16,9-14-9 15,22-11 3-15,8-17-3 16,9-15-5-16,8-1 5 16,7-32-2-16,6-11 2 0,-2-6 0 15,-9-6 0-15,-13-7-5 16,-21 0 5-16,-8-1 1 15,-11 10 1-15,-5 17 0 16,0 15 7-16,0 15-1 16,0 7 14-16,0 23-22 15,-3 17 8-15,-8 16-8 16,4 1 16-16,5-6-12 16,2-3-1-16,5-8-3 15,19-8-4-15,4-6 1 16,8-6-12-16,8-11-71 15,6-6-103-15,8-3-111 0,-6-5-125 16</inkml:trace>
  <inkml:trace contextRef="#ctx0" brushRef="#br0" timeOffset="37111.83">9893 7486 755 0,'0'0'14'0,"0"0"19"0,0 0 114 0,0 0-17 0,0 0-65 15,0 0-15-15,14-20 10 16,-18 30 1-16,-17 13-10 16,-16 11 45-16,-14 11-30 15,-16 2-13-15,-7 6-3 16,-4 0-21-16,-1-2 7 15,9-3-16-15,7-11 8 16,21-11 9-16,18-13-16 16,15-8-17-16,9-3-4 15,0 0 0-15,6 2-8 16,23 5 5-16,11 5 3 16,17 2 4-16,1 10-4 15,0 3-4-15,0 8 4 0,1 6 0 16,0 5 0-16,-2 1-2 15,-8-1 2-15,-6-7-3 16,-11-7-50-16,-7-9-93 16,-7-8-48-16,-3-9-34 15,-2-8-164-15</inkml:trace>
  <inkml:trace contextRef="#ctx0" brushRef="#br0" timeOffset="37949.61">10228 7791 899 0,'0'0'9'0,"0"0"157"0,0 0-32 0,0 0-74 16,0 0-31-16,0 0-19 15,-1 0-10-15,25 0 3 16,4 0 0-16,2 0-3 16,-2 1 0-16,-7 1-32 15,0 6-178-15,-9-3-110 16,-6 2-348-16</inkml:trace>
  <inkml:trace contextRef="#ctx0" brushRef="#br0" timeOffset="38063.55">10325 7947 998 0,'0'0'79'0,"0"0"-48"16,0 0 92-16,0 0-87 15,0 0-36-15,0 0-2 16,103 0-1-16,-56 0-240 15,-1-4-378-15</inkml:trace>
  <inkml:trace contextRef="#ctx0" brushRef="#br0" timeOffset="38653.01">11417 7602 894 0,'0'0'62'0,"0"0"-49"0,0 0 63 0,0 0-29 0,-36 120 91 0,22-50-67 16,0 9-3-16,-2 8 23 16,2 13-32-16,-3 10-33 0,0 7-8 15,1-1-3 1,2-7-11-16,7-19-4 15,4-16 0-15,3-22-3 0,0-16 2 16,0-14-1-16,0-12-17 16,0-10-81-16,3-7-32 15,10-26 41-15,-2-16-108 16,2-16 58-16,-1-12-42 16,-3-14-40-16,-3-19-105 15</inkml:trace>
  <inkml:trace contextRef="#ctx0" brushRef="#br0" timeOffset="39050.67">11323 7972 127 0,'0'-112'151'15,"0"19"22"-15,0 33 22 16,0 27-34-16,0 18-51 0,0 15 65 16,0 6-105-16,0 25-63 15,0 18 21-15,0 9 51 16,2 2-48-16,2 2 37 16,1-3-22-16,2 0-13 15,4-3-14-15,-1-8-13 16,4-7-5-16,2-13 6 15,1-11-7-15,3-12-4 16,10-5 4-16,6-17 2 16,0-14 1-16,4-12-3 0,-7-3-8 15,-9-6-10 1,-8-8 14-16,-7-1 1 0,0 1 1 16,-9 11 1-1,0 16 1-15,0 18 3 0,0 11 7 16,-2 4 22-16,-6 30-32 15,-4 11 0-15,0 7 5 16,3 4 6-16,7-5-6 16,2-3 3-16,0-1-5 15,14-4-2-15,2-6-1 16,8-1-5-16,4-12-89 16,11-10-104-16,6-10-47 15,3 0-147-15</inkml:trace>
  <inkml:trace contextRef="#ctx0" brushRef="#br0" timeOffset="39298.33">12081 8035 889 0,'0'0'41'0,"0"0"21"0,0 0 80 0,-74 72-34 0,68-43-22 0,6-1-41 0,0-2-18 16,13-3 0-16,17-7-20 15,9-8-1-15,13-8 2 16,9-2-3-16,-1-20 4 16,-4-5-7-16,-14-6 3 15,-12-3 8-15,-14-6 5 16,-16-1 13-16,-5 6-5 16,-36 6-22-16,-20 16-4 0,-24 15-59 15,-22 9-192-15,-22 34-311 16</inkml:trace>
  <inkml:trace contextRef="#ctx0" brushRef="#br0" timeOffset="40521.61">5791 9432 686 0,'0'0'193'0,"0"0"-192"0,0 0 78 0,0 0 61 15,0 0-105-15,0 0-28 16,-40 63 4-16,34-2 45 16,-9 4-20-16,0 0-15 15,-3 0-8-15,1-1-6 16,0-8-5-16,6-15-2 16,0-10-1-16,8-17-1 15,1-8 2-15,2-6-7 16,0 0-54-16,0-20 40 15,0-13-4-15,6-11-4 16,4-3 25-16,1 4-5 0,-2 5 7 16,6 11 2-16,-5 7-1 15,1 5 1-15,4 5 1 16,1 1 0-16,5-1-1 16,10 5 0-16,4-5-1 15,-1-1 1-15,9-3 0 16,-4-3 0-16,1-5 0 15,-4-6 0-15,-7-6-1 16,-6 0 2-16,-12-6 1 16,1 1 0-16,-12-1 3 15,0 8 6-15,0 12-6 16,0 13 55-16,-5 7 10 0,-2 12-42 16,-1 26-28-16,-2 14 0 15,1 10 1-15,-3 2 0 16,6-5 2-16,3-1-3 15,3-3 0-15,0-3-1 16,0-4 1-16,6-10-4 16,12-14-76-16,3-9-46 15,9-15-27-15,10 0 0 16,-1-16-85-16,7-8-271 16</inkml:trace>
  <inkml:trace contextRef="#ctx0" brushRef="#br0" timeOffset="40926.14">6500 9719 557 0,'0'0'75'0,"0"0"0"0,0 0 26 0,0 0-24 0,0 0-49 0,30-80-19 16,-30 69 17-16,0 4 21 16,0 5 32-16,-9 2-17 15,-15 2-1-15,-9 19-60 16,-6 8 10-16,2 4 17 15,6 1-3-15,7 0-6 16,9-5-12-16,6-5-6 16,9-4-1-16,0-6 0 15,15-5-6-15,9-6 6 16,6-3 0-16,4-3-2 16,2-16 2-16,5-4-4 15,-6-2-5-15,-7 3 4 0,-7 3 5 16,-9 8 0-16,-3 5 3 15,-4 6-3-15,1 6 0 16,4 19 0-16,2 9 11 16,1 7 6-16,2-2-9 15,0-1-6-15,-3-2 1 16,3-9-6-16,0-4 3 16,-3-11-5-16,6-5-67 15,1-7-110-15,2 0-89 0,4-11-237 16</inkml:trace>
  <inkml:trace contextRef="#ctx0" brushRef="#br0" timeOffset="41127.24">7149 9533 266 0,'0'0'912'0,"0"0"-881"0,-91-32-31 0,85 30 52 16,6 2-52-16,0 0-8 0,15 6-13 16,7 11-23-16,-1 5-162 15,-7 2-64-15,-6 5-340 16</inkml:trace>
  <inkml:trace contextRef="#ctx0" brushRef="#br0" timeOffset="41273.93">7127 9807 1040 0,'0'0'3'0,"0"0"163"0,0 0-65 16,0 0-49-16,0 0-42 15,0 0-10-15,-54-15-14 16,70 11-30-16,11 1-78 16,6-6-154-16,1-2-130 15</inkml:trace>
  <inkml:trace contextRef="#ctx0" brushRef="#br0" timeOffset="41575.35">8126 9278 1191 0,'0'0'5'16,"-31"82"-5"-16,23-16 105 15,1 9 7-15,3 21 3 16,-4 8-52-16,2 12-4 16,-4 7-36-16,-4 2-8 15,-2-1-15-15,1-1 1 16,-1-7-2-16,2-15-2 16,5-18-6-16,4-28-24 15,1-29-19-15,4-22-36 16,0-4-54-16,4-38-5 0,13-17-119 15,7-24-44-15,-2-11-278 16</inkml:trace>
  <inkml:trace contextRef="#ctx0" brushRef="#br0" timeOffset="41965.86">8074 9479 901 0,'0'0'26'15,"0"0"-15"-15,0 0 186 16,0 0-137-16,0 0-55 15,0 0-5-15,-33 99 25 16,39-45-13-16,9-4 14 0,0-3-5 16,4-7-12-16,2-9-9 15,0-12 3-15,0-9-2 16,6-8 0-16,1-2 1 16,5-16 0-16,4-14 3 15,1-10-5-15,-7-4-6 16,-6-6 1-16,-10-4-1 15,-7 0 6-15,-8 6 0 16,0 16 1-16,0 15 4 16,0 11 11-16,0 6 69 15,-3 29-82-15,-9 13 5 16,4 10 19-16,4-3 1 0,4-2-16 16,0-2-1-16,6-4-11 15,12-6 0-15,1-5-4 16,5-6 0-16,4-9-67 15,7-13-106-15,5-2-147 16,8-10-176-16</inkml:trace>
  <inkml:trace contextRef="#ctx0" brushRef="#br0" timeOffset="42388.94">9417 9287 627 0,'0'0'613'15,"-94"-16"-612"-15,64 16 183 0,6 0-69 0,18 0-40 0,3 0-22 16,1 0-40-16,2 0-13 16,0 0 0-16,2 11 0 15,12 4 3-15,8 2 6 16,8 3-8-16,13 3 0 15,9 1-1-15,9 4 0 16,5-1 0-16,1 2-1 16,2 1 0-16,2 3 0 15,-13-3 1-15,-13-3 2 16,-16-5-2-16,-19-1 0 16,-10 1 4-16,-12 2 5 0,-30 5 16 15,-22 1 35 1,-16 2-19-16,-17 3-4 0,-12-1-13 15,-5 0-13-15,12 2-10 16,21-5-1-16,27-4-1 16,27-7-6-16,21-2-2 15,6-6-60-15,17-5-77 16,29-7-57-16,23 0-70 16,13-19-205-16</inkml:trace>
  <inkml:trace contextRef="#ctx0" brushRef="#br0" timeOffset="43075.89">10846 9216 1277 0,'0'0'4'0,"0"0"7"0,0 0 36 16,-24 98 155-16,18-19-80 15,-3 15-81-15,-7 18 41 16,4 18-36-16,-9 12-24 16,0-4-12-16,-1-5-4 15,1-19-4-15,7-17-2 16,1-19 0-16,6-17-2 16,-1-20 2-16,6-15 0 0,1-13-2 15,1-13-20-15,0-3-54 16,0-27-64-16,1-17-150 15,12-16-25-15,-2-12-312 16</inkml:trace>
  <inkml:trace contextRef="#ctx0" brushRef="#br0" timeOffset="43495.73">10722 9419 1035 0,'0'0'0'0,"0"0"0"15,0 0 50-15,-10 117 48 0,22-66-49 16,10 4-19-16,5-4 1 16,0-4-13-16,2-7-16 15,0-6 1-15,-2-11-2 16,-2-11 0-16,2-10 2 16,1-2-3-16,1-13 0 15,-1-17 1-15,-3-10-1 16,-5-11-2-16,-4-9-7 15,-7-4 8-15,-1 2 1 16,-3 10 0-16,-5 19 0 16,0 16 6-16,0 17 15 15,0 6 57-15,-5 26-77 16,-6 14 39-16,2 5 14 0,5 2-25 16,4-6-6-16,0 0-13 15,4-9-4-15,13-2-5 16,-1-11-2-16,5-7-1 15,3-9-16-15,9-9-113 16,5 0-55-16,6-19-137 16,-4-9-149-16</inkml:trace>
  <inkml:trace contextRef="#ctx0" brushRef="#br0" timeOffset="43735.81">11461 9631 788 0,'0'0'192'16,"0"0"-180"-16,0 0 154 0,0 0-33 15,0 0-19 1,-74 84-29-16,74-56-33 0,0-2 23 16,0 1-36-16,16-5-14 15,3-3-5-15,9-7-15 16,5-6-1-16,7-6-1 16,-1 0 1-16,1-10 1 15,-8-6-4-15,-13-5 1 16,-4-7 7-16,-15 1-2 15,0-2-2-15,-31 8-5 16,-24 9-9-16,-19 12-97 16,-17 6-177-16,-14 15-298 15</inkml:trace>
  <inkml:trace contextRef="#ctx0" brushRef="#br0" timeOffset="44691.84">8223 7753 193 0,'0'0'0'0,"0"0"-1"0,0 0-42 0,0 0-51 0</inkml:trace>
  <inkml:trace contextRef="#ctx0" brushRef="#br0" timeOffset="45612.56">8295 7439 575 0,'0'0'1'0,"0"0"-2"16,0 0 2-16,0 0 34 15,0 0 48-15,0 0-47 16,-8 3-6-16,8-3-7 0,0 0-1 15,0 0 0 1,0 0 3-16,0 0-6 16,0 0-5-16,0 0-3 15,0 0-2-15,0 0 0 0,0 0-5 16,0 0 0-16,0 0 4 16,0 0 1-16,0 0 1 15,0 0-2-15,0 0 0 16,0 0-3-16,0 0 1 15,0 0-3-15,0 0-3 16,0 0 1-16,0 0 1 16,0 0-2-16,0 0 0 15,0 0 0-15,0 0 0 16,0 0 0-16,0 0 1 16,0 0-2-16,0 0 1 0,0 0 0 15,0 0 0-15,0 0 0 16,0 0 0-16,0 0 0 15,0 0 0-15,0 0 1 16,0 0-1-16,0 0 0 16,0 0-1-16,0 0 2 15,0 0-1-15,0 0 0 16,0 0 0-16,0 0 0 16,0 0 1-16,0 0-1 15,0 0 4-15,0 0-3 16,0 0-1-16,0 0 0 15,0 0 1-15,0 0 0 16,0 0-1-16,0 0 0 0,0 0 0 16,0 0 0-16,0 0 0 15,0 0 0-15,0 0 1 16,0 0-1-16,0 0 0 16,0 0 0-16,0 0 0 15,0 0 0-15,0 0 0 16,0 0 0-16,0 0 0 15,0 0-1-15,0-3 1 16,8-3-9-16,14 1-28 16,11-4-115-16,10-3-70 15,5-7-286-15</inkml:trace>
  <inkml:trace contextRef="#ctx0" brushRef="#br0" timeOffset="51749.36">23028 6798 606 0,'0'0'51'0,"0"0"-48"0,0 0 90 16,0 0-13-16,0 0-28 15,0 0-14-15,0 0 28 16,70-83 0-16,-49 68-21 15,-2-1 0-15,-1-1-11 16,-6 6-15-16,-7-2 13 16,-1 2 5-16,-4 1-26 15,0 3 18-15,0 6 2 0,-18 1-7 16,-9 0-6-16,-12 11-11 16,-8 14-6-16,-1 9 3 15,6 1-1-15,8 5 2 16,7-1 7-16,7 2-8 15,7-2-3-15,9-3-1 16,4-2 0-16,4-3-5 16,26-7 0-16,10-9 3 15,10-5-2-15,9-8-26 16,7-2-5-16,4-6-31 0,-5-14-19 16,-3-6-16-1,-13-4 5-15,-3-4 12 0,-10 0-46 16,-9 4 103-16,-12 7 27 15,-5 7 4-15,-8 7 2 16,-2 5 88-16,0 4 14 16,-15 0-87-16,-5 19-18 15,-4 3 12-15,4 0-8 16,11 2 10-16,4-3-13 16,5-3-3-16,3 0-1 15,15-5-1-15,12-7 1 16,7-6 2-16,5 0-2 15,3-7 0-15,-4-12-4 16,-3-5 4-16,-8-2 0 0,-8-3 0 16,-8-2 1-16,-7-2 1 15,-4 5 6-15,-3 2-3 16,0 3 14-16,-18 11-1 16,-10 7 9-16,-10 5-20 15,-3 5 13-15,-3 13-17 16,5 5-2-16,8 3-1 15,9-2 0-15,13 4-4 16,9-3 4-16,0-5-4 16,15 1-21-16,15-9-40 15,6-3-26-15,5-7-47 16,-2-2-15-16,1-1-60 16,-4-15 67-16,-3-5 146 0,-6-2 110 15,-2 0 15-15,-6-2-20 16,-5 1 44-16,-2 0-46 15,-3 8-13-15,-3 5-26 16,-5 6-2-16,2 5-14 16,-1 0-41-16,-1 19 3 15,1 7 2-15,-2 5 23 16,0 0-16-16,0 1 10 16,-3-1-8-16,-2-5-8 15,1-2-9-15,4-7 2 16,0-7-4-16,0-7-1 15,0-3-1-15,16-1 5 16,5-19 9-16,6-7-10 16,-2-5-3-16,2-1 2 15,-4 2-2-15,1 0 0 0,-7 3 0 16,-5 6-1-16,-4 11 1 16,-7 9-1-16,-1 2 0 15,0 10-12-15,0 13 10 16,0 2 2-16,0 1 0 15,0-5 1-15,0-1-2 16,5-4 2-16,4-6-2 16,-3-3 1-16,10-7 0 15,1 0 0-15,3 0 0 16,4-10 3-16,-1-13-2 0,2 0-2 16,2-4-1-1,-3-6-12-15,1-2-5 0,-5 5-6 16,-4 9 22-16,-7 9 1 15,-6 12 2-15,-3 0-4 16,0 14-9-16,-5 13 8 16,-2 3 5-16,4-1 1 15,3-3-1-15,0-3 0 16,0-3-2-16,15-6-1 16,7-3 3-16,11-5 0 15,9-5 2-15,8-1-2 16,3 0-5-16,-7-6-24 15,-7-14-41-15,-8-1 18 16,-8-8 12-16,-12-2 8 0,-5 0 22 16,-3 7 10-16,-3 8 1 15,0 7 7-15,0 9 55 16,0 11-50-16,-1 20-7 16,-7 14 14-16,-2 11-7 15,1 11 20-15,3 9-6 16,-6 6-14-16,0-1-6 15,2-6-5-15,-2-10 1 16,4-11-3-16,2-15-1 16,2-13 0-16,4-13 1 15,0-11 0-15,0-2 6 0,0-14 19 16,0-20-18-16,4-12-7 16,5-14-3-16,3-15 2 15,3-11 0-15,3-10 0 16,-1 1-1-16,2 9-2 15,-4 20 3-15,4 19 1 16,-4 15-1-16,-2 14 2 16,3 8-2-16,1 10-2 15,3 0-10-15,7 17 8 16,-2 10 5-16,-1 1-3 16,-12 0 6-16,-5-2-3 15,-7-4 0-15,-10 2 1 16,-23-4 1-16,-4-1 8 15,-8-1-7-15,8-5-3 16,4-5 0-16,8-5-1 0,5-3 0 16,7 0-19-16,5-15-74 15,8-8-42-15,0-6-62 16,9-4-305-16</inkml:trace>
  <inkml:trace contextRef="#ctx0" brushRef="#br0" timeOffset="52609.42">25233 6727 900 0,'0'0'72'0,"0"0"-32"0,0 0 94 0,0 0-70 0,0 0-47 0,0 0-16 15,38-83-1-15,-27 64 0 16,-3-3 0-16,-5-2 0 15,-3 1-2-15,-3 3-1 16,-17 9 3-16,-7 5-3 16,-6 6-5-16,-4 6 3 15,3 16 1-15,7 9 2 16,9 0 1-16,10 1 1 16,7-1-3-16,1-5 3 15,3-3-1-15,15-6-2 16,3-8-2-16,1-3 4 15,2-6-37-15,5 0 7 16,0-6 20-16,0-16-19 16,-4-3-1-16,-3-8 28 0,-4 0 3 15,-6 0 0-15,-4 6 6 16,-7 9 7-16,-1 9 1 16,0 9 53-16,0 0-38 15,-6 20-20-15,-4 7-9 16,1 4 7-16,7-3-7 15,2-1 4-15,0-4-2 16,5-4-2-16,8-3 0 16,5-7 1-16,-2-3-1 15,8-6 1-15,-1 0-1 16,4-4 2-16,-2-13 2 16,-1-5-4-16,-6-7-2 0,-3-5-2 15,-5-2-3-15,-5 4 3 16,-2 9 4-16,-3 9 0 15,0 7 0-15,0 7 0 16,0 0-2-16,-3 12-9 16,-6 13 8-16,0 2 0 15,9 1 4-15,0-5-1 16,0-3 1-16,6-4-1 16,9-4-2-16,7-5 2 15,5-3 0-15,3-4 0 16,7 0 0-16,-1-9-1 15,1-7-8-15,-3-7-3 16,-4-3-12-16,-3-6 21 0,-7-3 2 16,-4 2 1-1,-6 4 0-15,-7 8 8 0,-1 9 10 16,-2 7 31-16,0 5-6 16,0 4-43-16,0 17 0 15,0 9 0-15,0-1 6 16,0-3-2-16,0-1-3 15,4-6-2-15,4-2-1 16,-4-6 1-16,4-2-42 16,-1-7-130-16,-1-2-111 15,0 0-328-15</inkml:trace>
  <inkml:trace contextRef="#ctx0" brushRef="#br0" timeOffset="52756.14">25891 6364 958 0,'0'0'1'0,"0"0"60"0,0 0-25 0,0 0-36 0,0 0-29 15,0 0-44-15,-33 39-123 16,39-14-217-16</inkml:trace>
  <inkml:trace contextRef="#ctx0" brushRef="#br0" timeOffset="53047.98">26192 6539 137 0,'0'0'575'0,"0"0"-430"0,0 0 15 15,0 0-68-15,0 0-30 16,0 0-25-16,84-66-18 16,-73 66-8-16,-2 13-6 15,-4 4 0-15,-5 2 2 16,0 1-3-16,-25 1 0 15,-8-3 3-15,-11-2 0 16,-3-2-5-16,0-4 0 16,6-2-2-16,10-3 0 15,9-3 0-15,14-2-2 16,5 0-10-16,3 0-52 16,1 0-54-16,22 0-40 0,9-5-183 15,10-5-47-15</inkml:trace>
  <inkml:trace contextRef="#ctx0" brushRef="#br0" timeOffset="53798.45">26647 6442 733 0,'0'0'44'16,"0"0"196"-16,0 0-75 15,0 0-69-15,0 0-48 16,0 0-38-16,-98-56-7 15,74 74 0-15,12 4 5 16,1-1-7-16,7 0-1 0,4-3 1 16,0-1-1-16,10-5-2 15,12-4 2-15,9-2-2 16,7-6 2-16,0 0-1 16,1 0-15-16,-5-14-23 15,-3-4-9-15,-1-6 17 16,-8-2-7-16,-10-2 32 15,-7 1 6-15,-5 6 4 16,-3 4 15-16,-17 7 23 16,-7 8-26-16,-2 2-6 15,-1 6 2-15,9 13 1 16,4 6-9-16,6-1-2 0,9 2 1 16,2-5-1-1,0-3-2-15,13-2 0 0,6-7-4 16,4-2 4-16,6-5-12 15,1-2-43-15,4 0-23 16,3-12-53-16,6-5 19 16,1-3-28-16,0-4-13 15,-3 1 80-15,-10 3 73 16,-9 5 0-16,-10 6 121 16,-7 5 22-16,-5 4-46 15,1 0-63-15,-1 4-28 16,0 12 35-16,3 2 5 15,-1 1 2-15,2-5 10 16,2 1-39-16,0-4-9 16,3-4-1-16,4-1 6 15,4-5-2-15,5-1 2 16,7 0-2-16,2-9-10 0,3-7 0 16,4-7-1-16,5-5 3 15,0-3-4-15,-2-2 4 16,-10 7 23-16,-9 8 0 15,-10 9 64-15,-5 8-25 16,-4 1-31-16,4 5-34 16,2 15 5-16,4 7 6 15,2 0-8-15,3-2 1 16,1-3-6-16,7-2 1 16,3-6-2-16,3-2 0 0,4-4-74 15,1-4-154-15,0-4-197 16</inkml:trace>
  <inkml:trace contextRef="#ctx0" brushRef="#br0" timeOffset="55922.83">24272 7668 900 0,'0'0'40'0,"0"0"-34"0,0 0 58 16,0 0-2-16,-79 52-46 15,7-5 8-15,-23 12 17 16,-32 10-18-16,-37 15-9 16,-34 18 11-16,-40 11 25 15,-29 15-6-15,-15 1-16 16,-6-5 0-16,18-10-12 15,27-14-10-15,42-15 2 16,44-20-8-16,45-18 0 16,42-17 0-16,30-15 0 0,20-9-1 15,17-6-4 1,3 0-83-16,0-18-77 0,11-4 4 16,11-3 89-16,6-3-31 15,5 2-155-15,0-2-70 16</inkml:trace>
  <inkml:trace contextRef="#ctx0" brushRef="#br0" timeOffset="56155.03">21558 8768 766 0,'0'0'12'16,"0"0"32"-16,-92 45 62 0,62-20-65 15,0 1-21-15,3 3 6 16,7-3 10-16,6-1-14 15,8 0 0-15,6-6-13 16,0 0-9-16,30-7 11 16,10-2-4-16,21-8 4 15,17-2-7-15,26-9-3 16,29-17-1-16,32-10-1 16,34-6-107-16,22-8-140 15,14-9-448-15</inkml:trace>
  <inkml:trace contextRef="#ctx0" brushRef="#br0" timeOffset="56776.51">25039 7599 105 0,'0'0'498'0,"0"0"-489"0,0 0 15 0,0 0 44 0,0 0-7 0,0 0 60 0,75 9-24 16,-16 2-37 0,28 5 41-16,27 0-42 15,33 2-8-15,23 1-19 16,23 1-6-16,12 2-17 0,4 2-8 16,6 3 0-1,1 1-1-15,1 1 2 0,-4 1-2 16,-3-1-3-16,-19-2 0 15,-22-2 3-15,-31-2 1 16,-30-4 0-16,-23-5 0 16,-22-6-1-16,-19 0 0 15,-18-5-3-15,-14-3-2 16,-8 0-45-16,-4 2-29 16,0 0-90-16,-1 2-26 0,-25 0-118 15</inkml:trace>
  <inkml:trace contextRef="#ctx0" brushRef="#br0" timeOffset="57235.55">27789 8128 558 0,'0'0'155'0,"0"0"-153"16,0 0 81-16,0 0 19 15,0 0-40-15,0 0-12 16,-17-6-2-16,17 5 10 0,0 1 4 16,0-2-20-1,0 2-13-15,0 0-8 0,8 7-6 16,23 11 39-16,16 12 32 16,12 3-29-16,14-1-6 31,5 4-20-31,10-4-18 0,4 0-2 15,4 3 12-15,5-8-16 0,-6 0-5 16,-8-6-2-16,-16-9 0 16,-18-6 2-16,-21-4-2 15,-15-2 8-15,-5 0 3 16,-8-12 45-16,-4-8-7 0,0-7-27 16,-11-8-14-16,-18-5 5 15,-7-3-11-15,-2-6 0 16,0-4 0-16,2-5-1 15,2-4-1-15,7 3-4 16,3 1-1-16,7 12-85 16,1 6-138-16,-1 4-155 15,-7 4-531-15</inkml:trace>
  <inkml:trace contextRef="#ctx0" brushRef="#br0" timeOffset="57902.75">19296 10512 656 0,'0'0'4'0,"0"0"41"0,0 0 68 0,0 0-4 0,0 0-44 15,0 0-26-15,-34-26 2 16,63 14-6-16,17-6-24 15,19-5 11-15,16-3 10 16,7-1-10-16,2 4-20 16,-1 4-2-16,-10 7-1 15,-15 5 0-15,-19 6-5 16,-17 1-144-16,-16 0-62 0,-12 0-106 16,-12 1-153-16</inkml:trace>
  <inkml:trace contextRef="#ctx0" brushRef="#br0" timeOffset="61263.03">19811 10338 539 0,'0'0'123'0,"0"0"-46"16,0 0 49-16,0 0-50 16,-59 97-11-16,59-50-6 15,0 3-7-15,14 0-2 16,4-1 6-16,5 1-36 16,-1-5-17-16,0-3 1 15,1 0-4-15,-5-8-1 16,-6-4-2-16,-5-9 2 15,-7-2 1-15,0-5-38 16,-15 1-67-16,-15-5 22 16,-13-4 46-16,-9 3 33 0,-14-3 4 15,-8 2 3-15,2 1 11 16,2-1 41-16,10 0 55 16,17-3-31-16,20-2-28 15,17-1-8-15,6-2-40 16,17 0-3-16,25 0-1 15,18-12 1-15,17-8 1 16,6-6-1-16,4-1-4 16,0 0 2-16,-4-3-9 15,-8-3-97-15,-5-2-62 0,-15 2-13 16,-9 3 135-16,-16 7-7 16,-15 6 55-16,-8 7 0 15,-7 4 62-15,0 5 69 16,0-2 20-16,0 1-59 15,0 2-23-15,-7 2-46 16,3 14-14-16,-2 5 9 16,1 2 2-16,4-2-9 15,1 1 0-15,0-2-7 16,0-3-2-16,0-5-2 16,3-6 0-16,1-5-1 15,1-1 0-15,2 0 1 16,6-6 5-16,7-12-1 15,1-8-4-15,0-6-5 0,2 3-13 16,-6 1-6-16,-2 8 18 16,-6 10 4-16,-6 3 1 15,-2 7 1-15,1 0-2 16,5 15-13-16,2 7 15 16,3 4 10-16,1-3-8 15,5 3 3-15,9-6-2 16,6-7 3-16,11-3 3 15,14-10-1-15,11 0-7 16,9-10 11-16,-2-8-12 16,-12-2-1-16,-13-1 0 15,-18-1 1-15,-18-3 0 16,-15-5 13-16,-3 1-8 0,-27 1 0 16,-6 13-5-1,-7 11 0-15,-3 4 6 0,0 12 16 16,4 11 6-16,7 7-3 15,12 1-8-15,6 3-12 16,16-3-2-16,1-5-2 16,0-1-2-16,21-9-3 15,5-5 4-15,7-11-1 16,5 0 1-16,3-13-5 16,0-10-10-16,-2-8-55 15,-4-4 16-15,-6-10 16 16,-9-15 11-16,-6-9 17 15,-7-12 4-15,-7-4 5 0,0 1 1 16,0 14 0 0,-10 22 1-16,4 18 0 0,0 18 13 15,1 12 12-15,-1 26-26 16,-1 21 1-16,6 14 17 16,1 10-10-16,0-1 5 15,1-4 18-15,17-4-30 16,3-8 9-16,4-13-9 15,8-14-1-15,9-8 0 16,7-12 5-16,9-7 4 16,8 0-5-16,-2-17-4 15,-9-11 0-15,-12-5-11 16,-14-5-47-16,-17-9 17 16,-12 0 13-16,0 8 13 0,-15 12 10 15,-6 18 5-15,-3 9 10 16,-3 18 11-16,6 21 0 15,2 3 0-15,11 3-10 16,8-2 3-16,0-5-14 16,8-4 0-16,14-8 1 15,6-6 0-15,8-7 0 16,9-7 3-16,10-6-4 16,1 0-7-16,0-12-77 15,-6-7-36-15,-11-11-20 16,-13-3 18-16,-6-2 42 15,-14 2 66-15,-6 11 14 16,0 12 52-16,0 10 101 0,-12 6-55 16,-3 31-62-16,0 15 28 15,-3 20 39-15,10 8-29 16,4 11-18-16,-1 3-8 16,1-1-24-16,0-7-13 15,-1-9-11-15,2-17 0 16,0-16 3-16,3-19-3 15,0-13 0-15,0-12 2 16,0-14 12-16,0-25-3 16,0-16-11-16,0-15 0 15,0-16 0-15,0-19-1 16,0-11 0-16,0-12 1 0,3 6-26 16,9 16-7-1,3 26 13-15,6 30 15 0,-2 27 5 16,10 15-10-16,2 8 4 15,5 10 3-15,-1 17 3 16,-3 9 0-16,-10 3-4 16,-7 1-1-16,-13 0 4 15,-2-5-1-15,-10-7 2 16,-19 0 3-16,-10-9 0 16,0-4 3-16,2-8-6 15,3-6 6-15,4-1-4 16,6 0 3-16,9-5 0 15,5-1 1-15,5 3-3 16,5 0-3-16,0 1 0 0,12 2-19 16,17 0 18-16,11 0 1 15,9 0 2-15,2 0-2 16,2-7 3-16,0-3-2 16,0-4-1-16,-5-6 2 15,-8 3-2-15,-5-5-2 16,-10-5 2-16,-11-6 2 15,-10-5 2-15,-4-3 1 16,-3 3-1-16,-12 7-4 16,-4 13 1-16,-3 12 1 15,0 6-1-15,-2 2-1 16,4 16-5-16,5 9 5 0,10 6-3 16,5-1-3-16,0-5 4 15,20-5 0-15,5-4 2 16,6-8-1-16,7-3 1 15,8-7-1-15,6 0-1 16,0-7-50-16,4-9 3 16,-12-5-17-16,-13-4 13 15,-9-6-4-15,-9-1 37 16,-13 5 19-16,0 10 2 16,0 11 25-16,-5 6 47 15,-6 2-36-15,-3 22-20 16,1 5 11-16,5 1-13 15,5-3-1-15,3-6 4 0,0-3-6 16,0-10-12 0,8 0 0-16,3-6 2 0,8-2 4 15,3 0 2-15,5-14 0 16,1-8-7-16,-1-3 1 16,-5-6-2-16,-1 4-1 15,-3 3-2-15,-8 8 1 16,-3 6 2-16,-4 10 0 15,-2 0 0-15,1 0-11 16,2 17-3-16,2 5 14 16,4 0 2-16,1-1 5 15,7-5-3-15,1-6-3 16,4-4 3-16,9-6 0 0,4 0-3 16,7 0 5-1,-5-14-5-15,-7-4 0 0,-7-5 0 16,-12-6-1-16,-4-1 1 15,-8-6 0-15,0 7-1 16,-14 7 0-16,-3 6-1 16,-7 15 1-16,-1 1 0 15,-3 8 1-15,1 21 1 16,5 6 3-16,8-1 3 16,8 5-4-16,6-5 3 15,0-7-5-15,0-2 0 16,12-8 0-16,7-7-2 15,1-9 0-15,5-1-2 16,1-1 1-16,0-20-44 0,-2-4-22 16,-7-12 17-16,-2-8 25 15,-9-4 9-15,-5-9 7 16,-1-10 7-16,0-8 1 16,0-6 1-16,0 4-3 15,-4 15 3-15,1 23 1 16,0 20-1-16,-1 20 3 15,-1 5 4-15,-1 30 1 16,3 16 13-16,1 8 2 16,2 4-9-16,0-5 7 15,11 1 13-15,8-8-9 16,3-4-20-16,4-8 2 16,1-8-1-16,4-7-3 0,5-9-3 15,1-14 10-15,4-1-4 16,-3-11-3-16,-5-16-3 15,-7-5-4-15,-9-8 4 16,-15-5-11-16,-2 2-7 16,0 5 4-16,-12 14 10 15,-1 10 4-15,2 13 4 16,1 1-1-16,-4 20-3 16,4 7 0-16,2 8 9 15,8-3 0-15,0-1-6 16,8-4 5-16,8-4-6 15,2-7-2-15,2-6 1 16,0-6 1-16,6-4 1 0,6 0-3 16,1-11 0-16,-1-7-1 15,-3-8 0-15,0-3-7 16,-10-3-14-16,-7 3 6 16,-4 5 9-16,-7 6 6 15,1 8 1-15,-2 4 1 16,0 6 0-16,0 0-1 15,0 0-11-15,0 11 11 16,0-1 3-16,0 6 0 16,0-5-1-16,0-5 0 0,0-2 2 15,10-2 1 1,2-1 2-16,6-1 6 0,1 0-3 16,1 0-2-16,-4 0-8 15,-3-3 1-15,-5 1-1 16,0 2 2-16,-1 0-1 15,-3 0-1-15,4 0 0 16,-1 0 8-16,7 0 0 16,1 0 5-16,4 0 6 15,4 0-6-15,2 0-9 16,-3 0-3-16,0 0-1 16,-6 0 0-16,-5 0-1 15,-2 4 0-15,-3-3 0 16,-1 0 1-16,-4-1 0 15,2 0 0-15,3 0 5 16,0-10 6-16,3-10-7 16,-1-6-4-16,-5-12 0 0,2-7 0 15,-5-13-4-15,0-4 4 16,0-6-3-16,0 7 1 16,-8 12 1-16,0 18 1 15,4 15 3-15,1 13 1 16,-2 6-4-16,2 28-36 15,-1 13 36-15,4 7 19 16,0 2-16-16,4-6 1 16,7-5 0-16,4-1-3 15,-2-10-2-15,-4-5 0 16,-3-9-33-16,-4-7-196 16,-2-8-229-16</inkml:trace>
  <inkml:trace contextRef="#ctx0" brushRef="#br0" timeOffset="61422.78">23832 9951 896 0,'0'0'488'0,"0"0"-471"0,0 0 179 0,12-92-167 0,38 72-18 16,24 2-11-16,17 3-9 15,6-3-12-15,10-1-227 16,2-5-214-16</inkml:trace>
  <inkml:trace contextRef="#ctx0" brushRef="#br0" timeOffset="62831.64">27557 9265 914 0,'0'0'21'0,"0"0"-19"0,0 0 186 0,0 0-155 0,0 0-27 15,-30 107 8-15,26-36 49 16,-1 4-31-16,-2 0 13 16,-2 1-4-16,1-2-26 15,-2-9-13-15,6-10-1 16,1-14-2-16,3-11 2 15,0-13-2-15,0-7-1 16,0-10-25-16,0 0-105 16,0-24 39-16,0-14-18 0,0-10 66 15,0-10 35-15,0-13 10 16,-5-5 1-16,1-8 2 16,-2-4-1-16,-1 7 8 15,2 9 29-15,5 19 49 16,0 16 2-16,21 13-64 15,10 13-17-15,5 8-8 16,3 3-1-16,-2 11 6 16,-1 16-1-16,-11 9-3 15,-11 7 0-15,-14 4 6 16,0 2 6-16,-17 1 5 16,-17-5 27-16,-2-3-25 0,0-4-14 15,6-7-7 1,7 0 0-16,7-6-7 0,10-6-88 15,6-7-162 1,0-8-182-16</inkml:trace>
  <inkml:trace contextRef="#ctx0" brushRef="#br0" timeOffset="64486.56">27975 9856 988 0,'0'0'1'0,"0"0"70"15,0 0 20-15,104-74-80 0,-82 49 7 0,-8-1 10 0,-14-6 35 0,0-3-32 16,-19 3 13-16,-12 7-33 16,-4 12-8-16,-2 12 4 15,-1 1 0-15,0 11 9 16,5 13-12-16,7 10-2 15,7 0-2-15,9-1 0 16,8 3-2-16,2-7 0 16,6-5-2-16,14-7 1 0,8-8 3 15,7-8-11 1,7-1-6-16,3-10-5 0,3-11-18 16,-6-6 16-16,-8-3 15 15,-8-5 7-15,-12 1 2 16,-11 2 2-16,-3 8 5 15,0 11 1-15,0 9 4 16,0 4 11-16,-7 2-14 16,0 23-9-16,-2 7-1 15,2 4 0-15,7-3 1 16,0-2 1-16,7-4-1 16,13-6-2-16,5-4 0 15,4-7 2-15,8-10 4 16,4 0 1-16,1-4-4 15,2-13-1-15,-3-10-1 16,-7-6-3-16,-6-11-6 0,-10-4 6 16,-7 3 4-16,-7 4 0 15,-2 13 3-15,-2 10 1 16,0 12 8-16,0 6 9 16,0 9-21-16,0 18-12 15,-8 6 9-15,2 7 6 16,6 1-3-16,0-5 1 15,0 0-1 1,11-3 4-16,6-8-4 0,6-6 0 16,5-7 0-16,4-10 1 15,9-2 4-15,0 0-1 16,4-14 0-16,-1-11-4 16,-7-7-2-16,-7-5-12 0,-3-9-9 15,-13-5 15-15,-1-2 6 16,-9 4 4-16,-4 10-4 15,0 9 4-15,0 11 0 16,0 6-1-16,0 6-1 16,0 7 6-16,-1 0-5 15,-5 0-1-15,-6 0-5 16,-1 10 2-16,-4 6 3 16,5-2-1-16,3 5 0 15,6-3-4-15,3 4 4 0,0-5-1 16,6-3-1-1,11 0 3-15,5-2 0 0,3 0-1 16,-1-1-1-16,-4-1 2 16,-4 6-1-16,-2-3 0 15,-4 4-3-15,-6 2 4 16,1 1-1-16,-2 1 1 16,-2-1 0-16,4-2 0 15,3-2 3-15,2-1 0 16,3-6-2-1,8-4 7-15,4-3-5 0,4 0 3 16,5-7-4-16,2-9-2 16,4-4 1-16,3-3-1 15,1-9 5-15,-7 1-3 16,-9-7-2-16,-13 7 1 16,-12 1 3-16,-3 8-3 15,-10 9 6-15,-13 5-2 0,-5 8 14 16,-5 0-7-16,2 5 14 15,4 17-13-15,6 3-2 16,9 2 7-16,11 0-13 16,1 5-1-16,1-2-2 15,19-3 0-15,8-5-1 16,10-7 4-16,9-3-3 16,16-8 4-16,12-4-2 15,8 0-1-15,6-3-5 16,-2-12 2-16,-5-5-1 0,-10-9 0 15,-17-10 1 1,-16-7 1-16,-17-2 4 0,-16-2-3 16,-6 14 4-16,0 8 0 15,-16 12-3-15,-11 9 34 16,-7 7-7-16,-7 6-24 16,-2 16-3-16,6 5 2 15,7 5-1-15,10 0 0 16,6 0 1-16,9-2-5 15,5 1 0-15,0-4-1 16,15-4 1-16,9-4-1 16,7-6 1-16,6-11-4 15,1-2-11-15,-1 0-46 16,-3-18-62-16,-2-8 14 16,-6-7-12-16,-5-11-16 0,-4-12 48 15,-6-17 45 1,-4-13 17-16,-4-11 27 0,-3-9 0 15,0 5 0-15,0 12 10 16,-5 23 28-16,-3 24 64 16,3 25 23-16,-3 17-11 15,-1 9-79-15,-4 31-31 16,1 16 13-16,6 7 16 16,6 5-8-16,0-1 9 15,4 4-8-15,7 1-16 16,2-3-2-16,-5-2-7 15,-4-12-1-15,-4-9 0 0,0-8-9 16,-10-9-126-16,-14-7-72 16,-6-13-117-16,-10-9-435 15</inkml:trace>
  <inkml:trace contextRef="#ctx0" brushRef="#br0" timeOffset="64922.57">28621 9129 494 0,'0'0'247'0,"0"0"-224"0,0 0 179 0,0 0-110 15,0 0-68-15,0 0-10 16,-20 20 26-16,12 3 13 16,2-2-17-16,6-1 6 15,0-2-25-15,0-2-10 16,14-3 4-16,8-6-2 15,3-6 0-15,-1-1 2 16,-2 0-2-16,-8-19 1 0,-10-6 8 16,-4-7 2-1,-4 1-15-15,-22 4 0 0,-8 11-5 16,-8 12-7 0,-9 4-19-16,0 41-80 0,2 28-101 15,0 21-195-15</inkml:trace>
  <inkml:trace contextRef="#ctx0" brushRef="#br0" timeOffset="79047.19">19217 12234 718 0,'0'0'123'0,"0"0"-121"0,0 0 59 16,0 0 53-16,0 0-94 15,0 0-12-15,0 0 20 16,15 110 35-16,-6-46-13 16,-9 3 11-16,0 2-14 15,0 2-20-15,-3 0-8 16,-6-5-15-16,2-7-4 16,2-11 1-16,2-14-1 15,0-13-2-15,3-11 0 16,0-7 2-16,0-3 0 15,0-1 3-15,0-25 12 0,0-9-15 16,0-16 2-16,8 2-4 16,4 5 4-16,1 7-3 15,4 15 1-15,-4 10-1 16,1 9 0-16,5 3-7 16,1 7-2-16,5 16 10 15,-3 7 5-15,-6 4-3 16,-5 6 1-16,-8 0-2 15,-3-2 1-15,-6-4 1 16,-21-3 1-16,-10-8 3 16,-5-1-5-16,3-8 4 15,0-10-6-15,12-4 2 16,7 0 1-16,5-12-3 16,3-8-5-16,9-4-32 0,3-4-111 15,13 2-28-15,18 1-25 16,5 4-161-16</inkml:trace>
  <inkml:trace contextRef="#ctx0" brushRef="#br0" timeOffset="79422.78">19631 12664 531 0,'0'0'329'0,"0"0"-301"0,0 0 239 0,0 0-121 0,0 0-117 0,0 0-22 16,-12 75 3-16,-1-31 21 0,6-5-11 15,7 0-18-15,0-10-1 16,14-3-1-16,12-11-3 16,6-9 2-1,8-6 1-15,1 0 1 0,2-21 0 16,-6-6 4-16,-7-5-4 16,-11-7 0-16,-15-1-1 15,-4-2 2-15,-8 2-1 16,-12 8-1-16,-4 11 2 15,-2 15 0-15,0 6-2 16,-3 21-9-16,0 17 9 16,5 9-5-16,8 6 1 15,10-5 3-15,6-8-19 0,7-8-55 16,23-8-40-16,15-11 18 16,6-11-26-16,8-2-24 15,2-11-78-15,-4-17-54 16</inkml:trace>
  <inkml:trace contextRef="#ctx0" brushRef="#br0" timeOffset="79901.36">20144 12682 561 0,'0'0'85'0,"0"0"61"15,0 0-6-15,0 0-71 16,0 0-46-16,0 0 2 16,-72 64-1-16,67-32-11 0,5-6-3 15,0-3-5-15,13-6-3 16,6-8-1-16,5-5 2 15,6-4-2-15,1-5 7 16,5-13-6-16,-8-7-1 16,-1 0 0-16,-8-3-1 15,-5 1 0-15,-8 6 3 16,-2 6-3-16,-4 11 9 16,0 4 57-16,0 1 20 15,-4 28-59-15,-14 17-26 16,-1 18 8-16,1 15 19 15,-3 12 10-15,-1 10-14 16,-4 13-21-16,-4-1-3 16,-1-7 0-16,-5-11-2 15,5-19 2-15,-3-18 3 16,-1-17-2-16,5-17 0 16,4-17 8-16,4-7-4 15,5-14 9-15,6-26-14 0,6-15-5 16,5-14 4-16,0-7-6 15,22-3 5-15,4 5-20 16,7 11 11-16,6 10-8 16,1 13-17-16,-2 9 12 15,2 7-6-15,1 4-58 16,3 1-30-16,7-5-76 16,1-3-47-16,5-6-212 15</inkml:trace>
  <inkml:trace contextRef="#ctx0" brushRef="#br0" timeOffset="80199.23">20618 12719 827 0,'0'0'54'0,"0"0"24"0,0 0 133 0,0 0-106 15,0 0-38-15,0 0-22 16,-54-47-39-16,38 57-3 16,6 5 0-16,0 0-3 15,6 1 0-15,4 1-1 16,0 2-5-16,6-1 4 15,12-2-4-15,12 0 4 16,6 3 1-16,7-3-1 0,-3 1 2 16,-4 0-5-1,-9-3 4-15,-11 3 1 0,-13-5 0 16,-3 2 5 0,-30 5 15-16,-16 3 55 0,-16 1-25 15,-10 3-37-15,-5-3-13 16,0-7-2-16,5 0-72 15,7-10-171-15,1-6-154 16</inkml:trace>
  <inkml:trace contextRef="#ctx0" brushRef="#br0" timeOffset="81159.14">19631 11780 710 0,'0'0'4'0,"0"0"48"0,0 0 40 16,0 0-64-1,0 0 44-15,0 0 20 0,-11-20-58 16,-10 20-27-16,-7 10 9 16,-3 4 12-16,-4 5-14 15,4 1 0-15,4 0 5 16,8-3-5-16,5-1-8 15,4 2-6-15,7-3 0 16,3 1-4-16,0-2 1 16,6-2-1-16,15 1 4 15,5-2-4-15,7-3 2 16,0 2-1-16,3 0 1 16,-3-1-4-16,-5-2 1 15,-6 0-8-15,-10 0 3 0,-10-1 9 16,-2 0 1-16,-22 4 3 15,-16 4 4-15,-13 3 2 16,-7 0 3-16,2-2-8 16,2-2 7-16,10-4-6 15,6-2-4-15,14-7-1 16,9 0-4-16,9 0-9 16,6 0-134-16,3-12-137 15,18-8-342-15</inkml:trace>
  <inkml:trace contextRef="#ctx0" brushRef="#br0" timeOffset="81736.3">19904 11821 380 0,'0'0'98'0,"0"0"-95"0,0 0-3 0,0 0 0 15,0 0 2-15,0 0-1 16,8 0 4-16,-8 0 29 0,0 0 42 16,0 0-12-16,0 0-6 15,0 0-15 1,0 0 2-16,0 0-20 0,0 0-13 16,0 0-4-16,0 0 3 15,0 0-10-15,0 0 0 16,0 0-1-16,0 0 0 15,0 0-1-15,0 0-4 16,0 0-16-16,2 1-137 16,-1 0-156-16</inkml:trace>
  <inkml:trace contextRef="#ctx0" brushRef="#br0" timeOffset="83137.09">23134 11970 625 0,'0'0'53'0,"0"0"23"0,0 0 55 0,0 0-22 0,0 0-49 16,0 0-15-16,-66-49 1 0,64 49-18 16,-1 0-15-16,2 0 2 15,-4-2 6-15,1 2-6 16,-5-3 0-16,-3 2-3 15,-7-5 0-15,-8 3 2 16,-3-2-6-16,-1 5-1 16,-8 0 10-16,-6 7 2 15,-6 14-6-15,-1 9 6 16,3 8 0-16,6 4-2 0,9 6 17 16,10-1-28-1,13-3 0-15,11-6-6 0,0-4 1 16,16-7 0-16,14-11-1 15,12-4 0-15,9-12 0 16,7 0-1-16,3-5-21 16,-4-14-27-16,-2-5 3 15,-10-5-2-15,-11-3 17 16,-11-3 12-16,-9 4 12 16,-9 5 7-16,-2 11 3 15,-3 8 8-15,0 7 31 16,0 2 3-16,0 26-45 15,-5 12 6-15,1 17 27 16,2 11-11-16,2 9 31 0,0 6-30 16,3 8-9-16,8 6-6 15,-3 3-8 1,-3 0 0-16,-3-7 2 0,-2-12-2 16,0-11-1-16,-12-11 1 15,-8-9 0-15,-6-12 1 16,-3-11-1-16,-2-12 4 15,1-9 0-15,0-6-4 16,-1-14 8-16,0-18-7 16,-1-15 1-16,5-12-2 15,7-12 3-15,11-12-3 16,9-9-2-16,3-5-2 16,25 2-8-16,11 7-18 15,8 9-28-15,1 11 35 16,8 6 4-16,0 7-1 0,7 10-1 15,-2 2-8 1,-4 6 19-16,-8 8 4 0,-15 12 4 16,-16 6 2-16,-3 5 1 15,-14 5 3-15,-1 1 4 16,0 1-4-16,0 20 6 16,-11 7 64-16,0 5-13 15,5-2-37-15,2 0-1 16,4-4-7-16,0-5-11 15,0-5-4-15,6-4-1 16,4-6 0-16,3-5 0 16,3-2-1-16,1 0 0 15,4-9-41-15,-1-11-107 16,-3-5-67-16,-8-9-146 16</inkml:trace>
  <inkml:trace contextRef="#ctx0" brushRef="#br0" timeOffset="83311.97">23304 11915 919 0,'0'0'126'0,"0"0"-122"0,0 0 121 0,0 0-93 16,0 0-32-16,0 0-18 16,-35 30-10-16,35 5-99 15,15 3-89-15,5-3-231 16</inkml:trace>
  <inkml:trace contextRef="#ctx0" brushRef="#br0" timeOffset="83637.64">23469 12141 880 0,'0'0'60'16,"0"0"-50"-16,49-76 133 15,-26 56-63-15,5 9 3 16,-1 5-58-16,0 6-8 15,1 1 23-15,-4 23-12 16,-3 7-13-16,-5 6 19 16,-5 1-6-16,-8-4-18 15,-3-1-1-15,0-6-4 0,-3-8-1 16,-8-6-1-16,2-8 5 16,2-4-2-1,1-1 0-15,3-4 8 0,-1-19 3 16,4-10-17-16,0-5 0 15,0-4-2-15,7-6-2 16,8 0 2-16,3 1-6 16,0 11-24-16,-3 14-57 15,1 13-12-15,-5 9 4 16,0 10-70-16,0 19 1 16,-3 3-48-16</inkml:trace>
  <inkml:trace contextRef="#ctx0" brushRef="#br0" timeOffset="84011.7">24054 11614 725 0,'0'0'77'0,"0"0"-4"0,0 0 78 0,0 0-81 0,0 0-33 15,-45 79 58-15,27-32-34 16,11 8-10-16,1 1-17 16,2 5 25-16,4 3 3 15,0-5-49-15,0-4 7 16,7-5-3-16,3-11-13 15,13-2-3-15,-1-10-1 16,11-8 1-16,4-9 2 16,2-9-2-16,-3-1-1 15,0-2-1-15,-8-12-59 16,-6-2-115-16,-6 2-86 0,-11 1-120 16</inkml:trace>
  <inkml:trace contextRef="#ctx0" brushRef="#br0" timeOffset="91589.89">21483 12279 329 0,'0'0'170'0,"0"0"-168"0,0 0-1 0,0 0 101 16,0 0 28-16,0 0-71 15,0 0-11-15,-38-65 10 16,35 61 34-16,1 3-1 16,2 1-17-16,0 0-35 15,-1 0-11-15,-2 21-22 16,1 21-6-16,-1 23 34 16,2 20 42-16,1 12-40 15,0 13-16-15,4 6-4 16,11 7-16-16,12 6 0 0,2 2-4 15,2-1-25-15,-4-1-134 16,-5-8-137-16,-8-8-146 16</inkml:trace>
  <inkml:trace contextRef="#ctx0" brushRef="#br0" timeOffset="94797.16">18212 12303 834 0,'0'0'0'0,"0"0"0"0,-90 2 15 0,53-2 71 16,-5 0-46-16,-2 0 49 16,-3 0-64-16,-5-3 12 15,7-9-1-15,-3-3 22 16,0-4-34-16,1-9-11 15,3-9 0-15,2-9-4 16,7-10-1-16,7-14-6 16,11-12 8-1,11-11-8-15,6-9-1 0,2-3 0 16,20 1 1-16,10 5 0 0,6 9 1 16,6 12 0-16,5 12 4 15,-1 12-1-15,2 13-3 16,5 10-2-16,1 10-2 15,0 11 1-15,0 9 0 16,-7 1-4-16,-14 0 0 16,-8 5-1-16,-12 5 5 15,-10-3-4-15,-2 2 0 16,-3-1 4-16,0 4 0 0,-18-2 0 16,-3 1 0-1,-7-3-1-15,-4-4-3 0,-2-2 2 16,0-2 2-16,-1 0-1 15,1-2 0-15,3-9 0 16,1-3 0-16,2-2 0 16,1 1 1-16,6 3-2 15,6 4 2-15,7 4 1 16,1 1 0-16,7 3-1 16,0-1 0-16,0-2-3 15,3 3-8-15,22-7 1 16,21-1 10-16,20-4 4 15,19 1-1-15,12 3-3 16,6 4-1-16,-3 4 1 0,-15 2 2 16,-22 14 1-1,-27 5 1-15,-28 9-2 0,-9 6 4 16,-39 7 0-16,-17 9 1 16,-10-1-6-16,3 3-1 15,4-3-22-15,14-9-177 16,11-14-222-16</inkml:trace>
  <inkml:trace contextRef="#ctx0" brushRef="#br0" timeOffset="99324.5">27614 11347 496 0,'0'0'1'0,"0"0"0"0,0 0 39 16,0 0-34-16,0 0-5 15,0 0 1-15,0 0 17 16,0 0 31-16,0 0 12 16,0 0-9-16,0 0-12 15,0 0 3-15,0 0-12 0,0 0-8 16,0 0 0-1,0 0-1-15,0 0 2 0,0 0-7 16,0 0-1-16,0 0-5 16,0 0-4-16,0 0 0 15,0 0-7-15,0 0-1 16,0 0 0-16,0 0 2 16,0 0-2-1,0 0 0-15,0 0 0 0,0 0 0 16,0 0 1-16,0 0-4 15,0 0 5-15,0 0-2 16,0 0 0-16,0 0 0 16,0 0 0-16,0 0 2 15,0 0-2-15,0 0-1 0,0 0 1 16,0 0 0-16,0 0 3 16,0 0 1-16,0 0 1 15,0 2 1-15,0 13-2 16,-2 8-2-16,-3 12 7 15,2 11 3-15,1 7 8 32,-1 9 13-32,0 9 8 0,-3 6-11 0,0 0-10 15,-6 1-13-15,3-6 6 16,0-14-10-16,-3-9-2 16,6-17-1-16,2-8 0 15,-1-6 0-15,2-7-1 16,2-6-12-16,1-5-100 15,0-4-85-15,0-23-130 0</inkml:trace>
  <inkml:trace contextRef="#ctx0" brushRef="#br0" timeOffset="99682.1">27617 11337 694 0,'0'0'18'0,"0"0"-15"16,10-94 128-16,-7 66-44 0,0 5-37 15,0 0-3 1,5 5 15-16,-2 0-9 0,3 2-17 16,7-4-14-16,7 1 2 15,5 5-3-15,3 0 0 16,1 7-6-16,-3 7-6 15,-2 0-2-15,-3 21-4 16,-9 9-3-16,-13 10 1 16,-2 8 5-16,-36 9-2 15,-22 5-3-15,-13 2-1 16,-6-5 0-16,1 1-4 16,5-4-9-16,10-3-66 15,14-7-39-15,12-13-49 16,17-14-104-16</inkml:trace>
  <inkml:trace contextRef="#ctx0" brushRef="#br0" timeOffset="100381.22">27720 11906 977 0,'0'0'0'16,"0"0"-7"-16,0 0 6 15,0 0 1-15,0 0 0 16,0 0 6-16,106-42 11 16,-69 10-2-16,-1-5 22 15,0 0-9-15,-6-2-9 16,-8 3-3-16,-9 1-8 15,-8 9-4-15,-5 7 13 16,0 9-6-16,0 4 6 16,-5 4 9-16,-5 2-23 15,-3 0 0-15,-1 0-3 16,-2 8 0-16,1 7-4 16,0 5 3-16,4 2 1 15,5 0-3-15,5 3 2 16,1-3 0-16,1-1 0 15,19-3-4-15,4-2 5 16,10-1 0-16,8-4 0 0,1-3 0 16,0 0 0-1,-9 1 0-15,-8-3 0 0,-11 0-1 16,-6-4 0-16,0 2 1 16,-3-1 1-16,3 0-1 15,4-1-3-15,4-2 3 16,6 0 2-16,6 0-1 15,3-12-1-15,4-8 0 16,-1-4-1-16,-7 3-1 16,-7-3 2-16,-11 0 3 0,-7 4-3 15,-3 3 7-15,-3 2 8 16,-16 8 6-16,-1 2-13 16,-5 5 13-16,4 0-10 15,3 7-2-15,5 8 3 16,6 2-8-16,5 5-3 15,2 2 4-15,8-4-5 16,21-3 0-16,16 0 0 16,9-4-3-16,7-4 0 15,7-3-79-15,-2-1-79 16,-3-5-140-16</inkml:trace>
  <inkml:trace contextRef="#ctx0" brushRef="#br0" timeOffset="100612.6">29376 11658 686 0,'0'0'359'0,"0"0"-236"0,0 0-123 0,0 0 76 15,0 0-76-15,0 0-18 16,-3-38 18-16,43 32 2 15,2-3 0-15,-2 1-3 16,-2 1 1-16,-6 2-40 0,3 1-94 16,1-2-86-1,0 0-321-15</inkml:trace>
  <inkml:trace contextRef="#ctx0" brushRef="#br0" timeOffset="101236.01">30211 11689 910 0,'0'0'0'0,"0"0"0"16,0 0 97-16,0 0-97 15,0 0-1-15,0 0-2 16,-22-13 2-16,15 13 1 0,-7-4 3 15,-5-1-3-15,-2-4 3 16,-2 4 38-16,-1-5 13 16,-4-1-15-16,1-2-2 15,-1 2-6-15,0-2 21 16,-1 1-25-16,-2-3-14 16,-3 0 6-16,-4-5 2 15,-5 3 13-15,-3-6-5 16,-3 1-10-16,1-4 12 15,2-1-8-15,4-2-1 16,3-4 2-16,8-4-11 16,4 0 9-16,9-2-14 0,11 3-6 15,7 1-1 1,0 9-2-16,15 5-1 0,8 5-1 16,3 5 0-16,-1 7-1 15,2 4 0-15,-2 0-2 16,-4 20 4-16,-3 10-1 15,-12 16-3-15,-6 7 5 16,-18 10 1-16,-24 2 2 16,-13-1 2-16,-3-6 1 15,1-5 1-15,7-6 2 16,11-7-5-16,13-11 5 16,13-10-8-16,13-7 0 15,6-10-4-15,37-2 4 0,23-12 5 16,17-17-5-1,5-6-12-15,0 1-12 16,-5 2-34-16,-1 1-59 16,-1 9 4-16,-4 3-77 0,-7-1-143 15</inkml:trace>
  <inkml:trace contextRef="#ctx0" brushRef="#br0" timeOffset="101799.11">30641 11207 1063 0,'0'0'19'0,"0"0"-17"0,0 0 137 0,0 0 12 0,0 0-100 16,0 0-51-16,0 12 0 15,0 47 63-15,0 4-25 16,0 4 5-16,0 1-16 16,0 0 19-16,3 3-35 15,5-7-9-15,-2-7-2 16,-1-13 0-16,-2-8 0 16,0-11 0-16,-1-8-12 15,-1-9-56-15,1-8-33 16,1 0-3-16,-3-23 50 15,0-20-36-15,0-17 15 16,-5-18 57-16,-11-11 3 16,1-11 13-16,0-2 2 0,3 1 0 15,5 18 9-15,7 17 24 16,0 19 33-16,0 16-14 16,16 12-27-16,8 10-6 15,4 6-6-15,5 3-11 16,0 7 2-16,-2 13 9 15,-5 11 2-15,-9 2 13 16,-14 4-13-16,-3 3 9 16,-16-2-7-16,-21 0-1 15,-14-5 0-15,-3-3-11 16,1-4-4-16,7-3-1 0,11-7-2 16,13-7-4-16,11-2-113 15,11-7-83-15,0 0-96 16,23-7-326-16</inkml:trace>
  <inkml:trace contextRef="#ctx0" brushRef="#br0" timeOffset="102747.93">31120 11160 1109 0,'0'0'0'0,"0"0"8"0,0 0 129 0,0 0-55 0,0 0-69 0,0 0-10 0,-104 9-2 16,74 28 10-16,5 0 14 0,11-2 1 15,9-1-6-15,5-5-9 16,3-5 0-16,21-5-1 16,7-7-2-16,8-5-5 15,6-7 3-15,6 0-4 16,1-14-1-16,-4-9-1 15,-7-6 0-15,-9-10-1 16,-13-4 1-16,-11-9-11 0,-8 2 2 16,-3 8 9-1,-17 9 3-15,-8 13-3 0,-5 16 0 16,-3 4 2-16,-4 16-2 16,6 14 2-16,6 3 2 15,14 3 4-15,14 2-7 16,0-2 0-16,18-1-2 15,14-5 3-15,7-6-2 16,5-5 1-16,5-6-1 16,-1-9 0-16,0-4-2 15,-5 0-19-15,0-17-52 16,-7-6 3-16,-3-7 14 16,-7-2 8-16,-7-5 10 15,-8 2 1-15,-5 1 30 16,-4 8 7-16,-2 11 4 15,0 5 17-15,0 6 34 16,0 2-3-16,0 2-3 0,0 0-38 16,0 0-11-16,4 0 0 15,10 6-6-15,2 10 6 16,8 3 11-16,3 5 10 16,-3-2-3-16,-2-1 0 15,-6 0-12-15,-8-4-6 16,-8-2 5-16,0-1-3 15,-11-2 6-15,-15-1 1 16,-3-3-6-16,4-2 0 16,3-2-3-16,8 1 0 15,5-3 0-15,4-2-1 16,5 0 0-16,0 0-20 0,0 0-31 16,16-7-9-1,9-8-8-15,6-3 0 16,4-4-12-16,1-7-23 0,4-6 4 15,0-12 56-15,3-8 12 16,-4-11-7-16,-10-4 37 16,-7 3 2-16,-15 14 11 15,-7 17 88-15,0 17 23 16,0 13 33-16,0 6-48 16,-3 15-68-16,-9 23-30 15,-1 15 61-15,4 7 16 16,9 0-44-16,0-2-16 15,5-2 1-15,12-8-17 0,-2 0-9 16,0-6-1-16,-3-7-1 16,-6-8-11-16,-1-7-121 15,-1-10-87-15,-3-10-153 16</inkml:trace>
  <inkml:trace contextRef="#ctx0" brushRef="#br0" timeOffset="102911.47">32069 11026 1478 0,'0'0'30'0,"0"0"-29"0,0 0 166 0,-18-82-153 0,48 74-14 0,12 0-18 0,8 8-57 16,4 0-116-16,4 4-77 15,-1 4-116-15</inkml:trace>
  <inkml:trace contextRef="#ctx0" brushRef="#br0" timeOffset="103133.69">32794 11172 1319 0,'0'0'33'0,"0"0"90"15,0 0 74-15,0 0-134 16,0 0-51-16,0 0-12 0,25-50-2 15,-19 47 1 1,-4 2-13-16,-1 1-44 16,-1 0-53-16,0 0-46 0,0 0-45 15,-14 0-112-15,-11 0-400 16</inkml:trace>
  <inkml:trace contextRef="#ctx0" brushRef="#br0" timeOffset="-185710.29">20069 14172 491 0,'0'0'0'0,"-124"39"-206"0,50-16 164 16,-11 4-107-16</inkml:trace>
  <inkml:trace contextRef="#ctx0" brushRef="#br0" timeOffset="-185058.7">18862 14043 954 0,'0'0'40'0,"0"0"-31"16,0 0 131-16,0 0-56 15,0 0-80-15,0 0-2 16,0 121 101-16,0-44-55 16,-6 9 28-16,-10 3-39 15,-7 1-8-15,0-5-13 16,3-6-9-16,-1-13-4 15,9-11-1-15,0-16-2 16,9-11 0-16,0-14 0 16,3-7 0-16,0-7 0 15,0 0 5-15,0-21 16 0,0-14-1 16,0-14-18-16,13-7-1 16,3 0 2-16,2 2-3 15,4 8 1 1,2 16 0-16,-6 13 5 0,-6 10-6 15,4 7-2-15,1 4-9 16,2 18 11-16,-1 8 0 16,0 8 5-16,-6 4-4 15,-6 3 2-15,-5-1-3 16,-1-3 0-16,-3-3 5 16,-18-7-5-16,-6-6 5 15,-6-9 2-15,-1-7-3 16,-1-6 3-16,2-3-1 0,3-9 0 15,10-10-4 1,7 5-2-16,7 0-3 16,6 8 1-16,0 5-12 0,6 1-10 15,16 0 19-15,5 0-4 16,8 1 7-16,-1 11 0 16,3-2-7-16,9-2-51 15,6-4-83-15,7 0-4 16,1-4-72-16,2-4-127 15</inkml:trace>
  <inkml:trace contextRef="#ctx0" brushRef="#br0" timeOffset="-183641.09">19359 14622 949 0,'0'0'138'0,"0"0"-128"0,0 0 133 0,0 0-106 15,0 0-32-15,0 0 6 16,-52 62-4-16,52-39-5 15,12-3-2-15,10-6-4 16,5-1 4-16,4-9 3 16,1-1-2-16,2-3 0 15,-4 0 0-15,3-7-2 16,-5-6 1-16,-3-1-2 16,-5 2-3-16,-4 4-2 15,-8 3 5-15,-5 4 1 16,-3 1 1-16,0 0-1 15,0 3-6-15,0 11 7 16,0 7 11-16,-8-2 29 0,4-3-18 16,1 1 6-16,0-7-16 15,-1-4-3-15,4-4-6 16,0 0 3-16,0-2 2 16,0 0 2-16,7-2 11 15,11-16 0-15,10-7-9 16,6-5-8-16,2 3-4 15,-6 5 0-15,-5 7 0 16,-4 8-1-16,-5 6-1 0,-2 1-8 16,-2 4-2-16,3 15 12 15,-3 5 4-15,1 4 4 16,-2-1-1-16,3 3-2 16,1-3 1-16,3 0-3 15,5-5 1 1,10-7 1-16,5-9-3 0,7-6 2 15,9 0-1-15,-1-14 0 16,4-7-1-16,-9-4 0 16,-8-1 0-16,-7-2 3 15,-12-4-4-15,-10 3 2 16,-6 2 0-16,-5 7 1 16,-4 9 6-16,-14 9-2 15,-12 2-4-15,-6 8-1 0,-1 15-1 16,0 4 4-16,7 3-5 15,10-2 0-15,6 0-2 16,9-3-3-16,5-3 0 16,0-5-3-16,16-3 0 15,6-10 4-15,4-4 2 16,6 0-1-16,-1-16-33 16,3-5-21-16,6-4 23 15,-4 0 25-15,-6 2 2 16,-5 7-10-16,-14 10 16 15,-3 1 0-15,-8 5-1 16,0 0 1-16,0 0-2 0,0 11 2 16,0 10 7-1,0-3 1-15,1 1-3 0,7-2-2 16,2-4-3-16,2-5 1 16,1 0 1-16,4-7 1 15,2-1-1-15,2 0 3 16,7-11-2-16,4-5-3 15,-1-4 1-15,0-3-1 16,-8 0-3-16,-9 0-2 16,-3 3 0-16,-8 7 1 15,-3 6 4-15,0 5 4 16,0 2 14-16,0 0-8 16,-2 13-8-16,-7 6 2 15,5 5-1-15,0 2 0 0,4-2-3 16,0-2 4-16,0-1-4 15,5-7 0 1,9-2 0-16,5-4 0 0,4-6-5 16,8-2 3-16,6 0-8 15,-1-10-84-15,4-8-45 16,-2-5-37-16,-7-4-8 16,-5-1 1-16,-10 5 69 15,-10 5 114-15,-6 9 73 16,0 8 146-16,0 1-78 15,-3 0-66-15,-6 10-8 16,0 5 0-16,6 1-38 16,3 3-9-16,0-1-9 15,0-2-11-15,9-4 2 0,4-4 1 16,-1-1-2-16,5-7 0 16,1 0 2-16,4 0-3 15,3 0 0-15,4-15 2 16,-1-2-4-16,-3-3-5 15,-5-3-39-15,-4-2 23 16,-7 11 13-16,-6 4 10 16,-3 10 26-16,0 3 19 15,-3 32-15-15,-12 27 95 16,-4 27-11-16,-7 17-56 16,0 16 13-16,-12 4-36 15,-5-10-18-15,-6-7-9 0,4-19-4 16,3-18-2-16,6-18-2 15,7-19 1 1,0-19-1-16,4-16-14 0,4-6-156 16,-1-28-150-16,-2-10-128 15</inkml:trace>
  <inkml:trace contextRef="#ctx0" brushRef="#br0" timeOffset="-183466.15">19811 14228 1238 0,'0'0'0'0,"-84"-51"0"0,67 43 81 0,14 4-81 0,3 4-3 0,4 4-34 16,20 20-126-16,3 5-94 15</inkml:trace>
  <inkml:trace contextRef="#ctx0" brushRef="#br0" timeOffset="-182120.2">22088 14496 863 0,'0'0'33'0,"0"0"-30"0,0 0 134 0,0 0-51 0,16-78-32 16,-14 68 32-16,-2 4-30 16,0 2 5-16,0 3-4 15,0 1-5-15,-11 5-18 16,-16 20-28-16,-10 12 2 16,-2 7 4-16,5 0 2 15,10-1 2-15,9-2 1 16,5-5-12-16,8-3-5 0,2-8-1 15,17-8-3-15,20-6 1 16,12-5 3-16,15-6 7 16,11-3-7-16,8-15 1 15,7-7-1-15,5-4 2 16,-8-6-3-16,-15-1 1 16,-20 3-2-16,-21 7-3 15,-20 8 5-15,-11 5 5 16,-5 5 4-16,-20 3-9 15,-13 2-2-15,-6 3 2 16,-1 0 0-16,0 16 1 0,4 3 0 16,6 3-1-16,5 0 1 15,12-2-1 1,7 1-1-16,9-7-4 0,2-2-5 16,6-4 4-16,19-2 0 15,8-6 6-15,10 0 3 16,7 0-3-16,0-10 3 15,-2-4-3-15,-5 7-4 16,-7-1-3-16,-8 8 1 16,-7 0 0-16,-7 0 1 15,-7 13-5-15,3 5 10 16,-5 1-2-16,0 0 1 16,1-3 1-16,-2-2 1 15,8-3 0-15,3-7-2 16,9-4 0-16,6 0 1 0,8-8-1 15,4-20-5-15,1-9-25 16,-5-10 0-16,-7-8-3 16,-6-12 18-16,-2-14 9 15,-8-13 4-15,1-11 3 16,-5 7-6-16,-7 17 4 16,-1 32 2-16,-3 27 4 15,0 22 1-15,0 26-5 16,-12 29-11-16,-6 22 11 15,3 15 13-15,4 5-3 16,3-3 2-16,5-2 0 16,3-11-2-16,5-12-6 0,15-15-4 15,15-14 0-15,4-13-1 16,4-16 1-16,2-11 0 16,5-3 4-16,-2-26 3 15,-2-6-7-15,-10-13 0 16,-9-5-1-1,-12 0-5-15,-6 11 5 0,-8 11 1 16,-1 15 9-16,0 11 2 16,-1 5 5-16,-14 0 14 15,-3 10-30-15,-5 13-1 16,7 5 1-16,9 1-5 16,5 1-2-16,2-1 4 15,11-1 3-15,16-6-1 16,7-7 1-16,7-7 3 15,6-8-2-15,0 0 0 0,4 0 0 16,8-13-1-16,0 0-10 16,2 0-128-16,-4 2-70 15,-5-3-230-15</inkml:trace>
  <inkml:trace contextRef="#ctx0" brushRef="#br0" timeOffset="-181579.93">24124 14548 303 0,'0'0'680'0,"0"0"-677"0,0 0 81 0,-46-76-22 0,30 63-32 16,-1 6 59-16,-7 6-80 16,-9 1-1-16,-4 2 40 15,-7 18-15-15,-1 7 1 16,6 1 16-1,6 2-29-15,12-2-14 0,9-3-7 16,12-3-2-16,0-3 1 16,17-7-4-16,8-4 5 15,11-5-1-15,6-3-2 16,1 0-44-16,-4-7-8 16,-3-6 17-16,-5-1 14 0,-6 2 18 15,-4 5 6-15,-12 3 1 16,2 4-1-16,-3 15 0 15,1 20 9-15,-3 18 72 16,-6 16-58-16,0 13 36 16,-13 8-40-16,-11 6-13 15,-9-5-5-15,-1-3-1 16,-8-9 1-16,-3-12 0 16,-4-14 1-16,-2-15 0 15,-1-17 0-15,3-14 2 16,9-7 1-16,10-18 3 15,11-18-2-15,14-19-3 16,5-11-3-16,18-18-2 0,16-12-25 16,13-4-112-1,8 2-45-15,7 15 6 0,3 14 71 16,-1 19 77 0,3 17-1-16,-8 6-18 0,-3 4-10 15,-4 0-158-15</inkml:trace>
  <inkml:trace contextRef="#ctx0" brushRef="#br0" timeOffset="-180847.1">24384 14490 831 0,'0'0'92'0,"0"0"-53"0,0 0 160 0,-99 0-103 0,77 18-31 0,6 1-22 16,4 2-15-1,4 4-12-15,8-2-8 0,0 2 5 16,0-5-6-1,18-3-7-15,9-3 3 0,9-5 6 16,5-6-5-16,4-3-1 16,0 0-2-16,-6-14-1 15,-11-8-9-15,-7-5-35 16,-12-11 14-16,-9-5 8 16,-2-1 5-16,-18 7 14 15,-6 11 3-15,-5 11 3 16,-2 13 0-16,-3 2-1 15,2 11 10-15,6 15 3 16,4 8-11-16,12 3 4 16,7 0-7-16,5-2 6 15,0-5-4-15,17-4-1 16,11-6 1-16,5-5-3 0,6-11 4 16,5-4-2-16,1 0-2 15,4-11-3-15,1-11-29 16,-4-12-19-16,-4-4 24 15,-12-7-41-15,-13-1 41 16,-10 6 16-16,-6 13 8 16,-1 13 3-16,0 10 21 15,0 4 36-15,-11 4-31 16,-5 13-16-16,1 9 13 16,3 2-2-16,6-1-8 15,3 0-3-15,3-5-5 16,0-2-2-16,0-4 1 15,11-4-1-15,8-5-3 0,3-7 5 16,11 0-1-16,2-2 4 16,1-19-8-16,-2-4-1 15,-3-7-2-15,-7-1-18 16,-12 3-5-16,-2 9 21 16,-8 10 5-16,-2 9 11 15,0 2 0-15,0 7-2 16,-2 13-1-16,-8 9 39 15,6 0-23-15,2-1-3 16,2 1-20-16,0-5 1 0,0-5-2 16,0-6 0-16,0-3-1 15,0-9-87-15,0-1-113 16,5 0-95-16,-4-22-190 16</inkml:trace>
  <inkml:trace contextRef="#ctx0" brushRef="#br0" timeOffset="-180700.33">24907 14174 835 0,'0'0'54'0,"0"0"93"0,0 0 44 15,0 0-148-15,0 0-43 16,0 0-10-16,-28 3-8 0,9 28 17 16,-11 6-124-1,-13 0-152-15,-12-4-451 0</inkml:trace>
  <inkml:trace contextRef="#ctx0" brushRef="#br0" timeOffset="-180516.68">23178 14280 853 0,'0'0'61'0,"0"0"-53"16,0 0 210-16,0 0-93 15,-40-76-125-15,91 65-2 16,15 2 2-16,14 7-18 16,11 2-120-16,9 0-175 15</inkml:trace>
  <inkml:trace contextRef="#ctx0" brushRef="#br0" timeOffset="-179465.81">25367 14377 925 0,'0'0'51'0,"0"0"60"15,0 0 111-15,0 0-142 16,0 0-5-16,-96-40-27 0,70 43-30 16,0 15 9-16,6 7-16 15,1 2-3-15,8 4-2 16,8-1-6-16,3-1 0 16,0-2 0-16,7-2 0 15,20-6 0-15,7-5 1 16,12-6 0-16,8-4-1 15,2-4 0-15,3 0-11 16,-1-11-32-16,-2-9-17 16,-9-5-18-16,-10-4 37 15,-11 0 30-15,-16 1 11 16,-10 3 5-16,0 9 2 0,-9 4 7 16,-16 7 9-1,-6 5 19-15,-4 0-16 16,5 9-5-16,1 11-3 15,6 3-11-15,4 3 2 0,4-2-6 16,9-3 2-16,1-2-5 16,5-6 2-16,0-1-4 15,0-5 2-15,14-5 0 16,7-2 4-16,0 0-4 16,7-2-8-16,2-16-30 15,0-2-10-15,-2-5-8 16,2 0 23-16,-5 6 24 15,-10 6 7-15,-4 8 2 16,-8 2 0-16,-3 3 0 16,1 0 0-16,7 12-7 0,-1 6 7 15,8 4 35-15,-1-1-14 16,5-4-16-16,2-2 14 16,3-4-4-16,3-4-7 15,2-7 1-15,3 0-1 16,-1 0 3-16,-1-13-2 15,0-6-4-15,-3-7 0 16,-4-10-1-16,-2-8-2 16,-6-10 2-16,-1-10 0 15,-4-10-4-15,-2-10-2 0,-5-2 0 16,-3 7 2 0,0 19 4-16,0 22-3 0,-10 21 6 15,-6 17 15-15,-2 23-11 16,-4 28 4-16,0 21 18 15,8 11 29-15,6 5-19 16,8-5-12-16,0-8-3 16,0-4-17-16,0-6-4 15,0-9-7-15,0-9-2 16,0-6-1-16,-7-10-51 16,-9-10-175-16,-8-11-170 15</inkml:trace>
  <inkml:trace contextRef="#ctx0" brushRef="#br0" timeOffset="-176731.77">13930 14555 707 0,'0'0'197'0,"0"0"-192"0,0 0 156 15,0 0-9-15,0 0-58 16,0 0-14-16,0 0-26 15,0 0-29-15,-11-39-22 16,11 70-2-16,0 15 6 16,-3 13 54-16,-4 3-21 0,-3-5-19 15,1-6-4-15,1-7-1 16,2-8-14-16,2-9-2 16,2-11 3-16,2-9-1 15,0-4-2-15,0-3 0 16,0 0 7-16,-1-8 10 15,1-12-3-15,-2-11-13 16,2-9-2-16,0-7 1 16,0-8 0-16,2-8 0 15,17-1 1-15,8 8 0 0,4 12-2 16,-1 13-1 0,-2 18 0-16,-5 13-1 0,1 0-4 15,-5 25 3-15,2 10 4 16,-8 7 0-16,-2 3 1 15,-6 0 1-15,0 1-1 16,1-3 2-16,2-8-3 16,2-1 0-16,8-7 0 15,7-4-32-15,11-7-147 16,13-7-97-16,5-5-160 16</inkml:trace>
  <inkml:trace contextRef="#ctx0" brushRef="#br0" timeOffset="-174904.1">14391 14506 821 0,'0'0'22'0,"0"0"55"0,0 0 67 0,0 0-115 15,0 0-29-15,6 112 113 16,1-45-54-16,-4-2-28 15,3-6 26-15,2-5-31 16,5-10-9-16,2-10-8 16,3-9 3-16,0-11-9 0,9-12-2 15,3-2 3-15,7-24 2 16,7-12-4-16,0-6 0 16,-4 2-1-1,-13-3 1-15,-9 0 0 0,-11 7 4 16,-5 5-5-16,-2 10 0 15,0 13 2-15,0 8 13 16,0 0-9-16,-6 19-1 16,-5 11-5-16,4 4-1 15,4-1 1-15,3-3-1 16,7-5-3-16,13-4 2 16,13-5 1-16,8-6 2 0,9-9-2 15,5-1 0-15,3-5 1 16,-6-13 0-16,-5-2-1 15,-13-2 0-15,-9-3 2 16,-9-1-1-16,-10 4-1 16,-4 4 1-16,-2 8 3 15,0 4 2-15,0 5 12 16,0 1 28-16,-3 14-44 16,-5 14 0-16,-2 7 2 15,1 2 8-15,3-1-3 16,2-6-4-16,0-5-4 15,4-5-1-15,0-8-2 16,0-8 2-16,0-4 1 0,13 0-1 16,7-22 6-1,8-8-1-15,2-9-4 0,1-7 1 16,-1-1-2-16,-4 4 0 16,-2 8 0-16,-6 12 0 15,-6 11 0-15,-4 12-3 16,0 0-3-16,1 23 3 15,0 8 3-15,-3 3 0 16,-2 1 2-16,-3-2-2 16,2-4 1-16,-3-4 0 15,1-6 0-15,1-5 0 16,-1-7 0-16,-1-3-2 16,2-4 2-16,1 0 0 15,3-3 5-15,7-17 0 0,8-10-2 16,1-7-4-16,2-1 0 15,0 3-1-15,0 10 0 16,0 8 1-16,-3 17-3 16,-6 0-4-16,-1 21 4 15,-3 11 2-15,-5 5 0 16,-1-1 1-16,-4-1 2 16,2-6 6-16,3-4-2 15,0-6-1-15,1-5-4 16,3-8 0-16,3-6-1 15,6 0 5-15,11-4-2 0,9-14 3 16,1-6-6-16,2-4 0 16,-1-5 2-16,-5-4-2 15,-4-4-3-15,-7 7-4 16,-10 9 0-16,-7 9 7 16,-7 12 3-16,-1 4 0 15,0 0-3-15,-4 20-2 16,-13 9-4-1,-1 6 6-15,8 2 1 0,8-4 0 16,2 2-1-16,3-6 2 16,14-3-2-16,7-6 0 15,5-9 0-15,10-7 0 16,9-4 4-16,7-1-4 16,2-18 0-16,-2-4-1 0,-1-4-4 15,-7-3-24 1,-12-3-16-16,-12-4 5 0,-15-1-12 15,-8 7 40-15,0 6 12 16,-16 10 3-16,-2 8 12 16,-3 4 6-16,2 3-9 15,8 0 6-15,5 0-11 16,5 3-7-16,1 8-5 16,0 3 4-16,9-1 1 15,5 1-1-15,3-3 0 16,1 0 1-16,-5 6 1 15,5 2-1-15,-6 2 0 16,-4 1 1-16,0 3-1 0,-2-3 1 16,0 3 3-1,2-5 12-15,1-2-9 0,0-5-4 16,3-7-1-16,1-3-1 16,7-3 2-16,2 0 1 15,0-18-4 1,2-2 1-16,-4-9-1 0,-6-3-5 15,-2-5 0-15,-7-3-7 16,-4-2 2-16,-1 10 10 16,0 8-1-16,0 14 2 15,0 8 4-15,0 2 17 16,-4 12-15-16,-4 15-4 16,4 7 16-16,1 0-6 0,3-5-13 15,0-3 0-15,0-1 1 16,0-7-2-1,0-4-2-15,0-4-76 0,1-6-116 16,2-4-79-16,-1 0-122 16</inkml:trace>
  <inkml:trace contextRef="#ctx0" brushRef="#br0" timeOffset="-174732.19">16684 14491 1116 0,'0'0'6'0,"0"0"-5"0,0 0-2 0,0 0-2 0,0 0-1 16,-21 75-7-16,46-42-79 15,5-3-83-15,-2-1-145 16</inkml:trace>
  <inkml:trace contextRef="#ctx0" brushRef="#br0" timeOffset="-173932.13">16987 14665 522 0,'0'0'139'16,"0"0"-18"-16,0 0 45 16,0 0-62-16,0 0 35 15,0 0-58-15,-105-28-3 16,77 57-1-16,3 7-14 16,10-1-46-16,6 0-8 0,7-3 1 15,2-7-2 1,0-4-8-16,12-5 1 15,6-5-2-15,3-8 1 16,6-3 0-16,4 0 2 0,2-12-2 16,0-7-10-16,-2-3-3 15,8-4-12-15,-2-1-6 16,1 0 17-16,-7 7 1 16,-9 8 7-16,-13 6 6 15,-4 5 2-15,-5 0 1 16,0 1-2-16,0 0 9 15,0 0 3-15,0 0-6 16,-5 7-3-16,4 2-3 16,-2 4 3-16,-2 1-4 0,1 0 1 15,0 2-2-15,1 0 3 16,1-3-2-16,0 1 0 16,2-3 1-16,0-2-2 15,0-5 1-15,7-2-3 16,10-2 0-16,4 0 2 15,0-13-39-15,8-4 0 16,-6-3-5-16,-1 4 4 16,-3 1 15-16,-3 5 8 15,-9 4 4-15,1 0 1 16,-4 6 10-16,-2 0-1 0,4 0 1 16,-3 0 3-16,0 0 0 15,3 4 0-15,0 0 0 16,4 0 0-16,1-1 0 15,1 0 0-15,4-3 0 16,-4 0 0-16,4 0 2 16,-2 0-2-16,-1 0 0 15,2-10 0-15,-2-3 1 16,1-1 1-16,-1-9-2 16,-2-4 1-16,-8-9 1 15,0-6 0-15,-3-10 1 16,0 1-3-16,0 4 2 15,-6 14-2-15,-2 15 8 16,1 14 43-16,-2 4 29 16,-5 20-69-16,1 9-6 15,3 11 17-15,5 3 5 16,5-1-14-16,0 1-1 16,5-6-4-16,7 0-6 0,-1-6-2 15,1-6 0-15,-2-2-3 16,-2-4-146-16,1-9-114 15,-1-6-318-15</inkml:trace>
  <inkml:trace contextRef="#ctx0" brushRef="#br0" timeOffset="-173423.78">17870 14708 940 0,'0'0'72'0,"0"0"-4"0,0 0 106 0,5-84-91 0,6 59-4 0,-2 3-19 15,-1 4-16-15,-1 11 25 16,-5 2-8-16,-1 5-26 16,2 0-14-16,0 22-19 15,0 15 12-15,0 9 38 16,-1 3-34-16,-1-7-6 15,4-2-9 1,2-8-2-16,4-10-1 0,1-7 0 16,4-9 1-16,4-6 0 15,6-11 0-15,6-14-1 16,-1-8-1-16,-1-6-4 16,-5-6-4-16,-7-5-17 15,-8 3-18-15,-2 5-53 0,-8 16-18 16,0 18-64-16,0 8-61 15,-5 8-177-15</inkml:trace>
  <inkml:trace contextRef="#ctx0" brushRef="#br0" timeOffset="-173106.09">18304 14611 1022 0,'0'0'64'0,"0"0"-14"15,0 0 145-15,0 0-74 16,0 0-41-16,0 0-25 0,27-52-15 16,-33 55 4-16,-9 12 2 15,-4 1-12-15,3 2-14 16,6 1-17-16,9-1-2 16,1 0-1-16,3 1 0 15,13 0-3-15,2-2 2 16,2 1 1-16,-5 1-3 15,-5-3 2-15,-1 3-2 16,-8-4-1 0,-1 0 2-16,0 1 1 0,-17 1 0 15,-15-1-11-15,-14 5-39 16,-15 4-86-16,-14 2-193 16,-23 0-551-16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08:52.260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10334 2746 132 0,'-12'-151'0'0</inkml:trace>
  <inkml:trace contextRef="#ctx0" brushRef="#br0" timeOffset="1138.82">2342 1732 900 0,'0'0'17'15,"0"0"-4"-15,0 0 143 0,0 0-37 16,0 0-47-16,0 0-60 16,-18-5-11-16,18 66 21 15,-3 16 46-15,-6 12-21 16,-3 7 4-16,-1-2-24 16,4-7-16-16,1-16-7 15,4-10 0-15,1-18-3 16,3-17 1-16,0-12-3 15,0-12 2-15,0-4-1 16,0-27 15-16,9-19-2 16,9-19-13-16,-2-4 0 15,-4-11 2-15,-6-7-2 16,-2-8 1-16,-1-8 1 0,-1 4 1 16,4 13-3-16,0 21 0 15,2 32 5-15,-3 23 8 16,6 12-11-16,1 12-2 15,12 23 0-15,1 16 0 16,0 10 2-16,-5 4 5 16,4 2-7-16,-2-6-1 15,-1-12 1-15,3-10-1 16,-2-15 0-16,2-13-3 16,3-11 0-16,1-11 3 15,8-23 0-15,-3-15 1 16,4-16-3-16,-7-4 1 0,-6-6-5 15,-9 7 7-15,-9 16-1 16,-2 21 2-16,-4 18-1 16,0 13 13-16,0 21-13 15,-13 25-11-15,-4 19 11 16,-2 13 4-16,7 6-3 16,2 3-1-16,7-1 0 15,3-7-1-15,0-12 0 16,13-16-2-16,8-16-7 15,7-13-21-15,5-18-141 16,10-4-12-16,10-26 2 16,2-17-77-16,0-6-176 15</inkml:trace>
  <inkml:trace contextRef="#ctx0" brushRef="#br0" timeOffset="1461.16">3261 1916 297 0,'0'0'413'0,"0"0"-288"0,0 0 48 0,0 0-92 0,0 0-25 15,0 0 16-15,-91 89 0 16,76-50-19-16,9-3-18 16,6-3-12-16,0-2-13 15,13-8-3-15,10-5-6 16,4-9 1-16,14-9-2 16,4 0 12-16,4-18-7 15,-2-10 0-15,-4-9-2 16,-12-4-3-16,-16-6 8 15,-12-2 4-15,-3 1-4 0,-18 5 13 16,-12 8 8-16,-8 11-13 16,-1 12-10-16,5 10-5 15,4 2-1-15,6 14-7 16,9 14-5-16,10 7-19 16,5-1-103-16,0 3-62 15,11-4-42-15,4-8-166 16</inkml:trace>
  <inkml:trace contextRef="#ctx0" brushRef="#br0" timeOffset="1865.66">3579 1932 784 0,'0'0'92'0,"44"-82"-13"16,-15 42 55-16,-2 7-14 15,3 11-43-15,1 9-31 16,-1 13-17-16,1 2 1 15,1 27 13-15,-4 11-18 16,-4 8-3-16,-5 5-9 16,-7 0-8-16,-4-3 4 15,-8-7-3-15,0-7-3 16,0-9-3-16,-8-9 2 16,2-10 4-16,3-8-1 15,0 0 5-15,1-18 35 16,2-18 7-16,0-13-50 0,0-10 1 15,17-9-3-15,2-3 0 16,5 6 0-16,-3 12-4 16,-3 15 4-16,3 15-1 15,-9 13 1-15,-3 10-6 16,4 0-5 0,2 18 2-16,1 10 3 0,-2 0 6 15,1 4 0-15,-5-1-3 16,1-1-23-16,2-2-143 15,1-5-111-15,-1-5-208 16</inkml:trace>
  <inkml:trace contextRef="#ctx0" brushRef="#br0" timeOffset="2397.55">4395 1771 750 0,'0'0'42'0,"0"0"-27"0,0 0-15 0,0 0 43 0,0 0 6 0,0 0 8 15,18 35 20-15,-15-27-8 0,1 1-11 16,2 2 16-1,0 0-15-15,0 4-2 0,3-4-23 16,3 5-3-16,0-4 16 16,9-4-25-16,1-3 0 15,4-5 6-15,2 0-5 16,9-5-11 0,-4-15-1-16,-2-6-10 0,-5-2 3 15,-10-4-3-15,-11-3 1 16,-5 4 1-16,0 2-1 15,-21 6 1-15,-2 6 0 16,-7 10 0-16,-4 7-3 16,-4 0 2-16,3 12 0 15,-1 17 6-15,5 10 9 16,1 10 2-16,8 5 5 16,14 0-4-16,7-2-11 15,1-2-1-15,6-6-6 0,16-6-2 16,5-7 0-16,6-10-7 15,0-7 4-15,1-8 0 16,9-6-73-16,8-4-92 16,9-19-51-16,7-13-5 15,6-11-119-15</inkml:trace>
  <inkml:trace contextRef="#ctx0" brushRef="#br0" timeOffset="2649.71">5365 1321 1146 0,'0'0'35'0,"0"0"-19"0,0 0-9 0,-20 108 143 15,20-55 3-15,0 3-67 16,0 5-35-16,0 5-23 16,0 1-16-16,0 3-10 15,0-7-2-15,-7-12-4 16,4-15-23-16,-2-12-119 15,1-15-70-15,-2-9-91 16,0 0-103-16</inkml:trace>
  <inkml:trace contextRef="#ctx0" brushRef="#br0" timeOffset="3675.81">5302 1828 850 0,'0'0'87'0,"0"0"-58"15,0 0 116-15,28-75-41 16,5 50-52-16,12-1-41 15,9-5-6-15,7-1-1 16,2-1-4-16,-5-6-3 16,-5-4 1-16,-8-10 2 15,-6 1-3-15,-8-4 2 16,-11 10-7-16,-7 17 7 16,-10 12 2-16,0 10 2 15,-3 7 9-15,0 19-1 16,-11 24-9-16,-5 20 17 15,-6 10 35-15,4 0 23 16,0-2-21-16,3-7-14 0,0-4-21 16,9-5-10-16,3-10 0 15,3-11-7-15,0-11-2 16,0-12-2-16,3-7 2 16,15-4-2-16,3-6 6 15,9-16 3-15,6-10-9 16,2-2 0-16,-3 3-1 15,-7 6 1-15,-10 10-2 16,-3 8 2-16,-8 7-1 16,-4 0-7-16,5 22 5 15,5 3 3-15,-1 8 3 16,9-2 2-16,7-1 1 0,7-2-1 16,7-4 9-16,7-3-3 15,4-11-8-15,0-3 1 16,-1-7-2-16,-3 0-2 15,-9-15 1-15,-7-8-1 16,-9-11 1-16,-9-4-1 16,-9 0-1-16,-6 1-4 15,0 9 5-15,-4 10 0 16,-15 11 1-16,-6 7-2 16,-5 7 1-16,-1 20-1 15,6 4 0-15,4 1 1 16,7 0-1-16,5-1 1 0,8-6-4 15,1-1 4-15,0-8-5 16,6-6 2-16,9-5-1 16,7-5 1-16,5 0 0 15,9-13 0-15,1-9-7 16,-1 1-8-16,-6 2-3 16,-5 2 16-16,-9 7 5 15,-8 7 0-15,-5 3 0 16,-3 0-5-16,0 7 1 15,3 11 4-15,-3 6 2 16,2-3 3-16,-2 2-1 16,0-4-1-16,3-6-3 15,0-1 0-15,2-5 0 16,0-4-2-16,2-3-1 16,4 0 3-16,10-6 8 0,4-16-4 15,5-5-1-15,3-7-3 16,4-5 0-16,-1 0-4 15,7 3 4-15,-9 9-5 16,-10 10 0-16,-10 14 5 16,-10 3-4-16,-2 14 2 15,1 13 2-15,-2 9 8 16,-1-1 2-16,2-4 3 16,-1-3 12-16,8-4-18 15,-3-3 4-15,6-5-11 0,1-7 1 16,-2-3-1-1,2-3 2-15,1-3-1 0,3 0 1 16,0-9-2-16,4-6-12 16,-5 0-64-16,1 1 9 15,-5 6-131-15,-5-2 46 16,2 4-110-16,-3 1-368 16</inkml:trace>
  <inkml:trace contextRef="#ctx0" brushRef="#br0" timeOffset="4146.8">8052 1458 1077 0,'0'0'37'0,"0"0"-23"0,0 0 131 16,0 0-30-16,-20-85-23 16,20 64-68-16,6-2-20 15,13 2 4-15,6 2-8 16,1 6 0-16,3 7 1 16,-4 3-2-16,5 3 1 15,-3 7-6-15,-2 18-1 16,-2 16 5-16,-7 10 1 0,-10 11 1 15,-6 5 5-15,-6-3 8 16,-21 0 5-16,-6-4 3 16,-3-5 7-16,0-4-5 15,5-7 10-15,6-10-8 16,10-6-6-16,9-10-3 16,6-10-9-16,0 0-3 15,25-8-2-15,26 0 8 16,22-6-5-16,27-14-5 15,27-1-13-15,21-1-103 16,17-2-218-16,20 1-234 16</inkml:trace>
  <inkml:trace contextRef="#ctx0" brushRef="#br0" timeOffset="7349.78">9866 1524 600 0,'0'0'77'0,"0"0"23"0,0 0 2 0,0 0-30 16,0 0 3-16,52-83-35 16,-36 63-6-16,-1-2-5 15,0 0-3-15,-6 3 9 0,-1 0-11 16,-8 3 12 0,0 1-2-16,-9 3-3 0,-15 8-10 15,-12 3-8-15,-3 1-6 16,-5 3 0-16,3 16 8 15,4 0-4-15,8 6-1 16,10-2-2-16,13 2-7 16,6 2-1-16,0 2-2 15,17-2-3-15,17 4 3 16,3-2-1-16,10 0 2 16,0 0-1-16,0 0 1 15,-9 1 0-15,-5-1 1 0,-13-2-1 16,-13-2 0-1,-7 0 1-15,-15-4 0 0,-27-5 7 16,-16-1-1-16,-13-6 2 16,-6-6-1-16,0-3 1 15,13 0 3-15,13 0 43 16,15-2 0-16,17-5-25 16,8 0-23-16,11-4-6 15,9-1 0-15,21-1-13 16,18 1-1-16,13 2-11 15,10 2-24-15,6 3-17 16,5-1 31-16,4-1 19 16,5-1 10-16,5-3 3 15,-1-3 3-15,-1-3 0 16,-4-5 2-16,-13-2-1 16,-12-2 2-16,-16-5-3 0,-21 1 2 15,-16-2 1-15,-12 0 11 16,0 2 3-16,-23 8 10 15,-15 7 3-15,-9 15-5 16,-6 0-5-16,-1 10-1 16,6 12-5-16,11 7-3 15,7 0-5-15,8 1-3 16,9-1-3-16,10-3-3 16,3-2-1-16,3-6-1 15,20-7-3-15,6-2 7 16,4-9-2-16,-1 0-2 0,6-9-14 15,-4-7-15-15,-1-6 6 16,-9 0 16-16,-3 0 11 16,-7 6 1-16,-11 4 1 15,-3 6 8-15,0 5 13 16,0 1-15-16,-13 1-5 16,-4 17-2-16,3 1 2 15,6 5 1-15,7-8-3 16,1 1-2-16,4-3 0 15,18-7 2-15,11-3 0 16,8-4 2-16,3 0-1 16,3-14-1-16,-1-10 0 15,-3-2 0-15,-1-7 2 0,-5-2-2 16,-4 1 1-16,-9 1 2 16,-5 5-1-16,-8 12 0 15,-5 8 4-15,-6 8 12 16,0 0-8-16,0 20-10 15,-6 14-3-15,-3 6 3 16,0 2 2-16,3-3-1 16,3-5-1-16,3-7 0 15,0-6-3-15,6-8 3 16,7-4 0-16,7-7 1 16,1-2 1-16,9-6 6 15,-2-13-6-15,9-8-1 16,-7-3 1-16,-8-3-2 15,1 4 4-15,-10 2-4 0,-4 8 3 16,-6 9-3-16,-3 5 12 16,0 5-1-16,0 0-11 15,0 9-3-15,-6 10 1 16,-1 1 2-16,1-3-2 16,4-2 1-16,2-5-1 15,0 0 1-15,0-3-1 16,0-3 0-16,2-4 0 15,11 0 2-15,4 0 1 16,3-8 3-16,4-8-3 16,-1-2 2-16,-4-1-3 15,-7 0 0-15,0 5 0 16,-11 4 0-16,-1 4 4 0,0 5 1 16,0 1-5-16,0 6-1 15,0 13-8-15,0 6 8 16,0 0 0-16,0-1 0 15,0-6 0-15,5-1-1 16,7-5-2-16,10-5 3 16,5-4 1-16,6-3 0 15,4 0-1-15,1-6 3 16,-10-7-4-16,-3-7-3 16,-4-4 0-16,-7-2 0 0,-4-3-1 15,-7 4 4 1,-3 5 0-16,0 6 0 0,0 9 4 15,0 5-2-15,-10 20 0 16,-7 24-5-16,-1 17 5 16,3 12 3-16,-1 13 6 15,2 3 4-15,-2 6-2 16,-4-1-4-16,0-6-6 16,-1-11-1-16,1-10 0 15,1-18 0-15,8-14-1 16,3-16 1-16,5-10 1 15,3-6-1-15,0-3 1 16,0-12 9-16,0-19-5 16,3-16-5-16,8-14-1 15,6-13 1-15,4-17-1 16,3-17 0-16,1-9 0 16,-4-6-3-16,4 17 0 15,-1 18 4-15,-6 27 1 0,2 25-1 16,-8 20 0-16,2 16 0 15,-2 9-5-15,8 25-5 16,-4 14 10-16,-1 5 0 16,-4-2 4-16,-11-5-4 15,0-5 0-15,-3-4 0 16,-16-8 1-16,-4-7 5 16,-3-8-3-16,-2-5 0 15,6-9-3-15,1 0 3 16,1-11-2-16,7-14-1 0,4-1-1 15,6-4-3-15,3 5 1 16,0 6 3-16,0 6-2 16,10 7 0-16,1 6 1 15,4 0-1-15,7 4-4 16,8 11 6-16,4 2-1 16,2-3 2-16,3-2-1 15,4-6 2-15,3-6 0 16,1 0-2-16,3-6 2 15,-3-14-1-15,-4-7-1 16,-9-13 0-16,-9-9-1 16,-6-16 2-16,-5-16-2 15,-6-9 0-15,-8 0 1 16,0 17 0-16,0 22 0 16,0 23 1-16,-12 24 6 15,-8 8-7-15,-6 34-5 16,-3 19 4-16,3 9 1 15,9 13 3-15,10 0 10 0,7-2-2 16,11 0-3-16,16-12-8 16,11-7 3-16,5-9-2 15,8-12-1-15,2-17-1 16,5-9 0-16,-4-11 1 16,3-12 0-16,-8-16-1 0,-8-12-2 15,-9-5-1 1,-9-10-8-16,-13 0 9 0,-10 6 3 15,0 9 0-15,-9 12 2 16,-9 13-2-16,2 7 3 16,-3 8-3-16,-2 8-1 15,1 22-1-15,7 7 4 16,5-1-2-16,7 2 4 16,1-4-1-16,1 1 0 15,16-3-2-15,1-6 0 16,4-5 0-16,2-5 0 15,3-10 0-15,-2-5-1 16,4-1 0-16,-1-10 4 16,-1-17-4-16,1-4-1 15,-6-11 0-15,-5-5 1 0,-2-2 2 16,-6 0 0 0,0 7 1-16,-4 11 1 0,-2 10 4 15,-3 10 4 1,0 8 52-16,3 3-36 0,5 0-28 15,8 17-4-15,7 15 4 16,8 4 3-16,2 3 4 16,-6-1-5-16,-2-4 11 15,-9-4-5-15,-8-5 1 16,-8-4-2-16,-2-3-3 16,-39 2 4-16,-32-4 2 15,-35 5-5-15,-29 0-5 16,-17 2-69-16,-5-1-151 15,-9-3-310-15</inkml:trace>
  <inkml:trace contextRef="#ctx0" brushRef="#br0" timeOffset="8166.86">9038 3507 628 0,'0'0'325'0,"0"0"-320"0,0 0 82 0,0 0 34 0,0 0-5 15,0 0-90-15,0 0-6 16,-11 108 77-16,-9-6-41 15,-3 10-30-15,-4 4 8 16,0-8-12-16,2-17-18 16,8-16 1-16,6-17 0 15,5-14-4-15,6-17 0 16,0-11-1-16,0-14-2 0,10-5 2 16,14-31 3-16,6-18 11 15,-2-22-12-15,2-15 1 16,-5-16 1-16,-5-20-2 15,5-14 0-15,-1-1-1 16,6 13 0-16,1 33 0 16,-4 31 0-16,-5 33 19 15,-7 24 19-15,6 9-30 16,6 36-2-16,10 23-7 16,1 22 12-16,-4 19-5 15,-4 9 7-15,0 9-5 16,-2-6-2-16,0-11-7 0,-2-18 4 15,-4-11-4-15,-2-16-2 16,-7-15 0-16,-6-13 2 16,-7-12-14-16,0-8-131 15,-11-10-68-15,-18-1-94 16,-17-20-247-16</inkml:trace>
  <inkml:trace contextRef="#ctx0" brushRef="#br0" timeOffset="8355.62">8833 4081 995 0,'0'0'12'0,"0"0"32"0,0 0 170 0,0 0-119 16,0 0-88-16,0 0-6 0,123-75-1 16,-58 58 1-16,6 1-1 15,7-2-1-15,2 1-11 16,5 0-150-16,-5-2-156 15,-10-7-307-15</inkml:trace>
  <inkml:trace contextRef="#ctx0" brushRef="#br0" timeOffset="8911.33">9888 3629 1027 0,'0'0'4'0,"0"0"1"16,-30 91 114-16,24-41 9 0,5 9-41 15,-1 2-28-15,1-3 2 16,1 0-31 0,-3-10-5-16,3-9-12 15,0-9-6-15,0-11-5 0,0-7 0 16,0-9 1-16,0-3-3 16,-2-7 11-16,2-22 10 15,-4-15-21-15,3-19 0 16,1-13 2-16,0-13-2 15,0-11 0-15,0 3-3 16,10 18 4-16,3 21-2 16,4 25 1-16,-2 21 0 15,2 12-1-15,12 17-6 0,4 26 7 16,9 18 12-16,4 10 5 16,3 5-1-16,5-1 2 15,1-2-4-15,0-4-3 16,-3-7-8-16,-4-8 4 15,-8-12-7-15,-7-14 4 16,-9-12-4-16,-9-12 0 16,-5-4 3-16,4-15 11 15,1-22 5-15,-3-15-9 16,-3-14-2-16,-2-15 0 16,-6-12-3-16,-1-10-5 15,0 0-1-15,0 15 0 16,-8 29-3-16,-1 27 4 15,4 21-5-15,-4 11-9 0,-4 22-51 16,-1 17-75-16,7 18-32 16,7 3-93-16,0-7-1 15,15-1-290-15</inkml:trace>
  <inkml:trace contextRef="#ctx0" brushRef="#br0" timeOffset="9287.23">11089 3554 799 0,'0'0'183'0,"0"0"-101"0,0 0 105 0,0 0-120 16,-95-9-31-16,66 53 21 0,6 9 11 16,9 5-12-16,11-1-17 15,3 0-6-15,14-2-15 16,15-3-6-16,16-6-5 15,1-9-6-15,8-9 5 16,1-14-6-16,2-14 2 16,3 0-1-16,-4-28 8 15,-2-12-8-15,-12-12 1 16,-4-14-1-16,-18-10 0 16,-10-8 0-16,-10-5-1 15,-19 5 2-15,-21 17-4 16,-5 20 1-16,-3 23-2 0,-1 22-1 15,4 3-2 1,2 31-33-16,9 19-70 0,7 12-106 16,15 2-60-16,12-2-212 15</inkml:trace>
  <inkml:trace contextRef="#ctx0" brushRef="#br0" timeOffset="9709.61">11759 3334 1178 0,'0'0'4'0,"0"0"182"16,0 0-78-16,0 0-70 15,0 0-37-15,51 90 48 16,-3-23 8-16,2 6-33 15,-3 4 0-15,-3-3-8 16,-7-7-10-16,-1-10-6 16,-4-11 1-16,-4-14-1 15,-4-11-1-15,-8-14 1 16,-2-7 3-16,-2 0 4 16,7-22 12-16,1-15-6 15,2-12-7-15,-1-12-1 16,-6-14 0-16,-2-10-4 0,-7-2 0 15,0 4-1-15,-6 18 0 16,0 18 0-16,0 20 0 16,0 16-1-16,-6 11-1 15,-7 14-28-15,-4 21-73 16,-1 12-53-16,8 7-94 16,10-2-49-16,3-5-174 15</inkml:trace>
  <inkml:trace contextRef="#ctx0" brushRef="#br0" timeOffset="10162.35">12690 3320 869 0,'0'0'53'0,"0"0"174"0,0 0-103 15,0 0-99-15,0 0-16 16,-14 106 12-16,-3-30 40 15,-4 4 3-15,3 0-4 16,2-10-32-16,2-14-10 16,8-16-7-16,-1-13-7 15,4-11-4-15,3-9 2 16,0-7-1-16,0 0 16 16,0-19 13-16,0-17 38 0,0-14-67 15,0-13-1 1,8-18-2-16,6-10 2 0,5-9 1 15,4-3-1-15,5 7-1 16,2 17 1-16,-2 20 0 16,4 25 0-16,-4 24-1 15,6 10-5-15,4 29-1 16,3 20 7-16,0 14 2 16,-5 10 2-16,-7 2-3 15,-3 11 4-15,-7 5-3 16,-5-1 1-16,-7-8 0 15,-4-15-2-15,0-15-1 16,-2-13-2-16,1-16 1 16,-2-9-4-16,0-8-156 15,0-6-164-15,0-4-178 0</inkml:trace>
  <inkml:trace contextRef="#ctx0" brushRef="#br0" timeOffset="10349.67">12660 3645 849 0,'0'0'197'0,"0"0"-195"0,0 0 72 0,93-53-10 0,-35 49-22 16,9-2-30-16,9 2-11 15,2-3-1-15,-4 4-2 16,-8 3-111-16,-15 0-187 0</inkml:trace>
  <inkml:trace contextRef="#ctx0" brushRef="#br0" timeOffset="10850.45">8754 4867 1100 0,'0'0'107'0,"-131"0"-107"15,98 0 0-15,17 0 18 16,13-3 47-16,3 2-29 16,24-3-35-16,32-5-1 15,40-6 24-15,38-7 29 16,42-3-17-16,36-6 0 16,40-3 5-16,32-3-8 15,25 2-19-15,23 2-7 0,10 1 0 16,0 0-7-16,-13 6-5 15,-32 2 5-15,-46 4 2 16,-48 0-2-16,-51 4-4 16,-48 2 4-16,-43 1 1 15,-29 6 8-15,-22 2 4 16,-8 1 35-16,-2 2 12 16,0 2-48-16,0 0-12 15,0 0-2-15,0 0-20 16,16 0-151-16,5 0-212 15,7-14-617-15</inkml:trace>
  <inkml:trace contextRef="#ctx0" brushRef="#br0" timeOffset="11614.38">15244 2988 810 0,'0'0'15'0,"0"0"73"0,0 0 56 0,-94-15-67 0,55 36 6 15,-7 17-21-15,-2 19-18 16,-4 13 8-16,3 13 4 16,4 10 1-16,9 6-19 15,9 7-9-15,16 5-1 16,11-2-9-16,11-6-18 16,33-13-1-16,19-17-8 15,14-18-4-15,15-16-10 16,6-19-70-16,0-14-65 15,1-6-39-15,-5-23-112 16</inkml:trace>
  <inkml:trace contextRef="#ctx0" brushRef="#br0" timeOffset="12022.8">15841 3312 1059 0,'0'0'1'15,"0"0"1"-15,-87 22 78 16,68 11-33-16,7 10 4 16,5 6-1-16,7 1-32 15,0 4-8-15,0 0-5 16,0-3 0-16,0-5-5 16,0-12-3-16,1-13 3 15,-1-8-3-15,2-11 1 16,-2-2 2-16,0-15 8 0,0-22-5 15,0-15-3-15,0-12 2 16,0-10-2-16,0-9 3 16,0-6-1-16,0 0-1 15,0 6-1-15,4 13 3 16,3 15 3-16,3 19-3 16,-3 12 26-16,5 11 2 15,3 8-12-15,9 5-19 16,6 6-1-16,2 14-1 15,3 8 1-15,-5 6-5 16,-7 6-4-16,-4 3-23 16,-8 4-135-16,-9-1-102 15,-2-4-177-15</inkml:trace>
  <inkml:trace contextRef="#ctx0" brushRef="#br0" timeOffset="12215.84">15666 3552 741 0,'0'0'155'0,"0"0"-119"16,0 0 175-16,0 0-99 16,0 0-99-16,0 0-13 15,109-45-2-15,-49 30-1 16,3 1-4-16,-2 3-87 16,-4 0-187-16,-10 1-261 15</inkml:trace>
  <inkml:trace contextRef="#ctx0" brushRef="#br0" timeOffset="13072.23">16885 3530 689 0,'0'0'9'0,"0"0"60"0,0 0 16 0,0 0-37 0,98-84-8 16,-82 70 26-16,-7 1-12 16,-9 3 44-16,0 3 12 15,-11 4-42-15,-19 0-36 16,-12 3 1-16,-4 3 1 0,-3 10 16 16,6 1-22-16,7 1-6 15,9 3-12-15,11-4-8 16,5 4-2-16,10 0-1 15,1-2-4-15,3 5-1 16,21 0 1-16,7 3 4 16,10 0-1-16,4 3 0 15,0 1 1-15,1 2-4 16,-7-3 3-16,-7-5-2 16,-13 3 4-16,-11-7-4 15,-8 0 4-15,-2-2 1 16,-28-4 6-16,-17 1 2 0,-13-1-1 15,-3-5-1 1,6-2-7-16,8-2 0 0,15-3-1 16,12 0 0-16,9 0-1 15,12-3-8-15,1-17-135 16,11-12-51-16,24-15-11 16,14-16-43-16,13-15-272 15</inkml:trace>
  <inkml:trace contextRef="#ctx0" brushRef="#br0" timeOffset="13259.5">17203 3184 815 0,'0'0'28'16,"0"0"100"-16,0 0 8 15,0 0-72-15,0 0-5 0,88 37 25 16,-73 11-2 0,-7 2-30-16,-2 2-7 0,-6 3-27 15,0 4-18-15,0 2 2 16,-11 2-5-16,-1-10 0 15,-1-8-47-15,1-14-157 16,-4-15-89-16,5-10-201 16</inkml:trace>
  <inkml:trace contextRef="#ctx0" brushRef="#br0" timeOffset="13434.53">17226 3448 970 0,'0'0'18'0,"0"0"78"15,0 0 36-15,-20-81-81 0,40 71-48 16,20 4-3-16,6 6-10 16,6 0-35-16,-4 6-172 15,-6 14-9-15,-11 4-181 16</inkml:trace>
  <inkml:trace contextRef="#ctx0" brushRef="#br0" timeOffset="14571.5">17759 3582 692 0,'0'0'66'16,"0"0"-10"-16,45-75 43 15,-34 46 4-15,-5 1-64 16,-6-2 4-16,0 5-17 0,-21 7 2 16,-3 6-4-16,-10 12 13 15,1 0-9-15,-4 12 15 16,5 10-14-16,5 5-5 15,8-2-9-15,9 2-6 16,7-2-9-16,3-3 0 16,0-2 0-16,7-8-3 15,14-3 1-15,7-8 2 16,7-1 0-16,0-4 0 16,0-13-7-16,-1-4-7 0,-6-1-12 15,-4 1 18 1,-7 3 4-16,-9 6 4 0,-6 6 3 15,-2 4 5-15,0 2 3 16,0 0-11-16,0 15-6 16,-3 7 6-16,-4 4 0 15,5-1 0-15,2 0-1 16,0 0-1-16,9-8 1 16,6-2-5-16,3-6 4 15,5-7 2-15,5-2 3 16,5-2 0-16,2-17-1 15,4-8-2-15,-3-4 0 16,0-8-2-16,-2-7-2 16,-4-8-2-16,-5-8-1 15,-4-10 3-15,-6-7-1 16,-2-5-1-16,-7 1 2 16,-6 16 1-16,0 20 3 0,0 25 0 15,-16 22 8-15,-4 22-2 16,-3 31-5-16,2 19 6 15,9 13 5-15,7 2 7 16,5-1 7-16,6-3-11 16,17-6-9-16,6-8-1 15,6-7-1-15,1-11-4 16,4-15 0-16,2-15-1 16,-2-15 2-16,0-6 0 15,2-21 2-15,-5-13 3 0,2-8-5 16,-7-8 0-1,-6 1 0-15,-3-2 0 0,-10 4-1 16,-5 7 2-16,-4 8 0 16,-4 14 0-16,0 8 4 15,0 4 2-15,0 6-2 16,0 0-4-16,-1 0-2 16,-10 9-2-16,-1 4-1 15,1 2 3-15,1 1 3 16,3 1 0-16,1 3-2 15,2 2 2-15,4 1 4 16,0 1 2-16,0 3-5 16,7-1 0-16,3-1 0 0,7-6-1 15,2-2-3 1,2-6-1-16,4-7 1 0,0-4 2 16,3 0 1-16,-1-5-1 15,-2-12 0-15,2-5 1 16,-8-7-2-16,2-3 2 15,-2-6 2-15,5-1-4 16,-1-5 1-16,1 2-2 16,2 5 2-16,-2 7-1 15,-9 11 0-15,-5 11 0 16,-5 7 5-16,-3 1 9 16,-2 0-15-16,4 15 0 15,4 7 0-15,-2 3 3 16,2 0-2-16,-2 2-1 15,0-2 4-15,-1-2-3 0,0-2-1 16,-5-4 0-16,0 0 1 16,0-3 2-16,-8-4-3 15,-17 0 0-15,-7-2-13 16,-7-4-151-16,-6-4-104 16,-7 0-224-16</inkml:trace>
  <inkml:trace contextRef="#ctx0" brushRef="#br0" timeOffset="14724.38">17957 3242 989 0,'0'0'16'0,"0"0"-5"0,0 0 28 0,0 0-34 0,146-53-5 15,-70 43 0-15,6 0-2 16,0-1-107-16,-13-5-174 15</inkml:trace>
  <inkml:trace contextRef="#ctx0" brushRef="#br0" timeOffset="14894.9">18719 3008 154 0,'0'0'696'0,"0"0"-661"15,0 0 158-15,0 0-75 0,0 0-36 16,0 0-52-1,10-48-30-15,5 48 0 0,0 3-12 16,9 8 2-16,-2 5-146 16,3-2-121-16,3-3-346 15</inkml:trace>
  <inkml:trace contextRef="#ctx0" brushRef="#br0" timeOffset="15478.48">19545 2821 935 0,'0'0'51'0,"0"0"-21"15,0 0-11-15,0 73 128 16,-3-22-41-16,-1 8-65 15,1 4 10-15,2 3 12 16,-2 1-26-16,3-3-22 16,0-7-10-16,0-9 1 15,11-8-3-15,6-11-3 16,2-10 0-16,2-9 1 16,3-7-1-16,3-3 4 15,4-9-4-15,5-12 0 16,-1-7 0-16,1-7-2 0,-7-7-4 15,-5-1 0-15,-6-1 6 16,-5 3-1-16,-8 9 1 16,-1 12 0-16,-4 9 6 15,0 4-5-15,0 7 5 16,0 0-6-16,-6 0-5 16,-3 7 3-16,-1 8 0 15,1 1 2-15,9 1-2 16,0 1 2-16,0 0 0 15,0 0 1-15,0 1 0 16,10 2-1-16,-4-1 0 16,6 0 0-16,-2-2 1 15,-2 1-1-15,3-3-1 0,-3 1 1 16,-2-1 2-16,-3-4-2 16,-1 0 0-16,-2-4-2 15,0-1 2-15,-6 1-2 16,-15-6-63-16,-6-2-177 15,-2 0-208-15</inkml:trace>
  <inkml:trace contextRef="#ctx0" brushRef="#br0" timeOffset="15648.84">19520 3064 1004 0,'0'0'3'0,"0"0"76"0,0 0-73 0,86-39-6 0,-36 37 0 16,5 0-6-16,-3 1-12 15,-5-5-244-15</inkml:trace>
  <inkml:trace contextRef="#ctx0" brushRef="#br0" timeOffset="15823.32">19907 2909 1037 0,'0'0'9'15,"0"0"78"-15,0 0 33 16,0 0-105-16,0 0-15 0,0 0-20 16,11-4-69-16,8 18-253 15</inkml:trace>
  <inkml:trace contextRef="#ctx0" brushRef="#br0" timeOffset="16273.44">20553 2564 805 0,'0'0'26'0,"0"0"151"15,0 0-63-15,0 0-11 16,94-9-50-16,-17 52 70 0,20 22 0 16,12 18-32-16,-6 17-22 15,-14 8-16-15,-24 1-36 16,-39-1-10-16,-26-3-5 15,-55 1 1-15,-40 5-2 16,-34 0-1-16,-23-5 0 16,-3-6-146-16,1-14-174 15,13-11-333-15</inkml:trace>
  <inkml:trace contextRef="#ctx0" brushRef="#br0" timeOffset="18759.4">1384 1771 618 0,'0'0'94'0,"0"0"-93"0,0 0-1 0,24-75 0 15,-18 73 12-15,0-2 9 16,5 4-14-16,0 0-1 15,6 12 2-15,-4 6-3 0,1 1 8 16,-7 0-8-16,2-2-3 16,-3-4 3-16,-3-5-4 15,3-2 1 1,-3-3 0-16,0-3 5 0,3 0-1 16,6 0 16-16,4-16-6 15,10-8-7-15,5-8-8 16,2 1 2-16,2 0-3 15,3 4-7-15,5 4-43 16,0 2-125-16,-10 1-221 16</inkml:trace>
  <inkml:trace contextRef="#ctx0" brushRef="#br0" timeOffset="20383.66">1395 1869 593 0,'0'0'0'16,"0"0"0"-16,0 0 3 16,0 0 15-16,0 0 67 0,0 0-57 15,-17-27-27 1,17 27 2-16,0 0-1 0,0 0 1 15,0 0 6-15,0 0 4 16,9 8 1-16,0 3 12 16,1 2-10-16,-2 0 11 15,4-4-10-15,-2 2 0 16,-2-5-6-16,2-2-2 16,2-1 1-16,-1-2-1 15,-2-1 3-15,5 0 2 16,-3 0-5-16,11-13 10 15,-2-1-9-15,11-9-1 16,11-8-3-16,6-8 3 16,10-11 1-16,3-5-4 15,5-6-5-15,-2 2 7 16,-3 3-5-16,-3 2 2 16,-7 9-1-16,-14 8-2 0,-10 11 2 15,-11 13 5 1,-11 8-4-16,-4 5 5 0,-1 0 4 15,0 0-9-15,0 0-1 16,0 0-3-16,0 0-1 16,0 0 0-16,0 0 1 15,0 0-3-15,0 0 4 16,0 0-3-16,0 0 1 16,0 0-2-16,0 0 2 15,0 0 0-15,0 0 0 16,0 0 0-16,0 0 0 15,0 0 0-15,0 0-2 16,0 0 2-16,0 0 0 0,0 0 0 16,0 0-1-16,0 0 1 15,0 0 0-15,0 0 0 16,0 0 0-16,0 0 1 16,0 0-1-16,0 0 0 15,0 0-1-15,0 0 1 16,0 0 0-16,0 0 1 15,0 0-1-15,0 0 2 16,0 0-1-16,0 0 0 16,0 0 0-16,0 0 0 0,0 0 0 15,0 2-1-15,-1-2-1 16,-1 2 0 0,2-2 2-16,-1 0-2 0,1 0 1 15,-2 0 0-15,1 1-3 16,-2 0 3-1,0-1 0-15,3 0-3 0,-3 0 2 16,3 3 1-16,0 0 0 16,0-3-1-16,0 0 2 15,-3 0-1-15,3 0 2 16,0 0-2-16,0 0 2 16,0 0 0-16,0 0-1 15,0 0-1-15,0 3 1 16,0-3-1-16,0 0 0 15,0 0 0-15,0 0 0 16,0 0 1-16,0 0-1 0,0 0 0 16,0 0-1-16,0 0 2 15,0 0-1-15,0 0 1 16,-3 0-1-16,0 0 0 16,0 0 0-16,-6 0 0 15,5 0-1-15,-4 0 1 16,5 0 1-16,2 0-1 15,-7 0 0-15,8 0-2 16,-3 0 2-16,0 0 1 16,-1 0-1-16,1 0 0 15,0 0-1-15,1 0 1 16,1 0 2-16,1 0-2 16,0 0-2-16,-2 0 1 0,2 0 1 15,0 0 0-15,0 0 0 16,0 0 0-16,0 0 0 15,-1 0 0-15,1 0 0 16,0 0 0-16,0 0 0 16,0 0 1-16,-2 0-1 15,2 0 1-15,0 0-1 16,-1 0 0-16,-1 0 0 16,2 0 0-16,0 0 0 15,0 0 0-15,0 0 0 16,-1 0 0-16,1 0 0 0,0 0 0 15,0 0 0 1,0 0 0-16,0 0-1 0,0 0 1 16,0 0-1-16,0 0 1 15,0 0 0-15,0 0 0 16,0 0 2-16,0 0-2 16,0 0-2-16,-2 0 2 15,2 0-1-15,-1 0 0 16,1 0 1-16,0 0-1 15,0 0-1-15,0 0 2 16,0 0 0-16,0 0 2 16,0 0-2-16,0 0-3 15,0 0 3-15,0 0 0 16,-2 0 0-16,2 0 1 0,0 0-1 16,0 0-1-16,0 0 1 15,0 0-1-15,0 0 1 16,0 0-4-16,0 0-11 15,0 1-10-15,0 13-30 16,0 10-26-16,0 6-66 16,-1-2-102-16</inkml:trace>
  <inkml:trace contextRef="#ctx0" brushRef="#br0" timeOffset="21508.82">14639 603 699 0,'0'0'43'0,"0"0"4"0,0 0 54 0,0 0-30 0,0 0-55 0,0 0-2 0,0 0 92 15,40 80-8-15,-21-22-24 16,4 15 7-16,-4 15-20 15,-3 16-8-15,-2 10-21 16,-5 10-15-16,-5 2-2 16,-2-10-4-16,1-12 4 15,1-23-2-15,1-14 5 0,2-14 2 16,-3-18-10-16,4-9-3 16,-5-11-5-16,0-11-2 15,-1-1 1-15,-2-3-1 16,1 0 0-16,1 0 0 15,3 0-37-15,4-7-116 16,7-10-100-16,6-5-115 16</inkml:trace>
  <inkml:trace contextRef="#ctx0" brushRef="#br0" timeOffset="25448.67">16618 1133 321 0,'0'0'406'0,"0"0"-402"0,0 0 7 0,0 0 88 0,0 0-84 15,0 0-6-15,0 0 27 16,0 0 38-16,23-12-11 15,-15 2-15-15,-3-5 4 16,0 1-9-16,-5-3-4 16,0 3 3-16,0-1-17 0,0 0 0 15,-14 2 21 1,-1 5-21-16,-6 6 14 0,0 2-14 16,-4 0-7-16,-5 8-8 15,0 16-7-15,1 10-2 16,2 5 3-16,6 8-3 15,7 4 2-15,5 8 0 16,8-2-1-16,1 0 0 16,1-10-2-16,17-6-2 15,9-12 1-15,9-7-2 16,4-10 1-16,7-6 0 16,2-6 3-16,0-4-6 0,6-16 4 15,-1-10-44-15,-5-5-28 16,-6-6-6-16,-11-3 25 15,-14 2 7-15,-10 5 24 16,-8 11 23-16,0 8 4 16,0 11 9-16,-7 6 18 15,1 1 5-15,0 8-30 16,3 15-5-16,0 3-1 16,3 4 5-16,0-5-2 15,14-3 1-15,10-5 2 16,4-3-4-16,11-7-2 15,5-7 6-15,6 0-1 16,3-22-4-16,-2-2 2 16,-8-8 1-16,-11-5 1 15,-13 0-2-15,-13-2 1 0,-6-3 5 16,-11 3-7-16,-17 8 5 16,-6 7 10-16,-8 11 10 15,3 10-5-15,0 3-7 16,7 2 2-16,3 17-14 15,6 7-3-15,10 4 0 16,9 5-3-16,4 0 0 16,4 1 1-16,22-3-7 15,13-3 4-15,7-10 5 16,12-5-14-16,3-9-57 0,4-6-60 16,-4-3-55-16,-8-17-59 15,-8-7-204-15</inkml:trace>
  <inkml:trace contextRef="#ctx0" brushRef="#br0" timeOffset="27386.67">17543 1102 742 0,'0'0'39'0,"0"0"127"0,0 0-2 0,0 0-117 0,0 0-46 16,0 0-1-16,-13 34 16 16,13-10-1-16,0-2-1 15,8-3-9-15,-3-3-2 16,0-4-2-16,-1-7-1 15,-2-3 1-15,1-2-1 16,0 0 6-16,1-6 2 16,3-15 2-16,4-6-9 0,-2-1-1 15,0 4-1-15,-2 7 1 16,-2 6 2-16,-4 7 3 16,2 4 9-16,-1 0-12 15,6 7-2-15,0 9 0 16,3 7 7-16,-1 0-2 15,2-1 4-15,0 0-2 16,0-4-4-16,1-3-3 16,-2-5 0-16,1-3 3 15,-2-5-3-15,-1-2 1 16,7 0 2-16,-2-19 5 16,5-11-2-16,-3-7-6 0,1-2 3 15,-5-3-3 1,-2 9 0-16,-5 9 0 0,-2 12 1 15,-3 8-1-15,0 4 1 16,0 1-1-16,0 16-2 16,0 11 0-16,0 1 2 15,0-3 0-15,0-2 0 16,8-1 0-16,5-6-2 16,2-6-1-16,3-1 3 15,3-7 2-15,0-3-2 16,1 0 0-16,-2-5-1 15,0-13 1-15,-2-2 0 16,-7-4-1-16,1 2 0 16,-8 4-5-16,-4 7 6 0,0 5 0 15,0 0 3-15,0 6 1 16,0 0-4-16,0 10-2 16,0 15-8-16,0 12 10 15,-4 7 0-15,-1 14 6 16,-2 9-1-16,2 11 3 15,-1 5-2-15,-1-4-5 16,1-4-1-16,-2-7 0 16,2-11 3-16,-2-10-2 15,1-15-1-15,1-13 0 16,5-9-4-16,-1-10 8 16,2-1-1-16,0-25 11 15,0-16-12-15,9-16-2 0,6-13 2 16,0-14-2-16,3-19 0 15,-1-6 0-15,6 2-1 16,1 11 2-16,1 22-2 16,2 20 1-16,-9 16 0 15,5 18 4-15,0 8-3 16,-1 10 0-16,1 3-1 16,1 8-3-16,-3 19 3 15,-6 8 1-15,-4 3-1 16,-10-1 0-16,-1 0 2 15,-6-5 1-15,-14 0 0 0,-6-5-1 16,-4-3 3 0,-5-7 0-16,0-6-4 0,4-8 0 15,-1-3 4-15,4-5-2 16,5-15-3-16,7-5-2 16,6-2 1-16,7 9-3 15,3 4 1-15,0 3 2 16,10 10-4-16,11 1-2 15,4 0 2-15,6 4 4 16,4 7 0-16,-2 0 1 16,10-4-1-16,6-2 1 15,12-5-1-15,16 0 0 16,6 0 1-16,0-9 0 16,-6-2 2-16,-13-6-2 15,-15-3 0-15,-19-7 1 16,-16-3 3-16,-14-7-4 0,0 3 5 15,-17 6-1-15,-10 8 3 16,-4 11 1-16,-2 8-6 16,0 1 5-16,-1 20 0 15,4 11-5-15,6 4 0 16,8 2 1-16,10-1-1 16,6-2-2-16,0-4-2 15,11-7 1-15,9-8 0 16,10-7 0-16,1-6 0 15,5-2-1-15,1-9-5 16,-1-11-19-16,0-10-1 16,-5 3 7-16,-2-7 11 15,-7 0 9-15,-9 7 0 0,-7 9-2 16,-4 7 4 0,-2 8 4-16,0 3 11 0,0 3-13 15,-3 15-1-15,-6 9-3 16,3 4 4-16,3-3 1 15,3 2-1-15,0-7-1 16,13-3-2-16,8-2-1 16,5-5 0-16,9-8 0 15,7-5 7-15,6 0-6 16,1-3-1-16,-4-10 3 16,-5-7-2-16,-5 2 1 15,-16-7-2-15,-13-3 1 0,-6 1-1 16,0 1 1-16,-12 4 1 15,-6 6 2-15,-4 7 1 16,4 4-2-16,3 4 1 16,3 1-3-16,3 0-2 15,3 12-2-15,5 8 0 16,1 1 0-16,0 1-2 16,4-2 1-16,12 0 2 15,0-1 2-15,1-2 1 16,0 4-1-16,-1 0 0 15,-4-1 0-15,0 2 0 16,-5-3 0-16,3 0 0 16,-2 1 0-16,0-7 0 15,2-1 0-15,10-4 0 0,6-8 2 16,9 0 1-16,8-6 0 16,6-10-1-16,2-1-1 15,0-7-1-15,-9-4-1 16,-12-3 1-16,-11-1 4 15,-16 4 0-15,-3-1-1 16,-3 7 1-16,-18 6 0 16,-2 7 7-16,1 3 15 15,1 6 23-15,5 0-27 16,4 4-17-16,4 16-1 16,5 4-3-16,3 3 2 15,2 1-3-15,19 1 0 16,1-3 0-16,10 5 0 0,11-7-1 15,6-5-20-15,14-3-88 16,7-8-129-16,1-6-161 16</inkml:trace>
  <inkml:trace contextRef="#ctx0" brushRef="#br0" timeOffset="27963.65">20648 1219 290 0,'0'0'609'0,"0"0"-593"0,0 0-16 0,0 0 107 0,0 0-35 15,0 0-36-15,104-23-10 16,-81 9 3-16,-8-4-16 16,-6-2 0-16,-6-10-1 15,-3-2-4-15,-8 2 3 16,-18 2-1-16,-10 6 4 0,-8 12 4 16,-6 10 16-1,-2 0-4-15,4 14-7 0,2 13-3 16,10 4 5-1,7 6-8-15,13 0-11 0,11-4 4 16,5 3-10-16,2-9-1 16,20-3 1-16,8-8 0 15,9-9 1-15,4-5-1 16,5-2-6-16,0-10-20 16,1-13-7-16,-7-3 12 15,-6-3 11-15,-10 1 10 16,-8 1-2-16,-10 3 4 15,-5 9-1-15,-3 5 14 16,0 7 33-16,0 3 9 16,0 0-44-16,0 15-12 15,-3 8-1-15,3 3 2 0,0-1-2 16,4 1-3-16,15 1 3 16,4-5-1-16,4-4-35 15,7-5-122-15,5-5-66 16,1-5-141-16</inkml:trace>
  <inkml:trace contextRef="#ctx0" brushRef="#br0" timeOffset="28316.5">21577 998 1289 0,'0'0'27'0,"0"0"-17"0,0 0 5 0,0 0-8 0,0 0 60 16,50 119-11-16,-19-67-46 15,2-7-4-15,-3-1-2 16,-3-6-3-16,-1-8-1 16,-6-7 1-16,-7-10-1 15,2-12 1-15,0-1-1 16,1-8 1-16,6-21 3 15,0-6-2-15,-3-10-2 16,2-2 1-16,-3-4 2 16,-4-1-6-16,-3 2-1 0,-6 9-10 15,-2 12-44-15,-3 14-7 16,0 11-19-16,1 4-59 16,1 6-125-16,1 16-46 15</inkml:trace>
  <inkml:trace contextRef="#ctx0" brushRef="#br0" timeOffset="29202.77">22529 1124 868 0,'0'0'32'0,"3"-79"16"0,-3 46 129 16,-5 3-71-16,-14 7-9 15,-1 10-37-15,-6 5-14 16,-3 8 2-16,-7 0-32 16,1 13-11-16,-1 12-2 15,7 7 0-15,5-1-1 16,10 4-2-16,7-4 0 16,7-3 0-16,0-3 0 15,7-6-1-15,14-7 0 16,6-6 0-16,10-6-2 15,2 0-16-15,-3-4-41 16,4-16 24-16,-5-3 1 16,-7-8 18-16,-9 2 11 15,-7 0 6-15,-7 7 5 0,-5 11 5 16,0 2 15-16,0 9 38 16,-2 0-29-16,-10 13-29 15,-1 11 0-15,1 4 3 16,6 3-1-16,6-3-2 15,0 0-1-15,11-6-2 16,9-5-2-16,6-5 2 16,3-6 0-16,4-6-1 15,0 0 2-15,1-2-2 16,2-14 2-16,-6-4-3 16,-1-4 0-16,-9-7 2 15,-8 0 1-15,-9-6-3 0,-3 6 2 16,0 2-2-16,-10 9 1 15,-5 6 0-15,5 8 3 16,-3 6-4-16,5 0-3 16,-1 14-1-16,3 7 1 15,6 6-1-15,0 0 4 16,1 0 0-16,13-2 0 16,0 1 0-16,2-4 0 15,-2-1-1-15,1-5 1 16,2-4 0-16,-1-1 1 15,0-1 1-15,4-2-2 16,-1-7 1-16,5-1 0 16,3 0-1-16,3-3 0 15,3-13 2-15,1 0-4 0,0-7 0 16,-4-4-10-16,-8-2 2 16,-8-1-3-16,-2 4 13 15,-9 4 0-15,-3 13 0 16,0 4 6-16,0 5 13 15,0 0-5-15,0 0-14 16,-3 14-3-16,-4 8 3 16,2 0 0-16,5-2 5 15,0 2-5-15,0-4 1 16,5-2-3-16,6-3 1 16,0 0-34-16,-1-6-148 15,5-6-63-15,-1-1-119 16</inkml:trace>
  <inkml:trace contextRef="#ctx0" brushRef="#br0" timeOffset="29337.77">23205 827 922 0,'0'0'6'0,"0"0"-2"0,0 0-2 0,0 0-2 15,0 0-19-15,0 0-102 16,5 69-307-16</inkml:trace>
  <inkml:trace contextRef="#ctx0" brushRef="#br0" timeOffset="30709.45">23617 988 853 0,'0'0'10'0,"0"0"6"16,4-77 129-16,-13 62-47 15,-10 2-19-15,-11 7-21 16,-3 6 5-16,-1 0-23 16,1 11-17-16,3 12-2 15,4 8-10-15,3 3-2 16,5 4-2-16,11 0-2 16,7-5-4-16,0-4-1 0,7-5 0 15,17-8-1 1,9-6-1-16,3-9-23 15,1-1-37-15,4-5-19 16,-4-17 2-16,-3-5 25 0,-4-13 44 16,-5-1 9-16,-5-4 1 15,-10 1 4-15,-5 7 4 16,-5 15 20-16,0 10 67 16,0 12-18-16,0 0-46 15,-11 24-29-15,5 8-2 16,2 5 23-16,4 2-14 15,0 0-5-15,16-5 0 16,7-6-4-16,0-5 0 16,3-9 1-16,3-8-1 15,1-6 0-15,0 0 0 0,3-16-23 16,0-8-36-16,-2-8 13 16,-3-10 2-16,-3-11 8 15,-5-9 14-15,-8-7 4 16,-3-2 5-16,-9 5 10 15,0 17 3-15,0 17 0 16,0 17 24-16,-6 15 68 16,-9 4-69-16,0 25-21 15,-4 11 28-15,1 11 16 16,9 2-25-16,3 0-8 0,3-2 6 16,3 2 1-1,0-4-7-15,0-6-9 0,0-9-1 16,0-8-3-16,0-10 1 15,0-10-1-15,2-5 0 16,2-1 7-16,5-8 11 16,6-10-12-16,2-6-3 15,2-2-4-15,2 1 1 16,0 1 0-16,-2 1 2 16,3 10-2-16,-4 7 0 15,-1 6-1-15,-4 0-3 16,3 8 3-16,3 15-4 15,-3 6 5-15,-3 3-1 16,-1 1 1-16,-3-1 0 16,-4-2 2-16,-5-7-2 15,0-7 0-15,-3-3 1 0,-14-7 2 16,-4-5 1-16,-6-1-4 16,-1 0 3-16,1-4-3 15,4-6 0-15,6-2 0 16,4 6 0-16,7 2 2 15,3 2-1-15,3 0 0 16,0 2-1-16,0 0-2 16,25 0-3-16,5 0 5 15,10 6 3-15,2-1-3 16,-3-4 0-16,6-1 1 16,2 0 0-16,1 0-1 0,-2-6 0 15,1-11 0 1,-3-8 0-16,-6-8-4 0,-6-10 4 15,-11-10-12-15,-6-8-7 16,-10-6-6-16,-5 1 13 16,-2 7 7-16,-16 13 3 15,0 18 2-15,2 17 0 16,-3 11 2-16,-4 9-2 16,2 21 0-16,0 13 6 15,8 7 20-15,9 3-7 16,4 2 4-16,8-3 1 15,10 1-6-15,8-6-3 16,4-5-6-16,5-8-7 0,4-8-2 16,6-5 1-1,0-9 2-15,10-7-3 16,-2-5 0-16,3-1-2 0,-8-19-22 16,-5-6-7-16,-12-11 1 15,-13-7-20-15,-9-4 38 16,-9 7 12-16,0 8 0 15,-18 15 1-15,-6 14 12 16,-6 4-3-16,4 16 10 16,-3 13 23-16,13 8-8 15,7 2-8-15,9 2-5 16,1-2 4-16,22-2-12 0,7-3-12 16,7-6-2-16,12-2-3 15,12-9-188 1,21-9-194-16</inkml:trace>
  <inkml:trace contextRef="#ctx0" brushRef="#br0" timeOffset="32161.44">26411 995 826 0,'0'0'26'0,"0"0"-21"0,0 0 110 15,0 0-36-15,0 0-65 16,0 0 3-16,74-38 2 16,-54 18-8-16,-11-4 39 15,-9-1 29-15,0-5-22 16,-14-1-17-16,-19 4-8 15,-8 9-11-15,-5 6-8 0,-6 11 10 16,-2 1-3-16,-1 19-11 16,4 13-3-16,7 9 0 15,8 5 6-15,12 0-6 16,12 1-4-16,12-2-2 16,0-8-3-16,24-6-1 15,13-8 4-15,11-11-2 16,7-10 0-16,5-2 2 15,-4-9-21-15,-5-15-22 16,-12-5 22-16,-12-7 21 16,-12-2 0-16,-7 3 4 15,-6 5 4-15,-2 11 9 0,0 10 32 16,0 8 1-16,0 1-3 16,-6 3-47-16,0 16-5 15,2 8-1-15,4 2 5 16,0-3-4-16,13 1 3 15,14-3 1-15,12-3 0 16,9-4 0-16,7-7-30 16,4-6-94-16,4-4-51 15,0 0-108-15,-2-10-180 16</inkml:trace>
  <inkml:trace contextRef="#ctx0" brushRef="#br0" timeOffset="32398.85">27146 859 468 0,'0'0'454'0,"0"0"-450"0,0 0 221 0,0 0-159 16,-89-22-31-16,59 40 9 15,1 6 0-15,0 4 0 16,4 3-5-16,6 0-3 16,8 0-4-16,7 3-27 15,4-4-1-15,3-2-4 16,22-6 0-16,9-4 0 15,11-5-4-15,7-4 3 16,3-8-96-16,4-1-51 16,-1-1-71-16,0-15-79 0,-1-10-309 15</inkml:trace>
  <inkml:trace contextRef="#ctx0" brushRef="#br0" timeOffset="33013.44">27556 869 738 0,'0'0'78'0,"0"0"16"15,0 0 61-15,0 0-114 16,0 0-25-16,0 0 15 16,-84 31 36-16,67-7-15 15,3 3 1-15,5-2-9 16,6-1-14-16,3 0 0 16,0 0-8-16,0-3-11 0,16-1-2 15,10-3-1 1,5-3 0-16,6-4-5 15,8-4 2-15,1-6-1 0,3 0-4 16,-1 0 1-16,2-17 0 16,-7-3 1-16,-3-4 1 15,-7-3-3-15,-9-4 2 16,-8 0 0-16,-7-3 3 16,-6 5 2-16,-3 2-4 15,0 7 0-15,0 5 3 16,-12 5 1-16,0 3-2 15,-3 4 1-15,2 1-6 16,-2 2-2-16,6 0 1 16,3 0-2-16,3 0 0 15,1 2-4-15,2 5 5 0,0-2-6 16,0 1 2-16,16-1 6 16,3 2 0-1,4-2-3-15,0-1-1 16,0-1-15-16,-1 2-9 0,-4 1 11 15,-3-1 10-15,-2 4 1 16,-5 4 2-16,-4 3 1 16,-4 4 1-16,0 2 0 15,0 1 2-15,0 3 1 16,4 0-1-16,4-3 0 0,4-1 3 16,7-2-2-16,8-6 0 15,6-3-1-15,10-4 3 16,10-6-3-1,3-1-2-15,2 0-22 0,-5 0-139 16,-10-8-93-16,-10-10-41 16</inkml:trace>
  <inkml:trace contextRef="#ctx0" brushRef="#br0" timeOffset="33401.25">28500 957 685 0,'0'0'79'15,"0"0"8"-15,0 0 87 0,0 0-110 0,0 0-37 0,0 0-20 0,-36-5 10 16,26 24 54-16,2 4-18 16,1-1-14-16,4 3-5 15,3-1-8-15,0-1-11 0,6 0-3 16,10-4-4-16,10-4-4 16,5-2 4-16,6-6-4 15,9-2-4 1,-2-5 3-16,-2 0-3 15,-5-1 2-15,-15-17 0 0,-5-6 1 16,-13-7 2-16,-4-4 4 16,-4-2-3-16,-19 2 4 15,-5 5 6-15,-6 8 12 16,-1 9-6-16,1 8-11 16,1 5-11-16,5 0 0 15,4 18-2-15,5 4-2 16,10 7 1-16,6 0 0 15,3 0-8-15,6 1-11 16,18-4-82-16,5-7-33 0,4-4-63 16,3-7-46-16,9-6-163 15</inkml:trace>
  <inkml:trace contextRef="#ctx0" brushRef="#br0" timeOffset="33787.24">28958 1045 638 0,'0'0'88'16,"52"-80"71"-16,-31 36-11 15,-7 7-61-15,-7 5-37 16,-4 7 50-16,-3 8-39 0,0 2 3 16,-6 8 15-1,-10 2-40-15,-5 4-21 0,-3 1-5 16,0 0-9-16,5 6 1 16,2 8-2-16,10 4-3 15,5 0-2-15,2 3 1 16,3 2 1-16,20 2 0 15,6 1-1 1,4-1 2-16,0-1-4 0,0-1 6 16,-5-1-3-16,-1 2 0 15,-6-1-1-15,-6-3 1 16,-7-2-1-16,-8-7-1 16,0-2 2-16,0-1 0 15,-13-2 0-15,-6-1 9 16,1-4-4-16,-3 1-2 0,5-1-3 15,3-1 1-15,5 0-3 16,3 0-6-16,5 0-65 16,0-10-89-16,3-11-80 15,20-8-10-15,7-9-219 16</inkml:trace>
  <inkml:trace contextRef="#ctx0" brushRef="#br0" timeOffset="34022.61">29609 587 826 0,'0'0'115'0,"0"0"85"0,0 0-44 0,0 0-93 0,0 0-58 15,0 0 54 1,10 108 39-16,-10-50-53 0,0 2-5 16,9 1-13-16,6 1-15 15,-2-8-11-15,-2-3-1 16,-4-10 0-16,-5-4-26 15,1-12-176-15,1-8-103 16,2-9 9-16</inkml:trace>
  <inkml:trace contextRef="#ctx0" brushRef="#br0" timeOffset="34153.28">29682 901 1078 0,'0'0'17'0,"0"0"139"0,6-77-55 15,11 64-69-15,0 6-27 16,2 3-5-16,3 4-12 16,-3 4-69-16,-3 13-159 15,-5 3-116-15</inkml:trace>
  <inkml:trace contextRef="#ctx0" brushRef="#br0" timeOffset="34539.87">29937 966 1217 0,'0'0'6'0,"0"0"135"0,46-87-22 16,-20 67-49-16,2 6-23 15,-1 7-30-15,0 6-6 16,-1 1-7-16,0 1-4 15,-5 18-2-15,1 7-1 16,-4 7-1-16,-5 3 4 16,-2 1-2-16,-7-2 1 15,-2-4-1-15,-2-10 2 16,0-6-1-16,0-8 0 0,0-6-2 16,-3-1 3-1,-3 0 8-15,1-17 0 16,2-8-8-16,3-8 2 15,0-3-2-15,11-3-1 0,5 0-3 16,8 0-4-16,0 6-24 16,-3 6-26-16,1 10-61 15,-7 15-41-15,-1 2-98 16,-4 6-108-16</inkml:trace>
  <inkml:trace contextRef="#ctx0" brushRef="#br0" timeOffset="35510.07">30445 1008 821 0,'0'0'219'0,"0"0"-205"16,0 0 125-16,0 0-54 16,80-22-61-16,-47 19-16 15,1-1 0-15,-3-4-5 16,-2-2-2-16,-4-3 6 15,-4-5-5-15,-8-5 1 16,-7-2-1-16,-2 1 7 16,-4 1-6-16,0 7 8 15,-10 4 10-15,-5 5-13 16,-4 7 2-16,-3 0-10 16,2 11-6-16,1 11 5 0,7 4 1 15,7 3 0 1,5 2 6-16,0-1-3 0,12 0-3 15,12-7 3-15,9-4 3 16,3-4-5 0,6-7 4-16,5-4-5 15,1-4 0-15,1 0 1 16,-5-7-1-16,5-11 0 0,-2-7-1 16,-3-10 0-16,-2-4-1 15,-9 3 2-15,-10 1 3 16,-10 12 4-16,-10 6 2 15,-3 6 52-15,0 9-3 16,-10 2-40-16,-11 0-18 0,-4 11-4 16,0 9-1-1,2 2-1-15,10 1 3 0,2-3 2 16,6 1-1-16,5-5 2 16,0-4-1-16,0-5-2 15,8 0-5-15,9-7-9 16,8 0-4-16,5-1-33 15,1-15 12-15,-1 0 28 16,-3-2 8-16,-5 4 5 16,-8 3 0-16,-7 4 2 15,-2 2 7-15,-4 5 9 16,-1 0-5-16,0 0-12 0,2 0 0 16,2 6-5-1,2 6 5-15,2 5 2 16,1-4-1-16,2-4-1 15,1 1 2-15,6-4 0 0,-1-2 0 16,1-4 6-16,1 0-1 16,-1 0-3-16,0-6 3 15,-3-3-3-15,-5 0-1 16,-1 1 1-16,-4 5 2 16,-2 0 6-16,-2 0 11 15,1 3-8-15,1 0-7 16,1 0-8-16,8 0-4 15,0 7 3-15,3 6 0 16,-2 1 1-16,-1-3 1 16,0 0 1-16,2-5 10 0,-1-4 20 15,0-2 13 1,7 0 0-16,-2 0-19 0,0-8-19 16,-2-4-4-16,-1-3-3 15,-6 0-3-15,-1 1-1 16,-8 3-38-16,0-3-72 15,0 2-56-15,-8 0-86 16,-7-2-53-16,2 1-305 16</inkml:trace>
  <inkml:trace contextRef="#ctx0" brushRef="#br0" timeOffset="35709.56">31714 613 1029 0,'0'0'21'0,"0"0"197"0,0 0-85 0,0 0-48 0,0 0-55 0,0 0-21 16,10-25-9-16,-4 50-10 15,-1 8 3-15,5 13 5 16,-2 1-4-16,-5 0-1 16,0-6-84-16,0-4-104 15,1-7-124-15,5-8-364 16</inkml:trace>
  <inkml:trace contextRef="#ctx0" brushRef="#br0" timeOffset="35848.37">32245 867 886 0,'0'0'10'0,"146"-40"-8"0,-47 28-4 16,5 1 2-16,9-3-83 15</inkml:trace>
  <inkml:trace contextRef="#ctx0" brushRef="#br0" timeOffset="44807.32">7731 6420 982 0,'0'0'50'0,"0"0"-50"0,0 0 0 0,9 101 94 0,-6-30-6 15,4 13-24-15,-7 9 20 16,0 8-4-16,0 14-10 16,0 10-29-16,0 3-22 15,0-8-11-15,0-17-8 16,0-22 1-16,0-23-2 15,0-24-2-15,0-17 1 16,5-17-8-16,1-2-59 16,3-36-35-16,4-17-28 15,-1-15-32-15,-3-9 28 0,-3-11-55 16,-6-12-40-16,0-10 59 16,-7-3 172-16,-10 9 12 15,4 14 117-15,2 19 24 16,7 16 8-16,4 18-39 15,0 12-45-15,0 11-11 16,12 5-12-16,7 8-39 16,12 3-4-16,2 0-2 15,0 17 2-15,-2 9 6 16,-10 3 2-16,-13 7 36 16,-8 5 3-16,-3 0-18 15,-15-1 6-15,-5-2-11 0,1-9-20 16,9-8-10-1,4-9-1-15,6-6-4 16,3-4 0-16,0-2-5 0,0 0-3 16,0 0-3-16,6 0 1 15,11-6 4-15,6-10-8 16,1-5-6-16,10-3-25 16,2-2 0-16,1-3 1 15,8-4-5-15,3-1-20 16,5-9-9-16,3 0-19 15,2-6 6-15,-6 3 39 16,-12 5 38-16,-16 7 14 16,-15 11 6-16,-9 5 36 15,0 12 67-15,-7 5 70 16,-14 1-113-16,0 1-30 0,-6 17-14 16,3 2-4-16,5 4 3 15,7 1-3-15,6 0-9 16,6-1-5-16,0-3-1 15,1-2-3-15,16-2 2 16,4-3-4-16,4 0 4 16,6-3-2-16,1-1 0 15,-1-1 0-15,-1 0 0 16,-5 1-1-16,-7 1 1 16,-3 1 1-16,-9 0 0 15,3 1 6-15,-7 3 24 16,-2 1-3-16,0 1-5 0,0-5-12 15,4-1-7-15,0 1-4 16,4-7-4-16,4 0-2 16,4-6 0-16,2 0-72 15,8-2-53-15,3-16-43 16,4-7-55-16,-1-6-76 16,-1-5-41-16</inkml:trace>
  <inkml:trace contextRef="#ctx0" brushRef="#br0" timeOffset="45112.46">8826 6588 690 0,'0'0'88'0,"0"0"35"0,0 0-77 16,0 0 56-16,0 0-4 15,-42 96-62-15,42-75-4 0,0 2-9 16,10-4-15 0,9-3-1-16,3-5-2 0,8-6 0 15,1-5 0-15,5 0-1 16,-2-12 1-16,-7-8 1 15,-6 0 2-15,-8-4 0 16,-10-6 13-16,-3 0 21 16,0 2-25-16,-18 4 8 15,-12 8 9-15,-4 9-20 16,-3 7-14-16,1 0-9 16,5 11 5-16,6 13-6 15,6 1-4-15,9 3-30 16,10 2-77-16,0 1-7 15,6-1-58-15,9-4-61 0,6-7-356 16</inkml:trace>
  <inkml:trace contextRef="#ctx0" brushRef="#br0" timeOffset="45964.62">9476 6635 562 0,'0'0'20'16,"0"0"173"-16,-10-93-21 15,-5 77-63-15,-7 6 6 16,-5 10-27-16,0 0-28 16,-7 13-13-16,-2 11-35 15,8 7 20-15,4 2-20 16,12-2-8-16,7 2-3 0,5-3-1 16,0-2-3-16,14-6 0 15,11-4-9 1,5-7 10-16,1-9 2 15,8-2-2-15,3-8-12 16,-2-19-40-16,2-7-45 0,-4-8 19 16,-2-8 0-16,-6-9 43 15,-6-4 23-15,-7-14 14 16,-8-5 1-16,-2 1 0 16,-7 10-1-16,0 21 1 15,-10 25 6-15,-4 21 19 16,-4 8 55-16,3 32-62 15,2 16-14-15,7 10 20 16,6 3 13-16,0 0-8 0,3-4-1 16,16-4-6-16,2-10-15 15,3-6-4-15,3-8 0 16,3-12-4-16,0-6-2 16,1-15 2-16,5 0 3 15,1-11 3-15,-1-13-1 16,-4-8-5-16,-3-4-4 15,-11-4-29-15,-3-3 15 16,-8 5 13-16,-5 12 5 16,-2 8 1-16,0 12 4 15,0 6 24-15,0 12-1 16,-9 16-25-16,1 7 12 16,1 3 14-16,5-1-11 0,2-2 10 15,0-2-17-15,0-7-10 16,9-2-1-16,5-8-3 15,-1-4-1-15,2-7 4 16,7-5-2-16,1 0 2 16,4-11-1-16,0-11-48 15,-2-8-29-15,-1-5 17 16,-8-4 0-16,0 3-4 16,-8 3 56-16,-5 9 9 15,0 10 2-15,-3 9 10 16,0 5 23-16,0 0 15 0,0 13-36 15,-6 11-6-15,-2 5 12 16,2-1-13-16,4-3 0 16,2-3 2-16,0-4-5 15,0-2-2-15,0-6-4 16,0-4-1-16,8-3 3 16,3-3-20-16,10 0-105 15,7-3-88-15,8-15-179 16,9-2 139-16</inkml:trace>
  <inkml:trace contextRef="#ctx0" brushRef="#br0" timeOffset="46382.46">10595 6400 944 0,'0'0'21'0,"0"0"103"0,0 0-32 0,-103 52-10 15,81-18-11-15,6 8-36 16,7-3 30-16,6-1-25 15,3-7-35-15,0-4 6 16,3-4-8-16,10-5 2 16,7-9-5-16,6-5 5 15,9-4-5-15,6-7 5 16,3-17-5-16,5-6-24 16,-7-9-60-16,1-6-6 15,-10-12 8-15,-2-11 12 16,-2-12 47-16,-7-8 18 15,2 0 5-15,-11 1 2 0,-3 21 2 16,-10 20 5 0,0 24 32-16,0 22 91 0,-7 6-88 15,-5 34-41-15,-4 13 3 16,7 10 17-16,6 1 14 16,3-1-9-16,0-4-18 15,0 0-6-15,0-6-4 16,0-6-2-16,0-8-3 15,0-8-69-15,0-11-157 16,0-15-123-16</inkml:trace>
  <inkml:trace contextRef="#ctx0" brushRef="#br0" timeOffset="46511.87">10936 6257 960 0,'0'0'0'0,"0"0"2"0,0 0-4 0,86-43 2 0,-38 36-38 16,-2-2-495-16</inkml:trace>
  <inkml:trace contextRef="#ctx0" brushRef="#br0" timeOffset="47258.51">11710 6213 452 0,'0'0'282'15,"0"0"-281"-15,0 0 115 0,0 0-30 0,43-77-12 0,-40 75 22 0,-3 0 21 16,0 2-16-16,0 0-28 0,-24 11-27 15,-7 11-32-15,-8 5-5 16,-3 3 24-16,13 3 1 16,0 1-25-16,10-1-7 15,4-4 1-15,10-2-3 16,5-2-7 0,0-4-4-16,23 2 5 0,13-3 6 15,11-1 1-15,6 0 2 16,8-1-3-16,-3 1-2 15,-8 2 2-15,-11-3-1 16,-15-2-2-16,-16-2-3 16,-8 0 6-16,-27 0 1 15,-24 3 18-15,-20-1-10 0,-4-2-5 16,-4 3 2 0,3-3 7-16,4-3-5 15,14 0-2-15,16-3-6 0,17-6 0 16,19-1-1-16,6-1-27 15,10 0-132-15,24-6-58 16,19-7-80-16,5-5-471 16</inkml:trace>
  <inkml:trace contextRef="#ctx0" brushRef="#br0" timeOffset="48402.18">12305 6541 951 0,'0'0'7'0,"0"0"177"0,0 0-97 0,0 0 4 16,0 0-64-16,-21-75 25 15,-7 75-3-15,-7 0-41 16,-5 7-5-16,0 11 4 16,6 2-4-16,8-2-1 15,8 0-2-15,8-1-2 16,4-3-5-16,6-3 2 15,0-3-2-15,0-2-8 16,18-6-3-16,3 0 8 16,7 0 4-16,9-12-14 15,1-4-32-15,-1 0 18 16,-4-1 18-16,-8 7 2 16,-13 4 11-16,-3 6 2 15,-6 0 0-15,1 8-17 0,1 11 18 16,3 6 7-16,-1 0-6 15,2-3 6-15,1-3-2 16,5-4-2-16,2-7-2 16,5-3 3-16,5-5-1 15,4-2 6-15,3-20-6 16,2-5 0-16,0-8-3 16,-4-5-1-16,-6-8-1 15,-5-8-6-15,-7-8-31 16,-10-10 33-16,-4-2 5 15,0 1 0-15,-6 11 2 0,-9 18-1 16,-1 20 9-16,2 20 7 16,0 8 39-16,-3 32-50 15,-1 17 1-15,6 12-6 16,5 10 5-16,7-1-1 16,0-1 0-16,22-6 0 15,7-6-3-15,2-13-2 16,8-7-2-16,4-14-1 15,0-11 4-15,0-12 2 16,-1-2 2-16,-1-18 4 16,0-9-2-16,-2-8 0 15,0-1-6-15,-9-3 0 0,-8-1 7 16,-10-3-4 0,-10 5 0-16,-2 10 3 15,-5 8-5-15,-10 14 11 16,-6 6 19-16,-1 12-21 0,0 17-7 15,2 8-3-15,8 2 2 16,9 0 2-16,3-6 3 16,0-2-7-16,12-4-1 15,6-5 1-15,6-7-8 16,6-5 8-16,6-7 2 16,7-3 3-16,2 0 0 15,1-15-3-15,-6-4-2 16,0-5-2-16,-5-1 2 15,-1-4-2-15,-7-3 2 0,-6-2 0 16,-12 0 0-16,-3 3 1 16,-6 4 0-16,0 6-1 15,0 9 7-15,-9 5-5 16,-2 7-2-16,-5 0-4 16,-1 0 0-16,3 8 3 15,0 6-2-15,8 3 1 16,3 0-8-16,3 7 2 15,0-3 4-15,9 0-1 16,11 3 3-16,5-6 2 16,2 1-1-16,1-4 0 15,-1-2 0-15,-2 1-2 16,-5-7 3-16,-9 0 0 0,-1-4 0 16,-7-1 0-16,-3 2 0 15,-6 0 8-15,-24 4 23 16,-12 2-2-16,-9-1-3 15,-1-4-17-15,4-1-7 16,7-2-2-16,6-2-7 16,4 0-79-16,10 0-153 15,0 0-262-15</inkml:trace>
  <inkml:trace contextRef="#ctx0" brushRef="#br0" timeOffset="49535.8">15425 6259 777 0,'0'0'22'0,"0"0"-18"0,0 0 44 0,0 0 13 0,0 0-33 0,0 0 11 16,48-29 37-16,-7 1-1 16,4-8-59-16,-3 1-4 15,-14 1-4-15,-10-3 1 16,-12 2 22-16,-6 1 21 0,0 7-38 15,-24 8 10-15,-3 15 39 16,-17 4-45-16,-7 16-12 16,-3 21-4-16,2 11-2 15,8 8 0-15,10-1 0 16,9 2 0-16,9-8-2 16,11-11-1-16,5-5-3 15,0-13 1-15,11-9-3 16,11-11 6-16,9 0-9 15,10-15 10-15,6-11 1 16,4-9 2-16,-2 0-2 16,-1-5 2-16,-9-1-1 15,-8 1 0-15,-12 8 5 0,-8 13-5 16,-8 11 5-16,-3 8 15 16,0 2 1-16,0 24-22 15,-14 11 0-15,-2 6 4 16,5-3-1-16,5-4-2 15,6-6-2-15,0-4-3 16,10-6-3-16,15-10 2 16,9-8-32-16,10-2-70 15,12-14-71-15,5-12-56 16,5-5-59-16</inkml:trace>
  <inkml:trace contextRef="#ctx0" brushRef="#br0" timeOffset="50775.01">16250 5960 590 0,'0'0'99'0,"0"0"68"0,0 0 12 0,0 0-141 16,0 0-19-16,-90 87 58 15,60-45-31-15,2 5 9 16,4-2 4-16,8-4-24 16,5-4-10-16,10-4-12 15,1-9-13-15,8-6-3 16,17-10 2-16,11-8 1 15,11 0 1-15,8-14 4 16,6-10-3-16,5-5-2 16,-2-4 0-16,-1-5-4 15,-6-7-25-15,-12-3-22 16,-13 0 33-16,-11 7 11 0,-12 11 6 16,-7 14 1-16,-2 7 6 15,0 9 14-15,0 0 24 16,0 0-27-16,-5 0-6 15,-1 0-11-15,2 6-2 16,-1 5-2-16,1-4 1 16,0 5-3-16,2-2 4 15,0-1 0-15,2 3 2 16,0-5 1-16,0 1 1 16,0-1-2-16,0-2-1 15,0 3 1-15,0-1 2 16,0 1-1-16,0 0 1 0,2-2-1 15,4 9 0-15,-3-1-1 16,3 1 0-16,-2 2 1 16,1 2 1-16,1-1-1 15,1 0-1-15,0 2 0 16,1-1 1-16,3-5 3 16,0 1-4-16,1-4 1 15,3-4 0-15,2-4-1 16,4-3 3-16,4 0-2 15,5-3 3-15,1-12 1 16,0-3-5-16,-1-2 1 16,-2-9-1-16,-3-3 1 15,0-7 2-15,-1-10-3 0,-1 6 0 16,-6 2 0 0,-7 11 1-16,-7 12 1 0,-3 6 0 15,0 10 7-15,0 0 6 16,0 2-9-16,-10 0-2 15,-3 4-4-15,0 8-3 16,-1 2 3-16,5-2-3 16,3 2 2-16,6-3-6 15,0-1-1-15,0-1 3 16,3 0 0-16,6 1 1 16,4-2 2-16,2-1 1 15,-3 3 1-15,4-1 0 0,-4 4 0 16,0 1 0-1,-4 1 0-15,-4 1 0 0,-1 2 0 16,-1 1 0-16,-2-3 1 16,1-2 4-16,-1 0-5 15,2-7 1-15,2-1-1 16,-1-5-3-16,6-1 1 16,3 0 2-16,12-2 0 15,4-14 8-15,5-1-7 16,1-6 1-16,2-8-1 15,0-4 3-15,-1-7-3 16,-4-3 1-16,-3 0 1 16,-7 8-2-16,-12 9 5 0,-3 8-4 15,-6 10 7-15,0 3 3 16,0 5 13-16,-6 2-5 16,-5 0-18-1,-6 3-2-15,3 12-10 16,-2 2 9-16,7 0-1 15,4 1-2-15,4 0 2 0,1-2-2 16,0 4 3-16,0-4-2 16,6 1 2-16,3 0 1 15,6-1-3-15,-3-2-1 16,2-2 2-16,-2 1 1 16,-1-2 1-16,-4 1 0 15,-4-5-1-15,-3 3 1 16,0-2-1-16,-9 6-1 0,-15 2-2 15,-2-1-13 1,-3-2-43-16,2 0-33 16,9-5-13-16,4-2-58 0,8-5-75 15,4-1-319-15</inkml:trace>
  <inkml:trace contextRef="#ctx0" brushRef="#br0" timeOffset="51671.17">17809 5964 753 0,'0'0'6'0,"0"0"92"16,0 0-11-16,0 0-38 0,-79 27 37 0,53-1 2 16,3 4 2-16,3 3-46 15,7-3-3-15,7-5-4 16,6-1-6-16,0-5-17 16,4-5-2-16,17-4-3 15,9-8-6-15,6-2 1 0,1 0-1 16,4-7-3-1,-2-9 1-15,-3-6-1 0,-6-3 1 16,-3-7 0 0,-12-4 0-16,-9-2 2 0,-6 1 4 15,-1 6-4-15,-18 7 5 16,-6 8-3-16,-3 7-1 16,-2 9-2-16,-1 0 0 15,4 16-1-15,5 7-2 16,5 5-2-16,11 0 1 15,6-3-2-15,0-3 0 16,12-3 2-16,13-7 1 16,7-4 2-16,2-8 1 15,3 0-2-15,2 0 1 16,6-16-1-16,0-4 0 0,5-8-1 16,-1-2 1-16,-5-4-3 15,-10-2 2-15,-7-2-1 16,-8 1-3-1,-8 5 3-15,-5 5 2 0,-6 7 2 16,0 5 7-16,-6 6-8 16,-10 5-1-16,-2 4-8 15,-2 0 7-15,-2 8-1 16,5 8-1-16,1 5-2 16,9-1 2-16,5 3-2 15,2-1 4-15,0 0 0 16,2-5-2-16,12 3-4 15,6-1 7-15,4-4 0 16,0 2 0-16,-1-3 0 16,2 0-2-16,-3 2 2 15,-5-4 0-15,-1 5 0 0,-7-1-1 16,-2-4 1-16,-7 1-1 16,0-4 1-16,0-1 0 15,-10-1 1-15,-13 0 11 16,-10-1 3-16,-2-4-9 15,5 1-1-15,10-3-2 16,7 0-2-16,10 0-2 16,3-9 1-16,10-7-69 15,16-6-38-15,12-6-47 0,6-5-120 16,5-8-393 0</inkml:trace>
  <inkml:trace contextRef="#ctx0" brushRef="#br0" timeOffset="52459.96">20567 5174 929 0,'0'0'3'0,"0"0"4"0,0 0 80 16,0 0-18-16,0 0-35 16,0 0-5-16,-78 17 16 15,78-17 11-15,0 0 11 0,0 0-8 16,26-6-30-16,17-7 7 15,11-6 52 1,8 1-59-16,-3 12-19 0,-5 6-2 16,-2 6-7-1,-6 19 0-15,-7 10 1 16,-13 12-1-16,-16 9 5 0,-10 11 25 16,-20 3 12-16,-18 2-19 15,-8 0-10-15,-1-3 1 16,6-10-9-16,6-9 1 15,14-12-1-15,9-8-6 16,11-9-5-16,1-7 4 16,19-8 0-16,21-6 1 15,19-5 0-15,22-17 4 16,6-6-4-16,10-2-2 0,-12 1-2 16,-4-3-47-16,-16 1-89 15,-17-1-121-15,-21-2-121 16</inkml:trace>
  <inkml:trace contextRef="#ctx0" brushRef="#br0" timeOffset="52682.49">20700 5518 908 0,'0'0'37'0,"0"0"-1"0,0 0 105 0,0 0-119 0,0 0-18 15,0 0-4-15,91-16 3 0,-25 0-2 16,13-1-1-16,7-1-3 16,7 2 2-1,1-1-53-15,3 2-168 0,-8-2-179 16</inkml:trace>
  <inkml:trace contextRef="#ctx0" brushRef="#br0" timeOffset="53026.6">21525 5359 1017 0,'0'0'31'0,"0"0"36"16,-83 44 47-16,69-16-53 15,4 2-28-15,10 4-4 16,0-5-5-16,7 1-9 16,21-6-10-16,7-3 5 0,7-9-2 15,4-6 0-15,2-6-6 16,-1 0 0-1,-2-10-1-15,-2-9 2 0,-8-5-3 16,-7-8 0-16,-13-2-5 16,-13-5-9-16,-2-3 9 15,-16 3 4-15,-13 8-3 16,-10 7-2-16,0 11 3 16,0 10 2-16,2 3 0 15,3 9-5-15,5 17-2 16,12 5 6-16,12 3-8 15,5 0-8-15,15 1 8 16,22-5-44-16,8-5-54 0,9-8-20 16,4-6-46-16,-3-10-141 15</inkml:trace>
  <inkml:trace contextRef="#ctx0" brushRef="#br0" timeOffset="53926.4">22095 5436 438 0,'0'0'25'0,"29"-77"179"16,-22 45-27-16,-3 14-51 15,-4 6 30-15,0 7-73 16,2 5-13-16,-1 2-70 16,1 20-16-16,2 4 16 15,1 4 8-15,0 1 18 16,-1-5 11-16,0 1-19 16,4-5-9-16,-5-7-7 0,3-5 1 15,-2-6-3-15,1-2 0 16,4-2-1-16,10-7 1 15,7-13 7-15,5-9-7 16,-3-6 0 0,0 3-1-16,-8 5 1 15,-2 3 0-15,-6 10 2 0,-8 9-2 16,-1 2 0-16,-1 3-5 16,-1 8-11-16,2 10 16 15,2 4 0-15,1-1 4 16,-1 0-4-16,4-2 0 15,1-3 0-15,-3-6 0 16,5 1 0-16,-2-9-5 16,5 1 4-16,2-3 1 15,3 0 4-15,6-5 0 16,-2-7 0-16,1-4-4 0,4-4 3 16,-3-5-2-16,0 2 0 15,-4-8-1-15,-5 5 1 16,-3-4 1-16,-6 5-1 15,-8 6 0-15,0 4 6 16,0 8 1-16,0 2 2 16,-15 5 0-16,0 0 14 15,-4 2-18-15,1 16 0 16,0 4 5-16,3 7-7 0,3 4 5 16,8-1-1-1,4-3-3-15,0-2-1 0,10-1-3 16,11-8-1-1,4-3-1-15,5-7 1 0,3-8 0 16,4 0 2-16,5-3 0 16,1-17 2-16,-1-1-3 15,6-7 0-15,-6 1 1 16,-8-6-2-16,-6 2 4 16,-12-1 0-16,-8 1-2 15,-5 4 6-15,-3 6-3 16,0 9-4-16,0 2 10 15,-8 8-2-15,2 2 4 0,-4 0-9 16,1 0-4-16,-1 10-3 16,5 4-5-16,5 3-1 15,0 1 2 1,5 2 7-16,11 1 1 0,3-1 2 16,7-2-3-16,-7-1 0 15,1 0-2-15,-5-2 4 16,-5-2-4-16,-7-1 2 15,-3 2 0-15,0 4 2 16,-25-1 7-16,-13 1 17 16,-2 1-17-16,-9-1-9 15,1-2 0-15,0-3-33 16,-1-6-242-16,1-2-425 16</inkml:trace>
  <inkml:trace contextRef="#ctx0" brushRef="#br0" timeOffset="55973.53">10149 7349 889 0,'0'0'45'0,"0"0"-43"0,0 0 20 0,0 0 32 16,0 0-48-16,0 0 13 15,-10 72 39-15,10-27-5 16,0 7-22-16,0 6 33 16,-2 1-40-16,1 2-3 15,-1-4-5-15,2-4-11 16,0-5-5-16,0-9-1 16,0-4 0-16,-4-10 1 0,1-4-4 15,-6-6-18-15,-9-5-173 16,-3-4-61-16,-7-6-216 15</inkml:trace>
  <inkml:trace contextRef="#ctx0" brushRef="#br0" timeOffset="56319.99">9794 7785 710 0,'0'0'3'0,"0"0"93"0,0 0-14 16,0 0-61-16,0 0-21 15,0 0 60-15,57 35 13 16,-39-8-35-16,3 0 11 16,-1-1-22-16,0 0 22 15,4-2-26-15,-5-5-9 16,1-3 0-16,-4-4-6 16,3-6-5-16,-5 0 3 15,4-6 8-15,-3 0-3 16,2 0 4-16,3-8 0 15,2-8 1-15,2-6-4 16,-2-5-10-16,-2 1 0 16,-4 1 2-16,-5 1-3 15,-5 6-1-15,-6 6-1 16,3 7-9-16,-3 3-48 16,0 0-82-16,3 2-109 15,3 0-229-15</inkml:trace>
  <inkml:trace contextRef="#ctx0" brushRef="#br0" timeOffset="57722.51">21525 6161 856 0,'0'0'74'0,"0"0"-68"0,0 0 59 0,0 0 40 0,0 0-87 16,-121 106 27-16,47-50 45 15,-13 3-20-15,-1 1-19 16,-6-4 2-16,-1-1-11 15,-1-1-17-15,1-5-7 16,7-2-7-16,9-8-4 16,22-12-7-16,23-10-1 15,19-11 1-15,13-6 0 16,2-2-15-16,12-24-21 0,20-11-4 16,11-12-2-16,6 2 16 15,-1 2 12-15,-12 11-1 16,-10 8-2-16,-11 11 12 15,-8 10 5-15,-7 5-3 16,0 0-1-16,0 13 4 16,-14 12 0-16,-7 10 2 15,0 3 5-15,3-2-2 16,12-5 8-16,6-4-8 16,2-4-4-16,28-7-1 15,11-7-9-15,15-9 9 0,12-3-3 16,5-19-64-1,-9-5-276-15</inkml:trace>
  <inkml:trace contextRef="#ctx0" brushRef="#br0" timeOffset="58676.67">19877 7432 783 0,'0'0'36'0,"0"0"-9"0,0 0 13 0,0 0 86 15,0 0-88-15,0 0-21 16,0 12 9-16,0 14 9 16,0 8 57-16,-8 9-26 15,-2 2-30-15,2 1 1 16,0 4-19-16,0 0 0 16,0 3 7-16,2-4-15 15,-1-3 5 1,0-4-12-16,7-12-2 0,-2-9 0 15,1-11-1-15,1-6 0 16,0-4 1-16,0 0 4 16,0 0 17-16,0 0 3 0,0-4-8 15,0-9 3 1,0 1-20-16,0-2 0 0,0 2 0 16,0 6 1-16,0 4 1 15,0 1-1-15,0 1-1 16,0 0 0-16,0 0-5 15,0 0 1-15,0 0 4 16,0 0 0-16,0 0-1 16,0 0-6-16,0 0-3 15,0 0-61-15,0 0-54 0,0 0-49 16,0-4-107-16,-6-11-295 16</inkml:trace>
  <inkml:trace contextRef="#ctx0" brushRef="#br0" timeOffset="59059.71">19838 7557 1060 0,'0'0'0'0,"0"0"9"0,0 0 7 0,70 78 79 16,-33-34-23-16,7 5-1 0,2 2-11 15,5 1-5 1,2-1-31-16,-2-7-6 0,-9-9-6 16,-6-8-12-1,-13-10 3-15,-6-9 0 0,-8-3-3 16,-8-5 0-16,1 0 12 16,-1-2 39-16,4-21 41 15,1-14-57-15,5-13-31 16,-3-7 6-16,-3-10-6 15,-1-4-3-15,-2 5 3 16,-2 6-4-16,0 13 0 16,0 16-2-16,0 14-4 15,0 11-14-15,0 6-79 16,4 0-102-16,20 0-99 0,7 7 19 16</inkml:trace>
  <inkml:trace contextRef="#ctx0" brushRef="#br0" timeOffset="59586.99">21804 6434 290 0,'0'0'89'0,"0"0"47"0,0 0-12 0,0 0-65 0,0 0 40 15,0 0-11-15,-10-18 22 0,10 18-16 16,0 0-33-16,0 0-26 16,0 4-23-16,7 16 10 15,14 8 69-15,9 9-23 16,9 2-32-16,4 6 24 15,12 5-18-15,6-3-21 16,2-1-8-16,0-4 8 16,-7-7-15-16,-8-6-5 15,-11-6-1-15,-12-6 0 16,-12-5-2-16,-9-2 0 16,-4-3-2-16,0 0-81 15,-4-3-121-15,-18-3-61 16,-7-1-168-16</inkml:trace>
  <inkml:trace contextRef="#ctx0" brushRef="#br0" timeOffset="59869.3">22043 6896 723 0,'0'0'99'0,"0"0"-3"16,0 0 77-16,0 0-132 15,0 0-23-15,0 0-1 16,88-37 6-16,-57 37-2 15,7 0 3-15,-6 4-1 16,3-2-8-16,-7 0 0 16,-4-2-7-16,-9 0 7 15,0 0 22-15,1-14 0 16,2-5 5-16,0-6-19 0,0-5-20 16,-7-2-3-16,-3 6-1 15,-3 6-26-15,-5 7-36 16,0 11-80-16,0 2-69 15,0 15-26-15,-16 15-116 16</inkml:trace>
  <inkml:trace contextRef="#ctx0" brushRef="#br0" timeOffset="60410.33">22441 7433 772 0,'0'0'90'0,"0"0"-78"0,0 0 137 0,0 0-21 0,0 0-42 0,0 0-12 16,5-28-16-16,-10 28-17 15,-17 0-8-15,-11 6-22 0,-7 7 21 16,-5 2-3 0,9 6-2-16,6 0-9 0,5 5-13 15,10-1-3-15,0 0-1 16,8-2-1-16,7 0 0 15,0-1-6 1,24 2 0-16,11-1 4 0,9 1 2 16,5 5-1-16,1 0 0 15,-1-2 0-15,-5 1 1 16,-8-5 0-16,-11-1 0 16,-10-7-1-16,-10-2 0 15,-5-2 1-15,0-4 3 16,-27 4 6-16,-18 2 5 0,-13-5-7 15,-9 0-5-15,-5-2-2 16,5-6-1-16,3 0-13 16,6-2-122-16,5-14-96 15,7-9-102-15</inkml:trace>
  <inkml:trace contextRef="#ctx0" brushRef="#br0" timeOffset="60910.37">23102 6079 566 0,'0'0'38'0,"0"0"160"0,0 0-94 0,0 0-7 0,0 0-31 16,0 0-8 0,21-24-21-16,6 24 2 0,6 4-16 15,4 17-3-15,8 12 0 16,10 7 13-16,8 14 3 16,13 3 19-16,2-1-31 15,6-1-15-15,3-4-7 16,-8-5 0-16,-7-9-2 15,-16-10 0-15,-15-10-1 16,-16-6 1-16,-15-7-1 16,-5 0-9-16,-5-4-121 15,0 2-54-15,-12-1-68 0,-13 2-299 16</inkml:trace>
  <inkml:trace contextRef="#ctx0" brushRef="#br0" timeOffset="61243.12">23786 6609 846 0,'0'0'66'0,"0"0"-49"15,0 0 114-15,0 0-59 16,0 0-56-16,0 0 32 16,86 33 19-16,-40-15-47 15,1-2-7-15,-3-4 5 16,-5-3-4-16,-3-5 4 15,-6-4 7-15,-6 0 16 0,-1-9 27 16,-6-11-14-16,1-8 20 16,-6-5-49-16,0 0 1 15,-5 1-12-15,-7 3-2 16,0 7-11-16,0 8 0 16,0 6-2-16,0 7 1 15,0 1-14-15,-6 12-102 16,-9 15-49-16,-5 14 31 15,-2 4-110-15,2 5-33 16,2 1-326-16</inkml:trace>
  <inkml:trace contextRef="#ctx0" brushRef="#br0" timeOffset="61653.01">24533 7094 1028 0,'0'0'16'0,"0"0"57"16,-98-33 97-16,51 32-77 15,-5 1-34-15,1 0-9 16,2 9-17-16,3 6-8 16,7 0-5-16,6 2-10 15,7 3-9-15,9-3-1 16,4-1 0-16,7 1-4 15,6 6 3-15,0 0 1 16,0 6-5-16,10 5 5 16,5 6 0-16,0 3 2 15,-2 4-1-15,-7-2-1 16,-1 2 0-16,-4-4 0 0,2 1 1 16,-1-1 0-16,7-7 1 15,1-5 0-15,1-5 0 16,8-11-1-16,3-3 0 15,7-7 1-15,0-5-2 16,6 0-37-16,-5-17-131 16,-1-8-83-16,-6-9-190 15</inkml:trace>
  <inkml:trace contextRef="#ctx0" brushRef="#br0" timeOffset="61833.18">24194 7470 1063 0,'0'0'15'16,"0"0"104"-16,0 0-34 15,0 0-47-15,103-38-38 16,-38 30 0-16,5-3-1 16,4-3-7-16,-1-10-139 15,-1-7-159-15,-2-7-459 0</inkml:trace>
  <inkml:trace contextRef="#ctx0" brushRef="#br0" timeOffset="62435.7">24675 5725 561 0,'0'0'108'0,"0"0"-36"0,0 0 62 0,0 0-41 16,0 0-20-16,0 0-34 0,-12 14-11 15,36 13 112-15,19 11-44 16,17 0-23 0,17 4-4-16,16-1-10 0,13 1-33 15,4 5-10-15,4 2-3 16,-3 4-11 0,0 0 2-16,-5 0 0 0,-11-6 2 15,-14-10-6-15,-26-9-3 16,-20-11 3-16,-19-8-1 15,-12-6 0-15,-2-2 1 16,-2 1-2-16,0-2-3 16,0 1-6-16,-9 3-107 15,-20 3-70-15,-8 3-2 16,-6 5-53-16,4-2-101 16</inkml:trace>
  <inkml:trace contextRef="#ctx0" brushRef="#br0" timeOffset="62773.28">25604 6569 743 0,'0'0'37'0,"0"0"29"16,0 0 47-16,102 15-15 16,-57-2-19-16,7 1-14 15,0 6-1-15,-4-4-8 16,-1-2-3-16,-6-2 6 15,-8-4 14-15,-5-5-24 0,-6-3 16 16,-5 0-11-16,-1-3-9 16,-5-17 12-1,-4-5-29-15,-4-8-22 0,-3-3 1 16,0-2 1-16,-9 2-1 16,-6 4-3-16,-1 5-4 15,2 2 1-15,1 8-1 16,5 9-2-16,4 3-3 15,2 5-13-15,1 0-100 16,-5 12-73-16,-1 11-50 16,1 10 38-16,3-1-152 15</inkml:trace>
  <inkml:trace contextRef="#ctx0" brushRef="#br0" timeOffset="63371.45">25906 7238 881 0,'0'0'22'0,"0"0"118"0,0 0 24 0,0 0 19 0,0 0-118 0,0 0-51 0,13-28-2 16,-13 64 2-16,0 12 90 15,0 4-76 1,-10 3-9-16,-1-3 13 0,-1-6-11 16,2-2-5-16,2-11-13 15,7-9-1-15,1-6-1 16,0-8-1-16,0-4 2 15,3-5 4-15,16-1 0 16,9 0 4-16,13-11-7 16,5-9-1-16,6-4-2 15,-4-3 1-15,-8 3-1 16,-5 3 1-16,-10 7 1 16,-10 6 0-16,-6 4 3 0,-5 4 20 15,-2 0-21-15,4 4-4 16,10 14-2-16,4 6 2 15,7 1 1-15,2-2 0 16,7-2-1-16,6-5 2 16,1-5 5-16,2-7-5 15,3-4 3-15,-3 0 6 16,-2-20 19-16,-4-8 0 16,-11-9-7-16,-6-10 9 15,-11-10-16-15,-11-4-11 16,-3 5-5-16,-32 6-1 15,-17 13-16-15,-17 17-112 0,-9 14-293 16,-5 6-484 0</inkml:trace>
  <inkml:trace contextRef="#ctx0" brushRef="#br0" timeOffset="67246.89">20694 7308 200 0,'0'0'33'0,"0"0"-33"0,0 0 0 0,0 0 9 0,0 0 20 0,0 0-13 15,0 0 4-15,45 55 40 16,-43-51-56-16,0 1 21 16,-2-3 25-16,0-2-27 15,0 0 20-15,0 0 24 16,2 0 9-16,-2 0-23 15,0 0 4-15,0 0-23 16,0 0-22-16,0-4 3 0,0-2 22 16,0-1-6-16,0 0-26 15,0-1-5-15,0-1 9 16,-4-2 6-16,-2 0-11 16,0-3-3-16,-3-1-1 15,-2 1 2-15,1-1 4 16,-2 0 5-16,-4-1-5 15,-7 0 0-15,2 1-4 16,-6-1 6-16,-3 2 4 16,-2 0-11-16,-1 1 1 15,-5 1-2-15,-3 4 4 16,-7 5-4-16,-9 3 0 0,-8 0 1 16,-11 0 0-1,-4 3-2-15,-5 5 1 0,0 4 0 16,2-4 2-16,8 4 0 15,3 2-1-15,7 3 3 16,1 3-3-16,10 5 2 16,-4 5 0-16,-2 7-2 15,-1 4 1-15,1 3 3 16,4 6-4-16,8 0 10 16,0 3-9-16,3 0 0 15,2 3 6-15,6-1-3 16,6-1-2-16,7 0 0 0,6 0-2 15,3 3 5 1,4-3-6-16,4 6 2 16,7 5 5-16,0-1-7 0,0 0 1 15,6-3 0-15,9-4 2 16,4-1 1-16,3-4-4 16,1 0 7-16,2-2-7 15,5-6 0-15,0-1-1 16,8-5 2-16,6-3 1 15,13-5 0-15,11-4-1 16,12-2 1-16,11-6-1 16,6-3-1-16,5-3-1 15,-3-6 1-15,1-3-1 16,-7-3 0-16,-12 0 1 0,-3 0-1 16,-10 0 1-1,-3-1 0-15,-10-4 0 0,-6-3 2 16,-6-1-1-16,-1-3-2 15,0-3 1-15,4-4 0 16,2-1 0-16,9 0 2 16,2-5-1-16,1 1-1 15,-5-2-1-15,-5-1 0 16,-7-2 1-16,-1 0 0 16,1-3 0-16,-4-4 1 15,-2-2-2-15,-6 1 2 16,-2-4 2-16,-4-4 0 15,-8-7-1-15,2-10 1 0,-9-7-1 16,2-7 1-16,-6-3-3 16,-4 0 4-16,-2-6-4 15,0-7 10-15,-17-2-8 16,-8 2 5-16,-12-1 1 16,-14 5 3-16,-10 8-6 15,-24 10-5-15,-20 18-4 16,-23 19 0-16,-23 14-145 15,-25 5-206-15</inkml:trace>
  <inkml:trace contextRef="#ctx0" brushRef="#br0" timeOffset="68507.57">22693 7942 228 0,'0'0'14'0,"-19"-88"-3"0,9 37 10 0,-4-2 26 16,4-1-39-16,-1 2-4 15,4 0-2-15,1 5-1 16,5 1-1-16,1 3 0 16,0 4 2-16,0 6-2 15,0 5 0-15,0 7 0 16,0 3 0-16,0 5 2 16,0 3-2-16,-6 0 0 15,-14 3 1-15,-5-1 0 16,-8 0 5-16,-9 0-2 15,-9-3 21-15,-4 4 56 16,-12-2 8-16,-6 5-61 0,-2 2 9 16,1 2-13-16,4 0 15 15,-1 13 17-15,3 12-38 16,-1 14 22-16,1 13-11 16,0 14 9-16,0 11-17 15,2 11-7-15,5 13 5 16,7 3-6-16,14 11-9 15,15 14-1-15,18 8-3 16,7-2 9-16,39-11-9 16,27-23 1-16,25-20-1 15,27-20 5-15,25-16 0 16,21-16-4-16,17-18 4 0,-6-11-5 16,-13-15 2-1,-25-24-1-15,-25-17 1 16,-25-16 2-16,-17-12 3 15,-25-17-5-15,-20-17 4 16,-17-9-5-16,-8-11 4 0,-30-5-4 16,-14 1 3-16,-18 2-1 15,-10 11 6-15,-9 26 1 16,-7 24-7-16,1 28 5 16,-3 26-2-16,-1 23-3 15,0 8 0-15,7 34-2 16,13 14-1-16,14 13 0 15,21 6-7-15,18 6 0 16,18-1-94-16,11-10-154 16</inkml:trace>
  <inkml:trace contextRef="#ctx0" brushRef="#br0" timeOffset="69223.22">25069 6892 555 0,'0'0'0'0,"0"0"0"0,-117-79 2 0,66 64 0 16,-17 9 37-16,-8 6-6 0,-17 12-12 15,-14 22 24 1,-8 16-4-16,-7 15-10 16,-12 17 3-16,4 17-5 15,4 13 0-15,12 2-2 16,21 0-10-16,29-9-4 16,25-3-2-16,24-8-1 0,15-1-1 15,18 0-4-15,36-4-3 16,19-3 3-16,21-9 4 15,18-10-7-15,7-12-1 16,12-12 2-16,9-15-3 16,-2-14 6-16,8-14-6 15,-13-10 1-15,-14-24-1 16,-11-10 1-16,-19-12-1 0,-13-13 3 16,-12-14-2-16,-12-13 4 15,-13-8-4-15,-12-6 7 16,-9-2-7-1,-13-5 0-15,-5-8 7 0,-12 3-2 16,-29 6-4-16,-17 10 1 16,-22 20-1-16,-20 17 1 15,-18 18-2-15,-11 17 1 16,-2 17-1-16,3 17-1 16,19 0-1-16,23 21 1 15,30 15-8-15,34 9-46 16,22-2-124-16,12-6-247 15</inkml:trace>
  <inkml:trace contextRef="#ctx0" brushRef="#br0" timeOffset="69832.37">26234 6802 432 0,'0'0'11'0,"-130"-38"-11"0,62 31 24 0,-1 4 16 0,0 3 0 0,3 3 0 16,2 20-5-16,2 10-16 16,3 17 1-16,3 15 2 15,5 13-2-15,5 13 2 16,-3 9-14-16,5 8 1 16,10 6-6-16,19 2-1 15,15-6 3-15,33-6-4 16,43-9 0-16,27-3 0 15,31-7 8-15,30-12-5 16,18-14 0-16,11-18-4 16,-1-17 1-16,-13-14 1 15,-19-10-2-15,-23-10 1 0,-22-22 0 16,-14-15 0-16,-14-14 1 16,-6-14-2-16,-9-6 6 15,-7-9-6-15,-11-2 7 16,-13-4-1-16,-20-6-4 15,-16-4 3-15,-10-1 0 16,-41 2 1-16,-27 3-4 16,-19 8 0-16,-13 8-2 15,-13 9 0-15,-7 10 0 16,-2 18 0-16,-4 15-3 0,-5 16 3 16,-1 15-3-16,-8 3-65 15,5 9-177 1</inkml:trace>
  <inkml:trace contextRef="#ctx0" brushRef="#br0" timeOffset="72069.61">8932 10271 972 0,'0'0'0'0,"0"0"3"0,0 0 4 0,7 86 52 0,10-10 41 15,-5 16-16-15,-1 15-10 16,-6 14 3-16,-2 2-34 15,-3 2-23-15,0-9-20 16,0-24-1-16,0-19-5 16,0-29 0-16,0-17-9 15,0-15-40-15,0-12-110 16,0-10-38-16,3-24 60 0,0-9-85 16,-3-10-10-16,0-3 11 15</inkml:trace>
  <inkml:trace contextRef="#ctx0" brushRef="#br0" timeOffset="72411.14">8982 11017 316 0,'0'0'221'0,"0"0"-52"0,0 0-4 16,0 0-29-16,0 0-108 16,0 0-28-16,2-63 0 15,34 63 1-15,6 0 4 16,5-5-1-16,8-12-1 16,1-6-2-16,-1-4-1 15,-9-4-1-15,-13-2-1 16,-13-9-2-16,-9-3 4 15,-8-5 1-15,-3-7 1 16,0 9 8-16,-1 10 11 16,-7 13 74-16,1 18 13 0,1 7-12 15,3 23-77 1,-3 24-14-16,6 16 20 16,0 22 57-16,0 3-18 0,0 10-15 15,15 7-22-15,-2-1-27 16,-2-8 1-16,1-14-2 15,1-18-4-15,-2-21-7 16,-3-16-11-16,0-15-71 16,-2-10-53-16,6-2-58 15,4-14-105-15,-2-9-479 0</inkml:trace>
  <inkml:trace contextRef="#ctx0" brushRef="#br0" timeOffset="72827.81">9903 11064 1037 0,'0'0'1'0,"0"0"148"0,0 0 3 0,0 0-48 0,0 0-53 15,0 0-38-15,-34 26-10 16,17 16 33-16,4 2 12 0,6-1-22 16,5-2-6-16,2-3-10 15,2-4-9-15,18-9-2 16,1-7 0-16,9-11 0 16,1-7 1-16,7 0 2 15,-1-25 7-15,-1-6-9 16,-9-9 4-16,-10-3 2 15,-9-4-1-15,-8 0-1 16,-9 1 7-16,-19 7-5 16,-8 9-4-16,-3 8-2 15,-3 13 0-15,8 7-12 16,4 2-4-16,3 4-43 16,14 12-143-16,6 5-71 0,5-5-43 15,2-4-456-15</inkml:trace>
  <inkml:trace contextRef="#ctx0" brushRef="#br0" timeOffset="73023.08">10728 10631 1251 0,'0'0'21'0,"0"0"16"16,0 0 139-16,0 0-157 15,0 0-19-15,0 0-7 0,-43-16-54 16,49 36-74 0,3 10-171-16,-5-1-228 15</inkml:trace>
  <inkml:trace contextRef="#ctx0" brushRef="#br0" timeOffset="73182.13">10761 10959 1242 0,'0'0'43'0,"0"0"118"16,0 0-6-16,0 0-112 16,0 0-30-16,0 0-13 15,-1 0-26-15,1 0-167 0,5 0-192 16,1-5-384 0</inkml:trace>
  <inkml:trace contextRef="#ctx0" brushRef="#br0" timeOffset="74525.25">12413 10256 860 0,'0'0'143'0,"0"0"-123"0,0 0 105 0,0 0-25 0,0 0-79 0,0 102 86 16,0-17-16-16,-2 9-29 0,-10 4 20 16,-3 5-38-1,2 1-31-15,-1-3-3 0,1-2-6 31,1-10-4-31,3-14 0 0,3-22 0 0,1-23-4 16,5-18-1-16,0-12-46 16,0-3-45-16,5-29-28 15,13-16-25-15,4-17 30 16,-4-10 1-16,-1-9 3 16,-7-11 23-16,-7-10 26 0,-3-7 58 15,0-2 8 1,0 8 0-16,0 18 23 0,0 29 28 15,0 22 59-15,0 21 2 16,0 14 2 0,0 2-40-16,0 22-74 15,0 18 0-15,0 12 30 0,0 9-8 16,3 5 10-16,5-1 18 16,1-7-23-16,7-6-18 15,2-14-3-15,3-9-4 16,3-11 0-16,5-11-2 15,7-7 6-15,3-3-4 16,9-19 2-16,-5-9-2 16,-1-10-2-16,-13-4 0 15,-9-6 2-15,-10-6-2 0,-8 7 0 16,-2 10 1 0,0 19 0-16,0 11 17 0,0 10 28 15,-12 10-15-15,0 26-30 16,1 9 5-16,0 10-5 15,5-1-1-15,6 0 0 16,0 1-2-16,9-4 2 16,10-1-92-16,8-4-111 15,3-10-166-15</inkml:trace>
  <inkml:trace contextRef="#ctx0" brushRef="#br0" timeOffset="75222.75">13202 10761 919 0,'0'0'37'0,"0"0"111"0,0 0 38 0,0 0-140 0,0 0-37 0,0 0 7 15,-29 106 63-15,21-55-39 16,2 0-5-16,0-1-4 16,-2-5-24-16,6-9-1 15,1-10-6-15,1-12-1 16,0-5 0-16,0-9 0 16,0 0 1-16,0-9 6 15,12-17-2-15,7-18 4 16,1-7-4-16,1-6-4 15,-4-6 4-15,-4 6-3 0,-3 11 0 16,-1 18 0-16,-6 17-1 16,-3 11 7-1,4 7-7-15,7 22-17 0,7 15 17 16,5 6 23-16,2 0-21 16,3-3 6-16,2-7-8 15,3-7 2-15,-2-10-4 16,0-10 3-16,-5-11-1 15,-1-2 2-15,0-13-2 16,2-16 11-16,0-12-6 16,-6-9 6-16,-3-13 3 15,-11-2-8-15,-7-4-4 0,0 4-2 16,-1 12-3-16,-11 10-28 16,3 17-46-16,4 14-39 15,5 12-62-15,0 0-123 16,0 8-244-16</inkml:trace>
  <inkml:trace contextRef="#ctx0" brushRef="#br0" timeOffset="75432.36">14363 10407 989 0,'0'0'157'0,"0"0"-144"16,0 0-5-16,0 0 9 0,85-37-17 0,-63 37-5 15,-4 0-58-15,-5 11-157 16,-8 5-172-16</inkml:trace>
  <inkml:trace contextRef="#ctx0" brushRef="#br0" timeOffset="75584.5">14363 10635 1328 0,'0'0'30'15,"0"0"1"-15,0 0 66 16,86-53-65-16,-31 37-32 0,2 3-1 16,-4 3-9-16,3 4-159 15,11-2-150-15,4 4-84 16</inkml:trace>
  <inkml:trace contextRef="#ctx0" brushRef="#br0" timeOffset="76131.92">15960 10183 760 0,'0'0'364'0,"0"0"-364"0,0 0 0 0,-3 79 92 0,-6-4 41 0,-4 12-62 0,-2 14 8 16,-6 17 3-16,0 4-24 16,-3 6-23-16,-1 3-23 15,4-9-7-15,5-13-4 16,2-25-1-16,13-26-1 16,1-24-1-16,0-15 2 15,0-16-9-15,1-6-59 16,17-32-38-16,4-14-29 15,3-16-10-15,-2-11-48 0,1-15 5 16,-6-15-169-16</inkml:trace>
  <inkml:trace contextRef="#ctx0" brushRef="#br0" timeOffset="76494.38">15926 10274 290 0,'0'0'471'0,"0"0"-402"15,0 0 83-15,0 0-98 16,0 0-50-16,0 0 62 15,3 86 0-15,13-27-34 16,-1 2 16-16,2 0 23 16,1-6-46-16,3-12-8 15,2-11-9-15,4-10 4 16,6-12-6-16,3-10-3 16,4 0 11-16,5-22-9 15,-3-12-1-15,-6-6-2 0,-8-12-1 16,-12-7 3-1,-11-4 1-15,-5-2-3 0,0 15 0 16,0 10-1-16,-5 18 2 16,0 13 10-16,-2 9 38 15,0 24-44-15,-1 18-7 16,2 9 17-16,5 4 4 16,1-2-10-16,7-7-5 15,19-3-5-15,1-5 1 16,7-11-2-16,3-6-2 0,2-6-9 15,5-6-146-15,-1-4-89 16,-3-5-158-16</inkml:trace>
  <inkml:trace contextRef="#ctx0" brushRef="#br0" timeOffset="77195.98">17121 10572 920 0,'0'0'28'0,"0"0"43"0,0 0 53 0,0 0-71 0,0 0-33 16,0 0 1-16,5-6 5 15,-5 5 3-15,0-1-4 16,0 2 11-16,0 0 13 16,0 0-1-16,0 0 0 15,0 0-12-15,0-2-2 16,-13-3 9-16,-7 0-40 15,-6-1 6-15,-3 4-8 0,-1 0 0 16,0 2 4 0,3 0 6-16,1 0 1 15,4 0 2-15,4 8-5 0,5-1-1 16,1 9-4-16,5-1 0 16,1 2-3-16,4 0-1 15,2 1 0-15,0 0-1 16,0-1 1-16,11-3 0 15,3 1 0-15,0 0-1 16,4-3-2-16,0 2 3 16,6-1 0-16,1-1-5 15,8 3 5-15,-2 1 0 16,0 0 1-16,-2 0-3 0,-4 3 3 16,-5-1-2-16,-1 2 1 15,-8-3 0-15,-6 2-2 16,-5-2 2-16,0-3 2 15,-13-2-1-15,-15-1 5 16,-13-1-2-16,-11-5 0 16,-7-5-2-16,-6 0 4 15,1-1-6-15,6-16 0 16,15-2-15-16,16-6-83 16,18-6-80-16,9-3-168 15,12-3-223-15</inkml:trace>
  <inkml:trace contextRef="#ctx0" brushRef="#br0" timeOffset="77584.25">18013 10262 569 0,'0'0'441'0,"0"0"-438"0,0 0 217 0,0 0-130 0,0 0-46 0,0 0-37 16,-9-19-7-16,43 16-3 16,13 1 3-16,7 0 0 15,-2 2 2-15,-9 0-5 16,-9 0-2-16,-11 7-58 16,-11 6-90-16,-11 5-22 15,-1 2-63-15,-13 5-232 0</inkml:trace>
  <inkml:trace contextRef="#ctx0" brushRef="#br0" timeOffset="77715.5">18164 10426 131 0,'0'0'633'0,"0"0"-572"0,0 0 146 15,0 0-38-15,0 0-109 16,0 0-43-16,108-50-12 16,-61 38-5-16,3-1-5 15,5-1-77-15,4-2-144 16,-1-6-186-16</inkml:trace>
  <inkml:trace contextRef="#ctx0" brushRef="#br0" timeOffset="78029.23">19259 9915 1228 0,'0'0'17'16,"0"0"-12"-16,-1 121 136 16,1-51 18-16,0 11-49 15,8 10-43-15,-2 12-23 16,-6 10-20-16,0 7 1 16,-1 3-15-16,-17-7-10 15,-3-10 0-15,3-18-1 16,5-18 1-16,4-19-2 15,9-18 2-15,0-12-11 16,0-12-48-16,0-9-42 16,0-14-65-16,18-23-89 0,-2-14-103 15,-1-14-199-15</inkml:trace>
  <inkml:trace contextRef="#ctx0" brushRef="#br0" timeOffset="78419.66">19244 10149 742 0,'0'0'109'0,"0"0"103"16,0 0-93-16,0 0-52 16,0 0-47-16,0 0-4 15,-64 30 35-15,64 15-6 16,0-4-36-16,10 1-5 16,11-6 3-16,0-5-4 15,9-2-1-15,9-13-1 16,4-6 0-16,3-10 1 0,1-1-1 15,-4-23-1 1,-11-12-11-16,-6-4-10 0,-8-12 14 16,-9-2 5-16,-6 0 2 15,-3 5 3-15,0 15 3 16,0 12 0-16,-3 12 34 16,2 10 47-16,-4 0-76 15,-1 25 0-15,1 12-6 16,5 4 25-16,0 2-27 15,2-4 3-15,16 1-3 0,3 0 1 16,1-5-4-16,2-4-2 16,0-8-7-16,4-4-127 15,10-10-93-15,5-9-124 16,0 0-434-16</inkml:trace>
  <inkml:trace contextRef="#ctx0" brushRef="#br0" timeOffset="78809.35">20224 10207 583 0,'0'0'340'0,"0"0"-270"0,0 0 149 0,0 0-122 0,0 0-45 0,-91-12-15 0,42 12 43 15,3 8-7-15,0 4-27 16,5 1-2-16,8-3-20 15,13 1-6-15,7-2-12 16,5 1-6-16,8-4-4 16,0 5 4-16,0 1-3 15,0 6 1-15,4 4 2 16,7 5 3-16,1 9-2 16,-2 1 0-16,-6 2-1 15,4-2 0-15,-7 5 0 16,6-5 1-16,-4-3 0 15,2-1 0-15,1-5-2 0,6-5 2 16,3-7-3-16,6-5-1 16,6-7 3-1,4-4-6-15,1 0-94 0,1-15-46 16,-4-8-60-16,-8-6-113 16,-7-6-425-16</inkml:trace>
  <inkml:trace contextRef="#ctx0" brushRef="#br0" timeOffset="78997.17">20032 10503 988 0,'0'0'41'0,"0"0"113"16,0 0-39-16,0 0-75 16,100-47-31-16,-57 37-9 15,8-1-2-15,-5-5-56 16,0-3-180-16,-10-7-253 15</inkml:trace>
  <inkml:trace contextRef="#ctx0" brushRef="#br0" timeOffset="79416.13">21449 10079 124 0,'0'0'968'0,"0"0"-964"0,0 0 8 0,85-22 76 16,-37 12-32-16,3 3-16 15,-2 1-23-15,0-2-12 16,-13 8-5-16,-9 0-4 16,-17 0-92-16,-10 8-142 15,-3 5-180-15</inkml:trace>
  <inkml:trace contextRef="#ctx0" brushRef="#br0" timeOffset="79558.64">21585 10205 390 0,'0'0'708'0,"0"0"-666"0,0 0 100 16,0 0-47-16,82-12-36 16,-28 2-49-16,6 5-10 15,5-1-4-15,2 2-26 16,-4 0-120-16,-5-7-119 16,-1-5-225-16</inkml:trace>
  <inkml:trace contextRef="#ctx0" brushRef="#br0" timeOffset="79832.82">22549 9863 1175 0,'0'0'33'16,"0"0"72"0,0 0-28-16,-30 94 78 0,24-31-63 15,6 17-3-15,0 13-2 16,0 13-36-16,5 10-8 15,-4 2-14-15,-1 4-14 16,0-16-6-16,-11-16-3 16,1-16-5-16,1-23-2 15,3-18 1-15,5-14-5 16,1-13-11-16,0-6-51 16,4-19-18-16,12-21-87 15,4-17-126-15,-1-12-18 0,-2-19-196 16</inkml:trace>
  <inkml:trace contextRef="#ctx0" brushRef="#br0" timeOffset="80269.33">22632 9886 808 0,'0'0'224'16,"0"0"-168"-16,0 0 197 16,0 0-180-16,0 0-44 15,0 0 8-15,-56 52 52 16,51-8-37-16,5 5-14 15,0-1-14-15,0 2-8 16,12-3-3-16,9-2-2 16,0-6 0-16,0-5-11 15,3-7 1-15,4-10 1 16,-1-11-2-16,3-6 2 16,1-1-2-16,-3-21-15 0,-1-8-27 15,-3-10 6-15,-3-2 4 16,-5-8 4-16,-7 1 14 15,2 6 10-15,-3 6 2 16,-1 7 2-16,-3 12 0 16,1 8 1-16,-4 5-1 15,1 1 6-15,-2 4-2 16,0 0-4-16,1 5-3 16,4 16-4-16,0 10 7 15,3 3 5-15,1-3 1 16,0-1-2-16,6-3-1 15,-2-5-1-15,1-4-2 16,-4-1 0-16,2-5-9 0,1-2-251 16,0-5-113-16,3-3-449 15</inkml:trace>
  <inkml:trace contextRef="#ctx0" brushRef="#br0" timeOffset="80791.98">23407 10115 927 0,'0'0'234'15,"0"0"-167"-15,0 0 180 0,0 0-139 0,0 0-67 0,0 0-37 0,-11 42 44 16,11-8-16-16,5 3-7 15,1-3-16-15,3 1-6 16,1-3 2-16,-1-5-3 0,0-9-4 16,0-4 3-16,-2-9-2 15,4-5 2-15,7 0 4 16,3-17-3-16,6-9-2 16,2-9-11-16,0-2 1 15,-4 2 5-15,-7 10 4 0,-3 8 1 16,-9 7 0-1,-5 7 1-15,-1 2-1 0,2 1-3 16,7 0-7-16,6 12 3 16,8 5 7-16,6-1 9 15,1 1-7-15,1-8 1 16,2 1 2-16,0-8-4 16,1-2 2-16,-1 0 5 15,-3-12-1-15,-7-8 20 16,-6-3 24-16,-4-5-13 15,-7-6-9-15,-6-7-7 16,0 1-11-16,-10-6-10 16,-16 9-1-16,-11 7-11 15,-14 9-68-15,-11 9-160 16,-8 7-372-16</inkml:trace>
  <inkml:trace contextRef="#ctx0" brushRef="#br0" timeOffset="81959.59">9338 12733 1005 0,'0'0'3'0,"0"0"130"0,0 0 6 0,0 0-116 16,0 0-21-16,-14 75 33 0,14-1 90 16,0 3-72-16,0 4-20 0,-10-7 7 15,-4-5-12-15,2-6-22 16,4-12-6-1,2-14-1-15,6-9-2 0,0-18 1 16,0-5-8-16,0-5-32 16,0 0 4-16,6-19 23 15,8-14 12-15,0-8 1 16,4-3 0-16,-6 3 4 16,-1 13-2-16,-3 7 0 15,4 7-1-15,3 4 1 16,0 2-3-16,12-2 2 0,4-2-1 15,6 1-2 1,6-5 2-16,4 0 2 16,-4-4 0-16,-4-1 0 0,-11-1-1 15,-7-3 1-15,-9-3 1 16,-9-7 0-16,-3-6 4 16,0-2 3-16,-6 7-6 15,-4 12 4-15,5 9 0 16,-1 15 26-16,3 9-10 15,0 30-17-15,-3 15-5 16,-1 12 31-16,7 2-19 16,-3 6 7-16,1 1-16 15,2-1-3-15,0 2 0 16,0-11-7-16,5-6-47 0,14-14-114 16,5-16 0-16,10-18-63 15,4-11-187 1</inkml:trace>
  <inkml:trace contextRef="#ctx0" brushRef="#br0" timeOffset="82409.36">10266 13318 701 0,'0'0'332'0,"0"0"-327"0,0 0 125 0,0 0-67 16,38-93-29-16,-26 70-15 15,-4 6-11-15,-7-3 9 0,-1 3 13 16,0 1 40-16,-12 4-34 16,-8 10-19-16,-7 2 16 15,-6 14-15-15,-3 16-13 16,3 7 0-16,2 8 10 16,7-2-4-16,7-5 5 15,9-1-13-15,5-8-3 16,3-8-2-16,7-6 1 15,13-9-4-15,8-6-1 16,3 0 2-16,8-17-1 16,0-5-15-16,-5-6 1 0,-4-2 9 15,0-1 10-15,-8 3 1 16,-4 6 0 0,-6 10-1-16,-6 9 9 0,-6 3 11 15,4 13 9 1,-2 12 19-16,-1 5 33 0,2-4-51 15,-3 0-14-15,6-3-13 16,-1-3-2-16,5-4-1 16,5-2-9-16,6-8-112 15,7-6-155-15,5 0-124 16</inkml:trace>
  <inkml:trace contextRef="#ctx0" brushRef="#br0" timeOffset="82586.39">10992 12962 1229 0,'0'0'24'0,"0"0"154"0,0 0-85 0,0 0-80 16,0 0-13-16,0 0-17 16,-16 11 4-16,11 24-137 15,-2 5-136-15,-8 8-30 16,-3 3-319-16</inkml:trace>
  <inkml:trace contextRef="#ctx0" brushRef="#br0" timeOffset="82738.59">10891 13358 948 0,'0'0'202'0,"0"0"-33"16,0 0 1 0,0 0-96-16,0 0-52 0,0 0-14 15,25-61-8-15,-13 49-11 16,-3 2-95-16,-3-1-222 15,0-1-301 1</inkml:trace>
  <inkml:trace contextRef="#ctx0" brushRef="#br0" timeOffset="83348.36">12096 12580 932 0,'0'0'13'0,"0"0"45"0,0 0 79 0,0 0-65 0,0 0-53 15,0 0-19-15,-13-28-16 16,47 15 16-16,14-5 0 16,8-6 2-16,4-7-4 15,0-2 2-15,-6-7 0 16,-7 1-1-16,-11-3-3 16,-15 2 2-16,-7 9 1 15,-14 8 1-15,0 14 4 0,0 9 34 16,0 13 15-16,-17 37-44 15,-11 24 0-15,-7 14 60 16,4 5 14 0,1 1-49-16,5 1-5 15,1 0-24-15,3-2-3 0,3-10-2 16,8-12-3-16,4-20-2 16,6-19-47-16,6-20-56 15,19-12-50-15,11-21-67 16,9-26 1-16,5-11-207 15</inkml:trace>
  <inkml:trace contextRef="#ctx0" brushRef="#br0" timeOffset="84401.38">12708 12531 692 0,'0'0'135'0,"0"0"-125"16,0 81 124-16,-12-23-5 0,0 1-13 15,0-1-18-15,8-4-40 16,-2-6-28-16,6-7-3 15,0-7-7-15,0-11-10 16,9-6-9-16,4-7-1 16,5-8-4-16,7-2 1 15,8-6 3-15,4-20 0 16,4-11-21-16,-5-2-24 16,-5-5 12-16,-6 7 12 15,-10 14 3-15,-8 13 16 16,-5 10 2-16,-2 10 0 15,0 19 0-15,-6 9 5 0,-1 5 30 16,1-10 4-16,4 3-15 16,2-5-7-16,5-6-10 15,17-6-4-15,6-5-2 16,8-8 0-16,8-6 4 16,8-5-4-16,1-15 6 15,2-7-7-15,-7-6 0 16,0-5 0-16,-12-6 0 15,-12-2 0-15,-14-5 0 16,-10 8 3-16,0 8 1 16,-10 11 0-16,-11 20 1 15,-4 4-2-15,-5 23-2 16,-2 17-1-16,9 7 7 16,6 3 0-16,11-4-6 15,6-5-1-15,0 0 2 0,17-9-3 16,8-3 1-1,3-8-1-15,8-10-4 0,6-9 5 16,4-2 0-16,8-10-1 16,-3-16 0-16,-2-3-3 15,-4-8-8-15,-5-5-2 16,-8 1-2-16,-5-8 5 16,-7 0-5-16,-5 0 9 15,-6 9 7-15,-8 12 0 16,-1 13 0-16,0 9 4 15,0 6 0-15,0 0-4 0,0 2-15 16,-1 16 5-16,-5 3 10 16,3 7 1-16,1-5-1 15,2 4-3-15,0-2 3 16,0 2 0-16,0 1 2 16,0 0-3-16,5-1 2 15,-1 2-1-15,2-4 0 16,2-3 0-16,3-3 0 15,5-4-2-15,0-5 2 16,9-7-3-16,1-3 3 16,4 0 0-16,1-11 0 15,0-9-2-15,-1 0-1 16,-2-5-5-16,-1-3 0 0,-3-7-4 16,-3-1 1-16,-8-7 6 15,-2 1 3 1,-4 1 2-16,-5 6 0 0,-2 13 1 15,0 7 0-15,0 10 4 16,-2 5 5-16,-10 0-4 16,-3 15-3-16,-2 13-1 15,0 9 8-15,2 4-4 16,3-2 5-16,2 0 4 16,7-4-4-16,3-4 1 15,0-6-2-15,3-1-10 16,16-10 0-16,3-2 4 15,5-7-1-15,3-5 1 0,1 0-4 16,1-8 0-16,-4-7 0 16,-7-1-87-1,-5 0-129-15,-6 1-212 16</inkml:trace>
  <inkml:trace contextRef="#ctx0" brushRef="#br0" timeOffset="85105.67">15263 12669 1058 0,'0'0'13'0,"0"0"-13"0,0 0 88 0,0 0 3 0,-91 115-25 16,78-58-14-16,7-2-30 15,5-4 20-15,1-8-14 16,0-6-15-16,15-11-7 16,9-10-4-16,5-12 0 0,10-4 3 15,10-20-4 1,6-17 4-16,5-6-5 0,-2-6 0 16,-4-7 3-16,-2-8-3 15,-10 1 0 1,-5 8-3-16,-11 14 2 15,-13 19 1-15,-7 15-2 0,-3 7 2 16,-1 17-2-16,-1 19 2 16,2 10 8-16,-3 7 5 15,0-3-5-15,0-2-2 16,-6-6-2-16,-3-10-4 16,-1-7-1-16,1-7-50 15,4-12-118-15,-2-6-55 16,-5-2-85-16,-6-20-390 0</inkml:trace>
  <inkml:trace contextRef="#ctx0" brushRef="#br0" timeOffset="85410.89">15399 12383 682 0,'0'0'357'0,"0"0"-354"15,0 0 149-15,0 0-79 16,0 0-63-16,0 0 4 15,-70 48 25-15,69-21-16 16,1-5-17-16,0-2-6 16,6-8 0-16,13-2 1 0,5-9 0 15,9-1 2 1,4-5-2-16,-4-13 1 0,-5-8-1 16,-11-4 1-16,-13-3 4 15,-4 1-1 1,-1 7-2-16,-17 7 0 15,-6 14-3-15,-3 4-5 0,2 15-8 16,4 21-11-16,9 7-51 16,12 11-16-16,4 3-64 15,28 6-38-15,14 1-215 16</inkml:trace>
  <inkml:trace contextRef="#ctx0" brushRef="#br0" timeOffset="86406.39">16665 12494 1189 0,'0'0'30'16,"0"0"-12"-16,-102-4 136 15,63 30-66-15,1 14-35 16,8 13-6-16,9 10-17 15,7 0-18-15,14-2-5 16,0-5-7-16,8-11 0 16,17-6 0-16,5-10 0 15,6-10 0-15,4-9-4 16,3-10 4-16,-1 0 0 0,1-16-19 16,-5-15-20-1,-4-8 5-15,-7-12 6 0,-12-13 0 16,-14-6 6-16,-1 0 14 15,-16 8 4-15,-11 17 4 16,0 20 0-16,-2 19 3 16,-1 6 4-16,1 26 1 15,7 19 2-15,5 9 6 16,13 6-7-16,4-4-5 16,6-4 2-16,16-7-5 15,7-9-1-15,0-9 1 16,7-9-1-16,2-9 0 15,6-9 0-15,7-3 3 0,4-21-3 16,0-3 0-16,-1-7-2 16,-9-5-7-16,-6 1 7 15,-9 5-5-15,-10 9 7 16,-7 11 2-16,-8 13-2 16,-5 11 2-16,0 19 0 15,0 8 57-15,-7 2-10 16,-2-3-30-16,6-3 10 15,1-1-17-15,2-5-6 16,0-6-1-16,0-9-1 16,0-5-4-16,0-7-1 15,8-1 1-15,11-6 1 0,5-20 9 16,9-9-10-16,-2-8 0 16,-1-3-2-16,-3 5-6 15,-9 11 2-15,-7 13 5 16,-4 11 0-16,-6 6 0 15,2 18-14 1,3 13 15-16,2 6 11 0,3-3-6 16,6-3 4-16,5-4 6 15,4-5-8-15,5-6-2 16,8-10-4-16,4-6 2 16,3 0 3-16,2-16-3 15,1-6-2-15,3-9 4 16,-3-6-3-16,-2-7-2 15,-11-6 2-15,-17-4 1 16,-13 5-3-16,-6 10 6 0,-4 13-6 16,-23 16 2-16,-6 10-1 15,-11 15 5-15,2 16 5 16,9 8 29-16,9 2-14 16,18 0-7-16,6-3-4 15,3-3-8-15,24-4-5 16,7-6-2-16,7-7 1 15,0-7-2-15,-2-3-47 16,1-5-98-16,12-3-76 16,13 0 15-16,5-7-482 15</inkml:trace>
  <inkml:trace contextRef="#ctx0" brushRef="#br0" timeOffset="87353.36">19120 12511 389 0,'0'0'67'0,"0"0"13"0,0-77 45 0,2 55-10 0,2 5 6 15,-4 5-25-15,3 10 23 16,-3 2-20-16,0 0-67 16,0 24-19-16,0 15 16 15,-3 14 87-15,-6 6-58 16,-7 3-20-16,-1 2-3 15,0 0 9-15,1-7-23 16,6-13-8-16,7-13-7 0,3-11-6 16,0-10 0-1,24-10 0-15,10 0 0 0,7-17 6 16,5-12-5-16,-3-6 1 16,-3-5-2-16,-4-6-2 15,-8-2-2-15,-5 8 2 16,-7 9 1-16,-6 15 0 15,-6 13 1-15,-1 6-5 16,0 26-8-16,-2 8 13 16,8 9 0-16,3-6 1 0,8-7-1 15,9-6 0 1,9-4 1-16,4-12 1 0,4-8-1 16,-1-3 1-16,1-8-2 15,-7-14 1-15,-8-9 1 16,-6-7 4-16,-16-10-1 15,-9-6-2-15,-4-6 3 16,-29-2-3-16,-11 4-2 16,-6 10 0-16,-1 13 0 15,9 19 0-15,4 16-1 16,2 0-2-16,3 27-6 16,9 5-7-16,11 9-40 15,13-1-45-15,10-1-67 16,27-6 13-16,17-4-64 15,9-9-115-15</inkml:trace>
  <inkml:trace contextRef="#ctx0" brushRef="#br0" timeOffset="87930.12">20154 12212 816 0,'0'0'73'0,"0"-79"-11"0,0 67 217 0,-6 12-143 0,-4 26-97 15,-8 20-34-15,3 14 58 16,-1 6-11-16,10 0-29 16,6-5-9-16,0-4-10 15,3-4 3-15,16-9-7 16,6-9 1-16,3-12-1 0,5-15 0 16,5-8 0-16,4-2 4 15,1-23-4-15,2-8-5 16,-8-7-15-1,-1 1 3-15,-6-3 0 16,-10 7 11-16,-10 11 6 0,-3 12 1 16,-7 9 5-16,0 3 9 15,0 20-5-15,-10 10 6 16,-3 12 18-16,4-1-4 16,8-1-25-16,1-5 3 15,0-4-2-15,6-5-5 16,9-9 0-16,4-8-1 0,3-9 1 15,3 0-1-15,3-16 2 16,-1-11 2-16,6-5-3 16,-10-8 0-16,3 0-1 15,-3-2-1-15,-9 7-1 16,-3 9 2-16,-4 13 1 16,-6 8 4-16,-1 5-4 15,0 14-1-15,0 17 0 16,-11 9 16-16,3 1 9 15,1 1-21-15,5-3-4 16,-1 0 0-16,1-8-1 16,2-11-1-16,0-7-40 15,0-10-95-15,5-3-72 0,10-11 14 16,1-20-48-16,3-8-104 16</inkml:trace>
  <inkml:trace contextRef="#ctx0" brushRef="#br0" timeOffset="88194.32">20817 12226 539 0,'0'0'138'0,"0"0"-17"0,0 0 76 0,-84-68-46 16,54 85-111-16,1 12 47 0,3 7-13 0,13 1-34 0,8-5-19 0,5-2-4 0,3-7-15 0,12-8-2 15,6-3 0-15,0-10 0 16,2-2 3-1,2-2 0-15,0-19 2 0,0-6 1 16,-4-5-6-16,-6-5 2 16,-3-2-2-16,-9 3-19 15,-3 10-11-15,0 12-33 16,-3 14-7-16,-9 5-93 16,-3 24-29-16,0 11 34 15,8 4-112-15</inkml:trace>
  <inkml:trace contextRef="#ctx0" brushRef="#br0" timeOffset="88839.86">21348 12325 886 0,'0'0'95'0,"0"0"3"0,-22-79 132 16,-1 79-70-16,-8 1-99 15,-4 30-29-15,0 11 20 16,7 6-7-16,11 3-28 16,9 0-5-16,8-2-9 15,0-2-2-15,6-4-1 16,13-7-2-16,7-11 0 16,4-9 2-16,7-16-2 15,5 0 1 1,3-14-2-16,5-17-36 0,-1-7 0 15,-2-13-5-15,-3-4-3 16,-8-14 17-16,-6-7-29 16,-9-12 53-16,-6-8 3 15,-9 9 0-15,-6 14 3 0,0 25 1 16,0 28 10-16,-1 20 40 16,-16 26-29-16,-1 27-16 15,-2 15 40-15,7 7-21 16,7-3 6-16,5-4-7 15,1-6-10-15,0-7-6 16,0-9-5-16,0-8-2 16,7-10-1-16,6-11 0 15,3-9 0-15,2-8 2 0,7-2 1 16,5-20 2 0,1-7-5-16,1-4-1 15,2-4-8-15,-9 1 4 0,1 8 5 16,-13 13 1-16,-6 14 1 15,-4 2-4-15,-1 24 4 16,7 12 10-16,-1 5 34 16,5 0-23-16,2-8-2 15,4-2-13-15,3-8-8 16,3-8 0-16,4-10-2 16,3-6-39-16,2 0-134 15,1-22-201-15,6-12-479 16</inkml:trace>
  <inkml:trace contextRef="#ctx0" brushRef="#br0" timeOffset="89516.58">23143 12141 280 0,'0'0'654'0,"0"0"-651"0,0 0 62 0,-81 21 42 0,65 13-22 0,1 6-11 0,4 2-15 0,7 0-20 16,4-3-8-1,0-7 4-15,15-5-15 0,10-11-7 16,11-10-8-16,10-6-2 16,6 0 5-16,8-18-8 15,-6-8 2-15,-3-5-4 16,-7-6 3-16,-7-4-2 15,-4-2-4-15,-7 2 1 16,-10 6 4-16,-3 11 3 16,-5 13-3-16,-5 8 1 15,-1 3-1-15,5 14-12 0,2 13 12 16,4 6 2-16,-1 4-1 16,0 3 1-16,-6-1 6 15,-3 3-6-15,-3-7-2 16,0-4 2-16,-13-5-1 15,-14-8 1-15,-3-5-2 16,-3-7-68-16,6-6-79 16,4-4-93-16,0-19-167 15</inkml:trace>
  <inkml:trace contextRef="#ctx0" brushRef="#br0" timeOffset="89823.29">23150 11747 1031 0,'0'0'14'16,"0"0"-10"-16,0 0 65 15,-90 53-37-15,83-22-7 16,4-3-4-16,3-3-2 16,0-6-7-16,18-6-3 15,7-8-4-15,8-5 3 16,5 0 3-16,0-12 0 15,-5-8-4-15,-13-7-5 16,-11-7 6-16,-9-3 22 16,-3 4-12-16,-14 3-12 15,-4 13-2-15,0 11-4 16,3 6-7-16,2 16-25 0,5 21-81 16,11 13-79-16,5 8-56 15,26 1-185-15</inkml:trace>
  <inkml:trace contextRef="#ctx0" brushRef="#br0" timeOffset="90285.43">24514 11959 933 0,'0'0'61'0,"22"-72"-60"0,-15 57 178 15,-7 9-53-15,0 6-36 16,0 0-37-16,-4 6-25 16,-23 16-16-16,-12 7 23 15,-7 3 21-15,3 0-19 16,1 0-23-16,18 1-8 16,3-2-4-16,14 0-2 15,7-4 0-15,0 3-4 16,28-4 2-16,11-1 2 15,6-1 2-15,4-4-2 16,-3 1 0-16,-3-3-5 16,-8 2-1-16,-5-1-8 15,-10 1 5-15,-6-1 6 0,-12-3 3 16,-2 1-1-16,-23-2 2 16,-19 0 6-16,-17 0-3 15,-12-1 4-15,-4 0-4 16,0-3-3-16,9-2-2 15,14 0-1-15,19-5-3 16,20-3-49-16,13-1-42 16,9-1-93-16,28-20-100 15,15-10-66-15</inkml:trace>
  <inkml:trace contextRef="#ctx0" brushRef="#br0" timeOffset="90475.23">25015 12112 991 0,'0'0'239'0,"0"0"-229"0,0 0 75 0,0 0 73 0,0 0-84 15,-48 98-40-15,33-64-11 16,5-1-17-16,1-5-6 16,2-3 0-16,1-8-17 15,-2-7-116-15,2-8-126 16,-3-2-134-16</inkml:trace>
  <inkml:trace contextRef="#ctx0" brushRef="#br0" timeOffset="90644.51">24936 11775 1130 0,'0'0'39'0,"0"0"-33"0,-94-80 171 15,78 80-152-15,5 4-25 16,6 28-8-16,5 15 2 15,0 9-55-15,23 10-69 16,7-1-99-16,4-6-139 16</inkml:trace>
  <inkml:trace contextRef="#ctx0" brushRef="#br0" timeOffset="91195.33">25500 12135 768 0,'0'0'128'0,"12"-79"-35"0,-12 44 61 16,-3 7-51-16,-24 11-28 16,-9 13 9-16,-13 4-60 15,-8 19 12-15,0 12-14 16,7 8-20-16,13 0-1 16,13 2-2-16,10-3-1 15,11-5 1-15,3-8-7 16,9-9-43-16,15-7-10 15,7-7-24-15,5-2 16 16,3-3-5-16,3-14 20 16,-2-5 27-16,-4 2 9 0,-6 1 18 15,-5 8 7-15,-3 11 65 16,-4 7 35-16,-1 32-74 16,1 21 41-16,4 18 67 15,-3 16-70-15,-2 20 10 16,-7 13-14-16,-8 15-31 15,-2 0-17-15,-14-5-18 16,-15-13 0-16,-13-17-2 16,-9-17 1-16,-4-18-7 15,-6-18-16-15,0-20 1 16,2-19 13-16,7-15 1 16,7-15-6-16,5-26 8 15,9-17-1-15,7-17 5 0,9-17 1 16,13-14-8-1,2-24-17-15,17-14-1 0,21-3 3 16,12 13-20-16,5 28-68 16,-1 35 25-16,0 28 56 15,-5 19-2-15,-2 13-1 16,0 5-3-16,-1 6-21 16,3 0-54-16,2 0-67 15,4 0-159-15</inkml:trace>
  <inkml:trace contextRef="#ctx0" brushRef="#br0" timeOffset="91707.56">25877 12172 842 0,'0'0'106'0,"0"0"86"0,0 0-39 0,0 0-112 0,0 0 29 16,0 0 17-16,-52 86-47 15,52-54-17-15,0 0-12 16,3-4-7-16,9-6-2 15,4-5-1-15,2-9 2 16,5-4-3-16,2-4-4 16,2-10-16-16,3-16-39 15,-3-11-15-15,0-10 29 16,-2-4-8-16,-3-1 31 16,-5 11 19-16,-7 14 3 0,-6 13 2 15,-4 14 18 1,0 2 18-16,-3 22-33 15,-7 9 33-15,4-1-10 16,6 3-7-16,0-1-12 0,2-7-6 16,15-5-1-16,4-5-2 15,3-7 3-15,5-9-3 16,1-1 2-16,2-6 2 16,3-13-4-16,-2-11-3 15,-2-7-24-15,-1-5 4 16,-5 0 12-16,-6 5 4 15,-8 13 6-15,-7 12 1 16,-4 11 4-16,0 1 10 16,0 11-13-16,0 15 1 0,0 5 15 15,0-3-16 1,0 3 0-16,0-4-1 0,2-6 0 16,5-2-24-16,-4-7-122 15,2-8-114-15,-2-4-166 16</inkml:trace>
  <inkml:trace contextRef="#ctx0" brushRef="#br0" timeOffset="91869.51">26355 11808 851 0,'0'0'20'0,"0"0"-8"0,0 0 20 0,0 0-32 0,0 0-5 16,0 0 4-16,-57 101-76 15,72-65-131-15,9-5-284 16</inkml:trace>
  <inkml:trace contextRef="#ctx0" brushRef="#br0" timeOffset="92411.03">26786 11669 783 0,'0'0'23'0,"-30"-86"107"16,15 65 72-16,2 12-73 0,-4 9-59 16,1 11-44-1,-3 21-13-15,3 15 27 0,8 9 14 16,8 13-22-16,0 12 4 16,13 10-7-16,9 14 4 15,2 8-15-15,3 8-7 16,-3 8 3-16,-9 4-10 15,-6-2-1-15,-8-1-3 16,-1-6 2-16,0-16-2 16,0-12-3-16,-7-19-2 15,-22-24-37-15,-14-20 13 16,-8-18-28-16,-1-15 10 16,0-7 10-16,9-26 27 15,10-13 10-15,11-11 1 16,11-12-1-16,11-11-1 0,9-15 1 15,23-17-17-15,14-8-11 16,14-5-24-16,2 7 18 16,4 25 1-16,-9 23 8 15,-7 28 25-15,-6 17 1 16,-3 15 28-16,-3 8 25 16,-1 2 16-16,-4 2-10 15,-3 13 16-15,-4 4-31 16,-5-1-10-16,-7 1-12 15,-4-3-19-15,-6-1-2 16,-4-4-2-16,0-3-3 16,0-1-32-16,0-5-91 0,-13-2-96 15,-2-9-85 1,2-18-421-16</inkml:trace>
  <inkml:trace contextRef="#ctx0" brushRef="#br0" timeOffset="92582.92">27105 11937 1108 0,'0'0'6'0,"0"0"112"0,0 0-16 0,0 0-60 0,0 0-27 16,0 0-15-16,-1-23-36 16,13 46-40-16,6 6-87 15,4 1-132-15,6-5-182 0</inkml:trace>
  <inkml:trace contextRef="#ctx0" brushRef="#br0" timeOffset="94347.54">27460 11976 915 0,'0'0'42'16,"0"0"71"-16,0 0 3 15,0 0-76-15,-88 4 19 16,75 19-35-16,5 5-4 15,8 3 3-15,0 0 5 16,11-2-16-16,13-1-5 16,6-6-2-16,9-4-3 15,5-4 1-15,4-4-1 0,7-10-1 16,3 0-1-16,0 0-2 16,4-18-3-16,-4-6-29 15,-8-7-9-15,-6-7 25 16,-13-4 13-16,-10-1 2 15,-14 7 3-15,-7 5 5 16,-6 11 0-16,-22 8 20 16,-9 9-6-16,-6 3-5 15,-1 9-7-15,8 15 0 16,9 2-2-16,11 2-3 16,7 0-2-16,6-1 0 15,3-3-1-15,0-4 1 16,14-7 0-16,7-1-14 15,5-8-25-15,6-4-20 16,0 0 0-16,1-3-4 0,0-13 2 16,-3-6 20-16,-8 0 23 15,-5-1 7-15,-5 6 11 16,-9 5 7-16,-3 8 60 16,0 4 13-16,0 0-61 15,0 2-19-15,0 17 0 16,0 3 3-16,0 1 6 15,0-1-7-15,7-6 1 16,7 1-1-16,4-9-2 16,2-2 0-16,5-6 0 15,1 0-5-15,4-12-13 0,5-9-12 16,-4-9 4-16,-1-5 13 16,-4-2 5-16,-3 1 3 15,-10 10 5-15,-6 11 2 16,-4 8 29-16,-3 7 26 15,0 5-55-15,-10 18 1 16,-5 10-3-16,1 0 13 16,6 0-2-16,6-6-5 15,2-5-3-15,0-5-2 16,0-4 0-16,10-6 5 16,3-4-4-16,2-3 0 15,6 0 2-15,2-9 0 0,3-8-4 16,-1-5-2-1,1-2-25-15,-4 1 6 0,-4 3 17 16,-6 7 2-16,-6 6 2 16,-5 7 0-16,1 0 0 15,-2 9-2-15,0 12 2 16,0 5 1-16,1 0 5 16,4-3-4-16,3-3 3 15,2-4-4-15,0-4 2 16,8-3 0-16,1-8 0 15,1-1 0-15,4 0-1 16,1-11-2-16,0-13-2 16,-4-5-5-16,2-11-1 15,-4-10-1-15,2-13-1 0,3-14-12 16,1-11-5-16,2-13-13 16,-2-3 19-16,-2 9 12 15,-7 25 9-15,-10 26 11 16,-4 24 31-1,-2 20 53-15,-6 12-95 0,-17 28-4 16,-5 25 4-16,0 10 9 16,9 5-2-16,6 0-2 15,9-1 4-15,4-6 0 16,0-2-5-16,17-6-4 16,10-9 1-16,6-6-1 0,5-13 2 15,2-12-2-15,3-12-29 16,-1-13-11-16,1-2-23 15,0-23-6 1,-4-13-9-16,-7-13-18 0,-9-16 36 16,-2-13 10-16,-4-13 8 15,-1-7 7-15,1-7 27 16,-1 7 8-16,-6 17 15 16,-2 27 26-16,-6 27 84 15,-2 26-24-15,-5 9-78 16,-17 41-9-16,-4 21 89 15,1 16-61-15,8 5-12 16,11-5-8-16,6-5-5 0,0-9-4 16,11-3-4-16,8-11-6 15,3-10-1-15,5-13-2 16,-1-12 1-16,2-12 4 16,4-9-4-16,2 0 5 15,0-21-6-15,0-8-6 16,-2-5-19-16,-7-1-2 15,-8 5 17-15,-8 10 5 16,-1 10 5-16,-8 10 0 16,0 10 0-16,-14 19 2 15,-5 7 6-15,2 1 16 16,6 0-12-16,8-6-4 16,3-4-4-16,0-5-1 15,11-3-2-15,8-7 0 0,2-4 0 16,6-6 4-1,1-2-4-15,2 0 1 16,0-15-4-16,-2-5 2 0,-1-5-2 16,-3-5-4-16,-3-2 5 15,-2 0 1-15,-5 7 1 16,-6 9 2-16,-5 12-1 16,-3 4 24-16,-1 18-18 15,-17 19-6-15,-5 12 43 16,3 8-5-16,-1 4-4 15,2 6 1-15,1 3 0 16,0-1-14-16,-2 0-16 16,1 0-2-16,-5-1 0 15,-4-3-3-15,-3-9 1 16,1-11-3-16,5-14-2 16,6-12 0-16,5-11-50 0,0-7-100 15,-2-1-24-15,-2-8-99 16,-5-19-220-16</inkml:trace>
  <inkml:trace contextRef="#ctx0" brushRef="#br0" timeOffset="94555.2">28769 11654 1063 0,'0'0'0'0,"107"-49"1"0,-41 29 69 0,5 4-21 0,7 3-48 0,-6 1-1 15,-8 5-4-15,-14-4-139 16,-17-3-316-16</inkml:trace>
  <inkml:trace contextRef="#ctx0" brushRef="#br0" timeOffset="95610.18">20654 14241 626 0,'0'0'131'0,"0"0"-130"0,0 0 93 0,0 0 22 15,0 0-58-15,0 0 24 16,0 0-44-16,6-52-17 16,9 18 14-16,0-5-15 15,-3-7-11-15,-6-5 1 16,-6-4-1-16,-14 0-4 15,-22 7-2-15,-8 20 15 0,-6 17 7 16,1 11-19 0,-6 24 1-16,-4 21-2 0,-3 11 2 15,4 5-1-15,9 1-1 16,11-2-2-16,9-3-2 16,14-8-1-16,10-13-2 15,5-10 2-15,5-13-5 16,25-13 0-16,11 0 5 15,10-28 2-15,6-10-1 16,2-9-1-16,1-4 0 16,3-5 0-16,-2-5-5 15,-9-8-1-15,-9-6-13 16,-13-2 7-16,-14 8 7 16,-9 16-1-16,-4 21 6 15,-3 18 8-15,0 13-3 16,-3 1 0-16,-15 24-5 0,-6 15-3 15,-2 16 3-15,4 3 4 16,4-2-3-16,9-6 1 16,6-10-2-16,3-5-1 15,6-13 1-15,18-7-3 16,9-8 3-16,9-7-1 16,5 0 1-16,4-17 2 15,3-10-2-15,-5-4-1 16,-5-7 0-16,-9-5-6 0,-5-3 5 15,-12 0-6-15,-7 11 8 16,-8 11 3-16,-3 12 3 16,0 12 9-16,-2 8 3 15,-16 24-16-15,-6 14-2 16,-3 3 5-16,11-3-1 16,2-5-4-16,7-4 3 15,4-6-3-15,3-6-3 16,0-8-18-16,3-7-132 15,16-10-146-15,2 0-169 16</inkml:trace>
  <inkml:trace contextRef="#ctx0" brushRef="#br0" timeOffset="96176.74">21087 13658 805 0,'0'0'49'0,"0"0"-45"0,0 0 21 15,0 0-25-15,0 0-7 16,0 0 6-16,-24 85 0 16,48-64-23-16,7-5-49 15,6-5-43-15,5-6-23 16,7-5-18-16,2-1 92 16,-2-17 65-16,-1-6 17 15,-11-1 69-15,-7-4 30 16,-8-2 6-16,-11-2-3 15,-10 1-10-15,-1 4-20 16,0 6-12-16,-9 10 26 16,-7 12-2-16,-5 4-65 15,0 31-32-15,-6 19 2 0,10 18 17 16,5 11 9-16,7 12-7 16,5 8-1-16,0 11 1 15,0 7-10-15,0 6-8 16,-6 3-4-16,-16-3 1 15,-5-9-1-15,-9-6-3 16,-1-15 1-16,-5-12 3 16,5-19-4-16,2-20 2 15,3-21-1-15,9-18 1 16,4-7 6-16,1-22 2 0,2-25-8 16,5-17 0-16,7-14-1 15,4-13-1-15,1-11 0 16,27-8 0-16,14-6-2 15,18-5-2-15,9 12-6 16,8 18-2-16,5 20-5 16,-3 20-6-16,0 9-55 15,-4 7-18-15,-5 1-64 16,-3 4-67-16,-11 0-327 16</inkml:trace>
  <inkml:trace contextRef="#ctx0" brushRef="#br0" timeOffset="97802.27">21964 13519 852 0,'0'0'80'0,"0"0"21"0,0 0-54 0,0 0 15 0,-85 128 49 0,64-64-25 16,9 14-54-16,6 8 11 15,0 13 17-15,0 14-23 16,0 5-3-16,-9 1-23 15,2-2-2-15,-3-9-6 16,-5-11-1-16,1-14-1 16,1-13-1-16,2-11 0 15,1-18 0-15,4-11 0 16,-3-18-1-16,9-12-5 0,-4-6-30 16,1-30-4-1,0-9-4-15,3-18 19 0,3-12 24 16,3-12 1-16,0-15-1 15,7-5 1-15,17 7-1 16,4 19 0-16,5 20 1 16,8 24 0-16,3 14 0 15,1 8-5-15,6 8 5 16,-2 2 0-16,3 4-2 16,2 1 1-16,-2-1 0 15,2-4-1-15,0-3 0 0,-1-4-6 16,-3-6-78-1,-7-4 46-15,-6-5 24 16,-12-6 12-16,-8-7 1 16,-8-3-1-16,-9 1 4 0,0 5 4 15,-3 8 0-15,-12 13 13 16,-7 11 0-16,-8 5-4 16,-11 9-4-16,3 20 1 15,-1 9 16-15,12 6-15 16,11 2 0-16,7-3-3 15,9-1 0-15,0-2-3 16,4-3 1-16,17-5-4 16,9-4-1-16,4-8 2 15,6-8-3-15,5-12 3 16,3 0 1-16,4-3-4 16,-5-19 1-16,-7-3-1 0,-3-6 1 15,-10-8 0-15,-9-6 1 16,-5-8 1-16,-8-2 2 15,-5 5-5 1,0 16 2-16,0 10 2 0,-4 16 3 16,-4 5 4-16,-3 3-11 15,-5 9-1-15,1 8 0 16,0 4-2-16,9 0 1 16,5 0-1-16,1-1 0 15,0-1 2-15,1-1-1 16,11 0-5-16,5 0 7 15,-1 1 0-15,-1-3 1 0,0 5-1 16,-3-5 0-16,1 3-1 16,-3-1 1-16,-4 0 1 15,5 0-1-15,-4-3 0 16,4-1 1-16,1-3 0 16,4-2 1-16,2-6-1 15,9-3 0-15,1 0 1 16,4-1-1-16,-1-14 1 15,3-5-2-15,0-6-2 0,-5-2 1 16,-5-9-1 0,-9-4 2-16,-6-6-2 0,-9 6 2 15,0 9 1 1,-9 13-1-16,-11 13 4 0,-6 6 8 16,0 3-2-16,2 20-2 15,3 7-4-15,14 2-3 16,5 4 3-16,2-1-3 15,2-1 0-15,14-4-1 16,8-3 0-16,3-7 0 16,4-3-1-16,5-10-32 15,5-4-16-15,8-3-27 16,6 0-6-16,6-16-7 16,-1-4 70-16,-6-6-1 15,-13-1 1-15,-14 0 10 16,-13 5 9-16,-10 7 1 15,-4 6 53-15,0 9 43 0,-4 0-52 16,-13 10-26-16,-5 8 45 16,-1 5-18-16,8 1-13 15,5 0-26-15,6-3-2 16,4-6-5-16,0-4 1 16,1-5-1-16,14-6 2 15,3 0 0-15,6-14-1 16,5-8-1-16,1-5 0 15,5-2-1-15,-1 4-8 16,-4 4 1-16,-6 7 4 16,-9 8 4-16,-2 6-1 15,-2 0 0-15,2 10 1 16,-1 6 3-16,6-1-1 16,-3-2-1-16,4-1 3 0,4-3-4 15,2-5 2-15,5-4 0 16,0 0-1-16,-4-2 2 15,3-14-3-15,-3-6-4 16,-2-9-12-16,-3-9-11 16,0-14 9-16,-7-16 1 15,-3-13 6-15,-5-9 2 16,-6-7 3-16,0 10 1 16,0 17 3-16,0 24 2 15,-7 30 4-15,-9 18 27 16,-4 18-26-16,-4 29 7 0,4 11 20 15,9 10 5-15,6 5-14 16,4-2-18-16,-1 0-4 16,-3-2 2-16,0-10-3 15,-2-9-7 1,-2-13-135-16,-2-15-132 0,8-17-355 16</inkml:trace>
  <inkml:trace contextRef="#ctx0" brushRef="#br0" timeOffset="97984.56">24161 13576 1245 0,'0'0'54'0,"0"0"-36"0,0 0 113 0,0 0-89 0,96-49-38 0,-42 36-4 15,14 1-7-15,10 0-113 16,-2-6-153-16,-9-1-241 15</inkml:trace>
  <inkml:trace contextRef="#ctx0" brushRef="#br0" timeOffset="101006.61">13294 5592 747 0,'0'0'0'0,"0"0"-3"0,0 0 3 0,0 0 6 0,0 0 5 16,0 0 84-16,-85-47-85 15,61 43 8-15,-2-3 5 16,-10 1 2-16,-5 0-9 0,-9-3 0 16,-5-1 11-16,-8 2-23 15,-10-2 4 1,-14-2 2-16,-16 3 1 0,-24-2 8 16,-16-1 3-16,-17 2 7 15,-14 1-11 1,-5 1-4-16,3 1 1 15,-5 3-8-15,4 4 0 0,-1 0 0 16,7 0 5-16,2 8 6 16,8 6-13-16,15 3 5 15,4 7-5-15,5 5-4 16,7-1 2-16,8 3 3 16,7-1-3-16,10 0-2 15,10-4 0-15,4 2 2 16,3-3-2-16,-2 5 0 0,1 1 0 15,7 4 0-15,1 7 0 16,7-1-1-16,-4 4 3 16,-1-2-3-16,0 1 1 15,1-1 0-15,7 2 4 16,0 1-5-16,-3 4 0 16,2 3 3-16,2 3-1 15,6 1-1-15,6-1 1 16,6 0 3-16,4-3-3 15,5 0 0-15,1-2-1 16,2 2 4-16,2-1-4 16,1-1 1-16,4-1 0 15,0 3 1-15,2 0 0 16,3 8-1-16,-1 2 2 0,4 0 0 16,0-3 3-16,2 0 0 15,5 1 0-15,6-1-5 16,5 2 4-16,7 3-6 15,0 1 4-15,0 0 0 16,13 0 1-16,4 3-5 16,8 2 1-16,2-2 4 15,9-2-5-15,4-2 2 16,9 1-2-16,5 2 2 16,7-2 1-16,-1 1 0 15,2-7-3-15,0-4 0 16,2-5-1-16,0-1 0 15,8-3 1-15,-1-4 0 0,5 0 3 16,-1-6-1-16,4-2-2 16,3-6 6-16,2-4-3 15,5-3 4-15,11-9 2 16,6-3-3-16,19-10 8 16,8 0-2-16,12-4-11 15,1-10 7-15,0 0-6 16,-1 3-1-16,-6 0-1 15,-8 1 1-15,-3 1 0 16,-5 3-1-16,-2-3 2 0,-4 1-2 16,3-6-1-1,-1-2-1-15,3-4 1 0,2-1 0 16,-2-3 1-16,-2 1 2 16,-4 3 0-16,4 0-1 15,-4-2 2-15,-3 1-3 16,-5 0 0-16,-1-3-1 15,-7-2 0-15,0-3 1 16,-9-3 0-16,0-1 2 16,-9 0-1-16,-3-7-1 15,-4 3 4-15,-8-2-1 16,5-4-2-16,-5 2 2 16,3 0-1-16,0 1 0 0,-3-2-2 15,-1 0 1 1,-3-5-1-16,-2-2 0 0,1-2 1 15,0-4 2-15,-4 2-3 16,-3-5 3-16,-5-4 2 16,-2-1-4-16,-2-3 7 15,-5-2-4-15,-4 4 4 16,-4-4 6-16,-6 1 0 16,-3-3 4-16,-4-2 3 15,-3 0-1-15,1 3-8 16,-6 0 5-16,-3-1 0 15,-6-2 1-15,1-3 5 16,-4-3-7-16,0 0-2 0,-7-1-2 16,-13 1 9-16,-11-2-10 15,-17-1 4-15,-17-1-3 16,-25-5-8-16,-23-1 6 16,-23 3-2-16,-21 4 0 15,-14 9 0-15,-5 16-8 16,-12 12-5-16,-3 14-3 15,6 19-3-15,9 11-74 16,16 9-201-16,23 23-103 16</inkml:trace>
  <inkml:trace contextRef="#ctx0" brushRef="#br0" timeOffset="101992.31">9004 5801 160 0,'0'0'576'0,"0"0"-555"0,0 0 87 0,0 0 16 16,0 0 7-16,0 0-27 16,10-13-24-16,-10 13 23 15,0-6-2-15,-3-2-17 16,-15-7-25-16,-18-5-55 16,-19-6 7-16,-28-2-4 15,-31-4 2-15,-31-4-4 16,-29-3 0-16,-22 3 2 0,-20 3-3 15,-20 8-4-15,-14 7-1 16,-10 8 1-16,-4 10 1 16,12 0-1-16,10 10-1 15,21 12 1-15,29-3-1 16,35 2 1-16,42-1 0 16,41-7 0-16,40-2-1 15,17-1-10-15,17 3-68 16,0-1-79-16,0 3-46 15,0-3-135-15,3-10-372 16</inkml:trace>
  <inkml:trace contextRef="#ctx0" brushRef="#br0" timeOffset="102383.42">5739 5436 762 0,'0'0'18'16,"0"0"32"-16,0 0 38 15,0 0-14-15,-81 23-12 16,75-15-7-16,4 1-8 16,2-1-6-16,0-3-24 15,0 2 4-15,7 3 16 16,8 1 4-16,4 3 7 0,8 6-21 15,6 1 6-15,3 6-2 16,3-2 13-16,5-1-24 16,1-1-9-16,6-3-6 15,-3-2-2-15,-4-1 3 16,-5-4-5-16,-9-5 0 16,-11-1-2-16,-8-2 0 15,-7-4 0-15,-1 2 0 16,-1-3-12-16,-2 1-114 15,0-1 5-15,0 0-27 16,0 0-32-16,-3-1-105 16</inkml:trace>
  <inkml:trace contextRef="#ctx0" brushRef="#br0" timeOffset="102660.18">5715 5513 341 0,'0'0'217'0,"0"0"-140"16,0 0 90-16,0 0-66 15,0 0 11-15,0 0-42 16,-12-75 1-16,33 68-40 16,9-6-4-16,12-2 12 15,10-4-15-15,9 0-2 16,2-4-10-16,-5 2-5 0,-13 4-5 15,-12 2-1-15,-17 4 0 16,-10-1-1-16,-6 2 0 16,0 5-85-16,-9-5-170 15,-15-2-202-15</inkml:trace>
  <inkml:trace contextRef="#ctx0" brushRef="#br0" timeOffset="103404.32">2366 5555 766 0,'0'0'0'0,"0"0"3"0,-109-31 99 0,88 31 19 0,5 0-49 0,2 14-57 16,7 20-5-16,-1 14 17 16,1 13 24-16,1 6-3 15,-3 10 16-15,3 3-20 0,6 1-18 16,0-10-7-16,21-12-15 16,18-22-1-16,10-15-1 15,10-21-1-15,10-4 10 16,3-32-2-16,5-17 2 15,-5-13-5-15,-9-7 0 16,-11-3 5-16,-19-1-11 16,-18 1 10-16,-15 0-4 15,-3-1 0-15,-30-3 11 16,-12 8-6-16,-9 10-11 16,-2 21 1-16,-1 23 3 15,3 17 6-15,2 17-9 0,1 28-1 16,8 13-3-16,4 9-1 15,14 3-1-15,10-1-2 16,12-1-77-16,3 4-98 16,0 0-66-16,18 0-83 15</inkml:trace>
  <inkml:trace contextRef="#ctx0" brushRef="#br0" timeOffset="103679.55">2470 6009 764 0,'0'0'33'16,"0"-104"118"-16,0 49-35 16,0 9 2-16,15 6-48 15,-1 16-21-15,3 13 31 0,0 11-39 16,7 5-31-16,3 21 1 16,1 17 8-16,3 11 7 15,-7 14 2-15,-1 10 12 16,-4 1-22-16,-1-2-17 15,-6-6 2-15,-3-10-3 16,-3-12-1-16,1-10-2 16,-4-14 2-16,5-13-37 15,4-12-200-15,7-7 7 16,8-25-35-16,-2-14-289 16</inkml:trace>
  <inkml:trace contextRef="#ctx0" brushRef="#br0" timeOffset="104944.23">2957 5799 713 0,'0'0'52'0,"0"0"82"0,0 0 56 16,0 0-89-16,0 0-75 15,0 0-17-15,-26 18-5 16,26 21 16-16,0-4 1 16,5-1-3-16,8-3-10 15,5-7-7-15,0-7 2 16,6-10-2-16,4-7 8 15,2 0-8-15,-3-18 0 16,3-11 5-16,-8-1-6 16,-1-11 0-16,-9 0 1 15,-4-3 0-15,-6 2 4 16,-2 6-3-16,0 11 6 16,0 9-2-16,0 9 5 15,-5 7 37-15,-3 6-30 0,-1 16-12 16,4 11-6-16,2 1 6 15,3-3-1-15,0-1-2 16,14-4-2-16,10-2 0 16,1-8-1-16,5-3 2 15,3-12 0-15,4-1-1 16,2-8 2-16,0-15-3 16,-2-5 1-16,-6-7 0 15,-8-3 0-15,-4-2 0 0,-11-4 1 16,-5 8 0-1,-3 5 1-15,-3 10 6 0,-11 13-6 16,-8 8-1-16,-5 0-2 16,0 23-6-16,-1 9 6 15,5 5-3-15,4 0 3 16,13-6-2-16,4 1-1 16,2-7 2-16,2-2-1 15,15-6-3-15,2-7 5 16,3-6-6-16,1-4-3 15,2 0-13-15,2-20-18 16,-2-5-3-16,-1-9 22 16,0-4 5-16,-5-5 11 15,-4 8 5-15,0 4-1 0,-7 15 1 16,-5 5 1-16,-3 11 1 16,0 0-2-16,0 17-2 15,0 9 1-15,-2 7 1 16,-1 0 1-16,3-2-1 15,0-4 1-15,0-6-1 16,2-4-2-16,8-8 2 16,-1-5-1-16,3-4 1 15,6 0 0-15,4-18 2 16,1-8 0-16,5-8-1 16,-1-4-1-16,-2 0 5 0,-4 1-4 15,-9 12 0 1,-4 9-1-16,-7 8 8 15,-1 8-1-15,0 0-5 0,0 16-2 16,0 9 0 0,0 9 4-16,0-6-3 0,0 2 0 15,0-6-1-15,4-6 0 16,2-7 0-16,-1-4 4 16,1-4-4-16,3-3 1 15,1-2 7-15,7-17 6 16,-1-6-7-16,2-5-5 15,-2-4-1-15,-2-3 2 16,-4 9-2-16,-1 7 2 16,-4 8-2-16,-5 9-1 0,1 4 0 15,-1 11-13 1,0 19 9-16,0 5 4 0,2 3 7 16,1-2-7-1,0-8-1-15,5-9 1 0,0-5 2 16,4-8 0-16,4-6-1 15,4 0-1-15,5-20 16 16,8-9-5-16,0-8-10 16,4-2 0-16,-7-7 0 15,-9-6 0-15,1-7 5 16,-6-7-5-16,-5-6 2 16,-8-3-2-16,-3 10 2 15,0 15-3-15,0 26 9 16,-9 24 0-16,-6 13 12 0,0 36-18 15,0 14-3-15,5 12 5 16,8 0-4 0,2-5 0-16,0-4 0 0,2-4 0 15,2-5-2-15,-2-9 0 16,-2-12-6-16,0-8-146 16,0-17-88-16,0-11-192 15</inkml:trace>
  <inkml:trace contextRef="#ctx0" brushRef="#br0" timeOffset="105179.93">4208 5567 722 0,'0'0'53'0,"0"0"65"0,38-69-51 0,-4 50-37 0,5 4-12 0,-3 10-3 16,-3 2 0-16,-8 3 17 15,0 3 28 1,-7 11 16-16,-6 8-38 0,-3 0-3 15,0 5 15-15,-8-4-8 16,1 2-28-16,-2-7-6 16,0-4-8-16,0-4 0 15,0-2-2-15,0-6-64 16,-3-2-181-16,-6 0-86 16</inkml:trace>
  <inkml:trace contextRef="#ctx0" brushRef="#br0" timeOffset="105304.52">4465 5292 753 0,'0'0'9'0,"0"0"-6"15,0 0-3-15,0 0-13 16,0 0-142-16</inkml:trace>
  <inkml:trace contextRef="#ctx0" brushRef="#br0" timeOffset="105771.03">4777 5190 598 0,'0'0'8'0,"0"0"128"16,-11-85 18-16,8 78-5 16,2 7-21-16,1 11-107 15,-2 19-13-15,-2 15 24 16,-2 9 54-16,0 2-15 16,3 3-15-16,-3 4-37 15,4-6-14-15,2-2-5 16,0-11 0-1,0-9-3-15,8-13-6 0,4-12-30 16,1-10-153-16,1 0 7 16,-1-13-39-16,1-13-241 15</inkml:trace>
  <inkml:trace contextRef="#ctx0" brushRef="#br0" timeOffset="107227.66">4841 5392 791 0,'0'0'83'0,"0"0"-69"15,0 0 114-15,0 0-82 16,0 0-46-16,0 0-2 16,109-65-2-16,-60 51-12 15,0 7-136-15,-8 2-38 16,-13 2 4-16,-7 3 70 16,-14 0 114-16,-7 0 2 15,0 0 138-15,0 0 60 16,0 0-69-16,0 0-39 0,0-1-41 15,-4-4-27 1,-4 4-4-16,-8 0 1 0,-2 1 8 16,-12 2 0-16,-3 17 4 15,-5 9 15-15,3 3 5 16,7 2-9 0,13-4-15-16,5-2-20 0,10-4-7 15,0-7-4-15,8-7 3 16,9-3 0-16,8-6 1 15,4 0 0-15,-1-15 0 16,3-7-10-16,-4-3-21 0,-3-4 0 16,-6-3 18-16,-2 2 13 15,-8 5 3-15,-4 7-2 16,-4 11 7-16,0 6 15 16,0 1 15-16,0 2-35 15,-3 19-3-15,-3 6-1 16,3 0 1-1,3-3-2-15,0-3 2 0,0-5-1 16,12-4-4-16,3-10 4 16,3-2 1-16,6 0 2 15,1-7 2-15,2-13-4 16,-4-5-26-16,-1-8-16 16,0-1-18-16,-2-8 18 15,-5-7 3-15,-6-7 29 16,-3-4 5-16,-1-5 3 0,-5 4 2 15,0 0 2-15,0 16-1 16,0 9-1 0,0 22 14-16,0 14 28 0,-8 14-2 15,-1 28-37-15,1 13-3 16,-2 9 11-16,10-1-3 16,0 2-2-16,0-4 1 15,0-4-5-15,13-10-1 16,1-9-1-16,2-17 0 15,1-9 0-15,3-12 5 16,4 0-4-16,3-16 11 16,1-13-11-16,5-8 4 15,-5-3-3-15,-2-3 0 0,-5-3 0 16,-5 8 1-16,-4 9 0 16,-7 9 6-16,-5 11 3 15,0 8 52-15,0 1-33 16,0 10-31-16,0 13-9 15,-3 6 9-15,1 3 0 16,2-9-1-16,0-1 1 16,0-6 0-16,3-6-2 15,5-5-1-15,2-5 3 16,5 0 2-16,4-7 2 16,5-15 0-16,3-8-4 15,2-4 0-15,-4-6-4 0,3-2 0 16,-4 8-2-16,-7 4 6 15,-6 10 0-15,-5 11 6 16,-4 7 1-16,-2 2 0 16,0 0-7-16,0 9-16 15,0 13 8-15,1 5 8 16,7 1 1-16,2 0 0 16,1-5-1-16,2-1 0 15,2-6 1-15,3-7-1 16,-5-4 0-16,5-5 7 15,3 0-5-15,3-13 5 16,-3-8-2-16,0-3-1 16,-2-3-1-16,-1-2-2 15,-6 2 0-15,-6-2 2 0,-3 5 1 16,-3 2-2-16,0 4-1 16,0 8 2-16,0 5 3 15,0 5-1-15,0 0-2 16,0 0-3-16,0 12-6 15,0 3 5-15,0 0 0 16,3-5-2-16,10-4 3 16,4 0 0-16,4-6 3 15,1 0 3-15,3 0-1 16,-2 0 0-16,2-9-4 16,-1-4 1-16,0-5 1 15,-5 2-3-15,-1-3 2 0,-9 4 1 16,3 3 3-16,-8 4-1 15,-4 7 3-15,0-3 5 16,0 4-13-16,0 0-1 16,5 0-18-16,1 5 14 15,8 1 5-15,5-4 8 16,5-2-3-16,4-2 7 16,5-15-10-16,0-3-1 15,-5-5-1-15,-6 0 0 16,-11-1-104-16,-11 2-188 15,-13 5-384-15</inkml:trace>
  <inkml:trace contextRef="#ctx0" brushRef="#br0" timeOffset="107395.31">5382 4920 722 0,'-89'14'191'0,"37"-9"-176"0,27-2 149 16,25-3-59-16,13-8-90 15,33-12-15-15,24-6-5 16,17-8-106-16,7-4-303 16</inkml:trace>
  <inkml:trace contextRef="#ctx0" brushRef="#br0" timeOffset="107520.92">6237 4563 932 0,'0'0'17'0,"0"0"134"0,0 0-103 16,0 0-48-16,0 0-8 16,0 0-1-16,-65 41-237 15</inkml:trace>
  <inkml:trace contextRef="#ctx0" brushRef="#br0" timeOffset="108790.86">3236 6769 422 0,'0'0'73'0,"0"0"88"0,6-85-55 0,-6 53-16 0,0 1-9 0,0 7-21 0,0 8-8 0,0 7 21 16,0 9-5-16,0 3-51 15,0 25-13-15,0 13-4 16,10 7 29-16,-4 3-13 15,0-2 1-15,0-2-7 16,3-4-4-16,-2-9-4 16,-1-12-2-16,-3-9 0 15,0-7 0-15,-1-6 2 16,-2 0 9-16,3-15 11 16,0-10-16-16,-3-7-4 15,3-6-2-15,-3-5 0 0,0 0 0 16,4 4 0-1,-1 8 0-15,0 13-1 0,2 8 1 16,-1 10-2-16,5 3-14 16,9 15 7-16,4 2 9 15,5 3 3-15,6-6 1 16,0-1-1-16,6-4 2 16,-2-6-2-16,6-6 5 15,-1 0-5-15,-2-5-2 16,-4-8 2-16,-6 0-3 15,-8-2 2-15,-7 5-4 16,-9 1 2-16,-1 7-4 0,-5 1-15 16,0 1-41-16,0 0-120 15,0 1-20-15,0 5-32 16,3-2-365-16</inkml:trace>
  <inkml:trace contextRef="#ctx0" brushRef="#br0" timeOffset="108945.05">4283 6688 839 0,'0'0'5'0,"0"0"2"0,0 0 20 0,82-52-27 0,-55 33-1 15,-3-1-267-15</inkml:trace>
  <inkml:trace contextRef="#ctx0" brushRef="#br0" timeOffset="110492.43">22599 4797 536 0,'0'0'0'0,"0"0"1"0,0 0 105 0,45-81-56 0,-35 63-5 16,-2 2 10-16,-5-5 9 15,-3 5-3-15,0-6 8 16,-6-3 0-16,-30-7 3 15,-23 2-44-15,-23 0-9 0,-18 2 26 16,-15 3-25-16,-9 6 5 16,-15 6 20-16,-3 11-32 15,-4 2 17-15,-1 10-15 16,6 20 8-16,-2 5-12 16,3 10 1-16,1 12 3 15,6 12-2-15,5 13-5 16,12 11 2-16,11 6-5 15,18 8-4-15,16 1 2 16,12 4 1-16,11-2-3 16,10 5 4-16,19-3-2 15,14 4-3-15,5 7 3 0,13 2-2 16,22 0-1-16,14-3 0 16,16-12 0-16,18-11 0 15,22-17 2 1,23-23-2-16,33-26-2 0,24-27 2 15,27-6 6-15,28-31-4 16,18-13 9-16,12-7-5 16,0-3-6-16,-7-5-1 15,-10-5 1-15,-12-6 3 16,-8-7 2-16,-14-13-5 16,-24-6-1-16,-32-5 1 0,-36-13 2 15,-41-10 5 1,-26-19 5-16,-21-16 18 0,-22-11-11 15,-17-7-10-15,-11 4-3 16,-49 8 7 0,-35 10 4-16,-37 20-8 0,-28 16-1 15,-15 27-6-15,-9 25 2 16,7 32 2-16,12 25-6 16,12 12-5-16,21 32-4 15,21 15 4-15,30 5-1 16,29 5-39-16,26 0-141 15,26-8-75-15,12-11-130 16</inkml:trace>
  <inkml:trace contextRef="#ctx0" brushRef="#br0" timeOffset="110804.52">23537 4295 983 0,'0'0'9'0,"0"0"-7"0,0 0 39 0,0 0 12 15,0 0-43-15,141-42-4 16,-56 12-2-1,6-4 3-15,3-4-4 16,3-1 1-16,5-6-1 16,5 1-2-16,1 2 2 15,-11 3-2-15,-16 10-2 0,-21 5-50 16,-24 4-196-16,-17 2-160 16</inkml:trace>
  <inkml:trace contextRef="#ctx0" brushRef="#br0" timeOffset="111082.22">24409 3814 523 0,'0'0'6'15,"0"0"70"-15,0 0 17 0,0 0-36 16,0 0-36 0,0 0-16-16,-30-3 2 0,56 3 19 15,8 2 13-15,6 5 15 16,4 1-20-16,-1 3-6 15,2 3-14-15,-1 3 8 16,-3 5 1-16,-9 4-2 16,-9 4 1-16,-16 3-10 15,-7 0 2 1,-17 3 7-16,-19-2 2 0,-8-1-10 16,-3-2-12-16,3-6-1 15,10-6-18-15,12-10-234 16,14-9-337-16</inkml:trace>
  <inkml:trace contextRef="#ctx0" brushRef="#br0" timeOffset="111990.98">25342 3321 969 0,'0'0'0'0,"0"0"-1"16,0 0 1-16,0 0 18 15,0 0-13-15,0 0-3 16,-17-8-2-16,17 7 18 0,0-2 60 16,-1-3 30-16,-5-2-52 15,-5 1-28-15,-8 3 6 16,-6 4-7-16,-13 2-17 15,-4 22 7-15,-5 10-7 16,2 6 8-16,6 5 11 16,12 4-1-16,10 3-15 15,12 5-7-15,5-5-6 16,22-3 0-16,20-6-1 16,12-10 1-16,8-7 1 15,6-10 0-15,-4-8 3 0,-3-8-2 16,-6 0-2-1,-7-18 5-15,-3-8-5 0,-10-10 4 16,-3-7-3 0,-11-3 6-16,-9 3-5 0,-8 11 0 15,-4 10 1-15,0 16 0 16,-18 6-3-16,-12 0 0 16,-3 14-9-16,-7 12 4 15,8 8 5-15,5 2-7 16,6-4 7-16,10-3-3 15,5-8-2-15,6-3 0 16,0-6-10-16,5-5 11 16,11-4 3-16,9-3-39 15,1 0-5-15,4-17 14 0,3-8 14 16,1 0 12 0,-4 0 1-16,-8 6 4 0,-10 8 1 15,-5 7 2-15,-3 4-3 16,-4 11-6-16,3 12-2 15,-2 2 8-15,5-3 1 16,4-3 1-16,4-3-2 16,5-1 3-16,4-6-2 15,5-7 8-15,5-2-5 16,1-6 6-16,-1-18-6 16,-3-4 1-16,-6-13-4 15,-3-9-1-15,-8-12 10 16,-1-4-8-16,-5-6-1 0,-2-5 2 15,-5 4-3 1,0 8 2-16,0 19 2 0,0 23 1 16,0 15 36-1,0 8 4-15,0 28-45 0,3 16-7 16,10 17 7-16,4 2 3 16,2 4-3-16,0-1 1 15,-2 2-2-15,-2 2 1 16,-5-6-5-16,-7-9-33 15,-3-14-222-15,0-17-128 16</inkml:trace>
  <inkml:trace contextRef="#ctx0" brushRef="#br0" timeOffset="112145.26">26030 3542 849 0,'0'0'184'0,"0"0"-177"0,11-82 99 0,19 63-96 0,7 7-10 16,2 3-10-16,-4 9-32 16,-10 0-204-16,-14 9-225 15</inkml:trace>
  <inkml:trace contextRef="#ctx0" brushRef="#br0" timeOffset="112960.79">26140 3764 647 0,'0'0'102'0,"0"0"-65"16,0 0 39-16,0 0-15 16,114-97-51-16,-75 59-6 15,-3-7 0-15,-7-4 8 16,-11 1-5-16,-8 5 2 16,-10 11 40-16,0 11 29 15,-9 11 22-15,-10 8-21 16,-8 2-46-16,-6 15-25 15,3 11-2-15,6 8 12 16,8 0-7-16,9-3-9 0,7 0 3 16,0-3-5-1,16-4-5-15,14-5 5 16,7-4 2-16,8-9 5 0,4-6-3 16,8-4-2-16,7-20 1 15,8-11 2-15,10-5-5 16,7-3 0-16,0-2 0 15,-4 1 1-15,-19 6-1 16,-24 3-3-16,-21 10 3 16,-21 7 3-16,0 8 13 15,-27 5-12-15,-13 5 14 16,-8 6-7-16,-2 16-4 16,3 8-3-16,7 1-1 15,8 0 1-15,10 5-4 16,7-4-5-16,9-1 1 0,6-5-5 15,0-5 2 1,16-6 4-16,10-6 3 0,4-9-5 16,5 0-31-16,3-16-11 15,-1-9 2 1,-2-1 11-16,-4 0 15 0,-7 7 11 16,-8 5 6-16,-9 8 2 15,-5 6 9-15,-2 0-9 16,0 17-9-16,0 19 9 15,0 17 7-15,3 18 7 16,11 14 37-16,3 15-32 16,4 13 21-16,-7 2-19 15,-8 7-15-15,-6-5-6 0,-2-7 0 16,-21-19 0-16,-15-14 0 16,-11-24 0-16,-11-20 0 15,-4-22 2 1,-3-11 1-16,6-16 6 15,8-24-6-15,9-11 6 0,11-13 2 16,19-15-2-16,14-14 4 16,20-11-11-16,29-14-2 15,18 2-9-15,12 2-1 16,8 12-36-16,-2 17-53 16,-5 18-32-16,-9 16-70 0,-12 15-102 15,-8 11-183 1</inkml:trace>
  <inkml:trace contextRef="#ctx0" brushRef="#br0" timeOffset="113696.96">27429 3328 780 0,'0'0'20'0,"0"0"99"0,0 0-18 0,-97-2-26 0,76 14-25 0,2 2 7 0,7 3-14 15,6-1-8-15,2 2-21 16,4 0 0-16,2 1-8 16,18 1-4-16,11-3 1 15,11-3 4-15,6-6-7 0,2-5 0 16,-2-3-1 0,-6-1-15-16,-11-21-50 15,-7-9 26-15,-12-5 17 16,-12-9 23-16,0-1 0 0,-15 6 2 15,-12 7 7-15,-5 11 22 16,-4 10 7-16,-2 11-1 16,-2 1-21-16,4 10-4 15,6 12-7-15,9 6-1 16,12 2-4-16,9 1-2 16,0-1 1-16,25-3 1 15,11-2 2-15,9-3-2 16,7-6-1-16,1-6 1 15,1-10-35-15,-4 0-36 0,-5-8-4 16,-2-19 11-16,-7-3 25 16,-5-5 29-16,-7-3 10 15,-7 3 2-15,-10 5 11 16,-4 8 13-16,-3 12 62 16,0 5-7-16,0 5-9 15,0 3-72-15,-6 16-18 16,2 6 16-16,1 5 3 15,3-3-1-15,0-1 1 16,9-3-1-16,7-5 0 16,5-3 1-16,0-5-1 0,3-6 0 15,1-4 0 1,-1 0-3-16,0-12-28 0,1-11-1 16,-2-6 8-1,-3-7 15-15,-3-2 3 0,-5 1 6 16,-5 9 3-16,-5 11 2 15,-2 11 14-15,0 6 44 16,0 0-63-16,0 21 0 16,-6 5 0-16,0 5 3 15,5-1-1-15,1-2 1 16,0-2-3-16,0-4-4 16,4-3 3-16,2-4-120 15,-2-5-231-15</inkml:trace>
  <inkml:trace contextRef="#ctx0" brushRef="#br0" timeOffset="113867.05">28121 2996 908 0,'0'0'124'0,"0"0"-123"0,0 0 42 0,0 0-43 0,0 0-21 16,0 0 19-16,-12 61-168 15,39-24-194-15</inkml:trace>
  <inkml:trace contextRef="#ctx0" brushRef="#br0" timeOffset="114666.54">28557 3120 941 0,'0'0'10'0,"0"0"146"16,0 0-89-16,0 0-18 16,0 0-15-16,-91 32 0 15,83-9 1-15,7 0-12 16,1 2-11-16,0-3-5 16,7-1-3-16,16-1 0 15,8-3-2-15,8-7 4 16,8-3-1-16,3-7-4 0,2 0 1 15,-1-8-2-15,-3-13-2 16,-2-4-1 0,-6-3-18-16,-9 0 7 0,-7 3 12 15,-13 5 2-15,-10 3 8 16,-1 6-4-16,0 3 14 16,0 5 5-16,-7 0-9 15,-5 3-9 1,-2 0-5-16,1 0-5 0,0 10 3 15,8 1-1-15,-1-2-2 16,6 1 2-16,0-4-2 16,0 4 4-16,6-4 0 15,10-2 0-15,2-3 1 16,9-1 0-16,0 0-2 0,0-2-11 16,-3-9 0-16,-8 3 5 15,-1 2 7-15,-9 1 1 16,-4 4 5-1,-2-1-1-15,0 2-4 0,0 0-12 16,0 3-4-16,3 10 14 16,3 2 2-16,5-3 0 15,3 2 2 1,8-5 0-16,3-2 1 0,4-3 2 16,1-4 1-16,-2 0-4 15,1-15 6-15,-6-10 3 16,-2-10-8-16,-7-14 9 0,-6-11-6 15,-5-15 1-15,-3-16-4 16,0-12 2-16,-1-6 13 16,-17-4-6-1,-4 17-7-15,-3 25 32 0,3 29 2 16,3 33 15-16,-3 15-41 16,-1 39-10-16,3 20-3 15,9 14 6-15,11 6 2 16,0 3 0-16,21-1-7 15,4 1 1-15,4-3 0 16,-2-4-1-16,-1-8-1 16,-2-2-6-16,-7-8-80 15,-1-8-156-15,-7-8-149 0</inkml:trace>
  <inkml:trace contextRef="#ctx0" brushRef="#br0" timeOffset="123082.7">28700 4104 860 0,'0'0'6'0,"0"0"95"0,-42-83 97 0,35 74-128 16,4 3 26-16,1 4-19 16,2 2-28-16,-1 0-16 15,1 0-17-15,0 20-16 16,0 20 1-16,4 13 26 16,16 11 34-16,3-1-43 15,6 0 0-15,2-3 0 16,3 0-12-16,1-5-6 15,-4-8 0-15,-1-4-1 16,-5-8-2-16,-4-10 0 0,-6-9-30 16,-9-7-106-16,-3-9 15 15,-3 0 18-15,0-9 64 16,-7-12-75-16,-16-8-8 16,-5 3 24-16,-5 1-29 15,-6 1 6-15,2 8 47 16,3 1 59-16,8 3 18 15,10 0 70-15,7 3 37 16,6 1 41-16,3 5-34 16,0 2 28-16,0 1-91 15,1 4-47-15,16 15 7 16,8 8 101-16,4 4-67 0,1-2-12 16,5-2-15-1,1-4-6-15,6-3 8 0,-3-9-8 16,-3-7-4-16,-7-4-8 15,-5-1 3-15,-5-20 2 16,-6-10 2-16,-7-9-2 16,-6-9-5-16,0-3-4 15,-3 3-15-15,-8 11-58 16,-2 13 10-16,1 18-44 16,-3 7-12-16,0 23-40 15,-1 16-70-15,2 13-45 16</inkml:trace>
  <inkml:trace contextRef="#ctx0" brushRef="#br0" timeOffset="124429.21">28789 5327 1311 0,'0'0'28'0,"0"0"-23"0,0 0 90 0,-50 83-31 0,32-34-30 16,-1 5-6-16,4-6-20 15,4-6-3-15,4-11 0 0,4-12-1 16,1-12-2 0,2-7-1-16,0 0 3 0,0-12 6 15,0-16-4-15,0-15-6 16,2-11 0-16,1-8 2 15,-2-3-2-15,1 0-1 16,-2 8 1 0,3 18 0-16,-2 15 0 15,1 18 6-15,-1 6 10 0,1 2-16 16,2 26-4-16,2 11 4 16,1 13 8-16,1-3-4 15,1-1-2-15,3-7-1 16,0-3-1-16,3-9-1 15,0-12 0-15,-1-6-1 16,3-11-6-16,4 0 2 0,1-15-3 16,1-16-15-1,-1-6-11-15,-1-7 12 0,-6-6 5 16,-3 3 8-16,-5 8 6 16,-4 9 4-16,0 18 1 15,-3 7-1-15,0 5 9 16,2 2-9-16,-1 21 1 15,4 7-1-15,-1 5 10 16,2-1-10-16,1-1-1 16,3-3 1-16,0-2 0 15,5-4-7-15,3-9-95 16,6-1-32-16,6-8-4 16,3-6 10-16,2 0 3 15,-2-16-85-15,-7-10-66 0,-7-8 79 16,-9 3 197-16,-4 1 79 15,-6 5 178-15,0 9-6 16,0 7-63-16,0 5-31 16,0 3-33-16,0 1-56 15,0 0-53-15,0 11-8 16,0 8 38-16,0 2-20 16,0-6-8-16,0 1-5 15,0-4-12-15,6-2 0 16,3-3 0-16,3-1 1 15,1-6-1-15,4 0 0 0,2-1 0 16,5-18-5 0,1-6-46-16,-4-6 2 0,-1-2-2 15,-7 4 20-15,-4 10 19 16,-6 8 12-16,-3 9 6 16,0 2 23-16,0 6-6 15,0 14-3-15,5 5 28 16,-1-1-24-16,4-1 4 15,5-3-10-15,-1-3-12 16,4-3-4-16,1-5-1 16,4-4 1-16,4-5-2 15,5 0 0-15,4 0 2 16,2-10-2-16,-2-7-5 16,-1-5-23-16,-9-9-23 0,-7-9 1 15,-9-9 5-15,-8-9 19 16,0 0 4-16,-3 8 19 15,-12 14 3-15,5 18 16 16,4 8 56-16,-1 10 0 16,5 17-63-16,-2 21-8 15,4 11 36-15,0 9-10 16,0-6-14-16,13 1 8 16,6-9-12-16,5-11-7 15,1-2-2-15,8-12 0 16,3-10-1-16,10-9-3 15,8 0 3-15,6-21-16 16,3-11-34-16,-5-12-24 0,-9-12-8 16,-12-11-22-16,-12-12 49 15,-12-14-2-15,-10-6 44 16,-3 2 12-16,0 13 2 16,-2 27 60-16,-4 27 34 15,5 22 45-15,-1 8-78 16,2 29-60-16,0 25 0 15,0 13 66-15,0 11-45 16,2-2-10-16,4-5 1 16,-2-1-11-16,-1-5-2 15,-3-8-6-15,0-6-14 16,0-15-152-16,0-12-63 16,0-14-99-16</inkml:trace>
  <inkml:trace contextRef="#ctx0" brushRef="#br0" timeOffset="124665.79">30350 5135 1203 0,'0'0'17'0,"0"0"-8"0,0 0 118 0,0 0-110 16,91-46-14-16,-55 55-2 15,-5 12-1-15,-5 5 3 16,-7 2-1-16,-8 3 9 15,-7 1-7-15,-4-2 2 16,0-4-1-16,-4-2-5 16,-2-11-1-16,1-3-2 0,4-8-104 15,1-2-166-15,0-6-122 16</inkml:trace>
  <inkml:trace contextRef="#ctx0" brushRef="#br0" timeOffset="124803.29">30623 4844 1445 0,'0'0'3'16,"0"0"31"-16,0 0 59 15,0 0-93-15,0 0-29 0,0 0-117 16,-59 54-82 0,41-16-213-16</inkml:trace>
  <inkml:trace contextRef="#ctx0" brushRef="#br0" timeOffset="125459.48">30536 4378 1126 0,'0'0'0'15,"-140"-49"0"-15,57 36 2 16,-13 8 20-16,-14 5-1 15,-21 2 12-15,-24 19-10 16,-30 9 9-16,-27 13 28 16,-23 9 9-16,-14 12-5 15,0 15 1-15,9 11-9 16,27 15-16-16,35 11-9 16,39 7-10-16,41 0-15 15,38-2-4-15,33-4-2 0,27-7-3 16,20-6 2-16,35-15-2 15,24-7 1-15,27-17 2 16,25-11 1-16,36-13 2 16,35-16-3-16,33-18-2 15,40-7 1-15,26-18 1 16,14-15 0-16,-5-6-61 16,-23-9-63-16,-35-10 25 15,-46-17 65-15,-43-15 34 16,-42-21 0-16,-40-15 3 15,-27-16 19-15,-27-16 22 16,-27-5 26-16,-15 9-26 16,-43 12 8-16,-28 31-17 0,-25 26-20 15,-26 34-9-15,-26 29-6 16,-28 22-2-16,-21 19-11 16,-7 31-67-16,-1 13-82 15,24 8-76-15,38-2-200 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12:05.281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2797 4244 325 0,'0'0'335'0,"0"0"-321"0,0 0 26 16,0 0 36-16,0 0-42 15,0 0-14-15,0 0 4 16,0-8 17-16,0 14-27 16,0 15-7-16,6 14 35 15,-3 19 32-15,0 11-33 16,-3 10-2-16,0 5 14 0,0 1-30 16,-3-11-10-16,-3-8-12 15,3-13 0-15,3-16 2 16,0-5-3-16,0-16 0 15,0-8-6-15,0-4-10 16,6-18-63-16,3-14-20 16,-2-13-77-16,-2-4-13 15,-5-5-197-15</inkml:trace>
  <inkml:trace contextRef="#ctx0" brushRef="#br0" timeOffset="329.34">2797 4242 565 0,'0'0'106'0,"0"0"-77"16,0 0 101-16,0 0-47 15,0 0-50-15,0 0-3 16,97 2 33-16,-52 32-5 16,7 11-14-16,5 10-2 15,-7 1-8-15,-5 0-16 16,-9 1-12-16,-6-4 8 15,-17-4-7-15,-10-3 0 16,-3-3 5-16,-19-2-1 16,-20-2 7-16,-7-2 8 15,-10-8 4-15,-5-7 8 0,-4-14-5 16,9-8-10-16,9 0-18 16,8-19-5-16,11-13 0 15,7-5-36-15,12-4-126 16,9 1-116-16,3 8-134 15</inkml:trace>
  <inkml:trace contextRef="#ctx0" brushRef="#br0" timeOffset="1044.62">3404 4653 822 0,'0'0'66'0,"0"0"-57"16,0 0 144-16,0 0-49 16,0 0-62-16,97-67-22 15,-69 40-9-15,-8-4-8 16,-2 0-1-16,-11 1 0 16,-7 5 0-16,0 4 0 15,-3 9 9-15,-13 7-1 16,-5 4 6-16,-3 1-3 15,0 6 1-15,2 12-7 16,4 12-4-16,3-1-1 16,9 6 2-16,6-2 0 15,0-1-4-15,12-5 0 16,9-6-1-16,7-6-1 16,7-7-1-16,5-8-2 15,3 0-6-15,5-15-31 0,-5-10-29 16,-1-10-15-16,-9-11-5 15,-3-4-19-15,-11-9 17 16,-8-5 52-16,-8-4 30 16,-3 2 11-16,0 7 4 15,-11 12 15-15,2 17 28 16,-3 16 57-16,5 12 3 16,2 2-14-16,1 35-80 15,-1 19-7-15,-1 16 13 16,6 17 3-16,0 13-3 0,0 13 3 15,0 24-14-15,-4 16-4 16,-5 6-4-16,-5 1-2 16,-5-15-6-16,-3-21-13 15,-1-21 6-15,-1-18 11 16,2-23 4-16,1-21-2 16,3-16 4-16,0-20 3 15,-1-5 12-15,-2-36-7 16,3-15 0-16,0-15-4 15,8-18 2-15,4-8-5 16,3-5 5-16,1 3 6 16,2 14-7-16,0 19 0 15,0 16-1-15,3 14-3 16,9 14-3-16,8 9-9 0,5 8-51 16,12 0-123-16,5 0-95 15</inkml:trace>
  <inkml:trace contextRef="#ctx0" brushRef="#br0" timeOffset="1741.57">3996 4669 1108 0,'0'0'21'15,"0"0"96"-15,0 0 46 0,0 0-133 0,0 0-30 16,0 0-12-1,-17-8-2-15,27 27 14 0,2-1 2 16,2-2 0 0,6-1-2-16,-2-2-2 0,5-4-1 15,-1-5 0 1,-1-4-5-16,-3 0-26 0,-2 0 4 16,-5 0 13-16,-7 0 10 15,-2 0 7-15,-2 0 6 16,0 0 4-16,0 0-1 15,0 0 7-15,0 0-13 16,0 6-2-16,0 6 2 16,-3 0-1-16,1-4 2 15,2 0-3-15,0-7 0 16,0 3-2-16,0-4 1 0,0 0-3 16,16-8 3-1,11-13 2-15,6-9 1 0,0 3-3 16,-2 2-1-16,-11 6 1 15,-1 8 0-15,-8 5 2 16,-1 6-1-16,-1 0 4 16,5 13 6-16,2 7 5 15,-4-1-6-15,4 2-6 16,-2-6 3-16,2-1-6 16,2-6 5-16,4-5-4 15,5-3 1-15,3-5-2 16,0-17 3-16,1-6-1 15,-1-4 1-15,-8-8-1 16,-2-3-1-16,-4 1 0 0,-8 5 0 16,-4 12 0-16,-4 11 3 15,0 6 17-15,0 8 30 16,0 6-35-16,-3 19-11 16,-1 7-6-16,2 5 5 15,2-6-4-15,0-4-1 16,5-4 0-16,4-8-3 15,-1-5-7-15,-3-4-125 16,-5-6-97-16,0 0-150 16</inkml:trace>
  <inkml:trace contextRef="#ctx0" brushRef="#br0" timeOffset="1895.6">4325 4181 1050 0,'0'0'0'0,"0"0"-2"0,0 0-32 0,0 0-304 0</inkml:trace>
  <inkml:trace contextRef="#ctx0" brushRef="#br0" timeOffset="2493.21">5572 4457 1446 0,'0'0'0'16,"0"0"-32"-16,0 122 32 16,11-42 65-16,-5 20-7 15,-2 8-50-15,-4 9-8 16,0-10 0-16,-18-18-3 15,-1-15-2-15,-1-18 5 16,5-24 2-16,6-15-2 16,5-17 0-16,2-11 6 15,2-28-6-15,0-25-48 16,0-15 34-16,8-21-14 16,-1-15-19-16,-5-10 20 15,-2 5 16-15,0 18 11 16,-12 26 4-16,0 28 16 15,5 22 76-15,2 19 4 0,5 7-56 16,0 25-44-16,0 17 0 16,12 10 5-16,12 2 1 15,9-7-3-15,7-3-3 16,3-7-3-16,3-6 1 16,1-12-1-16,5-15 0 15,-3-4-2-15,2-16-2 16,2-19-35-16,-11-10-21 15,-4-12 14-15,-13-3 7 16,-4 0 26-16,-9 7 16 16,-6 13 0-16,-2 15 5 15,-4 13 33-15,0 7 43 16,0 5-11-16,0 9-64 0,-4 15-2 16,1 10 10-16,3 8-8 15,0 0-4-15,3 2-2 16,13-4-3-16,3-4-4 15,1-9-102-15,4-6-60 16,3-12-78-16,10-9-93 16,2-11-73-16</inkml:trace>
  <inkml:trace contextRef="#ctx0" brushRef="#br0" timeOffset="2846.64">6476 4486 782 0,'0'0'238'0,"0"0"-151"0,0 0 42 0,0 0-47 0,-85 50 18 0,67-20-24 16,9 0-53-16,9 1 4 16,0-7-15-16,0 0-7 15,18-7-2-15,3-6-3 16,6-7 0-16,3-4 0 16,-1-3 0-16,3-19-1 15,-7-7-4-15,-5-7-26 16,-9-5-9-16,-11-1 7 15,0 6 18-15,-10 10 15 16,-15 11 3-16,-6 12 5 16,-7 3 17-16,-1 10-5 15,5 18 7-15,6 1-10 0,8 4-2 16,13 5-11-16,7-4-4 16,0-3-3-1,19-6-5-15,11-9-44 0,9-10-69 16,4-6-33-16,9-6 2 15,5-22-79-15,10-10-36 16,2-10-76-16</inkml:trace>
  <inkml:trace contextRef="#ctx0" brushRef="#br0" timeOffset="4207.42">6907 4079 900 0,'0'0'133'15,"0"0"66"-15,0 0-119 0,-46 75-5 16,40-16 32-16,6 7-42 15,0 3-21-15,0 0-19 16,6 2-9-16,-3-6-9 16,0-8-7-16,-3-12 0 15,0-12 1-15,0-11-1 16,0-12-3-16,3-7 2 16,-3-3 1-16,6-12 11 15,3-13-11-15,1-10-7 16,4 0 1-16,4-1-14 15,-3 5 3-15,1 7 12 16,-1 13 2-16,0 7-1 0,4 4 1 16,4 0-1-16,2 18 0 15,5 7 4-15,-6 4 0 16,-6 2-3-16,-5-2 0 16,-13 1-3-16,0-4-11 15,-6-1-14-15,-18-9 4 16,-3-4 17-16,-4-8 7 15,4-4 3-15,0 0 0 16,2-7 7-16,7-3-7 16,9 0 5-16,5-2 1 15,4 3-3-15,0 0-1 16,16 1-2-16,14 3-1 16,6-1-3-16,4 0 2 15,3-1-2-15,4-2 4 16,6-6-2-16,10 0-2 0,9-10-14 15,2-7-14-15,-5-9 6 16,-17-12-105-16,-21-12-55 16,-17-7 33-1,-14-4 67-15,0 8 27 0,-14 14 52 16,-8 20 7-16,0 18 124 16,2 16-16-16,-2 10-11 15,4 26-54-15,6 11 26 16,6 8 24-16,6 1-41 15,0 3-15-15,13-2-9 16,10-4-13-16,3-3-12 16,6-13-1-16,2-9-2 0,7-13-4 15,8-7 4-15,9-8 6 16,1 0-6-16,-3-18 0 16,-10-12-67-16,-12-4 30 15,-16-8-95-15,-15 5 101 16,-3 5 31-16,-13 11 0 15,-10 15 20-15,-8 6 47 16,-6 7-7-16,6 21-8 16,5 7 21-16,5 5-20 15,12 2-14-15,9-4-16 16,0-6-15-16,11-7-3 16,11-3-4-16,4-12-1 15,2-2 0-15,10-8-3 0,-2 0-3 16,2-18-49-16,-1-6 14 15,2-5-1 1,-1 0 15-16,-2-1 17 0,-7 5 10 16,-13 9-3-16,-7 8 2 15,-8 8 1-15,-1 2 12 16,0 20-6-16,0 5 42 16,-7 6 2-16,7 3 19 15,0-4-57-15,0-1 27 16,0-6-9-16,10-7-28 0,1-6-2 15,4-8 0 1,4-4 4-16,7 0-2 0,5-9 0 16,2-14 2-16,4-5-3 15,-1-6-2-15,0-6 2 16,-4-1-2 0,0 5 1-16,-11 11 0 0,-6 9 3 15,-9 14-2-15,-3 2-1 16,3 6 2-16,1 17 0 15,-1 6 40-15,5 1-17 16,-4-6-11-16,2-3 10 16,1-5-10-16,1-1-11 15,-1-6 3-15,2-3 1 16,1-6-4-16,4 0 2 16,4 0-2-16,4-15 0 15,2-5-1-15,6-8-2 16,-2-6 0-16,3 2 0 0,-4 4-1 15,-10 12 0-15,-7 8 0 16,-10 8-1-16,-3 8-6 16,0 21-2-16,0 11 10 15,0 5 2-15,0-4 0 16,0 0 0-16,0-7-2 16,0-4 0-16,6-5-2 15,18-6-3-15,13-5-77 16,20-3-128-16,12-11-90 15,8 0-102-15</inkml:trace>
  <inkml:trace contextRef="#ctx0" brushRef="#br0" timeOffset="4728.25">10412 4442 1589 0,'0'0'10'0,"0"0"83"0,0 0-7 0,0 0-46 16,0 0-11-16,0 0-29 0,130-46 0 16,-31 42 0-16,3 4-1 15,-2-1-13 1,-18-1-32-16,-15 1-10 0,-9-2-1 15,-11 0 17-15,-6-1 36 16,-11-3-6-16,-7-1 4 16,-10-3-15-16,-10-2-48 15,-3 0-52-15,0 0-6 16,0 3-26-16,-9 2-7 16,-6 4 12-16,0 1 89 15,2-1 59-15,1-1 14 16,-1-1 63-16,4 1 96 15,-2 0-3-15,6 2-28 16,0 3-23-16,5 0-21 16,0 0-47-16,0 3-26 0,0 16-16 15,10 10 24-15,5 2-4 16,3 5-19-16,-8-3-5 16,-5 1 2-16,-5-3-6 15,-6-4 0-15,-30-5 0 16,-16 1-1-16,-17-5-19 15,-13-2-90-15,-3-6-152 16,-6-6-245-16</inkml:trace>
  <inkml:trace contextRef="#ctx0" brushRef="#br0" timeOffset="6391.24">12906 3937 599 0,'0'0'22'0,"0"0"29"0,0 0 58 0,0 0-55 0,0 0 1 0,0 0-2 15,0 0-24-15,78-61 12 16,-74 55-14-16,-1-1 2 15,-1-1 6-15,1 1-7 16,-3-2-4-16,0 1 17 16,0 3-8-16,0-4-12 15,0 6-3-15,0 0 14 16,0 1-13-16,0 2 6 16,0 0-8-16,-2 0-8 15,2-2-4-15,-1 2-3 0,1 0-2 16,0 0 0-1,0 0-1-15,0 0 1 0,0 0 0 16,0 0 1-16,0 0-1 16,0 0 1-16,0-1 1 15,0 1 5-15,0 0-3 16,0 0 0-16,0-2-2 16,0 2 1-1,0 0 1-15,0-1 1 0,0-1 8 16,0 2 0-16,0-5 0 15,0-3-2-15,4-6 3 16,1-3-11-16,-1-6-2 16,-2-4 2-16,-2-4 3 15,0-4-3-15,0 5 2 16,0 7 3-16,0 8-2 0,0 10 25 16,-2 5 9-16,-1 41-37 15,-1 21-3-15,-4 21 0 16,-1 14 8-16,-4 3-7 15,2 6 3-15,-3-2-4 16,2-9-1-16,3-17 1 16,0-21-2-16,9-19 1 15,0-14-2-15,0-16-94 16,0-8-47-16,9-22 13 16,4-19-45-16,-2-15-50 0,-1-9 66 15,-7-5-21 1,-3 5 68-16,0 11 113 0,0 12 103 15,0 20 82-15,0 12-33 16,0 8 16-16,3 2-109 16,3 0-59-16,5 8 3 15,9 4 12-15,6-3 13 16,7 0-15-16,4-6 4 16,6-3-10-16,-1-2-5 15,-2-17-1-15,-5-9 0 16,-4-7 0-16,-6-10-1 15,-9-13 4-15,-5-16 2 16,-5-5-3-16,1 1 2 16,-4 13-2-16,-1 20 60 15,-2 22 12-15,0 13 14 16,0 10 4-16,0 24-84 0,3 27-6 16,-2 24 35-16,1 17 19 15,-2 11-25-15,1 8-7 16,-1 5-9-16,3-7-13 15,5-11-2-15,5-17-2 16,4-22-6-16,7-13 5 16,2-17-24-16,6-17-129 15,2-12-41-15,2-8-99 16,-2-23-317-16</inkml:trace>
  <inkml:trace contextRef="#ctx0" brushRef="#br0" timeOffset="7235.89">13740 4188 984 0,'0'0'66'0,"0"0"13"0,0 0 166 0,0 0-160 16,0 0-25-16,0 0-42 0,-34-27-15 16,34 27-3-16,0 0-1 15,0 0 1-15,0-1 4 16,0-8 4-16,0-5 24 15,5-2-19-15,5-2-11 16,-4 0 0-16,-2 3 6 16,-1 5 11-16,-1 4 10 15,-2 5 20-15,0 1-15 16,0 0-18-16,0 0-8 0,0 6-7 16,0 6 2-1,0 4 6-15,0-2-1 0,0-2 1 16,0-1-8-16,0-1 4 15,7-3-5-15,7-2 1 16,2-3 1-16,7-2-2 16,2 0 0-16,-1 0 0 15,-5 0-2 1,-4-7-4-16,-4 0 0 0,-4-4 1 16,-5-3 5-16,1-4 1 15,-3-2-1-15,0 3 2 16,0 1-2-16,0 6 3 0,0 3-3 15,0 6 0-15,0 1 0 16,-3 0 0-16,0 15-11 16,-3 13 9-16,-2 7 2 15,5 4 1-15,1 6 1 16,2 3 2-16,0 4-2 16,0-6 0-16,8-4 0 15,6-5-2-15,2-10-2 16,-1-9 2-16,4-7-4 15,5-10 4-15,3-1 0 16,0-7-1-16,3-15-24 16,-3-6-29-16,-4-8-5 15,-3-4-18-15,-7-5 15 0,-1 3-3 16,-5 5 47-16,-5 12 18 16,-2 10 2-16,0 9 9 15,0 6 20-15,0 0 26 16,-3 15-51-16,-12 12 5 15,-1 12 41-15,-4 12 3 16,-3 15-19-16,-6 14 1 16,-5 16-20-16,-8 22-5 15,-9 14-9-15,-1 5-2 16,-3-2-1-16,9-19-2 16,8-20 2-16,10-23 0 15,10-23-3-15,9-17-13 16,9-20-57-16,0-13-92 0,15-13-69 15,13-26-62 1,4-15-226-16</inkml:trace>
  <inkml:trace contextRef="#ctx0" brushRef="#br0" timeOffset="7767.55">14438 4378 949 0,'0'0'4'0,"0"0"158"0,5-80-42 0,-2 68-32 0,-3 8-5 16,0 4 20-16,0 0-46 16,0 9-22-16,0 21-14 15,-9 13 24-15,-4 10-6 16,-2 2-9-16,0 4-11 15,0 0-3-15,0-4-14 16,2-5-2-16,3-10 0 16,3-8-2-16,6-14-1 15,1-10 0-15,0-8-29 16,0 0-12-16,0-20 29 16,1-15-4-16,14-15-8 15,-1-11 22-15,2-12 2 16,-1-7 2-16,6-5-1 15,-1 7 0-15,2 11 1 16,3 15 1-16,-3 16-1 16,0 14 2-16,0 11-1 0,0 9 0 15,3 2-1-15,0 13 0 16,-3 14 1-16,-3 3 1 16,-10 2 0-16,-9 4 2 15,0-2-3-15,-9 2 5 16,-16-2-4-16,-4-5 3 15,3-4-3-15,4-8 0 16,8-9-1-16,9-5-70 16,5-3-97-16,0-6-11 15,21-18-165-15,10-9-313 16</inkml:trace>
  <inkml:trace contextRef="#ctx0" brushRef="#br0" timeOffset="8094.62">15064 4123 1104 0,'0'0'119'0,"0"0"-107"0,-103 17 177 0,73 6-84 0,8 3-40 0,12 0-29 0,10 1-22 16,0-3-9-16,24-4-4 16,11-3-1-16,7-7 0 15,4-8 0-15,3-2-2 16,0-6-15-16,-4-17-54 15,-3-2 19-15,-10-4 37 0,-12-2 9 16,-17 0 5-16,-3 3 1 16,-28 10 3-16,-17 10-2 15,-12 8-1-15,-5 0 0 16,-1 18-1-16,6 8 0 16,15 0 0-16,17 3-1 15,14-4-5-15,11-4-57 16,5-5-62-16,28-8-32 15,13-8-7-15,6 0-63 16,2-15-276-16</inkml:trace>
  <inkml:trace contextRef="#ctx0" brushRef="#br0" timeOffset="8318.44">15561 3568 837 0,'0'0'67'16,"0"0"126"-16,0 0-73 15,0 0-78-15,-47 141 92 16,31-60-53-16,4 9-29 16,0 6 16-16,5 5-52 15,-2-8-16-15,4-10 0 16,3-19-3-16,2-17-8 16,0-19-81-16,0-13-55 15,8-15-83-15,4-3-9 16,-3-25-164-16</inkml:trace>
  <inkml:trace contextRef="#ctx0" brushRef="#br0" timeOffset="9484.65">15431 4032 692 0,'0'0'57'0,"0"0"144"0,0 0-92 16,-26-79-7-16,31 68-72 16,23 1-30-16,15-2 0 15,11-2-1-15,6-6 1 16,3-1 0-16,-7-10-1 15,-4-7 0-15,-8-9 0 16,-7-6 1-16,-10 3 1 16,-8 6 1-16,-8 16 0 15,-10 14 12-15,-1 14 101 16,0 3-5-16,-18 33-102 16,-6 17 13-16,-2 15 26 0,6 4 24 15,2 6-31-15,8-3 0 16,4-2-27-16,6-9-6 15,0-12-7 1,0-13 1-16,9-11 1 0,1-13-2 16,5-10-2-16,2-5 2 15,6-2 6-15,7-22-6 16,5-10 2-16,0-9-1 16,0-4-1-16,-4 8-1 15,-7 10 0-15,-8 12 1 16,-8 15-1-16,-5 2-1 15,-2 19-3-15,2 12 5 16,0 5 1-16,2-4 1 16,3-2 1-16,3-3 3 0,7-8-4 15,3-5-1 1,9-3 0-16,9-9 0 16,7-2 2-16,0 0-2 0,0-10 1 15,-5-12-2-15,-9-10-1 16,-8-8 0-16,-8-7-4 15,-10 2-2-15,-6 7 4 16,0 12 3-16,-1 13 0 16,-14 13 0-16,-3 0-2 15,-6 16-2-15,1 12 2 16,2 8 2-16,7-2 3 16,10 2-3-16,4-2 4 15,0-4-4-15,10-6 0 0,19-1 0 16,6-6 0-16,8-7 0 15,5-4 1-15,2-6-1 16,-6 0-3-16,-1-11-46 16,-7-13-17-16,-7-8-9 15,-6-10 8-15,-9-8 41 16,-5-4 20-16,-6 6 5 16,-3 15 1-16,0 14 4 15,0 13 21-15,0 6 40 16,-6 6-52-16,-3 22-11 15,0 9 16-15,0 3 2 16,6 2-6-16,3-4 0 16,0-2-9-16,0-9-1 0,5-4-4 15,8-8 0-15,2-7 0 16,4-2 0-16,4-6 2 16,1 0-1-16,4-8-1 15,0-8 0-15,-1-3-9 16,-1-1-15-16,-7-2 7 15,-7 1-6-15,-3-2 13 16,-3 2 3-16,3 2 5 16,-3 1 0-16,3 4 2 15,-1 0 0-15,-2 7-2 16,1 1-2-16,-1 3 2 16,-2 3-1-16,5 0-4 15,-3 0 4-15,3 10-1 0,2 7 4 16,2 2 0-16,-3 3 0 15,6-1 4-15,-3-1-2 16,-3-2 0-16,-1-1 5 16,-2-2-2-16,-2-2 3 15,-5-1 2-15,0-5-3 16,0 1 1-16,-2 0-3 16,-11-2-2-16,-6 2 2 15,-5-4-2-15,-1-1-1 16,3 0 0-16,-1 1-2 15,3-1-10-15,7 1-62 16,1 4-82-16,6-6-90 16,6 0-176-16</inkml:trace>
  <inkml:trace contextRef="#ctx0" brushRef="#br0" timeOffset="10266.44">16685 3837 710 0,'0'0'170'0,"0"0"-120"0,0 0 123 0,0 0-125 0,0 0-24 16,58-88-11-16,-22 66 0 15,-1-1 2-15,-7 3 9 16,-7 4 6-16,-12 7-1 15,-8 2 25-15,-1 7 25 16,0 0 8-16,-10 0-43 16,-17 10-39-16,-7 12-5 15,-2 7 5-15,5 1 8 16,8 4 0-16,7-1 0 16,7-1-3-16,9 1 5 0,0 1-6 15,6-2-4-15,16 0-1 16,6-2-2-16,8-3 0 15,2-2-2-15,5 1 0 16,-3-4 0-16,-5-1 0 16,-12-4-1-16,-8-2-1 15,-12-4-3-15,-3-1 2 16,-7-1 3-16,-21-3 2 16,-5 0 5-16,-8-1-5 15,1-1-2-15,6-1 2 0,9 0 0 16,8-1-4-1,9-1 2-15,5-1 0 0,3 0-7 16,3 0-84-16,22 0-37 16,13 0 19-16,7-13-119 15,7-9-65-15,0-8-161 16</inkml:trace>
  <inkml:trace contextRef="#ctx0" brushRef="#br0" timeOffset="10671.12">17248 3873 290 0,'0'0'591'0,"0"0"-489"0,0 0 118 0,0 0-55 0,0 0-100 16,0 0-41-16,-47 16 21 0,31 23 31 15,7 4-37 1,8-2-4-16,1-3-28 0,0-4-5 16,10-5 0-16,11-8-2 15,3-7-2-15,9-9 1 16,1-5-1-16,6-2-8 15,2-17-41 1,-2-10-15-16,-1-3 24 0,-3-7 16 16,-3-5 16-16,0 1 10 15,-5 8 0-15,-6 9 1 16,-6 9 4-16,-5 10 6 16,-2 7 12-16,0 0-8 15,3 20 3-15,0 9 34 16,-3 4-27-16,3 1-1 15,-6-1 3-15,0-4-10 16,-6 0-7-16,0-3-5 0,0-5-1 16,-3-3-3-1,-18-8 0-15,-6-1-1 0,-5-6-66 16,-3-3-101-16,-2-3-52 16,1-18-131-16,-2-11-414 15</inkml:trace>
  <inkml:trace contextRef="#ctx0" brushRef="#br0" timeOffset="10955.51">17334 3352 1071 0,'0'0'6'0,"0"0"87"0,0 0 19 0,0 0-20 0,0 0-55 16,26 91 8-16,16-70-22 15,10-1-13-15,0-9-8 16,0-7-2-16,-10-4 0 16,-5-1 1-16,-16-16 1 15,-9-7 4-15,-12-4 2 16,-9-2 27-16,-23 2 18 16,-15 5-23-16,-7 9-20 15,-4 7-10-15,0 7 0 16,9 3-14-16,7 15-190 15,16 4-220-15</inkml:trace>
  <inkml:trace contextRef="#ctx0" brushRef="#br0" timeOffset="11989.26">19031 3829 690 0,'0'0'159'0,"0"0"-119"0,0 0 77 0,0 0-32 0,0 0-59 15,0 0-12-15,-11 9 16 16,11-9 1-16,0 0 4 15,0 0 6-15,0 0 0 0,0 0-6 16,8 0 2 0,15-1 14-16,13-10 28 0,14-4-40 15,20 0 1-15,22-2 0 16,22-3-2-16,21 2-16 16,13-2-16-16,3 6-6 15,7-1 1-15,-7 1 3 16,-7 2-3-16,-3-3 0 15,-10 2 1-15,-13-4-1 16,-18 5-1-16,-28-5-2 16,-28 7 1-16,-19-2 1 15,-16 2 11-15,-4 2 4 0,-5-4 21 16,0 4-12-16,0-3-12 16,0 5-6-1,0-2-5-15,0 3-2 0,-5 1-5 16,1-1-23-16,-2 0-79 15,-3-2-76-15,-1-1-36 16,-3-4-85-16,-1-1-185 16</inkml:trace>
  <inkml:trace contextRef="#ctx0" brushRef="#br0" timeOffset="12294.64">20781 3207 951 0,'0'0'55'0,"0"0"-26"0,0 0 196 0,0 0-150 0,0 0-31 0,0 0-34 0,-27-17-3 16,27 25-4-16,14 10 47 15,12 7 17-15,13 3-10 16,12 4-5-16,5 2-10 15,7 8-20-15,-3 4-6 16,-11 4-11-16,-13 4-1 16,-21 7-1-16,-15 3-1 0,-27-1 3 15,-37-1-5 1,-17-5-2-16,-8-2-57 0,-4-2-171 16,-4-3-168-16,-7-4-564 15</inkml:trace>
  <inkml:trace contextRef="#ctx0" brushRef="#br0" timeOffset="15256.18">22875 3176 514 0,'0'0'42'0,"0"0"116"0,0 0-51 0,-3-78 1 0,3 69-38 0,0 3 7 15,0 6 13-15,0 0-44 16,-7 11-25-16,3 18-13 15,-5 17 49-15,-8 8-10 16,1 7-11-16,-3 1 15 16,0-1-25-16,3-9-17 15,12-12-4-15,4-12-4 0,0-9-1 16,4-8 0 0,20-8 0-16,4-3 3 0,7-8 1 15,5-17 3-15,6-7-5 16,-2-3 3-16,0-8-3 15,-8 1 1-15,-5 7-1 16,-10 8 3-16,-12 15-4 16,-4 7 16-16,-2 5 25 15,-2 13-39-15,5 13 0 16,6 10 10-16,3 2-7 16,9-3 0-16,6-3 8 15,6-7-9-15,9-7 3 16,4-7-5-16,1-9 3 0,-2-2 1 15,-3-7-4 1,-8-15 3-16,-13-10 3 0,-8-10 5 16,-14-10 9-16,-2-9 13 15,-14-4-25-15,-17 8-5 16,0 12-4-16,-2 17 1 16,1 18-2-16,6 10-1 15,0 9 0-15,6 22-11 16,9 6 8-16,11 1-4 15,2-1-11-15,29-6-73 16,15-8-21-16,9-6-70 16,5-10-14-16,1-7-57 15,-4-3-114-15</inkml:trace>
  <inkml:trace contextRef="#ctx0" brushRef="#br0" timeOffset="15795.16">23874 2983 592 0,'6'-85'22'0,"2"13"148"0,-2 19-88 0,-1 24 41 0,-5 17-1 16,0 12 0-16,0 18-96 16,0 26-8-16,0 14 86 15,0 11-53-15,0 5 31 16,0 7-28-16,0 0-16 16,0-6-20-16,3-6-12 15,15-13-4-15,1-17-2 16,5-11 0-16,3-13 0 15,4-15 0-15,4-1 1 0,-1-24 4 16,0-11-1-16,-2-6 2 16,-7 1 0-16,-4 2-1 15,-8 12-1-15,-4 12-3 16,-7 9 1-16,-2 6 10 16,0 0-12-16,0 10-4 15,0 11-2-15,0 5 6 16,0 1 1-16,4-8 0 15,8-1-2-15,6-2-1 16,5-9-1-16,6-4 3 16,8-3 0-16,4-3 2 15,-1-14 1-15,-5-10-3 16,-7-3 0-16,-7-1 1 16,-6 2 0-16,-5 10 4 0,-6 7-1 15,-4 10-2 1,0 2 7-16,0 0-9 0,0 11-10 15,0 6 10-15,0 6-1 16,0-1 1-16,0-3 0 16,2 0-1-16,7-5-5 15,3-3-16-15,-2-5-135 16,10-6-85-16,1 0-9 16,3-13-103-16,4-14-82 15</inkml:trace>
  <inkml:trace contextRef="#ctx0" brushRef="#br0" timeOffset="16094.29">24600 2805 851 0,'0'0'62'0,"-91"-9"163"0,55 9-98 0,9 20-55 0,10 3-27 0,12 4-19 16,5-2-15-16,6-3-5 15,21-3-4-15,7-7 0 16,4-5-1-16,3-7-1 15,-2 0 1-15,-7-13 2 16,-9-10-2-16,-8-4 7 16,-7-3 4-16,-8 4-8 0,0 3 5 15,-17 8-3 1,1 9-4-16,-8 6-4 0,3 6-3 16,0 19-17-16,6 13-16 15,11 9-40-15,4 6-19 16,0-2-49-16,19-2-42 15,10-6-45 1,9-10-175-16</inkml:trace>
  <inkml:trace contextRef="#ctx0" brushRef="#br0" timeOffset="16704.64">25060 3169 487 0,'0'0'102'16,"0"0"110"-16,49-99-24 15,-49 68-30-15,0 11-30 16,0 9-8-16,-6 11-5 15,-15 7-71-15,-4 26-23 16,-5 10-6-16,4 7 15 16,7-1 2-16,13-2-13 0,6-3-14 15,2-8-5 1,23-5 0-16,9-8-1 0,8-7 1 16,10-12 1-1,5-4 0-15,4-14 1 0,3-13-2 16,1-10-1-16,2-10-6 15,-3-9 5-15,-4-13-15 16,-11-13-8-16,-13-11 1 16,-20-6 9-16,-10 2 7 15,-6 10 8-15,-6 20 1 16,-10 22 4-16,5 22 12 16,1 19 32-16,1 11-26 0,1 34-21 15,1 18-2-15,-1 9 9 16,8 4 1-16,0 0 3 15,12-2 1-15,9-1-4 16,3-9-10-16,1-11 1 16,4-11-2-16,-1-11-2 15,0-9 3-15,1-14 0 16,0-4 0-16,3-6 9 16,-1-21-7-16,5-10 0 15,-2-8 2-15,1-3-3 16,-5 7 1-16,-10 10 1 0,-6 13-3 15,-8 15 2 1,-3 3-2-16,-1 16-11 0,3 17 11 16,3 8 24-1,4-2-9-15,4 0 1 0,6-4-6 16,2-5-3-16,6-7-6 16,3-5-1-16,4-10 0 15,5-6-6-15,10-2-79 16,1-14-151-16,-1-19-218 15</inkml:trace>
  <inkml:trace contextRef="#ctx0" brushRef="#br0" timeOffset="17234.2">27766 2389 824 0,'0'0'11'0,"0"0"107"0,0 0 54 0,0 0-35 16,0 0-64-16,0 0-19 0,-7-29-36 16,-7 86 50-1,-5 16 4-15,-2 8-18 0,2 11-8 16,1-6-17 0,10-6-18-16,8-4-9 0,0-11-2 15,18-12-4 1,12-12 3-1,6-11-3-15,6-16-2 0,-1-11-47 16,-1-3-148-16,-10-9-78 0,-15-20-228 16</inkml:trace>
  <inkml:trace contextRef="#ctx0" brushRef="#br0" timeOffset="17420.24">27588 2744 179 0,'0'0'815'0,"0"0"-810"15,0 0 207-15,0 0-156 16,0 0-56-16,0 0-13 0,0-15 13 16,45 9 7-16,11-4-5 15,6 0 1-15,-2 5-3 16,-4 5-5-16,-6 0-148 16,-2 3-122-16,-6 15-121 15</inkml:trace>
  <inkml:trace contextRef="#ctx0" brushRef="#br0" timeOffset="18017.09">28043 2952 895 0,'0'0'25'0,"0"0"239"15,0 0-89 1,0 0-98-16,0 0-70 0,0 0-4 16,107-90 1-16,-54 57 1 15,-5-5 11-15,-5-1 0 16,-9 0-3-16,-10 3-1 15,-10 5 0-15,-10 12 0 16,-4 13 6-16,0 6 49 16,-9 6-21-16,-19 27-46 15,-8 10 1-15,-1 10-1 16,7 1 0-16,14-1 1 16,13-3-1-16,3-5 0 15,17-5-3-15,16-9-2 16,8-9 0-16,11-11 5 0,7-11-2 15,7 0 2-15,3-18 2 16,-2-15-1-16,-12-7-1 16,-10-8 4-16,-13-5-2 15,-10-2 6-15,-9 2-3 16,-10 7-4-16,-3 13 5 16,0 13 0-16,-3 12-4 15,-6 8-2-15,0 2-2 16,2 20-12-16,-3 6 12 15,10 4-1-15,0-2-2 16,7-3 3-16,14 3-4 16,6-2 5-16,-1 0 0 15,0-1 0-15,-6-5 1 0,-9-5 0 16,-8-2 0-16,-3-2 0 16,-12-1 0-16,-25-2 7 15,-9-1-2-15,-8-5-2 16,0-4-1-16,8 0-1 15,8 0-1-15,16 0 0 16,15-3-24-16,7-10-60 16,19-6-81-16,24-9-90 15,8-7-12-15,3-7-283 16</inkml:trace>
  <inkml:trace contextRef="#ctx0" brushRef="#br0" timeOffset="18222.43">29134 2367 1049 0,'0'0'68'0,"0"0"74"0,0 0-54 0,0 0-21 0,0 121 57 0,-1-51-71 15,1 5 16-15,0-1-46 16,0 1-18-16,0-3-5 16,1-3-1-16,1-12 1 15,-2-10-43-15,0-17-138 16,0-14-91-16,0-13-173 15</inkml:trace>
  <inkml:trace contextRef="#ctx0" brushRef="#br0" timeOffset="18357.09">29107 2778 919 0,'0'0'293'16,"0"0"-271"-16,35-77 29 15,15 57-37-15,16 8-12 16,7 3-4-16,17 1 2 15,4 6-16-15,5-3-40 16,2-2-264-16,-11-10-285 16</inkml:trace>
  <inkml:trace contextRef="#ctx0" brushRef="#br0" timeOffset="18597.68">30241 2369 1275 0,'0'0'14'16,"0"0"20"-16,0 0 106 15,-55 84 8-15,41-24-77 16,4 9-7-16,1 3-12 16,3 0-24-16,0-4-17 15,2-5-5-15,0-9-6 16,4-11 0-16,0-9-4 16,0-11-2-16,0-9-88 15,0-10-96-15,0-4-97 16,4-9-36-16,-4-20-137 15</inkml:trace>
  <inkml:trace contextRef="#ctx0" brushRef="#br0" timeOffset="18954.56">30055 2816 891 0,'0'0'65'0,"0"0"146"0,0 0-62 16,16-80-67-16,24 61-64 16,10 3-10-16,8 0-7 15,0 4-1-15,-3 2 0 16,-10 4 1-16,-12 4 0 15,-9 2-1-15,-10 5 2 16,-6 16 2-16,-6 7 30 16,-2 9 2-16,0 0-1 15,-10 6 21 1,0-2-18-16,6 1-22 0,4-6-7 16,0-4-9-16,11-5 1 0,19-8-1 15,14-5 5 1,14-7 1-16,8-7-1 15,2 0-2-15,-10-11 0 16,-13-15-3-16,-18-10 1 16,-15-8 7-16,-12-5 3 15,-6 3-6-15,-24 2-2 0,-10 14 1 16,-2 12-2-16,-1 10-2 16,-2 8-8-16,8 10 2 15,1 15-8-15,8 10-90 16,11 3-89-16,13-1-36 15,4-7-137-15</inkml:trace>
  <inkml:trace contextRef="#ctx0" brushRef="#br0" timeOffset="19954.08">31317 2691 1279 0,'0'0'15'0,"0"0"232"0,0 0-118 0,0 0-48 0,0 0-81 16,0 0-11-16,-27 19 11 15,21 20 1-15,4-3 1 16,2 2 1-16,0-3-2 16,0-4 2-16,10-5-3 15,7-6 1-15,5-7-2 0,6-4 1 16,6-9 0-1,5 0 0-15,0-9-11 16,-2-16-17-16,-4-10-4 0,-2-7 3 16,-6-1 12-1,-8 7 13-15,-8 11 4 16,-6 6 2-16,-3 13 7 0,0 5 16 16,0 1 1-16,0 4-26 15,-11 20-9-15,-4 10 9 16,3 4 7-16,5 3-3 15,7-3-3-15,0-1 0 16,0-6-1-16,15-6-1 0,3-6-1 16,3-6 2-1,3-10 0-15,4-3-1 16,2 0-1-16,1-19-19 0,3-8 1 16,-2-5 5-16,-1-5 6 15,0-4 2 1,-4 0 2-16,5-3 2 0,-6 6 3 15,1 1-3-15,-3 7 3 16,-3 7 0-16,-2 7 3 16,-3 8 3-16,-3 2 1 15,2 6 10-15,3 10-14 16,0 16 7-16,4 9 13 16,-6 6-14-16,-4 2-5 15,-4-1-2-15,-7 0 2 16,-1-6-1-16,0-3-2 0,-19-9-1 15,-8-7 3-15,-4-7 0 16,-1-5 1 0,-1-5-1-16,2 0-3 0,3-15 0 15,1-5-2-15,6-2-2 16,9-2 2-16,9 1-2 16,3 6 3-16,3 4-3 15,14 8-1 1,3 4-1-16,4 1 0 0,0 0 2 15,0 4-1-15,5 8 5 16,3-2-1-16,4-6 2 16,6 2-2-16,1-6 1 15,5 0 0-15,-3 0 0 16,-1-14 2-16,-6-8-1 0,-7-10 0 16,-9-2-1-16,-10-2 4 15,-9 3 0-15,-3 2-2 16,-4 6-3-16,-18 12 1 15,-5 3 0-15,-3 10 0 16,-1 0 0-16,5 17 0 16,1 11 3-16,7 6 6 15,7 3-4-15,10 7 7 16,1-3-9-16,9 0-1 16,16-2-2-16,8-6 1 15,4-4-1-15,8-11-37 16,4-8-147-16,5-10-182 15,3 0-404-15</inkml:trace>
  <inkml:trace contextRef="#ctx0" brushRef="#br0" timeOffset="20434.72">33004 2673 920 0,'0'0'71'0,"0"0"146"0,0 0-73 0,0 0-49 15,0 0-7-15,-46-75-10 0,31 46-15 16,-3-2-20-16,3-8-12 16,4 1-9-1,6 0 15-15,5-2-22 0,0 2 3 16,0 6-6-16,11 2-4 15,6 7-6-15,2 8-1 16,3 3-1-16,1 8-2 16,4 4 1-16,3 0-1 15,1 2 1-15,1 16 1 16,-1 7-1-16,-6 8 1 16,-2 1 0-16,-7 2-1 15,-8 4 0-15,-8 2 1 16,-6 1 3-16,-26 0-2 15,-6-3 7-15,-4-5-3 16,5-4 4-16,-1 0-8 0,5-3 3 16,4 1-4-1,2-4-2-15,5 2 1 0,8-2-5 16,6 7-44-16,7-2-138 16,1 7-125-16,0 0-128 15</inkml:trace>
  <inkml:trace contextRef="#ctx0" brushRef="#br0" timeOffset="20781.43">32991 3515 964 0,'0'0'46'0,"0"0"181"0,0 0-90 0,0 0-11 0,0 0-33 16,0 0-4-16,0-14-35 15,0 14-16-15,0 0-9 16,0 0-19-16,0 0-7 16,-1 6 2-16,1 3 4 15,0 0 3-15,0 2-4 16,11-1-4-16,9-4 9 0,8-4-5 15,8-2-2-15,0 0 1 16,-2-15 2 0,-10-9 0-16,-15-3 13 0,-9-4-15 15,-39 3-7-15,-37 8-18 16,-36 10-140-16,-18 10-543 16</inkml:trace>
  <inkml:trace contextRef="#ctx0" brushRef="#br1" timeOffset="53300.78">2566 6869 944 0,'0'0'5'0,"0"0"20"0,0 0 44 0,0 0-40 16,0 0-4-16,19 78 75 15,-10-18-41-15,0 12-5 16,-6 10-12-16,-3 4-22 16,0-5-12-16,0-12-7 15,-3-13-1-15,-3-13 0 16,3-14 0-16,3-7-7 16,0-13-192-16,0-9-209 15</inkml:trace>
  <inkml:trace contextRef="#ctx0" brushRef="#br1" timeOffset="53737.31">3067 7147 1028 0,'0'0'14'16,"0"0"100"-16,0 0 21 16,0 0-89-16,0 0-35 15,106-28-2-15,-45 20-4 0,-1 4-5 16,-4 0-1 0,-6 4 1-16,-10 0-3 0,-13 0 2 15,-15 0-7-15,-9 0-55 16,-3 0-109-16,-5 0 51 15,-14-3-57-15,-4-6-20 16,4-8 129-16,3-3 40 16,4 1 25-1,1 2 4-15,3 3 78 0,3 6 72 16,2 3-30-16,3 2-19 16,0 3-60-16,3 0-35 15,16 3-2-15,5 15 12 16,-1 4-5-16,-4 6 15 0,-10 4-17 15,-9 1-2-15,0 6-7 16,-23 1 0-16,-17-1-21 16,-5-2-505-16</inkml:trace>
  <inkml:trace contextRef="#ctx0" brushRef="#br1" timeOffset="54582.45">4790 6991 518 0,'0'0'260'0,"0"0"-257"0,-9-78 104 0,9 65-27 0,0 7 49 16,0 6-50-16,0 0-53 15,0 13-26-15,0 19 5 16,0 20 84-16,-4 12-18 15,-11 9-32-15,-6-2 15 16,9-10-36-16,0-10-11 16,9-18-5-16,3-10 0 15,0-9-2-15,0-10-2 16,8-4-2-16,11-7 4 16,8-19 14-16,4-15-2 15,2-7-8-15,0-5-3 16,-8 6 1-16,-5 12-1 0,-7 13 0 15,-7 13-1-15,-3 9-3 16,5 7-6-16,2 18-1 16,3 7 10-16,2-1 2 15,5 1-1-15,5-6-1 16,2-4 0-16,4-8 0 16,2-5 0-16,0-9 2 15,1 0 1-15,-4-16 3 16,1-13-1-16,-8-10 3 15,-11-6-4-15,-8-10 0 16,-4-5 2-16,-1 0-4 0,-22 8 1 16,-1 15-1-16,-1 14-2 15,1 17 0-15,3 6-1 16,0 12-5-16,4 17-7 16,6 8 3-16,8 6-10 15,3-1-127-15,15-3-10 16,15-10-62-16,5-11-70 15</inkml:trace>
  <inkml:trace contextRef="#ctx0" brushRef="#br1" timeOffset="55505.44">5620 6728 815 0,'0'0'105'0,"0"0"84"0,0 0-86 0,0 0-44 16,0 0-53-16,0 0-6 15,-37 119 20-15,29-56 27 16,5 4 0-16,0-3-30 16,3-5-5-16,0-10-11 15,0-17 4-15,6-13-4 16,5-10-1-16,0-9-1 16,6 0 1-16,10-24 18 15,4-14 21-15,8-6-26 16,-1 1-10-16,-11 11-3 15,-7 10 1-15,-10 12 0 16,-4 10-1-16,-3 3-6 16,2 22-8-16,4 6 14 0,1 5 8 15,2-3-8-15,2-4 6 16,5-7-5-16,6-6 1 16,5-8-2-16,3-4 0 15,1-4 6-15,2-6-3 16,3-16 2-16,-1-9 1 15,1-6 1-15,-7-3-5 16,-10 1 3-16,-10 2-2 16,-12 13 3-16,0 6 0 15,-3 8-3-15,-15 9-2 16,-1 1-1-16,-5 15-2 16,2 13 0-16,5 8-3 0,4 6 3 15,13-7-1-15,0 0-2 16,8-8 2-16,17-8-3 15,6-5 6 1,12-11 0-16,12-3 0 0,8-6 0 16,7-17 1-16,0-4 0 15,-4-2-2-15,-8 4 1 16,-22 3 0-16,-11 6 2 16,-13 8-1-16,-11 7 9 15,-1 1 4-15,0 0-11 16,0 7-3-16,0 12-8 15,-5 5 8-15,-1 1 9 16,4-1-7-16,2-4 1 16,0-5-3-16,0-5 0 0,0-7-1 15,2 0 0-15,8-3 1 16,5-3 5-16,12-16 5 16,6-10 2-16,1-8-10 15,2 1 1 1,-6 5-3-16,-8 10-1 15,-7 8 1-15,-8 10 0 0,-1 3-6 16,2 6-5-16,1 17 5 16,4 6 6-16,-1 2 2 15,0-4-2-15,0-5 3 16,6-7-1-16,-3-5-2 16,1-6 5-16,5-4-1 15,0 0 11-15,6-14 16 0,1-10-9 16,3-4-11-16,-2 1-7 15,-8 4-4-15,-6 7-2 16,-9 12-3-16,-5 4-27 16,-1 4-101-16,0 17-216 15,-3 1-453-15</inkml:trace>
  <inkml:trace contextRef="#ctx0" brushRef="#br1" timeOffset="58176.38">8660 6663 624 0,'0'0'58'0,"0"0"-56"0,0 0 14 16,0 0 20-16,0 0-10 15,0 0 64-15,0 0-53 16,17 15 4-16,-13-12 1 0,-1-3 15 15,2 0-21 1,2 0 17-16,2-1 8 0,0-12-16 16,2-2-21-16,-10-1-10 15,-1 3 33-15,0 1-4 16,0 4-11-16,-12 6 35 16,-10 2-42-16,-8 2-25 15,-4 20 0-15,-2 6 0 16,3 9 0-16,3 4 0 15,5 2 2-15,11 0-1 16,4-4-1-16,10-3-1 16,0-6-2-16,16-4-3 15,14-7-4-15,9-5 1 16,7-11 4-16,5-3-48 16,4-5-62-16,2-17-73 0,-2-7-56 15,-6-7-255-15</inkml:trace>
  <inkml:trace contextRef="#ctx0" brushRef="#br1" timeOffset="60283.33">9005 6692 679 0,'0'0'32'0,"0"0"-13"16,0 0 96-16,-87 100-75 16,76-58 9-16,6-6-26 15,5-3 4-15,0-7-17 16,21-4 1-16,4-12-2 15,14-8 1-15,4-2-6 0,5-14-1 16,-2-11-3-16,0-3-1 16,-8-9-2-16,-11 0-5 15,-12-3 2-15,-12 0 6 16,-3 7 1-16,-15 10 3 16,-15 10 10-16,-6 10 11 15,-7 3-10-15,6 10 16 16,4 13-7-16,4 6-6 15,13 3-13-15,3 2 3 16,13-1-8-16,0-5 0 16,10-3-2-16,17-9-3 15,7-6 3-15,6-7-1 16,11-3-67-16,0-4-26 0,4-17-6 16,2-8 5-16,-4-7 93 15,-3 1 2-15,-13 1 2 16,-10 8 5-16,-12 11 23 15,-8 11 25-15,-5 4 103 16,-2 1-77-16,0 21-75 16,-3 12 16-16,-8 7 38 15,4 0-14-15,2-1-13 16,4 0-12-16,1-7 1 16,0-6-12-16,0-6-1 15,0-10-7-15,1-7 0 16,7-4 0-16,10-18 10 15,5-14 4-15,7-10-13 16,2-2-2-16,-4 3 1 0,-5 3 0 16,-4 8-1-16,-7 11 3 15,-5 12-3-15,-4 7 1 16,3 1-13-16,-3 19-1 16,6 8 14-16,1 1 6 15,-2-1-5-15,1-5-1 16,1-3 0-16,-1-6-3 15,0-6 7-15,-1-4-4 16,2-4 0-16,7-4 4 16,2-13 5-16,3-10-9 15,1-5 0-15,-1-3 0 16,-4-4-6-16,-9 4 4 16,-1 9 2-16,-5 13 0 0,-3 8 2 15,0 5-2 1,0 20-7-16,-11 14 3 0,2 9 3 15,-4 7 1-15,10-7 3 16,3-4-3-16,0-6 0 16,9-6 0-16,13-7 0 15,8-7 0-15,6-10 1 16,5-3 0-16,0-7-1 16,2-15 0-16,-10-2 0 15,0-8-3-15,-14 1-4 16,-6-3 6-16,-8 3-4 15,-5 8 5-15,0 5 0 16,0 12 3-16,-9 6 11 0,-6 27-8 16,-1 19-3-16,-10 24-3 15,4 20 23-15,-5 16 22 16,6 15-20-16,0 5-14 16,-1 4-6-16,1-9-4 15,4-16-2-15,6-25 1 16,5-25-2-16,3-21 2 15,3-21 0-15,0-13 0 16,0-9 2-16,3-30 31 16,9-22-28-16,1-18-4 15,5-21-1-15,-3-18-1 16,4-18-3-16,-2-12 3 16,2 16-16-16,-4 26-14 15,6 29 24-15,-2 31 7 0,8 16-3 16,3 14 3-1,0 14-1-15,10 2-5 0,-3 19 3 16,-4 12 0-16,-3 6 1 16,-5 4 1-16,-11-1-7 15,-13 0 7-15,-1-2 1 16,-13-4 0-16,-19-3 6 16,-5-10 1-16,-4-9-4 15,-1-10 1-15,1-2-2 16,4-19 1-16,6-14 1 15,14-1-2-15,7-7-2 16,10 4 0-16,0 5-5 0,21 4-2 16,10 8 1-16,8 14-1 15,4 6-3-15,1 0 2 16,0 16 7-16,3 4 0 16,3-2 1-16,8-3 0 15,6-6 1-15,1-9 0 16,-3 0-1-16,-2-10 0 15,-3-14-1-15,-8-5 2 16,-7-9 0-16,-14-5-1 16,-16-7 6-16,-12 0-1 15,0 7-5-15,-15 9 6 16,-10 11 0-16,-2 15-3 16,-6 8 4-16,-7 9-7 15,9 21 1-15,-1 9-1 16,13 1 3-16,7 1-2 0,12-4-2 15,0-5-1-15,7-5 1 16,13-7-4-16,5-10 1 16,6-10-1-16,4 0-3 15,1-15-21-15,-2-14-24 16,1-4 19-16,-10-7 8 16,-9 0 24-16,-9 4 0 15,-7 8 4-15,0 11 1 16,0 12 8-16,0 5 52 15,-7 10-61-15,-8 12 1 0,0 12-5 16,9-3 3-16,6-5-1 16,0 4 0-16,3-11 2 15,12 1-2-15,6-8-1 16,7-9 1-16,5-3 0 16,7 0 1-16,8-10-2 15,-3-9 0-15,1-8-5 16,-4-2-55-16,-14-5 5 15,-10-1-6-15,-14 1 34 16,-4 6 7-16,0 8 21 16,-10 9 0-16,-3 9 40 15,-5 2-6-15,4 8-32 16,-2 18 4-16,6 6 15 16,2 4 3-16,8-3-13 15,0-3-4-15,6-2-5 0,6-7-2 16,7-9 1-16,1-4-1 15,2-6 0-15,4-2 3 16,3-5-1-16,4-12-2 16,-3-9 0-16,1-4-13 15,-5-3 4-15,-7 0 4 16,-7 5 4-16,-4 5 2 16,-4 10 3-16,-4 7 13 15,0 6 80-15,0 0-46 16,0 17-51-16,-6 10 0 15,0 6 5-15,5-1 6 16,1-5-2-16,0-2-8 16,0-6-1-16,4-7-2 0,6-2 1 15,-2-8-22-15,1-2-98 16,0 0-95-16,4-18-194 16</inkml:trace>
  <inkml:trace contextRef="#ctx0" brushRef="#br1" timeOffset="60431.07">11550 6477 696 0,'0'0'192'0,"0"0"-192"0,0 0-3 0,0 0-1 0,-28 75-9 16,28-45-179-16,1 2-322 0</inkml:trace>
  <inkml:trace contextRef="#ctx0" brushRef="#br1" timeOffset="61001.51">11756 6705 915 0,'0'0'75'0,"0"0"49"0,0 0-82 16,0 0 31-16,0 0 16 15,-18 77-44-15,12-52 5 16,5-1-10-16,1-6-28 15,0-4-5-15,0-4-4 16,0-4-3-16,10-6 1 0,8 0 9 16,10-9 4-16,5-12-7 15,8-5-6-15,-4 1-1 16,-7 5 0-16,-11 3-2 16,-7 10 1-16,-3 7 2 15,-8 0-2-15,8 0-10 16,2 15 11-16,7 2 3 15,0 1 5-15,7 0 1 16,5-4 0-16,4-2-6 16,6-4 0-16,7-5 4 15,6-3-5-15,10 0 0 16,7-10 1-16,5-7 1 16,-4-4-4-16,-14-4 0 15,-11-5 0-15,-20-5 0 16,-17-2-4-16,-9 3-7 15,0 7-19-15,-15 7 17 0,-14 12 13 16,-8 8-1-16,1 2 0 16,3 22-1-16,2 8 2 15,10 9 3-15,12 6 3 16,9 4 4-16,0 10 10 16,20 15 0-16,8 19-15 15,-4 15 36-15,-9 23 3 16,-15 10-33-1,-14-3-10-15,-33-7-1 0,-14-19-26 16,2-25-96-16,4-23-84 16,10-23-126-16,14-25-366 0</inkml:trace>
  <inkml:trace contextRef="#ctx0" brushRef="#br1" timeOffset="61657.2">14640 5870 964 0,'0'0'93'0,"0"0"-77"0,0 0 66 0,-26 87-17 0,4-3 81 0,-6 7-81 0,0 7 24 16,-4 6-10-16,1-6-54 16,1-7-13-16,5-19-8 15,8-20-3-15,8-26-2 16,8-13-2-16,1-13-7 15,0-6 10-15,16-32 14 16,14-23-10-16,6-22-4 16,3-18-1-16,-2-17-1 15,3-13 1-15,1 11 0 16,-4 26 0-16,-6 34 2 0,-13 38-1 16,-3 22 0-1,0 42-25-15,3 25 25 0,3 27 1 16,-1 10 12-16,-3 4-1 15,2-6-2-15,2-4-10 16,0-18 2-16,-3-20-2 16,-1-20-3-16,-7-20-4 15,-4-9-80-15,-3-11-131 16,-3-11 16-16,0-20-53 16,-18-13-510-16</inkml:trace>
  <inkml:trace contextRef="#ctx0" brushRef="#br1" timeOffset="61827.99">14536 6384 945 0,'0'0'26'0,"0"0"26"16,0 0 120-16,0 0-157 15,0 0-15-15,87-48-5 16,-3 34 0-16,13-1 3 16,5 1 1-16,-1 0-20 15,-1 6-111-15,-13-2-66 16,-16 2-80-16</inkml:trace>
  <inkml:trace contextRef="#ctx0" brushRef="#br1" timeOffset="62049.95">15373 6206 681 0,'0'0'140'0,"0"0"71"15,0 0-46-15,0 0-62 0,0 0-49 16,-90 8-39 0,57 28 8-16,5 2 14 15,5 5-7-15,7-1-2 16,10-1-16-16,6-5-6 15,1-5-4-15,23-9-2 16,11-6-1-16,8-9 1 0,6-7 0 16,4 0 0-16,3-17-11 15,5-7-74-15,4-5 56 16,-4-8-77-16,-5-5-37 16,-7-9-46-16,-8-8-34 15,-10-5-291-15</inkml:trace>
  <inkml:trace contextRef="#ctx0" brushRef="#br1" timeOffset="62266.52">15766 5673 1048 0,'0'0'3'0,"-37"87"25"16,31-22 81-16,6 11 13 0,0 11-45 15,14 7-19-15,6-1-17 16,-3-3-33-16,-1-7-4 15,-7-8-4-15,-1-14 0 16,-5-17-5-16,0-15-2 16,-3-12-61-16,4-12-82 15,-1-5-86-15,-2-7-97 16</inkml:trace>
  <inkml:trace contextRef="#ctx0" brushRef="#br1" timeOffset="63299.9">15782 6294 455 0,'0'0'595'0,"0"0"-571"0,0 0 132 16,0 0-122-16,31-76-26 16,12 68-8-16,6 1-1 15,2 1-1-15,-4 3 1 16,-6 3 0-16,-10 0 1 16,-7 3-5-16,-9 14 4 15,-6 10 1-15,-8 4 2 16,-1 3 22-16,0 2 17 0,0-3-13 15,0-4-6-15,0 1 1 16,0-10-17-16,0-6-6 16,9-5 0-16,2-7 0 15,10-2 1 1,2-2 1-16,6-16-2 0,1-9-4 16,-2-5-15-16,-2-4 6 15,-4-4 9-15,-3 1-14 16,-7 7 11-16,-3 9 6 15,-4 10 2-15,-3 9 5 16,-2 4-1-16,0 5-5 16,0 22-1-16,0 6 1 15,0 3 2-15,0 0 3 16,0-7-5-16,0-4 2 16,6-1-2-16,8-8 1 15,5-6-1-15,7-5 2 16,3-5 2-16,7 0-1 15,2-11-3-15,-2-8 1 0,-2-6-1 16,-3 2 0-16,-5-2-1 16,-9 3-3-16,-5-1-2 15,-4 4 5-15,-5 0 1 16,-3 3 1-16,0 0 4 16,0 3-4-16,-9 2 1 15,-6 5 6-15,-6 6-4 16,-3 0 0-16,-4 17-4 15,0 12 10-15,6 6 0 0,5 3 0 16,9-1-5-16,5-1-3 16,3-9 2-1,0-4-4-15,8-8-5 16,8-6 3-16,1-9 1 0,5 0 1 16,-1 0 4-16,3-16-4 15,0-5-9-15,-2-6-4 16,-4-4 4-16,-2 2 7 15,-5 6-5-15,-5 7 1 16,-5 9 4-16,-1 7 2 16,0 0 0-16,0 9-2 15,0 15 1-15,-3 7 1 16,0 1 5-16,2-1 4 0,1-2 2 16,0-7-2-1,3-4-2-15,11-6-1 0,3-8-4 16,8-4 9-1,14 0 9-15,9-10-8 0,5-13-9 16,-1-4-3-16,-8-16 0 16,-8-9 0-16,-9-19-1 15,-4-16-1-15,-6-21 2 16,-9-12 0-16,-7 3 1 16,-1 19 0-16,0 33 11 15,-9 33 14-15,5 20 97 16,-6 15-86-16,-6 35-37 15,4 23 1-15,1 25 31 16,9 10-12-16,2 0 15 16,10-3-9-16,17-6-26 15,7-3 0-15,8-4-1 0,12-6-13 16,4-9-91-16,0-13-232 16,1-16-286-16</inkml:trace>
  <inkml:trace contextRef="#ctx0" brushRef="#br1" timeOffset="64689.75">18499 6185 1138 0,'0'0'28'16,"0"0"44"-16,0 0-7 0,0 0-59 0,0 74-5 0,0-19 41 15,0-2-28-15,0-6 10 16,0-8-6-16,0-10 13 15,7-8-22-15,3-9-3 16,6-8-5-16,10-4 14 16,5-6 1-16,6-18-6 15,4-9 1-15,-4-13-10 16,-4 0 6-16,-3-4-4 16,-9 8 1-16,-9 14-1 15,-2 12 0-15,-10 12 15 0,0 4 32 16,0 12-45-16,0 19-4 15,0 6-1-15,-2 7 2 16,2-4 0-16,0-6 3 16,3-4-5-16,9-9 0 15,11-3 2-15,0-11 0 16,7-7 8-16,5 0-6 16,4-12 3-16,-2-11-3 15,3-8 0-15,-9-8-3 16,-1-6 2-16,-10 4-1 0,-4 6-2 15,-11 13 1-15,-1 13 1 16,-4 9-2-16,0 0-8 16,0 18-5-1,-1 14 2-15,-7 5 11 0,5 2-2 16,3-7 2 0,0-1-1-16,3-4-2 0,18-7 3 15,6-4 2-15,10-6 0 16,8-8 1-16,7-2 3 15,8 0-4-15,1-14-2 16,-3-8-2-16,-6-5 1 16,-6-9-12-16,-11-1-8 15,-11-1 7-15,-12 5 9 16,-5 10 5-16,-7 7 0 16,0 7 7-16,-4 6-2 15,-15 3-5-15,-6 3 0 16,0 18-2-16,0 5-1 15,7 7-2-15,10 0 3 16,8-4-6-16,0-1 2 0,20-6 3 16,11-8 2-16,14-6 1 15,21-8 6-15,14 0-3 16,10-1 0-16,1-12-3 16,-11-3-3-16,-11-5 1 15,-18-4-15-15,-17 1-15 16,-13 0 27-16,-15 7 5 15,-6 5 8-15,0 5-3 16,-5 5 13-16,-13 2-5 16,-6 1-13-16,1 18-3 0,3 1 2 15,8 4-5-15,8-4 4 16,4-2-1-16,0-2 2 16,7-6 0-16,17-4 1 15,9-6 3-15,6 0 2 16,4 0-5-16,-1-14 0 15,-3-4-1-15,-2-2 3 16,3-1-1-16,-4 0-1 16,-6 5 2-16,-5 4-2 15,-10 4 1-15,-5 5-1 16,-5 2 0-16,-4 1 0 16,-1 0 0-16,0 0-5 15,2 0 3-15,2 0-2 16,4 0 1-16,4 0 3 15,3 4 1-15,-3-1-1 0,0 1 0 16,-5-1 2-16,2 1-4 16,0 0 3-16,1 0-2 15,1 2 1-15,2-4 0 16,1-2 0-16,8 0 0 16,6 0-4-16,7 0-155 15,10-8-166-15,13-9-458 16</inkml:trace>
  <inkml:trace contextRef="#ctx0" brushRef="#br1" timeOffset="65016.53">21743 5954 950 0,'0'0'12'16,"0"0"13"-16,0 0 105 0,0 0 15 0,0 0-69 0,0 0-2 16,42-43 36-16,-42 42-26 15,-14 1-58-15,-17 0-16 16,-11 18-10-16,-4 11 2 0,6 10 10 16,8 0 4-1,13 1 1-15,12-1 8 16,7 0-20-16,6-6-2 0,19-2 2 15,11-8-5 1,4-9 2-16,6-7-2 16,2-7-7-16,1 0-72 0,0-11-70 15,-1-15-87-15,-7-6-81 16,-10-7-213-16</inkml:trace>
  <inkml:trace contextRef="#ctx0" brushRef="#br1" timeOffset="65232.11">21359 5910 843 0,'0'0'289'0,"0"0"-265"15,0 0 198-15,0 0-70 16,0 0-65-16,0 0-79 16,102-38-8-16,-24 23-2 15,1-1-99-15,-1-9-195 16,-6-5-281-16</inkml:trace>
  <inkml:trace contextRef="#ctx0" brushRef="#br1" timeOffset="66842.39">23079 5927 654 0,'0'0'60'0,"0"0"-58"0,0 0 99 0,0 0-23 0,0 0-40 0,0 0 25 15,0 0 3-15,-3 39-13 16,3-39 6-16,10 0-18 16,6-6-6-16,10-7 3 15,2-6-18-15,-4 0-15 16,-6-5-3-16,-8 0 2 16,-8-1 5-16,-2 0 20 15,-5 8 25-15,-20 2-28 16,-14 11 24-16,-9 4-26 15,-7 13-17-15,2 20 1 0,5 7 11 16,6 10-6 0,8 3 0-16,8 0-12 15,8-4 1-15,11-9-1 16,7-10-2-16,0-7-2 0,16-11-1 16,14-10 2-16,6-2 2 15,10-12 0-15,2-13 0 16,0-7 1-16,-3-3-1 15,-5-3 2-15,-12 3 3 16,-10 9-4-16,-10 9 3 16,-4 13 5-16,-4 4 25 15,0 0-5-15,0 15-29 16,0 9-12-16,0 5 12 0,0 1 2 16,13-5-2-16,11-8-3 15,15-3 0 1,8-8 1-16,8-6-56 15,14 0-106-15,3-7-75 16,-2-13-117-16</inkml:trace>
  <inkml:trace contextRef="#ctx0" brushRef="#br1" timeOffset="68530.23">24509 5795 694 0,'0'0'44'0,"0"0"49"0,0 0 21 0,0 0-45 0,0 0-21 16,0 0 18-16,2 0 1 15,1 0-13-15,6-1-24 16,4-7 7-16,4 0 24 0,0 0-37 16,1-3-11-16,-3-2 3 15,-4-1 2-15,-5-3 9 16,-6-1 2-16,0-1-8 15,-9 4 35-15,-18 0-50 16,-6 11-1-16,-12 4-1 16,-1 0 0-16,-5 10 3 15,-1 9-4-15,3 7 3 16,12 3-1-16,7-1-4 16,10 0-1-16,11-3-2 15,9 1 0-15,0-4-1 16,9-1 3-16,18-9-4 15,12-5 1-15,9-7-8 16,5 0-4-16,1-16-26 0,-8-8 2 16,-5-4 15-16,-11 0-1 15,-10 2 23-15,-8 10 2 16,-7 5 9-16,-5 9 29 16,0 2 35-16,0 0-57 15,0 10-16-15,0 9-11 16,0 11 11-16,0-4 3 15,0 0 0-15,18-3-1 16,9-6-1-16,7-5-1 16,9-10 2-16,2-2 2 15,4-6-4-15,-1-15 2 16,-4-6 0-16,-6-5 0 16,-4-4 1-16,-4 3-2 0,-8-3 5 15,-4 1-5 1,-12 3 3-16,-6 5 5 0,0 4 1 15,0 9 4-15,-15 9-5 16,-7 5-3-16,-5 0-3 16,-4 15-6-16,1 6 4 15,9 3-2-15,5 5 1 16,8-4-2-16,8 2 2 16,0-2-4-16,9-1 3 15,17 0 1-15,0-5-3 16,3 0 2-16,-3 1 1 15,0-4 0-15,-7 2-4 0,-5-4 4 16,-10-1-2-16,-4 1-3 16,0-2-7-16,-12 2 12 15,-9-4 5-15,-9 1 0 16,4-3 0-16,5-6-5 16,9 1 1-16,7-3-1 15,5 0 0-15,0 0 1 16,14-5-1-16,20-15-13 15,12-11 4-15,11-10-12 16,1-6-32-16,4-6 29 16,-1-1 8-16,1 0 0 15,-12 7 13-15,-12 10 3 16,-14 7 0-16,-13 13 2 16,-10 6 4-16,-1 5 10 15,0 4 31-15,-12 2-22 0,-9 0-22 16,-4 15-1-16,-4 4 1 15,6 6 0-15,3 0 1 16,10 3 0-16,5-1-1 16,5-2-2-16,0 4-1 15,3-2 3-15,11-1 1 16,-1 1-4-16,-2-2 0 16,-1-3 0-16,-8 0-2 15,2 0 2-15,-4-5-1 16,0-2 1-16,-9 0 1 0,-4-5 0 15,-5-1 2 1,1-3-3-16,3 0 0 0,3-6 0 16,6 2-40-16,5-2-83 15,0 0-43-15,8-19-115 16,19-10-113-16</inkml:trace>
  <inkml:trace contextRef="#ctx0" brushRef="#br1" timeOffset="70036.53">25603 5602 883 0,'0'0'136'0,"0"0"51"0,0 0 15 16,0 0-90-16,0 0-104 15,0 0 3-15,-15 20-2 16,-1 17 9-16,5 1-4 16,3-3-7-16,7-3-3 0,1-1-4 15,0-9 0 1,1-5 4-16,16-6-3 0,5-10 1 15,8-1-2-15,6-7-1 16,1-17-3-16,2-7-40 16,-8-3 7-16,-5-3 24 15,-5-1 0-15,-5 5 9 16,-7 8 4-16,-4 11 2 16,-5 6 9-16,0 8 9 15,0 0-12-15,-7 15-8 16,-3 9 0-16,-2 5 0 15,6-4 1-15,5-4-1 0,1 0 0 16,0-5 0-16,6-3-1 16,17-4 0-16,10-7 1 15,6-2 0-15,7 0-6 16,1-6-7-16,2-16-45 16,0-5 2-16,-1-3 41 15,-8-7-4-15,-7 5 10 16,-9 4 9-16,-11 7 3 15,-5 9 24-15,-8 8 85 16,0 4-59-16,0 0-46 16,-10 16-4-16,-6 9-3 15,-4 3 18-15,3 0-13 16,2 1 4-16,3-6-3 16,3 2-1-16,0-8-4 15,3-6-1-15,5-5 2 16,1-6-2-16,0 0 0 0,1 0 8 15,20-13 5-15,6-10-11 16,3-3-2-16,1-3-3 16,-3 3 2-16,-6 6 1 15,-8 5 0-15,-6 8 2 16,-7 7-1-16,-1 0-1 16,0 9-22-16,0 12 16 15,-3 6 6-15,-4 0 3 16,0-6-2-16,2 0-1 15,2-5 0-15,3-6-1 16,0-3 1-16,0-7 0 0,0 0 2 16,0 0 1-16,18 0 2 15,7-9 4 1,5-7-6-16,1-9-2 0,2 0-1 16,1-6 0-16,-1 2-4 15,-6 5 1-15,-10 8 3 16,-6 10 0-16,-9 5 5 15,-2 1-5-15,0 7-13 16,0 13 4-16,-6 6 9 16,-1-2 0-16,4 0 4 15,1-4 0-15,2-1-4 16,0-2 1-16,5-5-1 16,9-5 3-16,5-4 3 0,6-3-3 15,3 0-3 1,2-9 1-16,0-6 1 0,-3-7-2 15,-1 1-3-15,1-2-16 16,-3-4 6-16,-1-1-7 16,-9 5 16-16,-6 2 3 15,-5 11 2-15,-3 3 1 16,0 4 6-16,0 3 9 16,0 0-17-16,0 12-7 15,-6 6 6-15,0 7 1 16,2-1 10-16,4-2 6 15,0 1 7-15,16-5-16 0,9-4-3 16,8-4 4-16,6-6-4 16,9-4 1-16,10 0-2 15,10-2-1-15,4-10 0 16,-3-5 0-16,-12-3-1 16,-17-10-1-16,-13-2 0 15,-11 0 2-15,-13 1-1 16,-3 7 0-16,-9 9-1 15,-21 5 0-15,-10 9 0 16,-3 1 3-16,2 4-1 16,3 14 1-16,12 5 1 15,5 5-2-15,8-3 0 16,7 2-2-16,6-4 2 16,0-2-4-16,15-4 1 15,13-9-2-15,3-5-12 0,10-3-37 16,1-4-29-16,1-14 12 15,-3-9 4-15,1-8 25 16,-4-9 10-16,-5-13 21 16,-3-10 9-16,-7-10 1 15,-2-16 4-15,-10-9-4 16,0-2 10-16,-10 8 16 16,0 16 2-16,-7 24 53 15,-5 21-2-15,3 20-33 16,-3 15 0-16,2 33-43 15,-1 23 1-15,1 24-5 16,7 7 6-16,3 2-4 0,0 2 5 16,8-4-7-16,3-6-2 15,0-9-5 1,-3-9-53-16,-1-10-188 0,3-14-208 16</inkml:trace>
  <inkml:trace contextRef="#ctx0" brushRef="#br1" timeOffset="70440.72">28148 5164 1189 0,'0'0'0'0,"0"0"46"0,0 0 30 0,0 0-32 16,54 90-14-16,-28-27-3 16,-3 4 9-16,-5 0-12 15,-6-7 6-15,0-10-21 16,-5-7-2-16,2-13-5 16,-1-11 1-16,-1-8-1 15,1-9 2-15,2-2-1 16,9-6 11-16,4-20-5 15,2-9-7-15,2-13 1 0,1-8 4 16,2-11-4-16,2-1 1 16,-4 4-4-16,-6 11 0 15,-10 17 1-15,-6 19-1 16,-6 15-8-16,0 2-31 16,-4 29-145-16,-11 8 71 15,0 10-125-15,7-1-153 16</inkml:trace>
  <inkml:trace contextRef="#ctx0" brushRef="#br1" timeOffset="71675.22">28958 5434 889 0,'0'0'12'0,"61"-78"123"15,-40 38-2-15,-10 5-2 16,-10 6-44-16,-1 11-8 15,-9 5-27-15,-16 9-18 16,-9 4-17-16,-5 12-12 16,-2 13 6-16,6 7-4 15,9 3-6-15,7-1-1 16,8-5 0-16,6-4-2 16,5-7-1-16,0-7-2 15,4-2 1-15,14-8 0 16,9-1 2-16,4 0-9 15,5-13-13-15,-2-8 5 16,-1-3 12-16,-3 0 1 0,-9 3 6 16,-8 5 2-16,-6 8-1 15,-5 4 3-15,-2 4 7 16,0 3-11-16,0 15-5 16,0 5 5-16,0 2 7 15,0 2-3-15,0-5 1 16,5-3-2-16,8-4 1 15,6-5-1-15,5-5 1 16,6-5-1-16,1 0 5 16,5-11-7-16,0-8 1 15,0-8-2-15,0-14 1 16,-2-4 1-16,-1-15 0 16,-5-14-2-16,-2-14 0 0,-4-8-5 15,-6-3 0 1,-7 22 4-16,-6 23 2 0,-3 25 0 15,0 26 5-15,0 9-6 16,-12 34-12-16,-6 20 12 16,2 17 2-16,4 7 0 15,12-3 1-15,0-5 6 16,0-5-7-16,11-10-2 16,11-8 0-16,5-12-4 15,3-14 1-15,-2-6 1 16,3-16 2-16,1-5 1 15,2 0-1-15,-3-22 0 0,1-3-3 16,-3-8-4 0,0-6 1-16,-6-3 1 0,-3-1 5 15,-7 6 0-15,-8 14 3 16,-4 8-1-16,-1 11 4 16,0 4-6-16,-7 7-3 15,-12 15-2-15,-1 6 5 16,7 0-1-16,5-2 1 15,5-2 0-15,3-4-1 16,0-3 0-16,0-3 0 16,11-5-2-16,6-3 3 15,5-4 1-15,3-2 1 16,3 0-2-16,2-9 0 0,0-10 0 16,-2-8-3-1,-3-4-5-15,-2-3-8 0,-5 4 14 16,-9 6-1-1,-6 8 6-15,-3 6-2 0,0 6 0 16,0 4 7-16,-1 0-8 16,-9 15-6-16,-2 10 6 15,4 0 3-15,6 0 1 16,2 1 4-16,0-5 0 16,15 0 0-16,9-4 1 15,7-6-3-15,8-2-1 16,6-6 5-16,5-3-9 15,1 0 2-15,-3-5-2 16,-2-15 2-16,-6-6 0 0,-5-11-3 16,-5-6 4-16,-10-3-2 15,-9 1-1-15,-8 6 4 16,-3 13-2-16,-8 11 1 16,-15 12-2-16,-9 3 0 15,-2 18-1-15,1 10 3 16,8 9 7-16,13-3 2 15,12-1 5-15,0-5 9 16,26-1 1-16,13-5-8 16,3-6-6-16,7-11-7 15,-2-5-6-15,2 0-1 16,-6-5 0-16,0-10-71 16,-1-6-190-16,3-8-278 0</inkml:trace>
  <inkml:trace contextRef="#ctx0" brushRef="#br1" timeOffset="72425.14">20793 7317 449 0,'0'0'33'0,"0"0"17"0,0 0 96 0,64-93-62 0,-45 55 22 0,-2 3-4 16,-5 3 0-16,-3 4 2 15,-6 8 3-15,1 8-24 16,-4 4-42-16,0 7 67 16,0 1-64-16,0 0-44 0,0 13-2 15,0 16-2 1,-1 10 4-16,-4 9 8 16,1 1 2-16,4 0 17 0,0-2-11 15,0 1-11-15,9-5-3 16,10-6 6-16,9-9-4 15,11-9-3-15,18-10-1 16,13-7 3-16,15-2 1 16,6 0-3-16,-2-13 1 15,-8-2-4-15,-16 0 1 16,-18 0-4-16,-16-1-86 16,-11 1 3-16,-11-2-68 0,-2-1-108 15,-2 0-222 1</inkml:trace>
  <inkml:trace contextRef="#ctx0" brushRef="#br1" timeOffset="72708.63">21663 7266 868 0,'0'0'66'0,"0"0"53"15,0 0-5-15,0 0-67 16,0 0-38-16,0 0 18 15,-5 20 41-15,29-3-9 16,9-3 0-16,0 7-29 16,1-1 10-16,-1 4-30 0,-5 1 5 15,-7 1 1-15,-10 0-8 16,-11-1-7-16,-7 4 2 16,-27-1 0-16,-8 0-3 15,-7-1-2-15,2-1-20 16,6-7-156-16,8-5-104 15,10-12-435-15</inkml:trace>
  <inkml:trace contextRef="#ctx0" brushRef="#br1" timeOffset="73206.3">22717 6880 919 0,'0'0'65'0,"0"0"226"0,0 0-126 0,0 0-32 0,0 0-79 0,0 0-44 15,-3 18-7-15,3 31 67 16,0 7-1-16,0 6-35 15,0 7 4-15,0 2-20 16,0 1-8-16,8-5-2 16,1-6 3-16,0-13-4 15,-2-13-5-15,-4-10-2 16,-3-9 0-16,0-7 0 16,0-5-4-16,2-4-28 0,4 0-67 15,4-10-83 1,6-14-195-16,7-10-136 15</inkml:trace>
  <inkml:trace contextRef="#ctx0" brushRef="#br1" timeOffset="73627.42">23350 7120 916 0,'0'0'38'0,"0"0"167"16,0 0-60-16,0 0-24 16,0 0-47-16,0 0-46 0,-72-34-5 15,33 47 8 1,-4-1 12-16,7 7-20 0,8-2-6 16,4 3-14-1,14-2 2-15,5 0-3 0,5-2-2 16,0 0 1-16,14 1-2 15,11-3 2-15,5 2-1 16,1-1 1-16,1-1-2 16,-2 1 1-16,-1 0-1 15,-3-3-1-15,-1 2-2 16,-11-3 1-16,-8 3-4 16,-6-1-2-16,0-1 2 15,-19 2 7-15,-15-2 4 16,-13 1-2-16,-6 0 2 15,1-2-3-15,4 0-1 0,12-2 0 16,11-2-28-16,12-4-80 16,13 0-84-16,0-3-84 15,25-3-75-15</inkml:trace>
  <inkml:trace contextRef="#ctx0" brushRef="#br1" timeOffset="75501.92">23921 7189 981 0,'0'0'64'0,"0"0"101"0,0 0-16 0,0 0-38 16,0 0-86-16,0 0-8 16,15-69-3-16,-31 63-2 15,-11 3-3-15,-9 3-5 16,-7 0 1-16,4 11-1 15,3 7 19-15,6 3-14 16,8 3-7-16,12-3-4 16,5 1 0-16,5-4 0 15,0-3-3-15,14-4 2 16,8-5-4-16,5-5-18 0,7-1 2 16,2-2 4-16,-2-14-11 15,4-3 27 1,-7-4 3-16,-4 1 2 0,-6-1 2 15,-9 5 2-15,-6 4 4 16,-2 8 14-16,-4 4 24 16,0 2-12-16,0 0-36 15,0 15-3-15,0 4 3 16,0-1 0-16,6 5 2 16,5-7 2-16,5-3 0 15,3-4-2-15,7-3 0 16,4-6 4-16,4 0 2 15,0-11-4-15,-2-7 2 0,-1-6-3 16,-3 1-1-16,-6-3 3 16,-1 5 2-16,-7 5 5 15,-8 5-2-15,-6 8 29 16,0 3-4-16,0 0-28 16,0 0-7-16,0 11-10 15,0 9 2-15,0 5 7 16,0-4-1-16,0-6 2 15,0 2 3-15,0-10-3 16,0 1 1-16,4-6-1 16,8-2 2-16,2 0 3 15,8 0-2-15,2-6-2 16,4-8 2-16,3-6-1 16,2 2-2-16,0-6-1 15,-2 2-1-15,-8 4 2 0,-10 7 2 16,-8 6-1-16,-5 3 2 15,0 2-3-15,0 0-3 16,0 0-4-16,0 5-3 16,0 7 10-16,0-1 1 15,0-1-1-15,1-3 0 16,5-2-1-16,2 0 3 16,1-2-2-16,4-3 4 15,5 0-3-15,1 0 0 16,4 0 0-16,-2-6-2 15,-1-3 1-15,-3 0-1 16,-4 0 0-16,-7 7-1 0,-4 0 4 16,-2 2-5-16,0 0 3 15,0 0-12-15,0 0-1 16,0 9 5-16,1 3 8 16,8-4 2-16,5-2-2 15,4-1 3-15,9-5-2 16,4 0-1-16,2 0-5 15,0-11-6-15,-4-5 1 16,-2-4 1-16,-3-2 5 16,-6-5-8-16,-3 4 2 15,-8-3-2-15,-4 6 12 16,-3 5 0-16,0 7 0 0,0 8 0 16,0 0 8-16,-10 25-8 15,-8 16-4 1,1 16 4-16,1 11 9 0,6 8 7 15,4 6-2-15,4 0 6 16,2-3-10-16,0-7-10 16,0-10 1-16,0-11-2 15,0-14 1-15,0-14-2 16,0-12-1-16,0-8 4 16,0-3-1-16,0-10 8 15,0-20-8-15,0-9-2 16,0-10-1-16,5-12 0 15,8-12-2-15,5-9-4 16,0-3 3-16,3-3 1 16,-5 8 5-16,-2 10 0 0,-4 15 0 15,-1 18 1 1,-3 17-1-16,-1 12 1 0,-4 8-3 16,8 3 1-16,4 20-15 15,4 14 15-15,4 6-1 16,-5 2 0-16,-2-3 2 15,-7-1-1-15,-4-6 0 16,-3-7 1-16,0-6-4 16,-14-7 0-16,-8-8-8 15,-3-3 8-15,-3-4-4 16,5 0 4-16,1-4 0 16,5-10-5-16,7-1 4 0,7 0 0 15,3 2-3-15,0-1 8 16,10 3-1-1,19 3 1-15,7-2-1 0,5 5-1 16,3-3 2-16,2 2 0 16,5-3 0-16,4-3 1 15,1-2-1-15,2-8 1 16,-2-5 1-16,-7-10 0 16,-1-12-2-16,-12-12 1 15,-8-6-1-15,-16 0 0 16,-12 8-2-16,-5 10 2 15,-21 13-3-15,-9 13 3 16,1 13-1-16,-1 10 0 0,0 7-3 16,5 25 3-16,3 13 0 15,16 10 0-15,11 7 1 16,0 0 2 0,11-4 3-16,17-1 7 0,4-11-5 15,5-7 1-15,8-13-4 16,-2-6-3-16,2-12-1 15,2-8 3-15,-5 0 0 16,0-14-2-16,-8-11-1 16,-2-9-2-16,-9-7 0 15,-6-4-5-15,-8 5-3 16,-3 10 4-16,-6 15 6 16,0 11 5-16,0 4-5 15,-9 21 0-15,-2 15 0 0,-1 2 4 16,8 1 6-1,4-3-5-15,0-7-3 0,4-7-2 16,10 1-3-16,4-8-8 16,1-10-176-16,14-5-216 15</inkml:trace>
  <inkml:trace contextRef="#ctx0" brushRef="#br1" timeOffset="76127.25">26759 6572 1161 0,'0'0'28'0,"0"0"106"0,0 0 19 0,0 0-102 0,0 0-28 0,151-16 39 16,-57 2-38-16,1 1-20 15,-2-3 5-15,-15 0-2 16,-16 0-6-16,-17 4-1 15,-20 7-4-15,-16 1-5 16,-9 4-103-16,-12 0-95 16,-28 1-86-16,-10 10-275 15</inkml:trace>
  <inkml:trace contextRef="#ctx0" brushRef="#br1" timeOffset="76362.32">27154 6517 994 0,'0'0'152'0,"0"0"32"0,0 0-12 16,0 0-109-16,0 0-2 16,0 0-1-16,71 80-16 15,-59-39 4-15,-2 5-9 16,-7 2-18-16,-3 0-2 16,0-1-9-16,0-4-8 15,0 0-2-15,0-7-1 16,0-4-2-16,3-9-9 15,3-9-99-15,5-8-141 0,5-6-94 16,6-15-276 0</inkml:trace>
  <inkml:trace contextRef="#ctx0" brushRef="#br1" timeOffset="76734.98">28005 6481 1027 0,'0'0'59'0,"0"0"94"0,0 0-15 16,0 0-69-16,0 0-54 15,82-42-5-15,-27 37-4 16,6 1 0-16,0-2-5 16,-3-2 0-16,-10 2-2 15,-9 2-1-15,-12 1-2 16,-11 0-60-16,-7 3-124 15,-6-1-137-15,-3-1-317 16</inkml:trace>
  <inkml:trace contextRef="#ctx0" brushRef="#br1" timeOffset="76926.1">28330 6413 1063 0,'0'0'17'15,"0"0"22"-15,0 0 150 16,-22 90-81-16,22-49-32 15,0 6-1-15,0 1-16 16,0-1-32-16,6-1-5 16,1-5-11-16,-1-5-6 15,0-9-3-15,0-4-2 16,-1-7-3-16,2-3-36 0,0-7-215 16,4-4-135-1,5-2-309-15</inkml:trace>
  <inkml:trace contextRef="#ctx0" brushRef="#br1" timeOffset="77779.73">28606 6638 1045 0,'0'0'7'0,"0"0"69"15,0 0-42-15,0 0-24 16,100-29-10-16,-67 21 0 15,-6-7 2-15,-5-3-1 0,-5-3 0 16,-6-1 2-16,-5 2 3 16,-6 6 4-16,0 5 12 15,0 8 11-15,-17 1-16 16,-10 14-16-16,-4 13 11 16,1 8 19-16,10 3 7 15,4 3 3-15,7-1-20 16,9-3 7-16,0-6-18 15,4-5-6-15,14-6 2 16,5-6-3-16,5-5-2 16,9-9 2-16,3 0 1 15,4-3-4-15,3-15 1 16,-3-7-1-16,-3-3-1 0,-6-6 0 16,-7-4 1-16,-10 3-2 15,-6 0 2-15,-11 6 2 16,-1 7 3-16,0 7-4 15,-5 5-1-15,-4 6 3 16,1 4-3-16,-1 0-1 16,2 4 0-16,2 10-6 15,5 1 6-15,0 3 1 16,13 2 1-16,6 3 0 16,0 0-1-16,-1 0 1 15,1 0-1-15,-3 0 1 16,-2-3-2-16,-5-2 1 15,-2-5-2-15,-5-1 1 16,-2-4-1-16,0 2 2 0,-12-6 4 16,-6 0 6-1,-3 1 10-15,2-4-2 0,8-1-9 16,5 0-4-16,5 0-5 16,1 0 0-16,0 0 0 15,10 0-6-15,14-8-96 16,6-9-14-16,4-6-9 15,1-8-55-15,4-10 8 16,2-9-24-16,3-11-104 16,-1-7 222-16,-6-1 78 15,-7 6 222-15,-14 16-4 16,-7 15-49-16,-9 16 5 16,0 9 26-16,0 7-59 15,-7 13-97-15,-10 16-39 0,-2 12 81 16,7 4-12-16,7 1-20 15,5 0-8-15,0 0-21 16,3-5-18-16,7-2-6 16,-3-7-1-16,-1-2 0 15,0-6-12-15,-6-8-153 16,0-6-166-16,1-8-393 16</inkml:trace>
  <inkml:trace contextRef="#ctx0" brushRef="#br1" timeOffset="77925.38">29616 6432 1125 0,'0'0'17'0,"79"-47"8"0,-21 33 23 0,10 2-48 0,3 1-19 15,1-3-298-15</inkml:trace>
  <inkml:trace contextRef="#ctx0" brushRef="#br1" timeOffset="83343.17">10731 9218 798 0,'0'0'135'0,"0"0"-119"0,0 0 123 16,0 0 40-16,0 0-100 16,0 0-42-16,0 0-36 15,0 0 2-15,-40 72 26 16,16-9 1-16,1-1-11 15,3-5-10-15,5-4 1 16,1-13-9-16,10-11-1 16,2-11 0-16,2-9-1 15,0-6 1-15,0-3 0 16,0-5 4-16,14-24 0 16,10-14-2-16,1-10-2 0,6-9 0 15,-2-7 1-15,0-1 1 16,3-2-2-16,-2 6 1 15,4 11-1-15,-6 17 2 16,-8 15-1-16,-4 19 0 16,-1 4-1-16,5 28 2 15,2 16 5-15,2 12 8 16,-8 12-6-16,-5 7 0 16,-1 7-1-16,-4-1-3 15,-1-7-5-15,-5-7-3 16,0-9 3-16,0-14-27 15,-8-13-131-15,-1-14-91 0,-6-17-112 16</inkml:trace>
  <inkml:trace contextRef="#ctx0" brushRef="#br1" timeOffset="84390.74">10583 9605 1020 0,'0'0'35'0,"0"0"27"0,0 0 133 0,0 0-116 0,0 0-75 16,0 0-4-16,41-43 0 16,18 17 3-16,7-5-2 15,7-2-1-15,3 1 0 16,-3 1-2-16,-1-2 1 0,-10 6 0 16,-11-2-4-1,-9 3-10-15,-15 8-25 0,-9 5 28 16,-11 7 12-16,-5 4 2 15,-2 2 8-15,0 0 35 16,0 0-7-16,0 14-38 16,0 13 7-16,0 11 48 15,3 4-16-15,1 2-21 16,4-2 24-16,1-5-28 16,1-7-11-16,5-8 0 15,0-5-2-15,3-11 0 16,3-6 0-16,5 0-1 0,7-20 10 15,2-8-2 1,-3-5-6-16,-5-4-1 0,-7-7-1 16,-7 0 3-16,-5 2-3 15,-7 9 0-15,2 14 1 16,-3 10 0-16,0 9 7 16,0 0-8-16,0 10-13 15,0 12 1-15,0 10 12 16,0-1 0-16,13-1 0 15,3-1 0-15,4-5 0 16,7-4 0-16,4-8 1 16,11-5-1-16,15-7 4 15,12 0 1-15,4-8-5 16,-2-10-2-16,-10-2-2 0,-11-4 2 16,-12 2 2-16,-12 0 0 15,-10-5 1-15,-11 0 2 16,-5 2 3-16,0-1-3 15,-12 10 4-15,-6 6-6 16,-3 7-2-16,-10 3-6 16,5 1 5-16,-7 19 0 15,-2 6 2-15,7 3 1 16,8 1-1-16,7-2-2 16,13-3-3-16,0-3 2 15,8-8-2-15,21-5 2 16,7-7-4-16,7-2 5 15,8-4-9-15,-2-10-17 0,-4-7-11 16,-11 3 14-16,-7 0 11 16,-14 6 14-16,-4 6 4 15,-7 5 8-15,-2 1 24 16,0 17-12-16,0 19-21 16,0 16 15-16,0 19 20 15,-2 11-18-15,1 18 2 16,-7 13-3-16,-4 8-15 15,-16 0-3-15,-9-9 2 16,-14-13-3-16,-6-16 1 16,-5-21 1-16,2-12 0 15,-1-23 2-15,3-23 1 16,7-8 16-16,0-35 23 16,11-17-23-16,10-12-11 15,15-17-9-15,15-9-1 0,6-9-2 16,27 1-3-16,16 6-9 15,17 16-43-15,11 12 0 16,16 14 30-16,7 14-76 16,9 14-22-16,1 8-79 15,-1 4-170-15,-7 1-288 16</inkml:trace>
  <inkml:trace contextRef="#ctx0" brushRef="#br1" timeOffset="85127.85">12994 9112 971 0,'0'0'144'0,"0"0"-93"0,0 0 73 0,0 0-74 0,0 0 109 16,-34 114-110-16,32-61 10 16,2 5-39-16,0-5-10 15,2-7-6-15,7-11-2 16,0-13 0-16,-2-14-2 15,-4-3-2-15,0-5 2 16,3-7 2-16,5-20 8 16,1-19-1-16,-2-15-7 15,-2-8-2-15,-5-6 2 16,1 3-2-16,-3 8-4 16,2 16 1-16,-1 19 3 0,-2 17 3 15,0 12-3-15,0 7-3 16,1 25-16-16,6 12 19 15,5 3 3-15,5-1 0 16,7-5 1-16,4-3-2 16,2-6-1-16,5-9-1 15,-1-8 0-15,3-7 1 16,5-8-2-16,0-8 2 16,-2-13-1-16,-4-10 4 15,-6-3-1-15,-9-4-1 16,-11 2 0-16,-5 4-1 15,-5 10 2-15,0 11 1 16,0 7-1-16,0 4-3 16,-3 14-7-16,-9 14-1 0,-6 14 8 15,10 2 0 1,7-4 6-16,1 1-2 0,3-6-4 16,15-8 0-16,3-9 0 15,6-6 0-15,2-12 1 16,6 0 0-16,3-12-1 15,-2-13 2-15,-3-10-2 16,-2 1-2-16,-7-10-8 16,-4 0-1-16,-4 6 8 15,-8 9-5-15,-5 11 8 16,-3 16 3-16,0 2-3 16,0 16-5-16,-13 15 5 15,0 7 11-15,3 5-6 16,2-2-1-16,4-1-1 0,0-3-2 15,4-10-1-15,0-6-4 16,0-11-97-16,0-8-155 16,5-2-28-16,4-12-149 15</inkml:trace>
  <inkml:trace contextRef="#ctx0" brushRef="#br1" timeOffset="85280.02">13773 8931 1018 0,'0'0'22'0,"0"0"-10"16,0 0 42-16,0 0-54 0,0 0-12 0,0 0-58 15,-13 32-215-15,36-21-376 16</inkml:trace>
  <inkml:trace contextRef="#ctx0" brushRef="#br1" timeOffset="86688.66">14148 8891 1064 0,'0'0'1'15,"0"0"61"-15,-42 81 61 16,31-29 19-16,1 6-37 16,6 3-64-16,1 0 9 0,3-2-41 15,0-8-3 1,13-8-6-16,2-15 1 0,4-13-2 15,5-10 1-15,8-5 0 16,8-9 1-16,6-15-1 16,6-8-32-16,0-7-41 15,-7-2-19-15,-9-3 17 16,-12 4 28-16,-15 9 24 16,-9 8 23-16,0 11 2 15,-12 9 16-15,-13 3-13 16,-5 0 13-16,0 22 9 15,8 4 4-15,7 4 5 16,10 1-20-16,5 2 1 16,11-4 17-16,12-4-22 0,9-2-5 15,5-8-1-15,11-6-5 16,8-6 0-16,11-3-1 16,8 0 0-16,3-12-1 15,-4-8 1-15,-5-4-6 16,-9-6-48-16,-11-7 13 15,-16 0 11-15,-14 5 17 16,-15 5 13-16,-4 7 2 16,-4 10 4-16,-20 5 17 15,-6 5 8-15,-4 0-16 16,3 7 9-16,4 13-2 16,6 3-10-16,10 4 0 0,4 0-6 15,4-4-4-15,3 0-2 16,0-7-1-1,6-3-2-15,8-4 2 16,2-6 1-16,3-3-1 16,7 0-11-16,2-7-15 15,3-11-22-15,1-7-6 0,-1 1 20 16,-3-4-12-16,-5 11 14 16,-10 3 29-16,-5 6 1 15,-7 8 3-15,-1 0 1 16,0 5 6-16,0 15-6 15,6 2 44-15,1 6-32 16,4-3-4-16,8-5 11 16,5-2 5-16,9-9-13 15,4-6-2-15,14-3-7 0,4 0 8 16,11-12-9-16,10-4 2 16,0-4-3-16,-4 0-2 15,-14-1 1-15,-16-4-3 16,-17 1 2-16,-13 1 1 15,-12 3 0-15,-3 6-2 16,-28 9 1-16,-13 5 0 16,-9 0 1-16,-2 7 4 15,7 9 13-15,12 7 0 0,13 1-6 16,12 0-11-16,6-1 0 16,5-2 0-1,0-3 0-15,6-5 0 16,14-5 0-16,8-6 1 15,6-2-1-15,2 0 0 16,6-10-10-16,-5-7-3 0,-3 3-4 16,-5-2 7-16,-8 3-1 15,-6 5 7-15,-9 5 4 16,-5 3 0-16,-1 0 0 16,0 19 1-16,-4 16-1 15,-9 17 42-15,-4 10-4 16,-2 5-6-16,-4 7 7 15,-9 10-13-15,-6 6-19 16,-2 4-5-16,-2-2-2 0,4-9 2 16,0-16-5-16,-4-12 3 15,-7-16 0-15,-7-15-1 16,-5-12 1-16,-3-12 0 16,6-2 3-16,1-24-3 15,11-13 1-15,12-9-1 16,16-9 3-16,18-11-3 15,3-9-1-15,37-3-4 16,20 2-4-16,19 6-3 16,9 6 4-16,15 5 2 15,0 1 1-15,1-1-2 16,2 0 2-16,-4-1-4 16,-7 2 4-16,-11 2 2 15,-19 11 3-15,-20 12 0 0,-24 13 1 16,-13 10 5-16,-8 10 13 15,-16 2 0-15,-27 15-16 16,-14 21-2-16,1 9 10 16,13 5 8-16,20 0-3 15,20-1 4-15,3-5-9 16,26-11 2-16,18-6-7 16,11-8-6-16,9-11-1 15,2-8-37-15,0 0-156 16,-3-15-193-16</inkml:trace>
  <inkml:trace contextRef="#ctx0" brushRef="#br1" timeOffset="87756.37">17330 9269 964 0,'0'0'11'0,"0"0"29"0,0 0 142 0,0 0-118 16,-97-18-7-16,65 45-20 15,-8 8-2-15,2 9 17 16,2-2-1-16,12-6-30 16,10-8-3-16,10-9-18 15,4-6 2-15,6-3-2 16,21-10 2-16,15 0-1 15,6-14 0-15,10-12 0 16,-3-4-1-16,-15-4 0 16,-13 1 0-16,-20-3 5 15,-7 4-5-15,-12 1 0 16,-22 9 0-16,-8 10 0 16,-7 12-2-16,-1 2 2 15,3 28-3-15,7 6 1 16,11 7 2-16,13 1-1 0,9-2-5 15,7-7 5-15,3-3-2 16,22-15 0-16,15-12-6 16,18-5-12-16,13-22 5 15,11-17-24-15,1-12-30 16,-4-8 23-16,-13-4 13 16,-9 0 17-16,-16-6 13 15,-11-4 4-15,-12-8 1 16,-5-1 1-16,-11 5 8 15,-2 16 3-15,0 22-3 16,0 18 25-16,0 21 63 16,-10 21-55-16,-5 36-31 0,-8 26-6 15,0 25 28-15,3 20-1 16,4 22 42 0,3 26-41-16,0 19-20 0,-3 15-8 15,-4 2-3-15,-8-8-3 16,-3-19 0-16,1-28-3 15,2-32 2-15,1-35 1 16,6-33 0-16,1-22 0 16,4-29 3-16,3-12 7 15,0-39-1-15,-3-23-9 16,3-26 1-16,5-23 0 16,8-18 0-16,0-21-1 15,15-17 0-15,24-2-1 16,21 0-4-16,17 18-15 15,11 25-18-15,-1 33-1 16,1 30-21-16,-8 24-3 0,-3 18-65 16,5 12-64-16,-1 8-109 15,-6 6-426-15</inkml:trace>
  <inkml:trace contextRef="#ctx0" brushRef="#br1" timeOffset="89488.61">18589 9178 671 0,'0'0'236'0,"17"-75"-235"0,-4 34 115 0,3 0-55 15,-2 6 3 1,-5 8-18-16,-8 11 8 0,-1 4 43 16,-1 7 30-16,-28 5-71 15,-8 0-43-15,-14 17 6 16,-1 3 23-16,3 5-19 15,4 4-3-15,11 3-9 16,12 1-9-16,7 3-2 16,7 0 1-16,8 2-1 15,5-2-2-15,20 5-1 16,11-1 3-16,6-2-2 0,1-4-5 16,2-6 5-1,-9-5-6-15,-11-4-5 0,-9-7-1 16,-12-6 13-16,-4 0-1 15,-13 0 2-15,-21-2 6 16,-17 4 1-16,-7-2-2 16,-3 0 16-16,1 0-1 15,9 1-5-15,11 0 4 16,12-3 8-16,16-2-19 16,11-2-8-16,1 1-4 15,16-1-16-15,24 0 20 16,20 0 0-16,13-7 0 15,7-12 0-15,-1-2-3 16,1-8-16-16,-3-11-5 16,-7-7-14-16,-6-4 13 15,-8 1 8-15,-16 10 14 0,-13 15 3 16,-16 10 1-16,-11 12 17 16,-2 3 32-16,-27 0-35 15,-12 22-14-15,-6 8-1 16,1 7 9-16,10-2 12 15,14 2-14-15,14-7-3 16,8 3-4-16,11-4 3 16,22-4-2-16,14-3 0 15,5-8-1-15,8-4-1 16,1-8 0-16,5-2 1 16,7 0 0-16,9-12 1 0,5-6-2 15,-2-7 1 1,-5-6-24-16,-15-1-14 0,-22 0 9 15,-19 5 14-15,-20 3 15 16,-4 8 9-16,-28 9-6 16,-18 2 5-16,-19 5 11 15,-5 11 5-15,-1 10 7 16,11 11-12 0,15 3-5-16,11 2-11 0,10 1 4 15,12-3-7-15,10-1-1 16,2-5 0-16,10-5 1 15,15-8-2-15,9-6 2 0,7-9-2 16,8-1 0 0,2-6-23-16,1-18-32 0,3-9 3 15,-9-14 6 1,-1-16-13-16,-9-13 21 0,-8-15 29 16,-6-11 10-16,-5-6 1 15,-9 6 2-15,-3 20 2 16,-5 26 1-16,0 28 19 15,0 22 54-15,-12 10-39 16,-11 39-34-16,-7 17-5 16,4 20 30-16,1 3-17 15,15 4 12-15,5 1-6 16,5-1-9-16,0-10-9 16,21-9 0-16,7-15-1 15,7-15-1-15,5-16 0 0,8-12 1 16,13-10 0-16,4-6 1 15,6-19-1-15,-4-12-1 16,-12-9-21-16,-14-9-7 16,-16-3 9-16,-14 0 16 15,-11 13 4-15,0 10 0 16,-23 19 1-16,-13 16 10 16,-10 7-2-16,-4 26 13 15,6 5-2-15,15 5 1 16,11-1-14-16,12-4-5 15,6-1-1-15,0-8 0 16,6-8-1-16,11-8 0 16,5-3-2-16,5-10-2 0,6 0 4 15,1-6 0 1,4-17-5-16,3-8 0 0,-5-2 3 16,3-4-2-16,-9 7 4 15,-13 9 0-15,-6 11 0 16,-8 9 1-16,-3 1-1 15,0 11-8-15,0 17 6 16,-6 2 2-16,-2-3 1 16,8-4 0-16,0-3 0 15,0-6-1-15,0-2 1 16,6-7-2-16,5-3 1 16,5-2 0-16,5 0 3 0,6-13-2 15,3-9 3 1,0-5-2-16,0-3-2 0,-2-4 0 15,-3 1 0 1,-3 7 3-16,-6 10-3 0,-7 7 0 16,-4 6 0-16,1 3-3 15,-3 3-10-15,2 13 13 16,1 1 0 0,-1-1 1-16,2-5-1 0,-1-2 1 15,1-5-1-15,-1-4 3 16,6 0-1-16,3 0 2 15,4-8 0-15,3-8 0 16,4-4 0-16,0 0-3 16,0-1 2-16,-2 3-3 0,-7 7-2 15,-4 5 1-15,-8 6-1 16,-4 3-2-16,-1 25 4 16,0 7 9-16,0 2 0 15,0-5-5-15,0-8-4 16,3-8 0-16,11-7-5 15,10-9-1-15,5 0-17 16,10-22-132-16,4-5-126 16,2-8-199-16</inkml:trace>
  <inkml:trace contextRef="#ctx0" brushRef="#br1" timeOffset="90727.3">21478 8868 782 0,'0'0'241'0,"0"0"-231"0,0 0 186 0,0 0-78 16,0 0 13-16,0 0-108 15,-60-18-20-15,26 46 31 16,-4 7 7-16,9 2-6 15,5-1-6-15,10 3-11 16,10-1-3-16,4-4-11 0,4-2-3 16,24-2 2-1,10-8-2-15,8-7-1 0,6-11 0 16,5-4-7-16,4-3-37 16,-4-20-11-16,2-6 21 15,-2-9-21-15,-6-1 19 16,-8-7 9-16,-9 3 17 15,-13 5 10-15,-15 7 4 16,-6 9 2-16,-7 9-3 16,-23 12 9-16,-9 1-4 15,-1 6 12-15,1 17-5 16,6 5-7-16,8 7 5 16,7-1-7-16,8-2-4 0,8-1 4 15,2-6-3 1,0-7-2-16,2-6-1 0,13-8 0 15,4-4 0 1,9 0-4-16,4-4-17 0,2-17-29 16,3-4 15-16,2-4-1 15,-5-2 19-15,-1 3 9 16,-8 7 4-16,-11 8 2 16,-8 9 2-16,-6 4 4 15,0 3 2-15,-6 16-3 16,-6 5 17-16,0 2-9 15,6-1-4-15,6-5-1 0,0-4 1 16,0-1 0 0,6-3-1-16,13-8 0 15,4 0 3-15,9-4-2 16,3 0-3-16,1-7-2 0,0-7-1 16,0-5-1-16,5-6 0 15,-2-7 0-15,-3-5-1 16,-2-4-3-16,-9-3 2 15,-7 6 2-15,-13 7 2 16,-5 9 1-16,-2 7-1 16,-19 10-1-16,-4 5-2 15,0 0 2-15,1 5-1 16,3 17 0-16,3 0 0 16,8 5-1-16,4 0 1 15,1-1 0-15,5-4 0 0,0-3 1 16,0 1-2-16,9-4 1 15,3 1-1-15,1 1 1 16,3 0 0-16,-3-2 0 16,-3 0 0-16,1 2-2 15,-1-4 1-15,-1 1 0 16,2-3 1-16,-1-3 1 16,0-3-1-16,6-6-2 15,1 0 2-15,7 0-1 16,0-4-10-16,-1-12-11 15,3-1 2-15,1-7-5 16,-2-5 2-16,5-4 14 0,-3-5 0 16,0-4 7-16,-6 0 2 15,-5 1 0-15,-4 9 0 16,-7 6 3-16,-5 10 34 16,0 9 7-16,0 3-14 15,0 4-5-15,-6 0-25 16,-5 7-5-16,-3 9 5 15,0 7 0-15,6-1 0 16,3 0-1-16,5 4 1 16,0-2 2-16,10 1 1 15,10 0 3-15,2-5-5 16,2 2 4-16,-4-3-4 16,-5 1 0-16,-4-1 3 15,-1-2 3-15,-10-1 1 16,0 1-5-16,-30 3 0 0,-22-1 1 15,-21 2-4-15,-18-2-108 16,-13 0-326-16</inkml:trace>
  <inkml:trace contextRef="#ctx0" brushRef="#br1" timeOffset="92615.3">24606 8609 215 0,'0'0'94'0,"0"0"-17"0,0 0 35 16,0 0-48-16,0 0-20 15,0 0 12-15,0 0 4 16,0 0 9-16,0 0-17 16,0 0-16-16,0 0 14 15,0 0-11-15,0-6 0 16,-3-1 9-16,-4-4-4 16,1 0 19-16,-5-3-10 0,2-3 15 15,-2 0-24-15,-1-5-14 16,1 1-15-16,-1 0 0 15,2 2 7-15,-1 1 19 16,-1 5-26-16,5 5 7 16,1 4 17-16,3 3-9 15,0 1-11-15,3 0-2 16,0 0-2-16,0 0-8 16,0 0 1-16,0 0-4 15,0 0-4-15,0 0-1 16,4 1-2-16,13 15 3 15,7 3 4-15,2 5 9 16,4 0-10-16,3 1 2 16,11-1 2-16,6 1 4 0,17-6-6 15,11-4 6-15,8-6-5 16,3-3-3-16,-6-2-2 16,-13-2 4-16,-18-1-5 15,-17 0 0-15,-16-1 0 16,-13 2 3-16,-6-2-2 15,0 2 8-15,0 2 8 16,-19 6 20-16,-22 14-23 16,-21 11-7-16,-16 9 8 15,-12 9 4-15,-2 8-11 16,-2 5 2-16,4 5-9 16,7-2 0-16,17-6 1 0,19-7-2 15,18-14-1-15,19-4-10 16,10-13-12-16,7-11-60 15,25-11-160-15,9-3-60 16,4-18-128-16</inkml:trace>
  <inkml:trace contextRef="#ctx0" brushRef="#br1" timeOffset="94160.58">26441 8299 127 0,'0'0'31'0,"0"0"23"15,0 0 9-15,0 0-7 16,0 0-8-16,0 0-24 16,0-2 17-16,0-2 50 0,0-3-64 15,0 3-16 1,0 1 66-16,2-1-8 0,-1-1 2 16,-1 5 17-16,0 0 4 15,0 0-14-15,0 0-28 16,0 0-23-16,0 0-22 15,0 0-5-15,0 6 3 16,-9 0 15-16,2 0 9 16,-4-1 26-16,-2-5-16 15,1 0-2-15,-3 0 3 16,-1-3-12-16,-1-11-13 16,2-3 7-16,5-4-4 15,1-4 5-15,9-4-11 16,0-6-3-16,15 3-2 15,12-1-5-15,5 7 0 0,1 11-2 16,-3 7 1-16,-3 8 1 16,-6 3-1-16,1 29 1 15,-2 17 5-15,-7 16 10 16,-5 11 18-16,-8 7-4 16,-5 6-13-16,-23-3-6 15,-3-4-3-15,-7-14-7 16,-1-15 2-16,2-17-1 15,1-14 3-15,14-8 4 16,9-8 10-16,7-6 2 16,4-10 2-16,2-16 1 15,0-13-23-15,0-9 0 0,14-2-1 16,5 0-2 0,3 10 3-16,-5 12 0 0,-3 14-4 15,-6 14 2-15,1 3-10 16,1 22 0-16,8 9 12 15,2 3 3-15,0 0-2 16,2-4-1-16,1-5 0 16,6-7-5-16,5-7 4 15,2-8-47-15,7-6-113 16,-1 0-52-16,3-17-46 16,-2-11-134-16</inkml:trace>
  <inkml:trace contextRef="#ctx0" brushRef="#br1" timeOffset="94466.2">26990 8313 590 0,'0'0'122'0,"0"0"72"0,0 0 41 0,0 0-132 0,0 0-80 15,0 0 9-15,-73 43 46 16,52-7 2-16,12 0-45 16,6-1 10-16,3-1-9 15,9-5-16-15,18-5-12 16,9-7-1-16,7-8 0 15,2-9-2-15,-2 0-1 16,-3-13 1-16,-8-14-2 16,-8-12 5-16,-12-9 3 0,-12-13 14 15,0-5-15 1,-24 1-8-16,-7 9-2 0,-4 16 0 16,2 20-1-16,1 15-10 15,-1 7-43-15,1 28-84 16,6 9-91-16,5 4-107 15,6-1-251-15</inkml:trace>
  <inkml:trace contextRef="#ctx0" brushRef="#br1" timeOffset="95549.35">27577 8296 1119 0,'0'0'26'16,"0"0"243"-16,0 0-161 15,0 0-86-15,0 0-12 16,0 0-5-16,41 65 19 16,-33-34-10-16,-2-1 3 15,-2-5-6-15,0-5-2 16,0-4-4-16,2-6-4 15,-3-4 0-15,0-4 0 16,0-2 0-16,3 0 6 16,10-2 7-16,6-19-7 15,7-8-3-15,1-4-4 16,-5-1 1-16,-7 5 1 16,-6 8-1-16,-3 7 0 0,-8 9 3 15,-1 4 0-15,0 1-4 16,0 4-6-16,0 15-3 15,-1 8 9-15,-3 2 1 16,4-4 0-16,0-4 3 16,0-4-4-16,4-6 1 15,3-4 0-15,4-3-1 16,3-2 5-16,3-2-1 16,4 0 1-16,-1-6-4 15,0-11 1-15,1-6 0 16,-3-5-1-16,0-1-1 15,-3 1-5-15,-2 3 2 16,-5 7 2-16,-5 10 0 16,-3 5 0-16,0 3-2 15,0 13-12-15,-3 12 9 0,-5 6 4 16,4 3 3-16,4-5-1 16,0 1 0-16,0-4-4 15,9-6 4-15,8-3 3 16,5-9-2-16,4-2 1 15,4-6 0-15,3 0-2 16,0-2-4-16,-2-14-29 16,-4-5-3-16,-2-7 14 15,-4-2-7-15,-6 1 19 0,-7 5 1 16,-5 10 9-16,-3 7 1 16,0 3 1-1,0 4 22-15,-3 11-24 0,-12 20 2 16,-5 15 26-1,4 13-4-15,4 12 10 0,5 7 0 16,4 4-8-16,1 0-15 16,2-5-10-16,0-8 4 15,0-10-5-15,0-15-1 16,0-14 1-16,2-14-2 16,1-10 1-16,1-6 1 15,6-4 2-15,4-22-2 16,2-16-24-16,1-12 18 15,-5-12-22-15,-1-14-3 16,-3-13 15-16,0-10 5 0,-1 2-3 16,0 11 3-16,1 22 9 15,3 18 2-15,0 22 2 16,4 12 1-16,3 9-3 16,-1 7-3-16,3 0-6 15,0 16 3-15,-1 9 4 16,-1 5 1-16,-9 1 0 15,-9-1 1-15,0-3 0 16,-11-4 0-16,-15-3 11 16,-6-5 2-16,-4-4-5 15,2-3-5-15,3-3-3 16,7-4-2-16,5-1-73 0,5 0-164 16,10-8-103-16</inkml:trace>
  <inkml:trace contextRef="#ctx0" brushRef="#br1" timeOffset="95987.11">28708 7909 891 0,'0'0'47'0,"0"0"26"0,0 0 157 0,0 0-171 15,0 0-44-15,0 0-15 0,-11 26 0 16,22 32 106 0,2 9-81-16,-3 6 29 15,1-3 5-15,1-7-21 16,-3-11-13-16,-2-11-9 0,-1-12-7 16,-3-9 1-16,1-10-6 15,-2-10-1-15,-2 0-1 16,3 0 10-16,5 0 3 15,4-18 11-15,7-10-4 16,6-9-19-16,-1 5-3 16,-1-1 2-16,-4 10-1 15,-9 8 1 1,-1 9 8-16,-7 6 14 0,-2 0-22 0,4 0-2 16,7 3-6-1,6 15 3-15,6 3 3 16,4-3 0-16,-2 2-2 0,-1-2 0 15,0-1-58-15,0 1-145 16,3-1-146-16,3-5-425 16</inkml:trace>
  <inkml:trace contextRef="#ctx0" brushRef="#br1" timeOffset="99639.99">7971 9278 502 0,'0'0'30'0,"-43"-121"62"0,29 86 93 0,7 20-51 0,2 7 10 16,4 8-16-16,1 0-62 15,0 13-58-15,0 19 7 16,0 12 52-16,0 8-23 15,4 8-7-15,5 5 12 16,0 8-2-16,-4 0-23 16,-1-2-17-16,-4-2 6 15,0-5-12-15,0-10 0 16,0-16-1-16,0-16 0 16,0-13 0-16,0-8 1 15,0-1 4-15,0-11 11 16,0-23 1-16,0-17-17 15,3-16-6-15,0-4 4 0,2 8 1 16,-2 10 1-16,0 15-1 16,-2 19 1-16,1 13 2 15,-2 6-1 1,4 0-1-16,11 6-22 0,7 9 13 16,11 5 9-16,9-6 1 15,0-6-1-15,7-6-1 16,-4-2-1-16,1-7 2 15,-3-14-2-15,-10-2 2 16,-6-1-7-16,-12-7 4 16,-12-5 2-16,-3-10 2 15,0 0 0-15,-12 5 8 16,0 13-9-16,3 9 5 0,4 13 3 16,1 6 8-16,3 22-16 15,-4 24-2-15,-1 17 2 16,2 8 15-16,2 4-12 15,2-4-3-15,0 0 0 16,0-3-3-16,3-10-1 16,11-15-102-16,5-18-87 15,11-19-13-15,6-6-130 16,4-22-191-16</inkml:trace>
  <inkml:trace contextRef="#ctx0" brushRef="#br1" timeOffset="100077.33">8695 9604 319 0,'0'0'570'0,"0"0"-503"15,0 0 133-15,0 0-161 0,0 0-20 16,64-72-8-16,-45 46 1 16,-7 5 6-16,-5-2-2 15,-7 1 28-15,0 8-10 16,-3 3-7-16,-14 8 47 15,-7 3-45-15,-6 7-26 16,-4 17-2-16,1 5 2 16,8 0 1-16,6 6 4 15,5-6-8-15,11 0 2 0,3-2-2 16,0-6 0-16,0-7-4 16,12-7-4-16,4-6-2 15,3-1-23-15,4-7 15 16,7-13 10-16,0-7-6 15,-4 4 8-15,-6 7 5 16,-10 8 2-16,-2 8-2 16,2 0 3-16,-1 22-1 15,7 10 45-15,-2 2-23 16,-5 2-11-16,9-4-7 16,-6-6-4-16,4-3-1 15,-4-11 0-15,3-7-15 16,6-5-161-16,4-9-106 0,2-22-381 15</inkml:trace>
  <inkml:trace contextRef="#ctx0" brushRef="#br1" timeOffset="100263.14">9250 9213 1277 0,'0'0'10'0,"0"0"62"0,0 0-41 0,0 0-31 0,0 0-23 16,0 0-83-16,-20 76-195 16,25-33-559-16</inkml:trace>
  <inkml:trace contextRef="#ctx0" brushRef="#br1" timeOffset="100390.35">9209 9726 1320 0,'0'0'70'0,"0"0"228"15,0 0-213-15,0 0-55 16,0-80-23-16,8 66-7 16,-2 10-38-16,-6 4-274 15,0 0-627-15</inkml:trace>
  <inkml:trace contextRef="#ctx0" brushRef="#br1" timeOffset="102736.66">29389 7679 450 0,'0'0'4'0,"0"0"56"0,0 0-17 16,0 0 38-16,0 0-7 15,0 0-61-15,-67-80 6 16,47 63-1-16,-5 0 56 15,-3-3-64-15,-6-3-4 16,-8 0 27-16,-6-2-30 16,-7-2-1-16,-6-3 7 15,-8 4-2-15,-7 1-5 16,-6 0 5-16,-8 0-3 16,-8 4-3-16,-3 1 7 15,-7 5-2-15,-1 5-3 0,3 2 7 16,5 4-6-16,6 4 4 15,1 0 5-15,-3 0-7 16,-4 9-2-16,1 5-2 16,-1-3 3-16,6-2-4 15,5 2-1-15,9 1 2 16,3 1 2-16,4 6 1 16,6 2-3-16,-2 3 1 15,6 2 3-15,2 6-1 16,7 1 5-16,3 3-6 15,-3 5 0-15,3 2 4 0,-5 10-1 16,3 4-2-16,-1 2-4 16,1 4 8-16,2 8-4 15,4 3 1-15,1 4 4 16,6 3-2-16,2-3-4 16,3-4 4-16,-1 3-7 15,2 3 10-15,0-1-5 16,5-2-4-16,5-7 2 15,2 2 2-15,6-6-2 16,1 1-4-16,6-6 4 16,4 0-3-16,6-2 0 15,0-4 3-15,5 2-4 0,16 0 2 16,4 0 6-16,8-3-1 16,7-2 2-16,8-1-2 15,7 1-1-15,11 4-4 16,16-2 2-16,15 3-2 15,15 0 2-15,11-3 1 16,10-2-2-16,6-5 0 16,-3-5-2-16,1-8-1 15,-9-10-1-15,-4-9 1 16,0-10 0-16,1-5 3 16,1 0-2-16,1-16 7 15,4-5-6-15,6-11 3 16,0-5-5-16,5-13 1 15,-6-10-2-15,-8-12 2 0,-8-11 0 16,-13-6 0-16,-16-10 3 16,-13-10-2-16,-16-4-1 15,-7-2 0-15,-9-4 8 16,-7 2-8-16,-3-6-1 16,-3-3 5-16,-6 2-4 15,-9 3 3-15,-18 3-2 16,0 3-1-16,-40 9-1 15,-29 6 0-15,-36 12-8 16,-48 15-61-16,-52 9-174 16,-48 8-247-16</inkml:trace>
  <inkml:trace contextRef="#ctx0" brushRef="#br1" timeOffset="108451.95">6451 9954 1223 0,'0'0'142'0,"0"0"-124"16,0 0 66-16,0 0 6 0,0 0-60 16,0 0-26-1,0 0-2-15,80-26 4 0,-28 8 0 16,-2 2-6-16,-1 5 1 16,-15 3-1-16,-10 4-51 15,-12 1-112-15,-6 3-67 16,-6-5-86-16,0 3-454 15</inkml:trace>
  <inkml:trace contextRef="#ctx0" brushRef="#br1" timeOffset="108612.9">6718 9790 1033 0,'0'0'138'16,"0"0"-126"-16,0 0 152 15,0 0-74-15,0 0 19 0,0 0-59 16,46 100-27-1,-42-53-2-15,-4 8-21 0,-14 12-51 16,-22 6-328-16,-11 4-585 16</inkml:trace>
  <inkml:trace contextRef="#ctx0" brushRef="#br1" timeOffset="109090.79">6136 12576 912 0,'0'0'11'0,"0"0"130"0,0 0-18 0,0 0-73 15,0 0-24-15,0 0 15 0,46 7 38 0,-7-7-13 16,13-5-21-16,8-9-11 16,-5-3-28-16,-1 3-6 15,-10 4 0-15,-8 3-16 16,-6 2-155-16,-5-3-78 15,-8-1-94-15</inkml:trace>
  <inkml:trace contextRef="#ctx0" brushRef="#br1" timeOffset="109222.4">6594 12402 937 0,'0'0'96'0,"0"0"51"0,0 0 34 16,0 0-106-16,0 0-54 15,0 0 9-15,-12 99 50 16,12-44-72-16,0 11-8 15,-2 9 0-15,-14 6-173 16,-2-6-300-16</inkml:trace>
  <inkml:trace contextRef="#ctx0" brushRef="#br1" timeOffset="109998.93">7922 11923 1130 0,'0'0'0'0,"0"0"0"0,18 78 183 0,-11-28-38 0,-2 2-78 16,-2 4 12-16,-3 1-31 16,0 4-17-16,0-4-15 15,-9-2-14-15,-5-10-2 16,5-8-1-16,3-13-2 16,3-11-11-16,3-9-69 0,0-4-61 15,0-5 25 1,0-18 32-16,2-11-23 0,4-4 67 15,0 1 13-15,1 6 15 16,-1 7 14-16,-4 13 1 16,2 5 13-16,-1 5 21 15,0 1-10-15,7 0-19 16,7-2-1-16,10-1 21 16,6 2-2-16,6-5-21 15,5-1 1-15,1-8-3 16,1-6 3-16,-7 0-3 15,-5-6 0-15,-10-1 0 16,-9-3-1-16,-6-3 2 16,-6 4 4-16,-3 5 3 15,0 9 4-15,0 14 121 0,0 2-3 16,0 8-95-16,0 23-34 16,0 15 16-16,-3 8 40 15,1 1-18-15,-2 5-23 16,3 0-6-16,-1 4-10 15,2-3 0-15,0-2-3 16,0-7-29-16,10-8-143 16,7-12-72-16,7-14-101 15</inkml:trace>
  <inkml:trace contextRef="#ctx0" brushRef="#br1" timeOffset="110500.79">8814 12664 1056 0,'0'0'39'15,"0"0"-30"-15,0 0 128 0,0 0-91 0,0 0-34 0,67-77 2 16,-43 50 2-16,-5-1 1 15,-8-1-6-15,-10 1 4 16,-1 3-4-16,0 6 36 16,-16 10-3-16,-5 6-11 15,-7 3 9-15,-4 14-13 0,1 13-14 16,0 4-9-16,7 3 9 16,6-3-5-1,6-1-7-15,6-2-2 0,6-5-1 16,0-4-7-16,0-5-2 15,8-6 5-15,8-4 1 16,2-4-2-16,6 0-8 16,1-13 3-16,2-6-8 15,1 0 7-15,-3 2 6 16,-3 4 5-16,0 8-4 16,-1 5 3-16,-2 0-5 15,2 15 0-15,-2 7 5 16,-5-1 2-16,-2 3-3 0,-3 1 3 15,-2-1-2-15,-2 0-1 16,-4-3-2-16,1-3-184 16,-2-6-109-16,3-11-366 15</inkml:trace>
  <inkml:trace contextRef="#ctx0" brushRef="#br1" timeOffset="110707.19">9754 12314 1006 0,'0'0'403'0,"0"0"-396"0,0 0 79 0,0 0-77 0,0 0-9 15,0 0-49-15,-10-17-126 16,26 36-88-16,-6 5-398 15</inkml:trace>
  <inkml:trace contextRef="#ctx0" brushRef="#br1" timeOffset="110858.13">9775 12603 1380 0,'0'0'25'15,"0"0"241"-15,0 0-144 16,0 0-99-16,0 0-12 15,0 0-11-15,-18-45-2 0,25 43-51 16,4-2-202-16,4 2-367 16</inkml:trace>
  <inkml:trace contextRef="#ctx0" brushRef="#br1" timeOffset="111876.16">10940 11862 860 0,'0'0'14'0,"0"0"122"0,0 0 19 0,0 0-113 16,0 0-34-16,6 98 124 0,-6-32-60 15,-18 4 8-15,-3 0-24 16,-6 0-28-16,-1-6-7 16,2-6-9-16,3-17-6 15,8-18-6-15,9-11 2 16,6-12-1-16,0-3-1 16,0-29 12-16,13-15-9 15,11-18-2-15,5-13-2 16,0-13 0-1,1-12 1-15,0-5-1 0,1 1 1 16,-1 18 0-16,-3 26 0 16,-8 30 0-16,-4 32-1 0,3 13-15 15,2 36 16 1,-1 18 4-16,5 12 9 0,-6 10 8 16,0 6 14-16,-6 4-21 15,4-2-11-15,-2-7-3 16,-3-18 0-16,1-13-1 15,-4-16-2-15,-5-12-9 16,-3-11-122-16,0-8-77 16,-17-10-40-16,-16-1-217 15</inkml:trace>
  <inkml:trace contextRef="#ctx0" brushRef="#br1" timeOffset="112062.9">10798 12364 1115 0,'0'0'4'0,"0"0"185"0,0 0-55 0,0 0-92 0,0 0-40 0,0 0-2 15,111-71 0-15,-34 47-3 16,4-2 1-16,5 1-5 16,-2 4-56-16,-5 2-121 15,-11 5-110-15,-12 2-237 16</inkml:trace>
  <inkml:trace contextRef="#ctx0" brushRef="#br1" timeOffset="112393.49">11686 12062 28 0,'0'0'897'0,"0"0"-703"0,0 0 67 16,0 0-126-16,0 0-60 16,0 0-61-16,-12 9-13 15,12 28 68-15,0 8-4 16,8 4-45-16,2-1 14 15,-1-1-24-15,1-4-4 16,2-10-4-16,0-7-2 16,-1-10 0-16,-1-9-1 15,4-7-1-15,3 0 2 16,6-11 0-16,11-25 2 16,3-12-2-16,4-10-3 15,-8-1 1-15,-7 2-5 16,-6 4-3-16,-11 8-5 0,-2 11-11 15,-5 14-8-15,-2 13-38 16,0 7-55-16,0 12-109 16,0 15-139-16,-2 6-162 15</inkml:trace>
  <inkml:trace contextRef="#ctx0" brushRef="#br1" timeOffset="112973.69">12325 12316 868 0,'0'0'92'16,"0"0"-42"-16,0 0 200 16,0 0-140-16,0 0-54 15,100-72 3-15,-56 37-41 0,0-2 1 16,-6 4-2-16,-11 0-13 16,-15 3 2-16,-12 5 4 15,-3 8-1-15,-27 9-1 16,-11 8-6-16,-7 5 3 15,-4 19-1-15,4 5 5 16,6 2 20-16,9 4-22 16,11-3-3-16,11 0-4 15,7 0 0-15,4-7-6 16,7-5 1-16,20-6 1 16,6-10-2-16,6-4-18 0,1-4-36 15,-3-12-7-15,-4-2 20 16,-8 0 27-16,-9 5 19 15,-5 6 1-15,-5 7 0 16,0 0 5-16,2 25-2 16,2 20 82-1,-2 25-16-15,-5 18-34 0,-3 27-6 16,0 17-9-16,0 9-15 16,-14 7-2-16,-10-5-2 15,-10-9-2-15,-11-14 1 16,-13-17 0-16,-7-18 1 15,-10-22 1-15,-3-19 1 16,7-24 9-16,6-20 46 0,15-15-23 16,19-44-8-16,18-29-18 15,13-30-9-15,19-27 4 16,33-21-8-16,18-15 2 16,18 9-1-16,15 19-4 15,7 32-19-15,5 36 4 16,-2 27-70-16,-8 26-86 15,-5 13-120-15,-3 12-186 16</inkml:trace>
  <inkml:trace contextRef="#ctx0" brushRef="#br1" timeOffset="113411.15">13873 11871 323 0,'0'0'291'0,"0"0"-289"0,0 0 71 0,0 0-3 0,0 0 15 16,0 0 4-16,87-37 31 15,-81 26-25-15,2-3 14 16,0-4-33-16,0-3-27 15,-2 1 4-15,-2 1-3 16,-4 3-1-16,0 2 28 16,-6 4-18-16,-14 4-17 15,-12 6-11-15,-11 10-15 16,-2 21 10-16,-6 15-2 0,6 14-4 16,2 11 5-16,7 9 3 15,6 2-8-15,11-6-8 16,9-1-1-1,10-8-9-15,7-11-1 0,29-12-1 16,12-12-2-16,10-19 1 16,9-13-6-16,6 0-13 15,2-23-58-15,-4-9-90 16,-1-4-153-16,-4-8-143 16</inkml:trace>
  <inkml:trace contextRef="#ctx0" brushRef="#br1" timeOffset="113664.71">14708 11784 1088 0,'0'0'21'15,"0"0"185"-15,0 0-38 16,0 0-77-16,-105 3-20 16,66 21-14-16,-6 8-2 15,-3 9-3-15,-1 3-15 16,7 3-3-16,8 0-11 15,12-3-10-15,13-2-13 16,9-6 0-16,0-5 0 16,28-3-1-16,6-4-1 15,10-7-1-15,3-3 3 0,-2-7-12 16,-2-6-76-16,1-1-159 16,-4-7-203-16</inkml:trace>
  <inkml:trace contextRef="#ctx0" brushRef="#br1" timeOffset="113844.13">15073 12120 1145 0,'0'0'150'16,"0"0"-110"-16,0 0 153 0,0 0-103 16,0 0-82-1,0 0-8-15,0-12-9 0,0 12-168 16,-5 0-270-1</inkml:trace>
  <inkml:trace contextRef="#ctx0" brushRef="#br1" timeOffset="114389.49">15756 11856 14 0,'0'0'87'0,"0"0"-87"0</inkml:trace>
  <inkml:trace contextRef="#ctx0" brushRef="#br1" timeOffset="116264.11">15853 11814 244 0,'0'0'413'0,"34"-113"-341"0,-26 59 94 0,-8 8-12 0,0 12-15 0,-3 13 17 0,-5 9-104 15,4 8 67-15,1 4-70 16,-8 21-41-16,-2 27-7 15,-11 15 5-15,-3 11 19 16,2-7 1-16,5-1-6 16,3-6-7-16,4-3-11 15,5-8-1 1,2-12-2-16,4-13 1 0,1-12 0 16,1-8 0-16,0-4-1 15,0 0 1-15,0 0 7 16,0-15 4-16,14-14-3 15,9-6-8-15,4-2-3 16,3 5 3-16,0 5 0 0,-1 11-2 16,4 9 1-16,3 7-7 15,3 2 7-15,-1 28-2 16,-2 7 2-16,-7 6-1 16,-9 3 2-16,-9 0-1 15,-8 0 1-15,-3-7-2 16,-3-5 2-16,-16-9 2 15,-2-4-2-15,-3-11 3 16,-3-1-2-16,0-8 2 16,-1-1 0-16,0-3-3 15,2-12 2-15,8-4-1 16,5 3-1-16,5 5 1 16,5 3-1-16,3 7 0 15,0 1-4-15,3 0-9 0,21 1-3 16,12 8 16-1,9-2-4-15,4-3 3 0,5-2-24 16,2-2-58-16,2 0-28 16,2-12 2-16,-6-5-29 15,-3-4-28-15,-12-3 31 16,-11-3 59-16,-12-4 55 16,-7-1 21-16,-9 4 14 15,0 6 26-15,0 9 65 16,0 8 32-16,-3 5-25 15,-7 0-49-15,-1 18-51 16,1 8 12-16,1 2 46 16,2 0-36-16,7-2-13 15,0-1-9-15,0-3 1 16,14-2-8-16,3-8-4 0,8-5 4 16,5-7-3-16,3 0 3 15,4-11 3-15,3-12 1 16,-1-5-7-16,-1-9 1 15,-2-10-3-15,-7-7 0 16,-5-9 0-16,-6-9 0 16,-9-7-7-16,-9-8 3 15,0 2-14-15,0 13-1 16,-8 18 15-16,-3 26 4 16,2 16 0-16,1 12 9 0,-5 6-4 15,-1 33-5-15,-2 22 0 16,2 14 13-16,7 11 9 15,4-2 8 1,3 0-8-16,0-2-9 0,4-8-6 16,16-11-5-16,8-15 1 15,7-15-3-15,9-16-1 16,3-11 1-16,6-6 3 16,2-23-3-16,4-14 1 15,0-14 0-15,-2-9-2 16,-6-12-3-16,-5-8 0 15,-12-8-7-15,-4-12-1 16,-9-6 3-16,-8-6-4 0,-7 6-27 16,-6 23 4-1,0 28 33-15,0 28 3 0,-10 27 3 16,-9 21-3 0,-1 33 2-16,-1 19 0 0,4 13 33 15,10 12 0 1,7 0 0-16,0 3-30 0,3-7 9 15,15-8-8-15,2-12-6 16,4-14 0-16,2-14-1 16,4-17 1-16,0-11 0 15,3-17 1-15,1-1 0 16,4-27 6-16,-1-12-3 0,-3-11-4 16,-6-5 1-1,-6-6 0-15,-6-4-1 16,-6 5-3-16,-7 7 2 15,-3 16 1-15,0 14 0 0,0 14 4 16,0 7 0-16,0 2-3 16,0 4-1-16,0 16-15 15,0 6 15-15,0 7 0 16,0-2 0-16,2 2 0 16,8 3 0-16,-2-1-1 15,-4-1 1-15,-1 0 1 16,-3-5-1-16,0-2 1 15,-1-8 2-15,-19 1 2 16,-7-7-4-16,-13 0 0 16,-8-5-1-16,-15-6-130 0,-11-2-164 15,-15 0-254 1</inkml:trace>
  <inkml:trace contextRef="#ctx0" brushRef="#br1" timeOffset="116630.64">16262 11610 1018 0,'0'0'2'0,"0"0"13"0,0 0 139 0,0 0-106 0,0 0-48 0,0 0-1 0,0 0-1 16,-19-5 4-16,23 14 4 15,0-3 2-15,1-1-1 16,1-4 2-16,-2-1-7 16,5 0 2-16,5 0 10 15,-1-11 2-15,5-11 9 16,-3 1-15 0,-5 0-3-16,-7 3 14 0,-3 6 33 15,-3 3 21-15,-21 5-47 16,-7 4-20-16,-8 6-8 15,-2 17-3-15,6 12-4 16,12 9-53-16,12 2-175 16,6 0-208-16</inkml:trace>
  <inkml:trace contextRef="#ctx0" brushRef="#br1" timeOffset="119639.61">18768 11541 1019 0,'0'0'3'0,"0"0"56"0,0 0 15 0,0 0-17 15,-1-73-38-15,14 52-13 16,1 0 6-16,0 3 1 16,-3 2 8-16,-2 2-8 15,-3 4 1-15,-5 4 25 0,-1 6 9 16,0 6 16-16,0 34-61 16,0 25-1-16,-7 29 11 15,-8 13 4-15,0 14 17 16,3 9-16-16,0 6-16 15,0-3-2-15,2-5-1 16,2-16-8-16,1-13-24 16,-1-18-123-16,-2-19-11 15,-9-16-40-15,-5-19-111 16</inkml:trace>
  <inkml:trace contextRef="#ctx0" brushRef="#br1" timeOffset="120327.16">18369 12097 863 0,'0'0'0'15,"68"-91"0"-15,-14 47 25 16,9 1 27-16,9 5-17 16,2 8-9-16,1 8-3 15,-6 9 5-15,-11 8-21 16,-14 5-3-16,-10 7-3 15,-16 12 2-15,-11 8-3 16,-7 9 16-16,-1 4 0 16,-20 7 12-16,-5 0 5 15,4-5 8-15,3-6 0 16,11-7-19-16,8-11-19 0,0-5-3 16,20-10 0-16,16-3 0 15,8-10 3-15,10-18-3 16,4-7 1-16,-10-9-1 15,-8-2-4-15,-17-2 2 16,-16-7 2-16,-7 2 0 16,-12 8 2-16,-14 9 1 15,-2 14 7-15,-4 16 15 16,-2 6-3-16,1 17-8 16,0 16-7-16,8 9 5 15,8 3-7-15,12 2-3 16,5-3 1-16,8-5-3 15,16-7 0-15,7-6 0 0,8-11 2 16,4-8-2-16,6-7 5 16,5-3-4-16,-4-16-2 15,-4-7 1-15,-11-2-1 16,-8-7-12-16,-13-3 12 16,-7-4 1-16,-3-2 1 15,-4 4 1-15,0 8-1 16,0 9 0-16,0 12 1 15,0 11 4-15,0 0-2 16,0 27-4-16,0 7 0 16,0 5 1-16,5-1 1 15,4-4 3-15,3 1 0 0,3-4 3 16,3-4-5-16,-2-4 0 16,4-8-1-16,-1-3-2 15,3-8-11-15,5-4-128 16,2 0-218-16</inkml:trace>
  <inkml:trace contextRef="#ctx0" brushRef="#br1" timeOffset="120785.11">20385 11359 919 0,'0'0'10'0,"0"0"-6"0,0 0 123 0,0 0-61 15,0 0-58-15,23 98 126 16,-5-22-53-16,-2 10-9 15,1 0 6-15,2-7-43 16,8-9-33-16,1-10 6 16,5-14-8-16,0-10 0 0,-2-16 0 15,3-11-4-15,-4-9 4 16,5-13 5-16,-1-24 4 16,0-13-3-16,-1-9-4 15,-6-12 0-15,-3-12 1 16,-5-7-3-16,-10-6-1 15,-7 9 0-15,-2 23-18 16,0 20-14-16,-9 25 16 16,-6 19-55-16,1 23-66 15,1 24 5-15,9 14-38 16,4 6-103-16,1 1-324 16</inkml:trace>
  <inkml:trace contextRef="#ctx0" brushRef="#br1" timeOffset="121313.03">21505 11540 396 0,'0'0'454'0,"26"-118"-435"16,-21 78 178-16,-5 9-74 15,0 12-4-15,-3 11-12 16,-19 8-32-16,-11 11-34 15,-9 26-13-15,0 11 27 16,0 16-6-16,10 5-12 16,12 6-11-16,5-2-8 15,9-3-11-15,6-4-4 0,0-7 2 16,24-9-5-16,4-10 0 16,7-12-1-16,3-13-3 15,4-11-1-15,6-4 2 16,2-15-23-16,-3-14 10 15,-7-7-36-15,-10-2 20 16,-9-1 20-16,-10 2 6 16,-8 3 3-16,-3 5 2 15,0 11 2-15,-14 3 3 16,-1 11 0-16,-1 4-1 16,-4 0-3-16,7 1-1 15,2 13-4-15,10 3 3 16,1 3-6-16,0 5 2 0,10 2 5 15,5 4 1 1,2 4-1-16,5 2 1 0,-5 4 1 16,0-2 9-16,-3-3 3 15,1 0-7-15,-5-3-4 16,-5-5-2-16,-1-4 1 16,-1-5-1-16,-3-5-54 15,0-6-249-15,0-6-217 16</inkml:trace>
  <inkml:trace contextRef="#ctx0" brushRef="#br1" timeOffset="122048.68">22477 11597 907 0,'0'0'158'0,"0"0"-136"0,30-97 5 0,-19 76 41 0,-5 9 0 0,-1 7-13 0,-5 5-2 16,0 0-10-16,0 0 10 16,-10 6-21-16,-15 18-16 15,-11 10-3-15,-5 1 26 16,3-1 5-16,6-3-11 15,7-3-23-15,4 1-4 16,12-3-6-16,8 1 0 16,1 1-1-16,6-1-8 15,19 1 2-15,14 3 4 16,7 2-25-16,0 5-24 16,6 6 27-16,-10-1-1 15,-10 1-7-15,-16-2 16 16,-16-3 5-16,-7-4 8 15,-32-4 4-15,-18-3 9 0,-8-5-3 16,-1-8 2-16,6-7-8 16,15-3 0-16,18-5-3 15,14 0-30-15,13-9-70 16,10-17-33-16,29-15-114 16,18-16 56-16,10-16-149 15</inkml:trace>
  <inkml:trace contextRef="#ctx0" brushRef="#br1" timeOffset="122222.93">22846 11445 922 0,'0'0'52'16,"0"0"145"-16,0 0-92 15,0 0-88-15,35 73 178 16,-30-8-108-16,-5 6-63 0,0 3 19 16,0 1-38-16,0 0-4 15,0-4-2-15,0-8-4 16,0-10-82-16,0-12-121 15,0-17-100-15,-6-13-165 16</inkml:trace>
  <inkml:trace contextRef="#ctx0" brushRef="#br1" timeOffset="122892.38">22871 11906 1079 0,'0'0'21'0,"0"0"53"16,49-95 36-16,-13 64-86 15,10 2 20-15,8 9-20 0,-2 5-18 16,-1 11 0-16,-9 4-6 16,-12 13-3-16,-11 13 3 15,-8 7 0-15,-11 8 7 16,0 0 4-16,-13 0 12 16,-4-3 0-16,6-5-11 15,4-4-12-15,4-10-1 16,3-6 1-16,0-11-8 15,4-2 8-15,20 0 0 16,6-8-1-16,7-19-12 16,3-13-28-16,-1-3-4 15,1-6 5-15,-8 0 10 16,-4 4 12-16,-8 12 5 0,-13 12 13 16,0 11 5-16,-7 9 7 15,0 1 38 1,0 18-32-16,-8 13-15 0,-1 10 4 15,4-3-2-15,5-1 1 16,0-2 5-16,15-7-8 16,11-5-3-16,8-6 4 15,12-11 0-15,9-6 5 16,8 0-6-16,5-17-3 16,-2-9 0-16,-5-4-6 15,-10-2-12-15,-11-6-15 16,-16-1 0-16,-13-1 20 15,-11 7 13-15,0 8 0 16,-24 11 2-16,-7 12 10 0,-11 2 12 16,-7 16-6-16,4 15 7 15,3 7 2-15,9 2-3 16,12 2-13-16,5 1-7 16,14-6-4-16,2-1 0 15,0-11-4-15,18-7-2 16,7-8-3-16,8-10-54 15,3 0-21-15,5-22-19 16,5-13-55-16,-5-6-24 16,3-14-102-16,-4-7 13 0</inkml:trace>
  <inkml:trace contextRef="#ctx0" brushRef="#br1" timeOffset="124054.46">24156 11556 79 0,'17'-103'196'0,"-9"7"-39"0,-5 14-59 0,-3 21 13 0,0 25 73 0,-3 26-80 0,-11 11 55 0,-8 36-127 15,-5 17-24-15,4 14 62 16,7 7-28-16,9 3 6 16,5-2-19-16,2-1 6 15,0-10-34-15,11-11 1 16,16-8-2-16,3-12 1 16,10-11 1-16,9-8 1 15,7-13-2-15,3-2-1 16,5-7 0-16,-7-17-62 15,-11-7-6-15,-16-7-15 0,-16-5 51 16,-13 0 1-16,-1 8 31 16,-4 13 20-16,-17 12 26 15,1 10 53-15,-7 12-83 16,-1 20 6-16,6 7 7 16,7 2-1-16,10-3-17 15,5-3 2-15,0-6-12 16,9-4 0-16,9-8-2 15,2-6 2-15,8-7 0 16,5-4-1-16,6 0 0 16,7-12-1-16,-4-8-3 15,2-5-14-15,-2-1-27 0,-2-2 32 16,-7 3 9-16,-12 7 3 16,-6 10 1-16,-12 3 0 15,-3 5 4-15,0 0-1 16,0 17 0-16,0 3 42 15,0 0-22-15,0 0-11 16,-3 0-5-16,1-4 8 16,1 1-8-16,1-10 1 15,0-2 2-15,0-5-10 16,0 0 2-16,0 0 3 16,6 0 1-16,12-2 4 15,10-12-5-15,2-5-1 16,1 0-5-16,-1-3 1 0,2-4-3 15,0-4 1 1,0 1-16-16,-7 7 4 0,-7 7 5 16,-11 9 4-16,-4 6 2 15,-1 0-4-15,2 17-3 16,2 8 10-16,0 4 10 16,-1-1-6-16,1-4-1 15,1-3 7-15,5-5-6 16,-2-5-2-16,6-5-1 15,3-6 1-15,8 0 2 16,2-6-3-16,6-12-1 16,-2-6-29-16,-5-3-55 15,-3-7-27-15,-1-9 11 16,-4-8-25-16,-1-14 25 0,-2-8-14 16,-1-11-23-1,-1-8-5-15,3-3 62 0,-6-8 29 16,-1 11 51-16,-1 18 1 15,-9 28 194-15,2 25-12 16,-3 21-37-16,0 21-88 16,-11 26-52-16,-3 18 112 15,-1 8-39-15,7 4-33 16,1 3 22-16,7-5-12 16,0 1-23-16,0-1-21 15,0-6-1-15,0-8-5 16,4-12-4-16,10-13-2 15,3-13 0-15,3-9 0 0,5-14 0 16,4 0 6-16,0-14-2 16,4-13-4-1,-3-7-3-15,1-11-6 0,-2-1 0 16,-2-2 4-16,-2 7 0 16,-7 9 5-16,-3 12 0 15,-9 11 1-15,-2 7 11 16,2 2-2-16,8 7-10 15,1 13 34-15,1 5 5 16,-2 5-14-16,-4-2-8 16,-1 3 12-16,-3-3-13 15,-3-3-12-15,-3-6-2 16,0-2 1-16,-8-4-3 16,-14-4-6-16,-5-2-162 0,-3-7-157 15,-1 0-384-15</inkml:trace>
  <inkml:trace contextRef="#ctx0" brushRef="#br1" timeOffset="124226.67">25591 11297 1277 0,'0'0'0'0,"0"0"0"0,0 0 45 0,119-79-38 0,-52 64-7 15,7 1-11-15,-2-3-157 16,-4-4-322-16</inkml:trace>
  <inkml:trace contextRef="#ctx0" brushRef="#br1" timeOffset="128098.49">27899 10839 648 0,'0'0'9'0,"0"0"38"0,0 0 57 0,0 0-23 0,0 0-26 16,0 0 3-16,0 0 32 15,0 0 2-15,49-75-16 16,-45 72 2-16,-2-1-14 16,-2 4 1-16,0 0-16 15,0 0 2-15,0 0-8 16,0 0-8-16,0 0-14 16,0 0-3-16,0 0-7 15,-2 0-5-15,-12 19 2 16,-10 12 7-16,-12 12 18 15,-13 8-7-15,-11 7-3 16,-4 7-13-16,1 0 7 16,2-3-17-16,6 1 15 15,6-9-14-15,11-4 3 16,13-12-4-16,11-7 0 0,10-10 0 16,4-3 0-16,0-5-6 15,9-2 6-15,18 1 0 16,13-1 3-16,11 6-2 15,10 5 4-15,9 3-4 16,8 10 0-16,4 7-1 16,3-2 1-16,0 5 1 15,-7-8 0-15,-10-5 0 16,-14-6-2-16,-21-9-2 16,-16-5-4-16,-10-7 6 15,-6-5 0-15,-1 0 0 16,2 0 0-16,2-6-38 0,8-19-104 15,6-7-150 1,9-10-66-16,3-7-500 0</inkml:trace>
  <inkml:trace contextRef="#ctx0" brushRef="#br1" timeOffset="128909.22">29118 10891 704 0,'0'0'90'0,"0"0"-63"0,0 0 159 0,0 0-79 0,0 0-16 16,0 0-15-16,-31-19-32 15,31 18-2-15,7-3-21 16,9 1-8-16,10 1-5 15,7 2 2-15,-1 0-5 16,-2 3-4-16,-4 14 0 16,-11 2 0-16,-7 5 4 15,-8 4 2-15,-3 1 6 16,-24 1 10-16,-4 1 6 16,-2-6-15-16,8-3 5 0,4-7-14 15,8-2-5-15,7-5-1 16,6-1-5-16,0 0 0 15,0 4 1-15,16 0-2 16,10 3 7-16,8 2-1 16,6 6 1-16,2 3-1 15,-3 2 0-15,-6 4-1 16,-10-3 4-16,-11 0-2 16,-10-3 1-16,-2-6 0 15,-17-1 1-15,-19-2 6 16,-13 0 18-16,-6-6 33 15,-1-3-45-15,3-7-5 16,9 0-6-16,8 0-3 0,12-11-7 16,10-7-15-1,10-5-95-15,4-11-130 0,9-7-134 16,16-6-256-16</inkml:trace>
  <inkml:trace contextRef="#ctx0" brushRef="#br1" timeOffset="129626.31">29813 10954 158 0,'0'0'584'0,"0"0"-579"0,0 0 122 15,0 0-21-15,0 0-63 16,0 0 25-16,-49-10-13 15,28 8 26-15,3-3-21 16,3 0-14-16,5 1 16 16,7 1-8-16,3-2 6 15,0-1-33-15,0-9-18 16,11 3-9-16,11 0-2 0,4 2-4 16,4 4 3-16,-1 6 3 15,2 0 2-15,-1 20-2 16,-2 19 2-16,-6 11 6 15,-11 14-2-15,-11 9 2 16,-6 2-2-16,-25-4 1 16,-8-7-7-16,-7-8 2 15,1-13 3-15,3-10 11 16,12-7 12-16,14-10-9 16,10-11-7-16,6-3-12 15,3-2-6-15,33 0 1 0,19-9 5 16,16-9 0-16,4-4-1 15,3-3-11-15,-10 0-77 16,-4 0-50-16,-4-4-42 16,-6-5-104-16,-8 0-310 15</inkml:trace>
  <inkml:trace contextRef="#ctx0" brushRef="#br1" timeOffset="130288.78">30546 10991 1112 0,'0'0'98'0,"0"0"-89"0,0 0 98 0,-99 41-6 15,71-5-37-15,7 1-13 0,7 2 10 16,7 1-45 0,7 2 5-16,0-4-14 0,19-1-6 15,8-6 4 1,9-7-3-16,5-7 1 0,6-8-2 15,4-8-1-15,-3-1 4 16,-2-5-4-16,-7-14-4 16,-11-8 2-16,-13-4 3 15,-10-2-1-15,-5-3 1 16,-13 0 0-16,-16 0 0 16,-12 7-1-16,-5 5 0 15,-2 6-2-15,4 2 2 16,9 5-2-16,12 2 2 15,10 3 0-15,10 5 1 0,3-2-1 16,0-6-1-16,20-6-6 16,17-3-6-16,13-5 3 15,6 3-3-15,7 2-6 16,-4 4 1-16,0 4 12 16,-6 8 0-16,-2 2 5 15,-8 2-1-15,-5 18 0 16,-9 6 2-16,-11 6 0 15,-10 2 1-15,-8 8 3 16,0-1 3-16,-3 1 6 16,-6 1 7-16,5-4-7 15,4-2-9-15,0-5-1 16,16-5-2-16,12-7 2 0,6-6 0 16,10-8 1-16,6-6 1 15,4-2-5-15,-3-16 8 16,-2-7-7-16,-5-4 7 15,-12-2 15-15,-6-6 6 16,-15-2 21-16,-11-5-17 16,0 5-12-16,-23 0-10 15,-15 5-11-15,-14 12-4 16,-11 9-17-16,-11 7-97 16,-2 6-202-16,2 0-277 15</inkml:trace>
  <inkml:trace contextRef="#ctx0" brushRef="#br1" timeOffset="131365.87">28755 10985 750 0,'0'0'10'0,"0"0"55"0,0 0 51 0,0 0-66 0,0 0 15 0,0 0 10 15,28-57-14 1,-28 55-5-16,0 2 15 0,0 0-10 15,0 0-6-15,-13 0-24 16,-10 0-7-16,-9 14-22 16,-5 4 0-16,-1 5 4 15,4-3 5-15,7 3-2 16,8-1-4-16,8-4-2 16,7-2-3-16,4-6-5 15,0 0 0-15,0-3 1 16,18-3 4-16,6 2-1 15,7 0 1-15,7 3 0 16,3 2-3-16,1 2 2 16,-6 3 1-16,-9 4-3 15,-13-3 2-15,-12-1-1 0,-2 2 1 16,-24-2 1 0,-15 3 6-16,-11-3 1 15,-4 2 2-15,4-2-1 16,9 0-4-16,4-4-6 0,8 0 2 15,8-4-9-15,3-2-65 16,11-6-123-16,5 0-83 16,2-18-223-16</inkml:trace>
  <inkml:trace contextRef="#ctx0" brushRef="#br1" timeOffset="131548.54">28722 10768 1262 0,'0'0'0'0,"0"0"1"0,-28 94 103 0,25-24 22 0,3 13-59 0,1 9-17 0,19 8-34 16,7 11-13-16,6 6-3 16,-2 12-15-16,-12-4-266 15,-19-3-598-15</inkml:trace>
  <inkml:trace contextRef="#ctx0" brushRef="#br1" timeOffset="158033.84">6196 14939 323 0,'0'0'435'0,"0"0"-421"0,-102 0 120 0,86 0 36 0,11 0-20 15,5 0-56-15,0 0-27 16,0-1-16-16,2-2-14 16,25-3-26-16,13-2 29 15,14-4 12-15,5 1-42 16,9 1-5-16,0 2-5 15,-4 0-1-15,-1-1-9 16,-9 0-100-16,-7-5-57 16,-12-3-19-16,-13-2-18 15,-16-2 36-15,-6-4 75 0,-9 4 93 16,-16 0 52 0,-2 4 116-16,3 5-34 0,6 5 25 15,8 2-5-15,5 5-52 16,4 0-41-16,1 18-53 15,0 19-6-15,0 13 8 16,-2 6 2-16,2 1-12 16,0 2 0-16,0-2 0 15,0-3-5-15,8-9-47 16,14-16-126-16,14-14-62 16,10-15-122-16</inkml:trace>
  <inkml:trace contextRef="#ctx0" brushRef="#br1" timeOffset="158512.91">7268 14536 1392 0,'0'0'19'0,"0"0"-1"16,0 0 78-16,-58 118-36 16,46-61-43-16,2 0 12 15,7 2-18-15,1-2-11 16,2-8-2-16,0-8 0 15,2-13-20-15,8-11-88 16,-4-12-66-16,0-5 2 16,0-15 11-16,2-11 82 15,0-3 31-15,0 2 50 16,-5 7 6-16,2 4 92 16,-1 2 27-16,5-3-26 15,4-4-20-15,11-4-31 16,12-6-3-16,6-5-3 15,1 1-36-15,0-2-2 0,-4-1-4 16,-6 0 0-16,-11 0-2 16,-7 5 2-16,-10 10 0 15,-5 8 3-15,0 10 3 16,0 5 55-16,0 10-27 16,0 23-34-16,-8 16 11 15,1 7 30-15,4 4 1 16,3 1-19-16,0 0-17 0,0 0-6 15,16-8 0 1,2-3-3-16,3-10-34 0,6-10-139 16,-3-11-74-16,1-16-60 15,-1-3-428-15</inkml:trace>
  <inkml:trace contextRef="#ctx0" brushRef="#br1" timeOffset="158950.56">7977 14936 1153 0,'0'0'123'0,"0"0"-115"0,0 0 131 0,0 0-76 15,94-74-48-15,-70 59-1 0,-12 5-7 16,-9-2 2-16,-3-1 14 16,-6-2 17-16,-16 4-22 15,-10 6 7-15,-4 5 8 16,-4 0-5-16,1 18-8 15,2 8 3-15,7 5-12 16,9 6 0-16,5 3-9 16,16-1-2-16,0 3-2 15,10-7 2-15,16-5-2 16,5-13-9-16,3-9-21 16,0-8-65-16,5-16 13 15,2-15 40-15,2-10 37 0,-4-3 7 16,-11 1 0-1,-8 10 6-15,-9 9 22 0,-8 10 63 16,-3 8 1-16,0 6-33 16,0 0-48-16,0 8-9 15,0 16 1-15,0 10-2 16,0 4-2-16,0 0-1 16,0-1 1-16,3-7-66 15,8-7-147-15,8-11-115 16,8-12-218-16</inkml:trace>
  <inkml:trace contextRef="#ctx0" brushRef="#br1" timeOffset="159096.91">8824 14500 1495 0,'0'0'4'0,"0"0"-4"0,0 0 15 0,0 0-15 0,0 0-48 0,0 0-208 16,14 106-308-16</inkml:trace>
  <inkml:trace contextRef="#ctx0" brushRef="#br1" timeOffset="159274.75">8913 14830 1595 0,'0'0'10'0,"0"0"145"0,0 0-39 15,0 0-101 1,0 0-15-16,0 0-4 0,35-53-6 16,-26 53-63-16,-6 0-147 15,-3 0-209-15,0 0-476 16</inkml:trace>
  <inkml:trace contextRef="#ctx0" brushRef="#br1" timeOffset="159894.96">10572 14086 1308 0,'0'0'0'0,"0"0"0"0,0 148 4 0,0-51 41 0,0 3 7 15,0 2 4-15,-11-3-18 16,-8-8-26-16,1-9-4 16,-5-15-5-16,6-12-2 15,6-20-1-15,5-15 0 16,6-20-1-16,0-16 1 15,6-34 14-15,13-20-11 16,8-22-2-16,-1-14 0 16,-1-12 0-16,-3-10 3 15,1 6-1-15,-5 22 0 16,-2 32 0-16,-7 37 52 0,-3 31-4 16,7 20-51-1,1 41 9-15,4 22 6 16,0 17 18-16,-2 2-22 15,6-1-8-15,-1-2 0 0,2-9-2 16,-6-8-1-16,-3-14-3 16,-5-14-12-16,-3-15-143 15,-6-17-111-15,0-20-154 16</inkml:trace>
  <inkml:trace contextRef="#ctx0" brushRef="#br1" timeOffset="160874.97">10462 14777 1263 0,'0'0'6'0,"0"0"91"16,0 0 49-1,0 0-133-15,0 0-13 0,0 0 4 16,141-43 7-16,-64 27-11 16,-2-3-2-16,-1 1 0 15,-6-2-8-15,-7-1-71 16,-10-5-69-16,-8-3-13 15,-15-3 20-15,-13 3 51 16,-15 5 92-16,0 11 20 16,-6 6 77-16,-9 7 60 15,-4 5-61-15,1 18-58 16,3 8 18-16,7 2-2 16,8 1-26-16,0 0-12 15,8-2-6-15,14-2-5 16,-1-5-3-16,3-9-2 15,0-5 2-15,1-7-1 0,-2-4 0 16,4 0 4-16,0-21-4 16,-4-8 3-16,-2-9-4 15,-4-5 0-15,-1 5 1 16,-12 6-1-16,1 14 4 16,-5 11 9-16,0 5 54 15,0 2-15-15,0 3-41 16,0 16-4-16,-5 6 14 15,5 4-11-15,0 1-3 0,10 2-2 16,13-3 0-16,9 1-5 16,7-7 0-1,7-5 0-15,0-7 3 0,6-9-2 16,-2-2-1-16,0-7 1 16,4-13 1-16,-6-5-2 15,-5-3 1-15,-13-2-2 16,-18 0-1-16,-12 3 0 15,0 6-2-15,-17 11 4 16,-16 10-2-16,-7 0 1 16,0 8 0-16,1 17-1 15,11 3 2-15,4 5 0 16,8-1 0-16,5 2-1 0,10-5-1 16,1-4 0-1,0-7-3-15,9-6-4 0,8-6-27 16,6-6-19-16,5 0 8 15,5-6 26-15,3-3 21 16,-2 5 0-16,5 4-2 16,0 1 1-16,5 28-2 15,-3 23 1-15,-5 23 2 16,-2 20 8-16,-7 23 1 16,-6 8 24-16,-11 2-19 15,-8-2-13-15,-2-16 2 16,-19-11-3-16,-15-16 0 15,-12-16 2-15,-9-17-1 0,-8-19 3 16,-2-23 1-16,2-8 1 16,2-22-2-16,3-27 0 15,10-21-1-15,9-24-1 16,15-21 10 0,18-24-3-16,6-10-9 15,31-5 0-15,17 13-1 0,16 24-4 16,11 31-1-16,9 28-8 15,7 23-25-15,1 18-13 16,5 15-85-16,1 2-33 16,-1 2-75-16,-1 9-286 15</inkml:trace>
  <inkml:trace contextRef="#ctx0" brushRef="#br1" timeOffset="161327.01">12811 14471 998 0,'0'0'5'0,"0"0"0"0,43-94 117 0,-25 66-54 15,-3 1-39-15,-2 2 1 16,-4 5 20-16,-7 4 44 16,-2 4 4-16,0 8-25 15,-20 4-1-15,-5 0-46 16,-12 10-25-16,-2 17 2 15,-1 6 4-15,10 4-2 0,8 2 0 16,11 0-4 0,8-1-1-16,3 2-1 15,15-5-2-15,18 3-1 16,10-3 2-16,2-3-1 0,7-3-12 16,0-4-12-16,1-5-26 15,-6-2 23-15,-6-4 12 16,-15-2 0-16,-18-6 7 15,-8 1 11-15,-11-5 2 16,-28 1 8-16,-13 0-2 16,-3-3 0-16,0 0 14 15,6 0 3-15,6 0-22 16,14 0-3-16,11 0 0 0,15 0-3 16,3 0-83-1,24 0-102-15,15-8 39 16,14-5-63-16,6-6-71 0,-2-1-204 15</inkml:trace>
  <inkml:trace contextRef="#ctx0" brushRef="#br1" timeOffset="162325.76">13322 14571 481 0,'0'0'140'15,"111"-71"-75"-15,-75 40-15 16,-17 5-4-16,-14 7 39 16,-5 6 80-16,-17 10-14 15,-18 3-82-15,-9 0-34 16,-3 13 32-16,2 13-6 15,3 4-32-15,9 3-10 16,8 0-17-16,10 1 0 0,10-5-2 16,5-6-9-1,5-6 3-15,20-9-3 0,5-8-35 16,4 0-21-16,1-10-10 16,3-12-20-1,-5-4 1-15,0-4 32 0,-6 0 34 16,-8 2 20-16,-5 7 8 15,-8 9 31-15,-5 5 78 16,-1 5 43-16,0 2-68 16,0 11-64-16,-1 12-17 15,-4 13 36-15,5-1-9 16,0-2-21-16,6-4-2 16,11-4-6-16,5-8 0 15,3-9 0-15,5-8 0 0,5 0 6 16,5-22-7-16,1-10-7 15,-3-8-7-15,-8-10-58 16,-7-10 28-16,-6-9 22 16,-4-13 1-1,-4-12-7-15,-3-7 14 0,-6 5 11 16,0 19-2-16,0 28 5 16,-6 29 24-16,-10 20 55 15,-8 36-70-15,-4 28-3 16,2 21 29-16,12 13-6 15,14 4 13-15,0-4-27 0,17-8-6 16,12-14-7-16,4-12 0 16,5-20-2-16,5-11 0 15,-1-17 1-15,7-16 4 16,-1 0-5-16,0-22 0 16,-8-16-62-16,-8-10 10 15,-7-13 28-15,-8-5 9 16,-7 2 4-16,-6 13 11 15,-4 16 1-15,0 19 39 16,0 16 22-16,-16 0-23 16,-5 20-25-16,-1 15 26 15,2 5-16-15,10 6 4 16,10 0-11-16,0 1-6 16,6-5-3-16,13-3-8 15,5-13 2-15,3-3-2 0,6-12 1 16,5-10 2-16,4-1-3 15,7-10-9-15,-4-15-12 16,-3-10 11-16,-8-9-32 16,-13-9 19-16,-6-5 16 15,-13 2 7-15,-2 12 1 16,0 11 5-16,-9 10 22 16,-3 9 29-16,4 8-17 15,4 1-14-15,1 4-8 16,3 1-10-16,0 0-8 15,7 9-4-15,17 17 4 0,7 7 1 16,5 3 1-16,0 3 1 16,0-1-2-1,-3-1 3-15,-3-4 11 0,-11-3 9 16,-16-7-4-16,-9-3-17 16,-40-5 6-16,-24-5-4 15,-15-3-5-15,-6-6-46 16,4-1-182-16,16-11-330 15</inkml:trace>
  <inkml:trace contextRef="#ctx0" brushRef="#br1" timeOffset="163720.29">15886 13937 930 0,'0'0'133'0,"0"0"-131"0,0 0-2 0,0 0 13 16,0 84 76-16,0-19-42 16,0 7-23-16,0 3 11 15,0-3-6-15,0-4-12 16,0-7-8-16,0-12-7 15,1-16 0-15,4-6-2 16,-1-13-2-16,-1-7 0 16,-3-7 2-16,3-2 3 15,-3-23 19-15,0-16-20 16,0-12 0-16,0-10 1 16,0-13-2-16,-1-12 7 15,1-9 3-15,0-4-7 16,14 4-3-16,16 12 4 15,8 17 3-15,2 20 19 0,8 19 14 16,1 17-37-16,5 12-4 16,-4 8-4-16,-9 21-2 15,-13 13 5-15,-16 6 0 16,-12 3 2-16,-7 3 0 16,-29-5 5-16,-13-7-4 15,-7-5 1-15,-4-7-3 16,2-5-1-16,6-7-69 15,12-3-62-15,8-9-114 16,9-6-151-16</inkml:trace>
  <inkml:trace contextRef="#ctx0" brushRef="#br1" timeOffset="164140.81">15647 13577 736 0,'0'0'1'0,"0"0"40"0,0 0 55 0,0 0 44 16,0 0-69-16,0 0-27 16,-31-6-19-16,8 40 1 15,-6 22 111-15,-4 19-76 16,-3 19 16-16,-1 13-15 16,-2 15-1-16,2 2-26 15,9-3-23-15,11-3 1 16,15-10-13-16,4-16 0 15,34-17-10-15,25-18 5 16,24-18-19-16,19-14-62 0,16-14-37 16,10-11-75-16,5 0-106 15,-2-27-471-15</inkml:trace>
  <inkml:trace contextRef="#ctx0" brushRef="#br1" timeOffset="164505.87">16817 13402 920 0,'0'0'2'0,"0"0"14"0,0 0 38 0,0 0 3 0,103 64 110 16,-36-11-39-16,1 11-49 16,-5 14 28-16,-9 12-72 15,-20 11-5-15,-19 8-20 16,-15 7-10-16,-33 3 1 15,-29 0-1-15,-22 5-12 0,-13-8-164 16,-1-13-212 0,7-22-581-16</inkml:trace>
  <inkml:trace contextRef="#ctx0" brushRef="#br1" timeOffset="167220.91">18034 13927 634 0,'0'0'263'0,"0"0"-253"0,0 0 32 15,0 0 28-15,0 0-64 0,0 0-5 16,-30 84 43-16,23-37-15 16,-1-8-16-1,5 0 11-15,3-6-13 0,0-6 1 16,0-8-10-16,13-6 6 16,7-7 1-16,4-6 3 15,6 0-2-15,1-15-2 16,7-7-5-16,-6-5 2 15,-3-2-5-15,-7 0 3 16,-7 8 5-16,-6 4 3 16,-5 7 2-16,-2 7 27 15,-2 3 5-15,0 0-45 16,0 11-2-16,1 8-1 16,2 5 2-16,3-2 2 15,2 0 1-15,4-5-2 0,3-4 3 16,1-6-2-16,9-7-1 15,7 0 1-15,7-10 3 16,10-16-1 0,6-7-3-16,-1-1 0 0,-8 0 1 15,-9 2-1-15,-13 10 0 16,-7 7 0-16,-11 6 2 16,-6 9 0-16,0 0-1 15,0 0-1-15,0 10-19 16,0 13 19-16,0 0 6 15,0-1-5-15,0-4 2 16,0-1-3-16,0-4 4 16,7-4-6-16,5-2 4 0,-2-3-2 15,8-1 2-15,-3-3-1 16,3 0-1-16,-6 0 0 16,0 0 0-16,-5 0-9 15,-1 0-62-15,-4 3-57 16,1 3-63-16,-3-4-81 15,0 0-292-15</inkml:trace>
  <inkml:trace contextRef="#ctx0" brushRef="#br1" timeOffset="167562.47">18272 13650 778 0,'0'0'8'0,"0"0"-5"0,-88-9 77 0,68 20-40 16,1 14-14-16,6 2-2 15,7 3 16-15,6-5-10 16,0-4-10-16,13-6-4 16,12-10 2-16,8-5 1 15,4-1 2-15,8-19-6 16,-8-4-5-16,-3-3-3 15,-11 1 2-15,-13-3-4 16,-8-1 14-16,-2 1 42 16,-5-3-42-16,-11 3-1 0,-2 10-13 15,2 7-5-15,2 12-2 16,1 9-16-16,7 24-17 16,6 11-61-16,4 12-39 15,31-1-111-15,17-1-191 16</inkml:trace>
  <inkml:trace contextRef="#ctx0" brushRef="#br1" timeOffset="168190.59">20133 13545 972 0,'0'0'0'0,"0"0"0"15,0 0 71-15,0 0 49 16,0 0-55-16,0 0-58 16,-43 48 18-16,28 11 75 15,0 9-48-15,0 3-4 16,1 2 7-16,1-7-30 15,4-5-8-15,5-9-7 16,4-8-10-16,0-8 0 16,0-10 0-16,0-10 0 15,6-9 0-15,-2-7-12 0,2-3 12 16,2-29 4-16,1-14-4 16,-3-18-13-1,-5-11 10-15,-1-16-3 16,0 2 1-16,0 10 4 0,0 21 2 15,0 27 2-15,0 17 2 16,0 14-4-16,8 0-1 16,8 30-2-16,8 9 2 15,12 13 17-15,0 5-13 16,4 2-1-16,6-2 3 16,2-7 3-16,-4-10-9 15,-5-17 3-15,-13-6-2 0,-7-16 0 16,-5-1 4-16,-7-24 9 15,1-20 34-15,-5-20-32 16,-3-16-9-16,0-9 2 16,-2-3-9-16,-8 9-7 15,-5 20 1-15,7 22-11 16,4 24-44-16,1 17-16 16,3 21-118-16,0 22 60 15,1 11 39-15,17 4-126 16,3-1-147-16</inkml:trace>
  <inkml:trace contextRef="#ctx0" brushRef="#br1" timeOffset="168930.3">20769 13764 345 0,'0'0'478'0,"0"0"-397"0,0 0 51 0,0 0 19 0,0 0-75 0,0 0-59 16,-64 25 13-16,52 20 5 15,6-2-13-15,6-5-13 16,0-7 4-16,7-3-8 16,15-8-2-16,5-7-1 15,5-8 2-15,4-5 0 16,-2-5-3-16,2-19 3 16,-6-9 2-16,-8-9-3 15,-12-9 8-15,-10-6-6 0,0 0 4 16,-10 8-9-1,-12 17 0-15,-2 17 10 0,-1 15 28 16,-5 14-37-16,-3 28 3 16,6 13-3-16,12 3 9 15,12 1-5-15,3-7-5 16,11-8 2-16,14-6-4 16,5-10 1-16,2-12-1 15,7-10 1-15,10-6 1 16,8-12 0-16,3-14 2 15,-4-8-2-15,-11-6-1 16,-10-5-4-16,-9-8-1 16,-12 9-5-16,-4 5 10 0,-10 14 1 15,0 14 13-15,0 9-7 16,0 2-6-16,-4 23-9 16,-5 9 9-16,1 5 3 15,8-5-2-15,0-3-1 16,8-2 0-16,11-7-2 15,7-5 0-15,-1-6 2 16,3-9 0-16,1 0 5 16,2-11-4-16,2-14-1 15,-5-10-1-15,-1-12-4 0,-5-14 0 16,-2-10-5 0,-8-10-7-16,-6 1 8 15,-3 11-3-15,-3 26 12 0,0 17 2 16,0 26 8-16,-15 25-10 15,-9 27 1-15,-3 20 27 16,3 11-9-16,9 1-10 16,6-4 2-16,9-2-9 15,0-12-2-15,0-12 0 16,5-7-3-16,8-14-38 16,5-13-66-16,4-14-172 15,1-6-20-15</inkml:trace>
  <inkml:trace contextRef="#ctx0" brushRef="#br1" timeOffset="169426.93">21513 13827 1084 0,'0'0'15'0,"0"0"-13"0,0 0 28 0,0 0-12 0,0 0-18 0,90-8 9 0,-36-2-9 16,-4-10-2-16,-9-8-29 15,-7-13-34-15,-12-8 12 16,-4-7 42-16,-12-1 11 16,-6 4 3-16,0 10 25 15,-6 14 26-15,-12 17 65 16,-1 12-12-16,-2 28-95 16,-6 20 17-16,6 13 14 15,6 6 13-15,5 4-27 16,6-2-7-16,4-7-11 15,0-11-9-15,0-11 0 16,9-14-2-16,10-10 2 0,3-11 0 16,14-5 0-16,6-1 6 15,10-22-7-15,2-6-1 16,-6-5-8-16,-7 2-13 16,-17 10 12-16,-11 10 9 15,-10 8 0-15,-3 4 0 16,0 8 2-16,-3 16-2 15,-4 4 36-15,5 0-12 16,2-2-15-16,0-2-5 0,9 0-1 16,8-4-3-1,4-5-2-15,12-5-5 16,7-3-37-16,12-2-26 16,14-5-125-16,5 0-73 15,1-6-411-15</inkml:trace>
  <inkml:trace contextRef="#ctx0" brushRef="#br1" timeOffset="169769.21">22934 13469 1201 0,'0'0'7'0,"0"0"55"0,0 0 14 0,0 0-71 0,89-36-1 0,-22 43 0 0,0 15-4 16,-10 12 8-16,-16 5 1 16,-21 12-1-16,-18 10 1 15,-5 12 7-15,-32 0 40 16,-9-5-22-16,-1-8 5 16,2-10-27-16,10-5-5 15,12-7 2-15,6-5-5 16,15-9-4-16,0-8 0 15,12-3-2-15,22-8-3 16,13-5 4-16,12 0-70 16,12-26-46-16,0-10-86 0,-1-13-124 15,-6-7-514-15</inkml:trace>
  <inkml:trace contextRef="#ctx0" brushRef="#br1" timeOffset="170298.67">23101 13854 874 0,'0'0'224'0,"0"0"-214"15,0 0-7-15,0 0 35 16,0 0-34-16,0 0-2 16,113 0-2-16,-28-13-38 15,-4-8-73-15,1-9 29 0,-4-2-5 16,-1-4 48-16,-11 3 29 15,-11 2-20-15,-21 4 30 16,-19 6 6-16,-12 9 106 16,-3 7 54-16,-7 5 11 15,-23 0-138-15,-6 5-9 16,-6 19 41-16,2 7-3 16,9 6-28-16,10 3-16 15,12 1-18-15,6-3-1 16,3-3-1-16,18-4-3 15,10-7-1-15,8-5 0 16,7-11-1-16,3-8 0 16,2 0-2-16,1-8-4 15,-3-16-28-15,-10-9-25 0,-13-12 17 16,-7-10-4-16,-14-4 26 16,-2 2-10-16,-20 9 14 15,-14 16 15-15,-9 13-2 16,-6 17 4-16,-4 2 4 15,1 25-2-15,7 16 7 16,20 13 0-16,13 2-9 16,12 3 0-16,13-6 0 15,19-7-4-15,6-10-29 16,7-10-93-16,6-12-37 0,4-10-33 16,2-4-130-1,-3-12 71-15</inkml:trace>
  <inkml:trace contextRef="#ctx0" brushRef="#br1" timeOffset="170813.87">24212 13743 479 0,'0'0'131'0,"32"-90"-49"16,-29 68 92-16,-3 15-34 0,0 7 35 15,-20 20-151-15,-7 16 32 16,-6 8 31-16,7 3-53 16,0-2-15-16,11-2-5 15,4-5 16-15,3-7-22 16,8-9-7-16,0-8-1 15,0-8-6-15,21-6 6 16,6 0 3-16,5-20-3 16,9-12-13-16,-1-9-18 0,-1-9 0 15,0 0 7 1,-10 4 12-16,-6 15 12 0,-11 13 4 16,-8 10 8-16,-4 8 9 15,0 9-21-15,0 17 2 16,-6 13 1-16,2 2 21 15,4-6-8-15,0-2 7 16,4-1-10-16,16-9-5 16,10-5-4-16,7-5 3 15,5-10-5-15,1-3-2 16,3 0 4-16,-2-20-3 16,-1-9-2-16,2-7 1 15,-4-10-6-15,-2-7 0 0,-9 2-3 16,-12 9 9-1,-15 14 0-15,-3 12 1 0,-3 13 3 16,-21 3-1-16,-6 6-2 16,3 18 5-16,5 6 14 15,10 4-8-15,12 3 6 16,4 0-3-16,25-3-1 16,9-9-13-16,9-2-1 15,13-9-19-15,15-9-212 16,16-5-283-16</inkml:trace>
  <inkml:trace contextRef="#ctx0" brushRef="#br1" timeOffset="172972.64">25877 13521 616 0,'0'0'47'0,"0"0"-41"0,0 0 90 0,0 0-30 15,0 0-51-15,0 0 5 16,0 0 23-16,0 0 4 16,-16 3 16-16,13-3-11 15,0 0-7-15,-1 0-10 16,1 0-8-16,1 0-1 15,1 0 0-15,-1 0-2 16,2 0-2-16,0 0-6 16,-1 0 3-16,1 0 3 15,0 0 4-15,0 0 0 16,0 0 0-16,0 0-5 0,0 0 4 16,0 0-2-1,0 0-8-15,7 0 6 0,21-9-12 16,17-4-2-16,12-5 3 15,8 3-5-15,5-4 5 16,2 2-1-16,0-1-4 16,-8 1-4-16,-6 5 1 15,-12 0-2-15,-8 2 0 0,-11 0 3 16,-8 2-1 0,-10 1-2-16,-6 2 0 15,-3 1-12-15,0 1-57 0,-18 3-82 16,-9 0-9-16,-3 3-26 15,-3 10-148-15,2 3-309 16</inkml:trace>
  <inkml:trace contextRef="#ctx0" brushRef="#br1" timeOffset="173206.34">25949 13677 767 0,'0'0'96'0,"0"0"-93"0,0 0 105 0,0 0 19 0,0 0-63 15,106-16-13-15,-57 2 0 16,3 2-28-16,8-2-11 16,6 1-5-16,2-5-7 15,1-1-1-15,0-6-28 16,-2-6-227-16,9-6-593 15</inkml:trace>
  <inkml:trace contextRef="#ctx0" brushRef="#br1" timeOffset="174429.73">27397 13202 908 0,'0'0'22'0,"0"0"14"0,0 0 43 0,0 0-53 0,0 0-23 15,91-72-1-15,-77 64 0 16,-6 4 2-16,-8-2 36 16,0-1 79-16,-11-2-60 15,-13 2-10-15,-6 3-11 16,-1 4 5-16,0 0 1 15,1 0-37-15,2 15 7 16,8 7-10-16,8 0-4 16,12 6-2-16,0 2 2 0,19 2-2 15,11 0 0-15,8 3 0 16,1-3 0-16,1-1 0 16,-6-4-1-16,-6-3-1 15,-8 0-3-15,-7-10 4 16,-5 1 1-16,-7-6-1 15,-1-3 3-15,0 0 0 16,-17-2 3-16,-6-1-2 16,-4-1-1-16,0 2-1 15,2-4-56-15,7 0-59 0,5 0-72 16,6 0-25 0,7-12-184-16</inkml:trace>
  <inkml:trace contextRef="#ctx0" brushRef="#br1" timeOffset="174631.87">27557 13093 1131 0,'0'0'34'16,"0"0"-32"-16,0 0 199 16,3-71-113-16,32 61-86 15,8 2 4-15,6 6-2 16,-4 2-4-16,-2 0 0 0,-7 0-9 15,-6 8-62 1,-4 2-101-16,-7 2-131 16,-5-3-212-16</inkml:trace>
  <inkml:trace contextRef="#ctx0" brushRef="#br1" timeOffset="175547.62">28167 13114 1129 0,'0'0'6'15,"0"0"39"-15,0 0 80 16,0 0-111-16,0 0 12 0,0 0 78 16,-59 102-63-1,52-68-12-15,7 0 4 0,0-3-19 16,1-3-11-1,23 1 0-15,7-7-3 0,14-5 4 16,4-5-3-16,5-5-2 16,-5-7-7-16,-7 0-5 15,-9-3-26-15,-11-16 21 16,-10-5 18-16,-12-6 6 16,0 1 1-16,-11-3-5 15,-14 3 8-15,-8 5 9 16,-1 3-3-16,-1 4-4 15,3 6 1-15,5 4 1 16,5 2 3-16,5 1-11 16,7 4-6-16,7 0 0 0,3-1-4 15,0 1 3-15,7-2-1 16,20-1-7-16,9 0 7 16,10-1 1-16,2 0 0 15,1 0-1-15,2 0 1 16,-2 1 0-16,3 2 0 15,-4 1 0-15,-8 0 1 16,-10 0-1-16,-10 9-3 16,-7 8-2-16,-7 5 4 15,-3 2 2-15,-2 4 0 16,2 0 1-16,-1 1 1 16,4 1-2-16,1-5 1 15,4-5 0-15,5-5 0 0,5-5-1 16,9-2 1-16,3-7 5 15,5-1-6-15,-3 0 1 16,-4-12 2-16,-4-5 0 16,-9-2-1-16,-3-2 1 15,-8 0 2-15,-7 0-3 16,0-2 0 0,-7 3 3-16,-19-1-3 0,-3 6 0 15,-1 0-1-15,-2-1 6 16,7 8-1-16,3-3-4 15,8 5 3-15,7 2-5 16,5 1 1-16,2 2-1 16,0 1 4-16,0-4-4 0,18-2-8 15,9-2 4-15,6-2 4 16,1 2-1-16,-2 1 1 16,1 1-1-16,2 0 1 15,1 2 0-15,-2 1-3 16,-6 3 3-16,-5 0-1 15,-7 0-1-15,-7 3-2 16,-1 4 2-16,-8 3-5 16,0 4 1-16,0 2-1 15,0 0-2-15,-9 1-28 16,0 1-64-16,0 1-68 16,3-3-94-16,5-5-191 15</inkml:trace>
  <inkml:trace contextRef="#ctx0" brushRef="#br1" timeOffset="176125.89">29313 13199 11 0,'0'0'812'0,"0"0"-812"0,0 0 102 0,0 0 15 0,0 0-86 0,0 0 7 16,-6-4 27-16,2 4-17 16,0 4-16-16,-4 15 12 15,0 0 44-15,5 8-30 0,3 0-21 16,0-2-10-16,9 2 5 15,17-1-17-15,8-4 3 16,11-4 4-16,9-5-10 16,1-6-8-1,-3-6 0-15,-6-1-1 0,-10-1-2 16,-9-19 1-16,-9-8 2 16,-11-10 5-16,-7-4-2 15,0-5 2-15,-19 2-8 16,-12 5 2-16,-10 14-2 15,-11 11-1-15,-9 15-2 16,-5 0-13-16,2 30-87 0,9 11-107 16,15 6-155-16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15:34.04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1696 2310 528 0,'0'0'14'0,"0"0"-9"0,0 0 97 16,0 0 2-16,0 0-41 16,0 0-9-16,0 0 1 15,6 47 13-15,-6-38-11 16,0 1 33-16,-6 0-7 15,-8 0-20-15,-5-4 10 16,-5 0-19-16,1-1 16 16,0-5-35-16,2 0 7 15,-1-1-13-15,7-15-6 0,0 0-2 16,3-7-5-16,6-5-2 16,6-5-11-16,0-5-3 15,9 1-1 1,16 7-1-16,-1 5-5 0,6 11 3 15,-6 8 0-15,1 6-1 16,5 6-2-16,3 24 3 16,3 13 4-16,-5 16 10 15,-10 17-2-15,-18 16 5 16,-3 4-11-16,-14 0 1 0,-17-8-3 16,-6-11 2-16,-5-10-2 15,-1-12 1-15,-5-13 0 16,8-11 2-16,-1-12 2 15,10-10-4-15,7-9 3 16,2-1-2-16,10-22 9 16,0-12-11-16,8-11-1 15,4-7-2-15,0 2 0 16,4 10-1-16,11 15 1 16,0 16-2-16,1 10-4 15,4 4-2-15,4 22 7 16,4 6 4-16,5 6 2 15,4 0 0-15,5-1 2 16,3-4-2-16,1-4-2 16,-3-4 0-16,-2-6-1 0,-6-7-10 15,1-10-202-15,-5-2-103 16,-1-10-225-16</inkml:trace>
  <inkml:trace contextRef="#ctx0" brushRef="#br0" timeOffset="236.7">2203 2719 1040 0,'0'0'96'0,"0"0"-92"0,0 0 125 0,0 0-67 0,0 0-36 0,84 0 28 16,-29 0-33-16,-3-2-20 15,-7-1-1-15,-9 2-3 16,-12-3-88-16,-11 2-162 16,-9-1-122-16</inkml:trace>
  <inkml:trace contextRef="#ctx0" brushRef="#br0" timeOffset="465.69">2506 2601 1146 0,'0'0'57'0,"0"0"-38"16,0 0 78-16,0 0-18 16,0 0 37-16,0 0-81 15,106 86-10-15,-78-57 23 16,-13-1-28-16,-15 4-14 15,-3 2-1-15,-37 5-5 16,-24 7-1-16,-20-2-278 16,-11-6-489-16</inkml:trace>
  <inkml:trace contextRef="#ctx0" brushRef="#br0" timeOffset="5761.42">4598 2195 614 0,'0'0'26'0,"0"0"4"0,0 0 81 0,0 0-49 0,0 0-38 0,0 0 15 16,0 0 27-16,3 0-1 16,1-6-2-16,-4-1-23 15,0-8 7-15,0 5 18 16,0-3-27-16,-4 0 23 15,-13 3-5-15,-5 0 6 0,-6 6-17 16,-7 4-12-16,-2 0 3 16,-2 2-13-16,-4 18 5 15,3 7-10-15,-1 12-2 16,-2 8-14-16,4 7 4 16,8 7-1-16,7 6-4 15,9 3 2-15,8 0-3 16,7-4 1-16,0-8-1 15,25-10 0-15,13-10-1 16,14-10-7-16,10-11 7 16,7-7 0-16,7-10-3 15,2-6-13-15,-1-16-141 16,-2-8-54-16,-8-2-81 0,-16-4-248 16</inkml:trace>
  <inkml:trace contextRef="#ctx0" brushRef="#br0" timeOffset="6138.65">4914 2479 821 0,'0'0'33'16,"0"0"181"-16,0 0-65 16,0 0-56-16,0 0-36 15,-88 20-20-15,75 15-7 16,2 2 5-16,5-1-5 16,6-2-15-16,0-6-2 15,9-6-8-15,13-4 0 16,11-8-3-16,6-9 1 15,10-1 4-15,1-3-3 16,2-16-2-16,-3-8 2 16,-10-3-3-16,-14-4 0 15,-10-4 4-15,-12 3 4 0,-3-5 1 16,-9 3-4-16,-16 4 1 16,-8 5-3-16,2 12 9 15,-2 7 9-15,0 9-4 16,5 0-14-16,-1 13-4 15,4 11-5-15,5 12-3 16,9 2 2-16,8 0-7 16,3-1-9-16,6-6-103 15,19-5-102-15,8-10-44 0,6-5-37 16,7-11-121 0</inkml:trace>
  <inkml:trace contextRef="#ctx0" brushRef="#br0" timeOffset="7296.77">5409 2420 1026 0,'0'0'175'16,"0"0"-170"-16,0 0 197 15,0 0-107-15,0 0-93 16,0 0 2-16,-19 63 0 16,19-27 12-16,3-4-5 15,0-2-4-15,2-7-4 16,-2-3 1-16,1-6-4 0,-3-7 0 15,4-2-1 1,-4-5 1-16,4 0 2 0,2-2 6 16,8-16 1-16,0-8-2 15,3-7-3-15,-1 3-1 16,-1 2-3-16,-6 5 0 16,2 6 4-16,-4 10-4 15,-7 4-3-15,7 3-1 16,-1 8-12-16,6 17 11 15,1 7 5-15,1-1 1 16,0-2-1-16,-2-7 0 16,2-5-1-16,-2-6 1 15,1-5 0-15,-2-6 1 0,3 0 0 16,7 0 5-16,-2-17-1 16,-1-6-2-16,-1-4-1 15,0-4 4-15,-9-1-2 16,4 7-1-16,-5 7-3 15,-7 6 3-15,-1 6 3 16,0 6-4-16,0 0-4 16,0 0-8-16,3 18-13 15,-1 5 23-15,4 0 2 16,-1-2-2-16,1-5-1 16,5-3 1-16,0-1-3 15,8-2 3-15,6-7-1 16,5 0 1-16,3-3 2 15,3 0-2-15,-2-3 0 0,-1-8-3 16,0-3-33-16,-8-4-12 16,-7-5 40-16,-9-9 8 15,-8-3 7-15,-1 2-2 16,0 7 1-16,0 16 1 16,-4 6 9-1,1 4 4-15,-5 27 1 16,0 17-18-16,-3 19 12 0,5 6 14 15,0 7 2-15,-1 9 1 16,1 0-19-16,0-1-4 16,-2-3-2-16,1-5-3 15,4-7-2-15,0-7-1 16,3-5 0-16,0-15 0 16,0-10-1-16,0-13 0 15,0-12 0-15,0-7 2 0,-2-14 12 16,-2-26-4-1,1-19-9-15,3-23-1 0,0-18 0 16,3-18 0-16,6-7 0 16,4 9 0-16,-4 13-1 15,2 19 0-15,5 16 1 16,5 15-2-16,7 14 2 16,8 13-2-16,7 10-2 15,6 14-1-15,-1 2 0 16,0 13-1-16,-5 18 6 15,-8 6-3-15,-10 7 2 16,-12 1-3-16,-11-2 2 0,-2-6 4 16,-21-2 1-1,-10-9 0-15,-8-4 2 0,-6-9-5 16,2-4 3-16,4-9 1 16,-1 0-2-16,10-17 3 15,10-10-2-15,6-8-3 16,8-5 0-16,6-3-5 15,0 4-1-15,13 14-16 16,8 9-9-16,1 16 3 16,2 3 6-16,3 20 12 15,2 4 2-15,-1 0-5 16,-3-1-22-16,-1-5-43 0,3-3-42 16,6-3-7-1,4-9 25-15,9-3-108 16,8-3-155-16</inkml:trace>
  <inkml:trace contextRef="#ctx0" brushRef="#br0" timeOffset="8195.92">7007 2366 587 0,'0'0'206'0,"0"0"-49"0,-15-82 30 0,-7 68-42 16,-2 4-17-16,-10 4-42 15,-3 6-25-15,-2 0-22 16,0 10-14-16,3 14-17 15,2 4-5-15,7 7-2 16,3 4-1-16,6 0-1 16,8-2-2-16,5-1 2 0,5-12-4 15,0-8-2-15,11-4 0 16,14-12 3-16,6 0 3 16,10-10-18-16,3-20-61 15,1-8-11 1,-4-6 3-16,-10 1 28 0,-4 6 39 15,-14 11 17-15,-10 6 4 16,0 10 10-16,-3 8 27 16,0 2 64-16,0 0-57 15,-9 22-39-15,-1 7 0 16,2 10 7-16,5 4 7 16,3 1-8-16,0-3-3 15,14-8-2-15,5-9-6 0,9-4 1 16,4-10 2-16,2-10 0 15,8 0 0-15,7-12-1 16,3-16-2-16,-2-5 0 16,-4-5 0-16,-9-6-3 15,-10 2 3-15,-12 0 0 16,-11 8 1-16,-4 4-1 16,-4 5 2-16,-13 11 2 15,0 3-3-15,0 9 0 16,1 2 6-16,5 0-7 15,2 5-2-15,5 8-11 16,4 1 10-16,0 4-3 0,9-4 5 16,9 2-5-16,1-1 3 15,6-1 3-15,-1 4 0 16,-3 5-1-16,-3 0 1 16,-3 1 0-16,-3-2 1 15,-3 1-1-15,0-5 2 16,4-3 0-16,1-6 0 15,8 1-1-15,5-4 7 16,6-5 0-16,10-1 2 16,9 0-6-16,12-13-2 15,7-9 1-15,3-3 2 16,-7-8-2-16,-17-2-3 0,-15-3 1 16,-17 0 2-1,-15 3 2-15,-3 3 2 16,-15 9 4-16,-16 4 7 15,-4 11 51-15,1 5-14 0,0 3-6 16,11 6-18-16,6 12-14 16,11 4-12-16,6 11-2 15,0-1 2-15,22 2-2 16,12 0 2-16,11-5-1 16,6 0-3-16,-1-11 1 15,-3-6-2-15,-8-6 0 16,-9-6-65-16,-8 0-164 15,-10-4-268-15</inkml:trace>
  <inkml:trace contextRef="#ctx0" brushRef="#br0" timeOffset="9666.78">10042 2254 837 0,'0'0'17'0,"0"0"80"16,0 0 120-16,0 0-132 15,0 0-40-15,0 0-20 0,0 0-10 16,-21 37 17-16,21-1 27 16,0 6-17-16,0 1-15 15,0-4-8-15,9-2-4 16,3-8-8-16,6-5-3 15,3-7-3-15,7-8 0 16,2-9 2-16,9 0 2 16,1-13-1-16,-3-17 3 15,-4-8-3-15,-5-4-1 16,-10 0-1-16,-7 13 3 0,-5 9 2 16,-5 9-5-1,-1 10 2-15,0 1 3 0,0 0-7 16,0 16-14-1,0 9 14-15,2 6 4 0,-1 0-2 16,2-4-1-16,0 1 1 16,3-8-1-16,0-5-1 15,0-8 0-15,-1-6 0 16,8-1 2-16,3-8 8 16,8-19 2-16,4-9-8 15,2-6-2-15,0 1 0 16,-3 5 1-16,-7 10-2 15,-9 13-1-15,-3 10 0 16,-4 3-3-16,7 16-22 16,2 15 14-16,1 8 9 0,5 3 4 15,-7 2-2-15,6-6 1 16,-3-6-1-16,-2-7-6 16,-2-10 2-16,-4-9-106 15,-4-6-139-15,-3 0-113 16</inkml:trace>
  <inkml:trace contextRef="#ctx0" brushRef="#br0" timeOffset="10014.21">10018 1855 962 0,'0'0'0'0,"0"0"7"0,0 0 8 0,-12 78 16 0,12-47-2 16,0-4-17-16,11-5 15 15,0-5 12-15,0-5-23 16,8-8 1-16,1-4 1 16,2-2 2-16,8-17-4 15,-11-5-3-15,-1-6 5 16,-15-5 25-16,-3 0 37 15,-3 1-26-15,-19 8-10 16,-1 9-2-16,-2 12-10 0,-3 5-24 16,1 14-8-1,6 18-18-15,6 11-17 0,15 10-144 16,0 2-38-16,12 2-142 16</inkml:trace>
  <inkml:trace contextRef="#ctx0" brushRef="#br0" timeOffset="12948.73">11392 2394 860 0,'0'0'47'0,"0"0"-32"15,0 0 156-15,0 0-134 16,0 0-14-16,0 0-8 16,-25-21 20-16,23 18 37 15,-1-3 18-15,-1-5-33 16,-1-3-15-16,-5-4-16 16,4-3-9-16,-5-2-12 15,-2 4-1-15,-2 2-3 16,-3 7 12-16,-3 3 21 15,-4 7-6-15,-5 0-14 16,-1 11-1-16,-4 16-10 0,4 7 4 16,1 8 3-16,3 9 2 15,7 1 4 1,9 1-4-16,8-8-5 0,3-5-3 16,3-9-4-16,21-8 0 15,0-11-1-15,16-12 1 16,3 0 5-16,5-25-5 15,0-18-1-15,-5-17-18 16,-6-13-6-16,-8-14 10 16,-14-8 3-16,-11-9-9 15,-4-2 14-15,-4 2 0 16,-16 16 4-16,-4 22 3 16,8 24 1-16,2 22 3 15,7 20 8-15,1 12 7 16,2 33-19-16,1 20-2 0,3 19 2 15,0 5 6 1,6 5 0-16,13 4 7 0,9-7-8 16,8-5-5-16,12-11 0 15,4-14 1-15,11-16 2 16,3-19 1-16,0-13 1 16,-3-13-3-16,-7-12-2 15,-7-21-6-15,-12-12-7 16,-12-10-2-16,-14-8 14 15,-11 3-1-15,-5 3 2 0,-20 12 0 16,-2 13 4-16,-1 17 3 16,1 14 25-1,3 1-9-15,2 27-19 0,8 10 0 16,7 11-2-16,5 2 1 16,2 4 1-16,9-2-4 15,12-2 0-15,10-7 0 16,8-10 0-16,11-6-1 15,8-12-34-15,6-11-53 16,-1-4-87-16,-4-11-18 16,-5-17-91-16,-12-16 59 15,-12-5 92-15,-16 1 133 16,-12 3 67-16,-2 14 166 16,-3 9 28-16,-6 16-27 15,-3 6-48-15,1 15-106 0,4 22-44 16,-2 18 15-1,8 16-5-15,1 11-9 0,0 5 0 16,4 6-20-16,6 1-5 16,1-11-4-16,0-8-7 15,-1-14-2-15,-4-15 2 16,0-13-1-16,-5-15 0 16,2-12-1-16,-3-6 1 15,0-26-12-15,0-27-13 16,0-21 10-16,-4-27 9 15,-5-20-7-15,-3-19-1 16,2 4 7-16,0 12 3 0,7 26 2 16,3 25 2-16,11 22 1 15,16 16 0-15,13 9-1 16,9 16 0-16,8 10-2 16,4 6 2-16,5 22-1 15,-11 9 0-15,-10 7-1 16,-18-1-3-16,-18 2 4 15,-9 2-1-15,-24-7 2 16,-16-9 2-16,-14-4 1 16,1-13-1-16,0-12 0 15,4-2-1-15,10-7 0 16,9-6-1-16,12 0 0 16,9 3-2-16,9 4 0 15,0-2 2-15,15 5-6 16,15 3 1-16,12 0 2 0,8 3 0 15,4 5 2 1,6-4-2-16,5-4 3 0,5 0-4 16,10-9-4-16,2-11-22 15,-12-4 28-15,-10-5-52 16,-20-8 1-16,-21-5 18 16,-14 2 5-16,-5 5 27 15,-8 6 2-15,-14 13 2 16,-1 6 8-16,-2 10 21 15,3 0-6-15,4 15-9 0,4 11-8 16,10 5-2 0,4 1-4-16,4 1 0 0,19-3-1 15,6-7 2-15,10-1-1 16,9-10 3-16,4-6-4 16,11-6 0-16,0 0-31 15,-5-16 9-15,-9-8-44 16,-16 3 23-16,-12 1 16 15,-11-3 24-15,-7 10 3 16,-3 6 5-16,0 4 26 16,0 3 46-16,-12 11-43 15,-3 13-24-15,0 9 18 16,1-1 0-16,6 1-8 16,3-1-11-16,5-7 0 15,0-3-9-15,0-11 1 16,0-8 1-16,10-3 2 0,10-7 7 15,6-22 0-15,6-5-10 16,1-5 0-16,-4 2-1 16,-5 7 0-16,-6 9 0 15,-9 13 2-15,-5 4-2 16,-4 4-2-16,4 6-12 16,1 19 7-16,2 7 7 15,2 3 1-15,6-3 0 16,5-3 0-16,7-5-1 15,5-8 3-15,10-9 0 16,3-7 0-16,5 0 0 0,6-14-2 16,1-11-1-1,-1-6 1-15,-4-5-1 16,-10-6 1-16,-16 0-2 0,-12 3-3 16,-14 5-2-16,0 8 6 15,-16 8-3 1,-15 11 2-16,-8 7 1 0,-4 3 0 15,4 23 4-15,5 7 4 16,10 7-3-16,10 3-1 16,8 3-3-16,6-3 0 15,0-7-1-15,11-9-1 16,11-7 1-16,6-12-1 16,2-8-16-16,3 0-51 0,1-22-31 15,1-14-26-15,-1-13-5 16,-3-13 21-16,-2-12 34 15,-7-13 18-15,-2-13 26 16,-4-11 28-16,-4-3 0 16,-4 10 3-16,-4 23 7 15,-4 27 36-15,0 27 74 16,0 20-15-16,-9 8 19 16,-2 36-68-16,-5 19-47 15,1 17 40-15,4 7-4 16,3 2 4-16,8 5-7 15,0-4-14-15,0-6-7 16,11-7-12-16,9-11 0 0,7-5-4 16,6-12-2-1,7-14 2-15,8-10-2 16,11-16 8-16,1-2-8 0,0-22-12 16,-17-14-39-1,-15-8-36-15,-13-6 58 0,-15 1 17 16,0 10 8-1,-8 9 4-15,-12 14 7 0,-4 9 42 16,-4 7-10-16,1 9-14 16,3 14-8-16,6 15-4 15,10 3 2-15,8 4-6 16,0 2-8-16,10-3-1 16,10-5-2-16,3-11 2 15,7-11 0-15,1-10-7 16,4-7-15-16,1-7-23 15,2-18 8-15,1-14-7 16,-2-3 24-16,-2-5 6 0,-9 8 10 16,-10 9-34-16,-6 11 36 15,-9 11 2-15,-1 8 14 16,0 0 20-16,0 12-12 16,-3 11 32-16,-5 5-5 15,4-1-23-15,1 1 4 16,3-6-19-16,0 0-5 15,0-9-4-15,1-9 2 16,12 0-1-16,7-4 6 16,9-8 4-16,5-15-6 15,3-8-7-15,-1-5 1 0,-3 7 0 16,-5 1-1-16,-8 8 0 16,-8 6 0-16,-8 10 1 15,-2 4-2-15,-2 0-3 16,0 17-1-16,0 8 5 15,0 3 16-15,8 1-6 16,5-3-1-16,6-4-4 16,2-3-1-16,7-8-1 15,4-6 2-15,4-5 1 16,2-3-6-16,-2-17 0 16,-3-8-8-16,-7-14-9 0,-2-8 0 15,-9-16 5-15,-2-12 6 16,-6-11-1-1,-6-5 1-15,-1 5 4 0,0 22 2 16,-1 25 0-16,-6 27 8 16,-1 15 22-16,0 31-30 15,-1 23 0-15,4 16 20 16,5 7-3-16,0-2 7 16,10-6-3-16,3 1-16 15,-2-9-4-15,-4-7-1 16,-1-5-31-16,-4-17-154 15,4-14-191-15,-2-18-523 16</inkml:trace>
  <inkml:trace contextRef="#ctx0" brushRef="#br0" timeOffset="13091.34">15425 2083 1340 0,'0'0'30'0,"0"0"58"0,0 0-59 15,0 0-29-15,122-82-128 16,-53 51-350-16</inkml:trace>
  <inkml:trace contextRef="#ctx0" brushRef="#br0" timeOffset="13738.73">17003 1967 1183 0,'0'0'25'0,"0"0"79"15,16-72 1-15,-8 47-48 16,-2 1-45-16,-3 10-6 15,-3 3-2-15,0 7 15 16,-22 4 37-16,-16 0-39 16,-10 18-7-16,-2 8 16 15,-2 7 11-15,7 0-8 16,7 7-5-16,7-2-5 16,12-1-5-16,13-3-12 15,6-3-1-15,12-3-1 16,28 0 1-16,20-2-1 15,20-4 4-15,14 2-3 16,5-5-1-16,-3 1-3 0,-8 0 1 16,-20-4-6-16,-23-2-34 15,-25-3-4-15,-20-1 11 16,-32 2 35-16,-31 4 1 16,-25 0 11-16,-15-5 21 15,-6 3 17-15,9-2 1 16,12-3-19-16,24 4-7 15,22-3-21-15,26-2-4 16,16 5-5-16,12-2-69 16,45-5-98-16,24-6-103 15,15-2-174-15</inkml:trace>
  <inkml:trace contextRef="#ctx0" brushRef="#br0" timeOffset="15697.96">17800 2182 1211 0,'0'0'60'0,"0"0"-3"0,-66-77 143 15,47 61-115-15,-1 9-25 16,0 7-44-16,-9 0-7 16,-4 7-8-16,-1 17 1 15,-2 4 1-15,6 1-2 16,11 0 1-16,8-1-2 0,11 2-2 15,0-5 2 1,17-1-3-16,18-6 2 0,9-10-5 16,7-7-39-16,7-1-59 15,-4-7-42-15,-4-17 33 16,-12-4 40-16,-10-4 33 16,-11-3 36-16,-9 2 4 15,-8 5 18-15,0 7 87 16,-13 9 3-16,1 6 5 15,0 6-44-15,2 1-45 16,1 18-24-16,4 6-1 16,5 3-6-16,0-1 7 15,18-3-2-15,11-7 0 0,5-5 2 16,3-5-17 0,8-7-35-16,5 0 21 0,3 0-63 15,1-14 20-15,-5-2 1 16,-13-8-10-16,-13 2 36 15,-8-3 35-15,-12 5 12 16,-3 5 38-16,0 5 87 16,0 5-1-16,0 4-13 15,-1 1-67-15,-5 8-44 16,4 14 1-16,-2 4 0 16,4-1-1-16,0 0-1 15,0-1 0-15,6-7 0 16,5-3 1-16,6-7 1 15,5-6-1-15,6-1 0 16,3-2 1-16,1-16-1 0,1-2-21 16,-1-7-11-16,-8-2 1 15,-2-2 13-15,-7-3 16 16,-6-4 2-16,-6 10 5 16,-2 3-5-16,-1 10 15 15,0 13 31-15,0 2 0 16,0 0-33-16,0 15-13 15,0 11-3-15,0 3 3 16,2 5 0-16,9-7 0 0,2-6 0 16,3-3 0-16,1-8 1 15,2-6-1-15,2-4 5 16,1 0-3-16,-1-5 0 16,0-11-2-1,-6-5-3-15,2-5-4 0,-7-2 5 16,-4 2 1-16,-5 6 1 15,-1 9 0-15,0 9 2 16,0 2 3-16,0 6-5 16,0 18-1-16,-4 7 1 15,4 5 2-15,0-6 0 16,4-5-1-16,17-4-1 16,3-7 2-16,5-7-2 15,3-6 2-15,1-1-2 16,3-1 0-16,0-18-24 15,-4-5-12-15,-2-7 10 0,-5-2-12 16,-9 1 2-16,-10 6 35 16,-6 5 1-16,0 7 1 15,-3 8 35-15,-6 4 20 16,-6 2 32-16,3 14-78 16,-6 18-5-16,4 15 27 15,4 14 4-15,1 13-5 16,5 21 8-16,1 7-17 15,3 1-8-15,0-1-5 16,0-12-8-16,10-8-1 16,2-13 1-16,0-12 0 15,-2-17-2-15,-4-15 3 16,-4-13-4-16,-2-12 0 0,0-12-7 16,0-23 5-16,0-21-9 15,0-22 8-15,0-18 4 16,0-21-7-16,15-22 4 15,12-3-12-15,4 7-10 16,0 23 7-16,-2 28 13 16,-6 26 6-16,-3 25 1 15,-2 16-1-15,1 17 1 16,2 0-1-16,5 25-4 16,0 12 3-16,-2 10 1 15,-9 3 1-15,-9 1-1 0,-6-5-2 16,-15-4 0-1,-16-8 1-15,-8-10-1 0,-3-5 2 16,2-13 1-16,6-6 0 16,2 0 1-16,7-11-1 15,8-13-1-15,7-4 3 16,9-4-3-16,1 1 0 16,3 7-1-16,8 4 1 15,5 9-1-15,-2 11 0 16,4 0 0-16,3 10-2 15,4 11 0-15,5 3 3 0,3-2 1 16,7-1-1-16,13-3 2 16,8-6-2-1,7-4 0-15,1-7 0 0,-5-1-1 16,-9-5-6-16,-7-19-41 16,-6-11 13-16,-6-15 10 15,-2-16 4-15,-4-14 10 16,-5-16 0-16,-5-5-7 15,-5 2 4-15,-12 17 8 16,-3 28 6-16,-5 26 6 16,-20 23 39-16,-8 7 19 15,-4 30-44-15,4 21 3 16,6 10 12-16,19 7-6 16,8 3-3-16,0 4-1 15,24-3-10-15,8-1-5 16,2-8-7-16,9-10 0 15,3-12-2-15,2-11-1 16,1-13 0-16,3-16-1 16,-4-3-6-16,-3-14-8 0,-6-18-8 15,-6-12 11-15,-9-8 9 16,-11-2 1-16,-11 6 2 16,-2 10-1-16,-6 14 2 15,-17 13 2-15,-2 11 13 16,-2 6 2-16,2 23-4 15,5 6-1-15,14 8 4 16,6-1 7-16,0-1-4 16,19-2-8-16,7-5-5 15,4-5-5-15,4-6 0 0,3-8-1 16,-1-7-1-16,3-8-1 16,-9 0-3-16,-8 0-31 15,-5 0-14-15,-9 0-31 16,-3 0-85-16,-5 0-140 15,0 0-447-15</inkml:trace>
  <inkml:trace contextRef="#ctx0" brushRef="#br0" timeOffset="16812.29">20538 2148 300 0,'0'0'47'0,"0"0"-15"0,0 0 84 0,0 0-63 16,73-77-29-16,-62 69 7 15,-4 2 36-15,-6 3 20 16,-1 1 28-16,0 0-32 16,0 1 3-16,0-2-7 15,0 1-41-15,0 2 10 16,0-2-1-16,0 0-6 15,0 2-3-15,-6 0 19 16,-1 0-28-16,-10 4-15 16,-2 9-14-16,-4 3 2 15,3-1-3-15,6 0 1 0,8-3 0 16,6-1-4 0,0 1-6-16,18-2 5 0,15-1 5 15,12 0 1-15,8-2-1 16,7 2 0-16,-5 3-5 15,-5-2 2-15,-13-1-6 16,-15-3-4-16,-13-4 4 16,-9 2 9-16,-31-2 0 15,-27 0 5-15,-15 0 3 16,-8-1 0-16,2-1 14 16,18 1-11-16,16 3-10 15,14 0-1-15,17 3-12 0,14 2-147 16,5-2-265-1</inkml:trace>
  <inkml:trace contextRef="#ctx0" brushRef="#br0" timeOffset="17595.64">22546 1916 842 0,'0'0'4'0,"0"0"160"0,-81-24-43 0,53 24-87 0,-1 0 4 0,3 7 7 15,2 11-14-15,3 9-12 16,6 2 6-16,5 0-6 16,8 1-5-16,2 0-9 15,10-10-4-15,19 1-1 0,14-5 1 16,8-10 3-16,11-6 0 16,3 0 1-16,0-12-5 15,-7-9 0-15,-13-4-1 16,-13-6 0-16,-13-4-1 15,-18-6 0-15,-1-7 2 16,-22 3 7-16,-11 4-4 16,-4 9-1-16,1 13 12 15,3 10 14-15,6 9-5 16,4 11-22-16,2 25-1 16,10 6-9-16,10 4 1 15,1-1-2-15,12-6 9 16,23-3-6-16,7-5-4 0,15-10-40 15,3-11-42-15,-1-4-52 16,1-6-70-16,-11-7-22 16,-6-17-352-16</inkml:trace>
  <inkml:trace contextRef="#ctx0" brushRef="#br0" timeOffset="17986.06">23076 1539 551 0,'0'0'58'16,"0"-78"166"-16,0 66-52 15,0 12-28-15,0 12-123 16,0 21-11-16,0 18 13 16,1 10 16-16,4 12 37 0,3 11 6 15,3 18-7 1,5 15-31-16,4 20 4 16,2 21-12-16,2 17-29 0,-3 6-5 15,-2-4-2-15,-3-14 0 16,-5-22-4-16,-11-20-8 15,0-22-58-15,-19-21 33 16,-16-20 30-16,-5-21 7 16,-5-17 5-16,0-20 5 15,-4-12 17-15,0-33 26 16,-3-22-16-16,1-22-9 16,8-23-2-16,5-28-16 15,16-21 4-15,21-14-13 0,10 3-1 16,38 18 3-16,20 31-3 15,15 34-6-15,12 30-15 16,6 22-47-16,8 18-43 16,1 10-98-16,-5 8-123 15</inkml:trace>
  <inkml:trace contextRef="#ctx0" brushRef="#br0" timeOffset="18466.84">24200 2119 1072 0,'0'0'9'15,"0"0"66"-15,66-104 13 0,-49 70-61 0,-6 4 10 0,-8 5-18 0,-3 6 37 0,0 6 54 0,-16 1-49 0,-5 7-9 16,-7 2-29-16,-2 3-18 15,1 0 2-15,0 14-3 16,3 5-3-16,4 4-1 16,5 1 0-16,10 4 0 15,7 0-2-15,0 2-3 16,9 0 2-16,18-1 1 16,3-1 1-16,8 2 1 15,3-2 0-15,-1 0-2 16,3-3 2-16,-7-5-16 0,-7-4-22 15,-15-4 5 1,-9-4 16-16,-5-6 14 0,-16 4 3 16,-20 2 4-16,-13-5 6 15,-7 0 1-15,-1-3 12 16,-2 0 3-16,2 0-4 16,7 0-8-16,11 0-6 15,13 0-7-15,16 0-1 16,8 0 0-16,2 0-70 15,23 0-123-15,17 0 32 16,15 0-69-16,5 0-221 0</inkml:trace>
  <inkml:trace contextRef="#ctx0" brushRef="#br0" timeOffset="19562.41">24903 2094 733 0,'0'0'127'0,"0"0"110"15,3-73-49-15,-24 61-51 16,-7 5-36-16,-10 7-75 16,-2 0-6-16,-1 3-2 15,3 13-6-15,4 9-7 16,7 3-3-16,9 3-2 0,8 0-2 16,10-1 0-1,0-2-3-15,22-8-4 16,9-3 9-16,10-9-2 15,3-8-3 1,3 0-29-16,-3-7-26 0,-5-18 17 16,-6-9 10-16,-8-8 32 15,-10-1 1-15,-4 1 3 0,-11 6 5 16,0 11 2-16,0 10 15 16,0 8 38-16,0 7-8 15,0 0-55-15,-6 17 0 16,1 10-11-16,4 10 7 15,1-5 0-15,6-1 1 16,16-3 0-16,2-7 2 0,9-6-3 16,0-6-22-1,4-7-69-15,0-2 20 0,5-4-5 16,-5-16-29-16,-5-7 53 16,-6-5 10-16,-7-3 34 15,-6 1 12-15,-6 5 18 16,-4 8 30-16,-1 10 70 15,-2 5-1-15,0 6-25 16,0 0-50-16,0 13-42 16,0 12 1-16,-9 10 5 15,6 0 4-15,-2 1 2 16,5-4-2-16,0-5-5 16,0-4-5-16,0-8-1 0,3-8 1 15,8-7 0 1,4 0 2-16,4-6 5 0,4-11-5 15,-1-11 0-15,-3-1-4 16,-1-1 0-16,-6 0 2 16,-2 5 0-16,-2 11 0 15,-5 5 0-15,-3 7 2 16,0 2-2-16,0 2-11 16,0 17 0-16,0 3 10 15,0 2 1-15,0 1-1 16,0-6 1-16,2 1-1 15,7-5 0-15,2-5 1 16,4-5 1-16,8-3 2 16,0-2 0-16,6 0 0 15,2-17-2-15,2-1 3 16,0-8-3-16,-3-3-1 0,-4-2 0 16,-4 0 1-16,-8 4-1 15,-5 11 0-15,-6 8 1 16,2 7 0-16,-5 1-1 15,0 8-11-15,0 14 10 16,-5 6 1-16,5 1 0 16,0-2 4-16,0-2-4 15,5-8 0-15,14-1 4 16,6-8-1-16,7-5 3 16,4-3-1-16,3 0-5 15,1-15 2-15,-3-7-1 0,-4-3 0 16,-3-7 0-1,-9-4-1-15,-10-2 0 16,-8 6-3-16,-3 7 0 16,-10 8 3-16,-14 10 7 15,-4 7-7-15,-2 3 3 0,5 21 13 16,8 9 8-16,11 2 2 16,6 2 4-16,20-1-12 15,16-5-10-15,8-5-4 16,9-7-4-16,5-11-84 15,3-8-251-15</inkml:trace>
  <inkml:trace contextRef="#ctx0" brushRef="#br0" timeOffset="20139.34">27789 1813 1207 0,'0'0'6'0,"0"0"100"0,0 0 18 0,0 0-124 0,0 0 9 15,0 0 35-15,52 106 16 16,-33-56-24-16,-4-6-8 0,6-1-7 16,-1-7-14-16,3-7-2 15,1-8-1-15,-2-8 2 16,-2-11-3-16,1-2 7 16,1-13-1-1,-1-22 3-15,1-11-5 16,-4-12-1-16,-6-7 0 15,-6 2-3-15,-3 12-1 0,-3 16-4 16,0 17 3-16,0 16-2 16,0 2-13-16,0 28-116 15,0 13-9-15,7 13-32 16,18 3-115-16,13-1 52 16,6-7-349-16</inkml:trace>
  <inkml:trace contextRef="#ctx0" brushRef="#br0" timeOffset="20935.46">28725 2036 986 0,'0'0'12'15,"8"-104"229"-15,-8 61-162 16,0 8-14-16,-8 13 19 16,-8 4-40-16,-6 10-5 15,-5 8-34-15,-6 0-3 16,-4 18-2-16,2 12 0 15,7 4-2-15,8 4 2 16,10 2-1-16,10-4-4 0,0-2 5 16,16-1-2-16,13-10-1 15,8-2 3 1,4-11-1-16,3-6-4 0,-3-4-20 16,-4-4-46-16,-7-20 13 15,-8-5 32-15,-10-6 17 16,-6-1 9-16,-6 8 6 15,0 7-1-15,-6 9 13 16,0 7 61-16,2 5-33 16,-1 7-46-16,0 16-14 15,5 6 12-15,0 2-2 16,0-2-2-16,16 1 4 16,7-4 2-16,4-5 0 15,6-5 2-15,1-6-1 16,2-8-1-16,-1-2-1 15,-1-5-36-15,-4-16 4 16,-6-5 9-16,-5-6-8 0,-7-5 2 16,-9-1 23-16,-3-2 6 15,0 3 1-15,-3 10 3 16,-3 4-3 0,1 13 9-16,2 4 24 0,2 6 6 15,-1 0-39-15,2 19-8 16,0 14 0-16,0 8 8 15,0 2 8-15,12-1 5 16,8 1 0-16,4-6-10 16,4-5 0-16,2-7-3 0,4-7 2 15,5-10 2 1,0-6-2-16,3-2-2 0,-1-9-16 16,-5-10-10-16,-5-9 1 15,-7-5 18-15,-9-5 7 16,-6-3 1-16,-3 3 0 15,-6 10 17-15,0 10 5 16,0 8 60-16,0 10 3 16,0 0-54-16,0 10-32 15,-7 13-17-15,2 7 15 16,4 4 2-16,1-3 0 16,0 1-1-16,13-2-1 15,2-4 1-15,0-2-10 16,0-12-192-16,0-9-133 15,-5-3-438-15</inkml:trace>
  <inkml:trace contextRef="#ctx0" brushRef="#br0" timeOffset="21088.64">29398 1567 1132 0,'0'0'0'0,"0"0"-10"0,0 0-3 0,0 0-1 0,-10 98-50 0,40-44-296 0</inkml:trace>
  <inkml:trace contextRef="#ctx0" brushRef="#br0" timeOffset="22514.5">30025 2054 862 0,'0'0'134'16,"0"0"-57"-16,3-80 80 16,-3 52-109-16,-6 6 31 15,-13 5-52-15,-8 5 31 16,-8 8-18-16,-3 4-29 16,-1 1 1-16,0 19-3 15,9 6-5-15,11 3 2 16,6 0-3-16,10 2-3 0,3-2 0 15,7-3-5-15,14-5 5 16,6-5 0-16,4-8-3 16,2-6-3-16,0-2-28 15,-2 0-37 1,-1-16 21-16,-8-12-9 16,-4-1 42-16,-8-7 7 0,-5-1 10 15,-5 8 6-15,0 9 0 16,0 10 54-16,0 7 39 15,0 3-50-15,-3 13-49 16,-2 16-10-16,2 6 10 16,3 0 5-16,0 1-4 0,15-4 2 15,5-6-3-15,3-4 1 16,0-8-2-16,1-7 0 16,3-7-82-16,-4 0-31 15,0-13-17-15,-1-15-39 16,-4-10 36-16,-6-11 6 15,-3-11 36-15,-2-10 67 16,-4-12 25-16,-3-4 14 16,0 5 45-16,0 14 50 15,-7 22 15-15,-2 21 20 16,3 12 7-16,2 12-42 16,-4 4-93-16,0 19-16 15,-2 14 0-15,3 10 1 0,4 4 8 16,3 4 8-1,0 2 4-15,0-4-8 16,10-1-5-16,-4-8-7 16,-1-9 0-16,-2-12 1 0,-3-9-2 15,0-8 0-15,0-5 5 16,0-1 7-16,0 0 12 16,3-15 3-16,1-10-20 15,4-6 0-15,1-8-7 16,2 3 3-16,3 6 1 15,1 6-2-15,-2 8 5 16,5 7-2-16,2 6-4 16,2 3-1-16,2 9-5 0,3 16-4 15,-3 9 6-15,-3 5 1 16,-2 3 2 0,-10-3 0-16,-6 0 1 0,-3-6 0 15,-2-8 0-15,-15-5 2 16,-5-7 3-16,-3-7-2 15,0-4 0-15,1-2 2 16,3 0-6-16,3-7 6 16,6-6-1-16,4 0-4 15,3 2-1-15,5 3 0 16,0 1-1-16,6 1-3 16,13 5-1-16,5 1-1 15,4 0 4-15,4 0-1 16,1 1 2-16,2 1 0 15,1 0 1-15,6-2-2 16,-3 0-2-16,1-5-47 0,3-14-11 16,-2-9 2-16,-6-8 4 15,-2-13 31-15,-4-14-5 16,-6-15 14-16,-4-8 11 16,-6-4 5-1,-10 11 2-15,-3 21 2 0,0 19 44 16,-11 20 28-16,-4 13-15 15,-4 6-38-15,-4 25-23 16,-2 20 0-16,4 7 4 16,14 11 11-16,7 2 22 0,0 7-13 15,21-4-8-15,4-5-5 16,11-7-9-16,4-4 0 16,5-11-2-16,7-10 0 15,0-11 2-15,-1-12-2 16,-2-8 2-16,-7-2-2 15,-6-21-1-15,-10-10 0 16,-10-6 1-16,-7-10 2 16,-9-4 0-16,0 6-2 15,-8 9 2-15,-12 13 7 16,-6 13-8-16,-4 12 3 0,-1 3-4 16,0 24 0-1,8 5 8-15,10 7 6 0,13 2 11 16,0-3-6-16,25-3 14 15,9-1-19-15,4-6-5 16,3-8-7-16,0-4 2 16,-1-5-4-16,8-8 0 15,-5-3-29-15,3 0-129 16,-2 0-141-16,0-3-235 16</inkml:trace>
  <inkml:trace contextRef="#ctx0" brushRef="#br0" timeOffset="22674.28">31851 2102 1440 0,'0'0'3'0,"0"0"98"0,0 0-1 0,0 0-100 0,0 0-23 15,0 0-213-15,43-17-256 16</inkml:trace>
  <inkml:trace contextRef="#ctx0" brushRef="#br0" timeOffset="34319.98">4117 3973 705 0,'0'0'279'0,"0"0"-210"0,0 0 107 0,0 0-44 0,0-71 5 16,0 61-76-16,0 7 12 16,0 0-15-16,0 3-16 15,0 0-19-15,0 3-23 16,0 24-4-16,0 16 4 15,0 21 16-15,0 9 5 16,-4 9 4 0,-11 6-3-16,6-2-8 0,-3-9-6 0,3-9-8 15,5-14 1-15,-1-13-1 16,5-11-1-16,0-11 0 16,0-9 0-16,0-8-8 15,0-2-86-15,0 0-90 16,11-19-50-16,8-9-88 15,8-9-107-15</inkml:trace>
  <inkml:trace contextRef="#ctx0" brushRef="#br0" timeOffset="37464.35">4426 4326 904 0,'0'0'119'15,"0"0"-44"-15,0 0-27 0,0 0 54 16,-10 95-37-16,1-62 3 15,0-1-3-15,-1-5-31 16,2-5 0-16,2-6-3 16,0-7-1-16,6-5-14 15,0-4-11-15,0 0-4 16,0 0 8-16,9-17 19 16,16-13-7-16,7-5-21 15,2-5 0-15,-3 2-2 16,1 5-1-16,-7 7 2 15,-6 9-1-15,-5 8 2 16,-5 9 0-16,1 0-7 0,5 10-22 16,0 13 22-16,-3 4 7 15,3 5 5-15,-3 0 2 16,0-1 3-16,1-1-9 16,7-5 5-16,2-1-5 15,8-8 1-15,3-5 2 16,10-7 0-16,8-4 3 15,2-2-1-15,2-16-6 16,-5-1-1-16,-4-5-17 16,-7-7 6-16,-8-5 9 15,-4-4 1-15,-8-6 2 16,-7 7 3-16,-9 5 3 16,-3 12-3-16,-4 12 4 0,-20 10 4 15,-12 0-3-15,-3 25-6 16,-5 13 1-16,2 7 7 15,7 3 12-15,7 0 10 16,10-4-10-16,8-4-10 16,10-7-6-16,0-10-6 15,12-1-7-15,13-10 6 16,5-11 1-16,9-1 3 16,10-15-3-16,3-18-11 15,-4-12-29-15,3-10-9 0,-14-12 5 16,-3-7 6-1,-8-13 16-15,-6-12 14 16,-6 3 4-16,-3 14 1 0,-6 25 2 16,-5 29 1-16,0 20 4 15,0 10 24-15,-8 34-26 16,-11 16-2-16,0 15 0 16,1 8 2-16,8 0 15 15,1-5 1-15,9-1-7 16,0-10 0-16,4-8-3 15,17-13-3-15,9-7-5 16,7-13 0-16,11-12 0 16,12-6 10-16,14-9 0 15,1-14-10-15,-1-10-1 16,-14-5 0-16,-12-5-5 16,-21 0-6-16,-15 2-17 15,-12 8 22-15,-6 11 7 0,-15 12 3 16,-8 10 6-16,-2 4-1 15,-3 26-4-15,5 11-2 16,6 5 1-16,8 0 2 16,12 0-3-16,3-5-2 15,3-6-2-15,19-8 0 16,8-7-3-16,6-10-3 16,16-10 7-16,9 0-5 15,9-22-26-15,5-4-43 16,-11-7-12-16,-13 0 10 15,-15-1 11-15,-17 5 55 16,-13 9 11-16,-6 9 8 16,0 11 72-16,-3 1 56 15,-17 27-117-15,-2 16-15 0,-3 16 34 16,1 11 25 0,4 15-15-16,1 3-18 0,0 5-9 15,4-4-9-15,3-11-3 16,0-12-6-16,6-18-3 15,3-17 0-15,1-16 0 16,2-16 1-16,0-16 5 16,8-27 16-16,17-18-22 15,-5-21 0-15,10-12 1 16,-5-18-2-16,3-14-2 16,2 1-8-16,0 13-4 0,0 23 2 15,-8 28 10 1,-4 30 2-16,-3 15 0 0,0 16 1 15,0 0-15-15,0 22-3 16,3 9 17-16,-12 5 0 16,-6 0 1-16,0-1 0 15,-24 0 2-15,-3-5 1 16,-6-5 0-16,-3-5 0 16,2-7 2-16,0-7-4 15,2-4 4-15,7-2-1 16,8 0-4-16,6-2 4 15,6-2-2-15,2 2-1 16,3 0-1-16,0 1-5 16,3 1 2-16,19 0-4 0,17 0 6 15,12-3 1-15,3-2 0 16,6-1 0-16,-2-2-2 16,3-6 2-16,2-4-2 15,-5-5-9-15,-6-3-1 16,-9-6-1-16,-8-3 11 15,-15 0-22-15,-15 0 7 16,-5 9 10-16,-12 7 7 16,-15 11 8-16,0 8-8 15,-3 0 0-15,2 17-3 16,7 12 3-16,5 5 3 16,10 2-2-16,6 1-1 15,0-5 0-15,16-3-8 0,11-8 8 16,6-6-1-1,7-8 1-15,6-7 0 0,8 0 0 16,10-19-3 0,2-9-10-16,-2-1-5 0,-10-1-4 15,-17 0-1-15,-15 5 16 16,-13 4 7-16,-7 9 6 16,-2 6 18-16,0 6 38 15,-11 0-36-15,-8 16-26 16,-5 9 1-16,0 6 5 15,6 5 9-15,3-3-11 16,5-3 1-16,4-7-3 0,3-5-2 16,3-10-3-16,0-8 0 15,6 0 3 1,16-6 5-16,10-17 10 16,5-9-13-16,-1-3-2 0,0-5 0 15,-2 3 1-15,-7 6-1 16,-8 11 1-16,-7 11-1 15,-8 8 0-15,-2 1-3 16,-2 15-13-16,0 12 11 16,0 11 5-16,0-4 2 15,0-1-1-15,4-7 4 16,7-1-3-16,5-7-2 16,7-6 1-16,5-6-1 15,8-6 5-15,7 0 1 0,8-2-1 16,6-14-3-16,-1-8-1 15,-5-3 0 1,-9-3 0-16,-14-2-1 0,-13-1 1 16,-12 5-1-16,-3 6 0 15,-12 5 4-15,-16 6 0 16,-3 9-2-16,-8 2-2 16,-3 14 2-16,2 14 1 15,4 7 2-15,6 6 3 16,9 2-5-16,6-2 2 15,11-3-3-15,4-7-2 16,0-5-1-16,12-9 0 16,13-11 1-16,6-6 0 0,12-2 0 15,4-21-6-15,0-11-24 16,1-9-12-16,-6-12-5 16,-3-8 8-16,-6-13 16 15,-5-13 8-15,-4-15 6 16,-5-4-1-16,-4 2 1 15,-7 17 3-15,-8 29 5 16,0 26 1-16,0 27 23 16,-15 16 6-16,-5 36-29 15,-8 22 0-15,3 15 9 16,1 5 10-16,12-4 3 16,3 3 2-16,3-11-9 15,6-6 0-15,0-13-6 16,7-12-5-16,10-11 1 15,5-13-2-15,8-10-3 0,15-10 4 16,7 0 8-16,12-22-6 16,-3-7-4-16,-10-5-2 15,-17-4-8-15,-13 0-10 16,-16 2 12-16,-5 9 4 16,-9 7 2-16,-14 13 6 15,-10 7-5-15,-5 8-1 16,4 20 0-16,4 11 1 15,7 3 1-15,11 1 7 0,9-3-5 16,3-5-1-16,0-1-2 16,11-13-1-16,11-5 0 15,8-10 2-15,9-6-1 16,7 0 0-16,6-12-1 16,1-12-19-16,2-2 2 15,1-7 0-15,-8-1 1 16,-9 5-14-1,-18 8 6-15,-9 11 24 0,-9 6 6 16,-3 4 28-16,0 0-12 16,-15 18-19-16,-5 9-3 15,-2 5 18-15,4 1-3 16,6-2-3-16,2-1-9 16,1-7 0-16,9-7-3 15,0-5-1-15,0-8 0 16,0-3 1-16,21 0 2 0,7-16 2 15,8-11-4 1,5-7-24-16,3-5-5 0,1-3-16 16,-4 3 8-16,-8 12 1 15,-11 9 27-15,-14 11 9 16,-2 7 1-16,-6 0-1 16,3 13 2-16,0 9 24 15,-1 3-8-15,-1 3-6 16,5-4 1-16,1-1-2 15,4-5-2-15,1-5-7 16,6-4 1-16,2-5 3 16,3-4 3-16,4 0 1 0,4-1-5 15,1-12-3 1,-4-7-2-16,6-2-1 16,-2-7-6-16,-4-11-25 0,5-5-6 15,-6-16 2-15,-1-12 18 16,-3-14 6-16,-7-12 7 15,-3-3 5-15,-5 6 6 16,-8 19 9-16,0 27 42 16,0 23 11-16,0 27-8 15,-15 13-29-15,-6 31-30 16,-3 17 9-16,4 12 24 16,9 1-16-16,8 1 6 15,3 1-5-15,0-1-15 0,0-7-3 16,0-10-1-1,6-6-3-15,-1-11-34 0,-2-14-155 16,1-15-170-16,-4-12-373 16</inkml:trace>
  <inkml:trace contextRef="#ctx0" brushRef="#br0" timeOffset="37627.91">8954 4104 672 0,'0'0'742'0,"0"0"-731"0,0 0 80 16,67-72-37-16,-12 63-45 0,5 2-9 16,0 0-28-16,-8-4-239 15,-4-3-263-15</inkml:trace>
  <inkml:trace contextRef="#ctx0" brushRef="#br0" timeOffset="38356.91">10909 4041 798 0,'0'0'98'0,"0"0"-26"15,0 0 130-15,0 0-114 0,0 0 11 16,0 0-29 0,-42-28-14-16,30 19-26 0,-3-3 14 15,-6 2 7-15,-3-5-39 16,0 1-1-16,2-4 18 16,11 0-9-16,3-7-14 15,8-1 3-15,1-1-4 16,26 2-5-16,13 9-8 15,5 9 1 1,9 7-1-16,-2 13 0 16,-3 24-10-16,-8 14 16 0,-13 16-3 15,-15 9 3-15,-13 6 2 16,-30 4 1-16,-26-10 2 16,-15-7 6-16,-12-12-5 15,-5-10 0-15,-3-13 4 0,5-9-4 16,15-13 3-1,25-12-7-15,16 0 3 0,17-19 4 16,10-15-7-16,3-9 0 16,12-8-3-16,22-4-6 15,8 7-13-15,3 11 18 16,2 14 2-16,-3 17-1 16,-1 6-4-16,-3 21-5 15,1 12 0-15,0 7 12 16,-2 4-2-16,6-1 2 15,4-2-1-15,5-2 0 16,1-7-2-16,2-11-70 16,1-11-162-16,6-10-32 15,0 0-163-15</inkml:trace>
  <inkml:trace contextRef="#ctx0" brushRef="#br0" timeOffset="38798.42">11923 4118 452 0,'0'0'688'0,"0"0"-642"0,0 0 163 0,0 0-75 0,0 0-36 0,0 0-65 16,0-45-16-16,0 37 10 16,0 2 9-16,-4-2-21 0,-17 5 11 15,-12 3-14-15,-13 0-9 16,-6 9-3-16,-4 7 0 15,19 6-6 1,7-3 6-16,18 1 0 0,9 2-5 16,3 0-3-16,11 5 4 15,20 0 2-15,18 1 2 16,10 0 2-16,2 1-2 16,-3 2 0-16,-9-1-3 15,-12-4-5-15,-14-3 4 16,-16-7 3-16,-7 0 0 15,-9-2 2-15,-27-1 7 16,-17-2-1-16,-12-1 0 16,-3-6-2-16,1-1-2 0,7-3-5 15,14 0 2-15,10 0-3 16,18-5 1-16,15-6-14 16,3-3-78-16,24-3-124 15,21-2-20-15,18 0-35 16,5 1-328-16</inkml:trace>
  <inkml:trace contextRef="#ctx0" brushRef="#br0" timeOffset="40646.57">12629 4184 777 0,'0'0'74'0,"0"0"158"0,9-92-76 0,-21 73 16 0,-24 16-90 16,-7 3-59-16,-14 1-3 15,-8 20 5-15,6 3 31 16,7 4-19-16,12-2-3 16,10-1-13-16,9 0-18 15,15-3-3-15,6-1-1 16,0-2-1-16,21-3-2 16,16-5 3-16,8-7 0 15,7-4-5 1,6 0-44-16,-5-10-11 0,0-11 10 15,-5-11 13-15,-6-5 14 16,-12-3 16-16,-14 1 7 16,-9 12 1-16,-7 12 8 15,0 14 43-15,-8 1 9 0,-16 21-48 16,-3 13-12-16,-3 6 14 16,17 2 3-1,10-7-1-15,3 0-7 0,3-4-4 16,21-7-1-16,7-9-3 15,15-7 5-15,5-8 3 16,7-2-8-16,3-18-1 16,-3-8-1-16,-4-3-11 15,-3-7-3-15,-8-2 11 16,-9 1 0-16,-10 7 4 16,-12 14 1-16,-9 8 5 15,-3 10 10-15,0 10-16 16,-9 21-14-16,-7 9 14 0,1 5 9 15,3-1 2-15,6-1-1 16,5-7-6-16,1-9 5 16,0-4-8-16,1-11 1 15,8-7-1-15,6-5 2 16,9 0 6-16,4-17 7 16,8-8-10-16,1-6-6 15,-2-5 0-15,-4-7 0 16,-4 3 3-16,-8 3-3 15,-8 14 2-15,-5 11-1 16,-5 9-1-16,-1 3 0 16,0 0-11-16,0 15-3 15,0 6 12-15,0 0 2 0,0-1 0 16,0-5 0-16,0-4 0 16,9-5-1-16,0-3 2 15,7-3 2-15,4 0 1 16,8 0 2-1,8-13-6-15,4-7 2 0,2-9-4 16,-2-4-15-16,-5-1-11 16,-10 4 13-16,-10 11 4 15,-11 9 11-15,-4 7 7 16,0 3-7-16,0 0-5 16,-10 16-5-16,-1 8 10 15,2 2 0-15,5-2 5 0,4-4-2 16,0-5 4-16,13-2-7 15,16-5 2 1,8-6 5-16,6-2-4 16,4 0 0-16,-3-6 2 0,-5-13-5 15,0-3 0-15,-9-6-4 16,-8-7 0-16,-4-2 3 16,-8 1-5-16,-7 7 5 15,-3 9 1-15,0 12 0 16,0 8 0-16,-1 6 0 15,-17 24-17-15,-6 20 17 16,0 14 0-16,0 9 8 16,1 13 18-16,-1 5-12 15,-3 5 10-15,1 10-14 0,1-2 5 16,4-9-12-16,9-10 0 16,-1-23-2-16,7-21-1 15,1-17 0-15,4-16-1 16,1-8 2-16,0-18 13 15,0-21-14-15,10-14 2 16,7-18-5-16,1-14-1 16,7-15 1-16,6-10-6 15,4-8-6-15,3-2 5 16,1 8 5-16,-3 19-10 16,-5 27 12-16,-2 26 3 15,-10 23 1-15,-2 11-1 0,5 6-1 16,0 15-6-16,4 15 3 15,-2 9 0-15,-2 1 4 16,-5 4-2 0,-9-3 1-16,-5-4 0 0,-3-6 1 15,-7-6 0-15,-17-5 0 16,-9-10 1-16,-7-6 2 16,-3-4-1-16,-1 0 2 15,6-13-4-15,8-6 2 16,12 0-1-16,6 4 0 15,9 4 2-15,3 4 0 16,0 7-3-16,0 0-6 16,10 0-3-16,21 5 1 15,14 5 8-15,6 0 0 16,2-6 0-16,0-4 1 0,-1 0-1 16,3-8 1-16,-1-11 2 15,4-11-3-15,-7-10-2 16,-2-15-24-16,-10-13-8 15,-8-17 0-15,-8-7-10 16,-10-4 20-16,-7 9 7 16,-6 18 11-16,0 24 6 15,-12 29 2-15,-13 16-2 16,-8 34-3-16,-3 24 3 16,5 12 9-16,7 5 11 15,15-1 3-15,9-4-2 16,0-3-4-16,14-9-15 0,11-6 6 15,6-13-8-15,7-9 0 16,2-13 2-16,8-13 0 16,1-4-1-16,2-10-2 15,-1-18-3-15,-2-12-35 16,-8-10-1-16,-12-7-22 16,-11-1 0-16,-12 11 50 15,-5 15 10-15,-5 15 2 16,-19 17 5-16,0 6 11 15,-3 31-15-15,5 9 25 16,11 5 17-16,11-2-19 16,0-2 0-16,29-9-11 0,13-8-5 15,17-10-8-15,12-11-1 16,4-6-203-16,16-3-446 16,14-12-21-16</inkml:trace>
  <inkml:trace contextRef="#ctx0" brushRef="#br0" timeOffset="41362.11">16509 3682 557 0,'0'0'266'0,"0"0"-230"0,0 0 149 0,0 0-89 0,0 0 10 16,0 0-59-16,21-34-5 16,32 20-14-16,23-4 7 15,19 0 0-15,11 2-6 16,7 1-16-16,-2 5-13 16,-11 5-1-16,-17 3-5 15,-19 2-7-15,-22 0-131 0,-24 0-76 16,-18-2-17-1,-21 0 24-15,-24-4 11 0,-8 1 176 16,-4-1 26-16,10 2 155 16,9 4 14-16,7 0-45 15,11 4-16-15,4 19-8 16,5 13-19-16,7 12-2 16,4 7 27-16,0 7-9 15,1-2-28-15,13-2-41 16,4-2-9-16,-2-4-12 15,2-7-5-15,-1-8-2 16,0-6-2-16,-1-10-1 0,3-6-41 16,8-9-172-1,5-6-63-15,7-2-128 0</inkml:trace>
  <inkml:trace contextRef="#ctx0" brushRef="#br0" timeOffset="41998.47">17980 3461 778 0,'0'0'300'16,"0"0"-230"-16,0 0-34 15,0 0 49-15,-11 126 44 16,3-65-54-16,5-5-28 16,3-6 9-16,0-8-38 15,0-9-6-15,0-9-6 16,0-11-6-16,0-6 4 0,0-5-4 15,0-2 0 1,0 0 6-16,0 0 4 0,0-20-10 16,-7-6-70-16,-7-9 10 15,-1-2-43-15,-2-3-12 16,0 1 37-16,4 7 16 16,5 7 14-16,5 6 34 15,3 6 11-15,0 3 1 16,0 4 2-16,0 0 0 15,2 2 1-15,1-2 1 16,1 1 1-16,-2-2 3 0,5 0-2 16,-6 1 0-16,2-1 40 15,-3-1 29-15,2 0-27 16,2-2-17 0,-2 2 5-16,2-1-9 0,-2 0 7 15,4 3-10-15,0-2 0 16,-2-1-3-16,4 2-14 15,-4 0 2-15,2 0-3 16,-3 4 4-16,-3 0 4 16,0 3-5-16,0 0 0 15,0 0-7-15,0 25-21 16,0 12 21-16,0 16 2 16,-1 4 1-16,-1 4-1 15,2-4 13-15,0-7-7 0,0-6-8 16,0-9 2-1,9-7-2-15,-1-6-1 0,-2-10 0 16,-2-6-1-16,-2-3 0 16,-2-3-73-16,0 0-72 15,0-4-58-15,0-16-260 16</inkml:trace>
  <inkml:trace contextRef="#ctx0" brushRef="#br0" timeOffset="42235.5">17574 3402 1019 0,'0'0'17'0,"0"0"213"0,0 0-89 0,0 0-35 0,0 0-76 16,0 0-15-16,60-32-5 15,18 29-3-15,13 0-5 16,3 0 0-16,-5-3-2 15,-2 2-3-15,-15-1-4 16,-10 4-101-16,-16 1-124 16,-16 0-102-16,-15 0-249 15</inkml:trace>
  <inkml:trace contextRef="#ctx0" brushRef="#br0" timeOffset="42438.35">18447 3607 579 0,'0'0'21'0,"0"0"-21"15,0 0 0-15,0 0-84 16,0 0-42-16,0 0-215 15</inkml:trace>
  <inkml:trace contextRef="#ctx0" brushRef="#br0" timeOffset="43110.15">18447 3607 29 0,'-6'49'228'16,"6"-46"-124"-16,0-3 66 0,0 0-30 15,0 0-12-15,0 0-49 16,0 0-1-16,0 0-18 16,0 0-7-16,0 0 18 15,5 0-3-15,4-2-11 16,3-3 4-16,4 1-20 15,4 1 2-15,-2-1-5 16,2-1-16-16,1 0 2 16,-1-3-10-16,-1 2-6 15,-1 2 3-15,-5-2-6 16,1 1-3-16,-1 1-2 16,-2-2 0-16,-4 2 4 15,-1 1-4-15,-3 2 1 16,-1 1-1-16,-2-2 8 15,0-3 9-15,-2-2 15 0,-16-6-32 16,-10 8-4-16,-6 1 3 16,-7 4-3-16,0 12 4 15,0 19-1-15,8 9 1 16,7 5 3-16,12 0 0 16,6-2-2-16,8-1-2 15,8-3 1-15,13-4 0 16,13-5 0-16,4-8 0 15,7-9 5-15,4-5-1 16,0-8-3-16,-1 0 2 0,-3-16-3 16,-6-11 0-1,-4-3-2-15,-7-4 1 0,-7-2 0 16,-7 0 1-16,-8 7 0 16,-6 7-1-16,0 9 2 15,-8 8-7-15,-10 5 6 16,-3 0-8-16,2 9 4 15,3 8 0-15,10 4-1 16,6 1 0-16,0 4-1 16,6 0 6-16,17 1 0 15,4 4 0-15,-1-5 0 16,-7-1-1-16,-4-7 1 16,-9-4 0-16,-6-5-1 0,0-3 1 15,-17-3 8 1,-13-2 3-16,-4-1-6 0,-1 0-4 15,5 0 4-15,13-2-5 16,10-9-7-16,7-1-52 16,3-8-144-16,33-8-108 15,7-9-109-15</inkml:trace>
  <inkml:trace contextRef="#ctx0" brushRef="#br0" timeOffset="43298.37">19238 3375 507 0,'0'0'560'0,"0"0"-452"0,0 0-13 0,0 0-93 0,-9 71 90 0,9-10-29 0,0 5-23 15,3 0-4-15,9 0-21 16,2-7-9-16,-4-6-6 16,-4-5-5-16,-6-11-1 15,0-7-180-15,0-14-127 16,0-11-403-16</inkml:trace>
  <inkml:trace contextRef="#ctx0" brushRef="#br0" timeOffset="43439.93">19231 3704 1118 0,'0'0'6'15,"0"0"17"-15,0 0-4 0,0 0-19 16,132-56-49-16,-69 49-386 15</inkml:trace>
  <inkml:trace contextRef="#ctx0" brushRef="#br0" timeOffset="46700.24">1732 6204 881 0,'0'0'9'0,"0"0"71"0,0 0 49 0,0 0-104 16,0 0-24-16,-8 78 48 16,8-20 18-16,0 6 14 15,0 11 3-15,0 3-3 16,-7 3-38-16,-8-2-14 16,-2-4-14-16,0-2-14 15,-4-14 1-15,10-14-2 0,4-15 0 16,2-15-1-1,4-9-1-15,1-6-13 0,0-3-65 16,0-21-111-16,4-8 21 16,2-10 9-16,-1 3 49 15,-4 0 20-15,-1 1 51 16,2 8 39-16,-2 7 2 16,3 12 58-16,0 6 43 15,4 5-37-15,2 0-47 16,7 5 38-16,4 3-9 15,4-2 11-15,4-6 8 0,11 0-19 16,4 0-26 0,2-11-11-16,0-6-7 15,-2-4-2-15,-4-3-5 16,-9-2 2-16,-8-1-1 0,-10-6 2 16,-3-2 1-16,-6-8-1 15,-3-1 1-15,0 1 1 16,0 11 2-16,0 16 2 15,-4 12 2-15,-1 4 20 16,2 26-16-16,-3 13-8 16,0 12 29-16,1 8 17 15,-2 0 5-15,1 6-10 16,-1 0-28-16,-4 1-11 16,4-3-4-16,-1-5 0 15,2-8-5-15,2-17-11 16,2-14-70-16,2-14-101 0,0-5-92 15,11-10-245-15</inkml:trace>
  <inkml:trace contextRef="#ctx0" brushRef="#br0" timeOffset="47043.87">2245 6876 825 0,'0'0'47'0,"0"0"-44"0,0 0 54 0,0 0-18 0,0 0-24 15,17 81 12-15,-3-73 6 16,0-6 20-16,5-2 6 16,0 0 12-16,1-4-18 0,2-12-6 15,-1-3-9-15,0-3-7 16,-6 0 5-16,-6-3 1 15,-6 4-5-15,-3 0 2 16,0 2 5-16,-17 5-10 16,-11 6-19-16,-2 6-9 15,-6 2-1-15,-5 8-3 16,8 8-3-16,5 3-5 16,8 3-92-16,8-2-115 15,12-1-82-15,0-3-341 16</inkml:trace>
  <inkml:trace contextRef="#ctx0" brushRef="#br0" timeOffset="47277.84">3025 6614 849 0,'0'0'297'0,"0"0"-274"16,0 0 162-16,0 0-108 0,0 0-77 15,0 0-21 1,-7-11-2-16,7 25-66 16,0 4-181-16,-9 1-190 0</inkml:trace>
  <inkml:trace contextRef="#ctx0" brushRef="#br0" timeOffset="47420.83">2967 6832 1017 0,'0'0'41'0,"0"0"156"16,0 0-55-16,0 0-124 16,0 0-18-16,0 0-11 0,15-4-52 15,-15 4-240 1,0 0-597-16</inkml:trace>
  <inkml:trace contextRef="#ctx0" brushRef="#br0" timeOffset="48611.81">2463 6935 200 0,'0'0'278'0,"0"0"-252"0,0 0 113 0,0 0-38 0,0 0 3 16,0 0 3-16,3-47-6 15,0 47-45-15,0 0-18 16,0 0 32-16,4 15-24 16,-4 10 7-16,-3 2 4 15,0 6-3-15,0 3-16 0,0-5-22 16,0-2-11-1,6-7-5-15,9-8-1 16,17-14-5-16,18-6-2 16,22-29-77-16,13-16-143 15,6-6-262-15</inkml:trace>
  <inkml:trace contextRef="#ctx0" brushRef="#br0" timeOffset="52962.32">4584 5945 582 0,'0'0'276'0,"0"0"-245"0,0 0 122 0,0 0-81 0,0 0-7 16,3 94 84-16,-15-27-84 15,-13 11 34-15,-3 9-47 16,-7 9-29-16,-3 3-9 16,-3-11-1-16,1-13 6 15,7-20-4-15,9-26 3 16,11-10-14-16,1-10-2 15,12-9-2-15,0-7 3 16,6-29 8-16,19-15-11 16,7-15-2-16,4-10-2 15,-1-10 4-15,-2-9-2 16,1-9 4-16,4-7-2 0,2 5 0 16,6 14 0-16,-7 28-1 15,-5 28 1-15,-16 22 4 16,-4 14-2-16,3 20 3 15,-3 33-5-15,7 24 30 16,-9 21-3-16,-2 16-6 16,-4 12 3-16,-6 3-15 15,3-2-7-15,-3-15-2 16,2-21 1-16,-1-22-1 16,4-23-1-16,1-20-1 15,-2-11-29-15,3-9-64 16,-4-6-117-16,2-4-38 0,-5-18-21 15,0-9-638-15</inkml:trace>
  <inkml:trace contextRef="#ctx0" brushRef="#br0" timeOffset="53152.07">4241 6614 938 0,'0'0'69'0,"0"0"-62"0,0 0 78 0,0 0 55 15,0 0-140-15,0 0 0 16,72-36 7-16,-2 14-1 16,3-2-6-16,2 1 0 15,-5 0 0-15,-3 6-2 0,-5 5-2 16,-6 2-108 0,-1-1-81-16,-6 3-52 0,-7-4-290 15</inkml:trace>
  <inkml:trace contextRef="#ctx0" brushRef="#br0" timeOffset="53499.1">5044 6289 916 0,'0'0'44'0,"0"0"103"0,0 0 9 16,0 0-121-16,0 0-34 16,0 0 65-16,-13 110 0 15,26-61-9-15,-1 2-16 16,-3 2-13-16,3-4-16 15,-6-8-6-15,0-7-1 0,0-12-1 16,-1-7-3-16,-2-9-1 16,-1-4 0-16,1-2 3 15,6-6 3-15,7-18 16 16,4-11-4-16,5-10-12 16,2-7-2-1,-5-9 5-15,-5-5-6 0,1 0-2 16,-6 6-1-16,-6 15-1 15,1 19 0-15,-7 13-1 16,0 13-49-16,0 0-70 16,0 14-124-16,0 17 45 15,0 6-77-15,3 1-317 16</inkml:trace>
  <inkml:trace contextRef="#ctx0" brushRef="#br0" timeOffset="54076.28">5493 6641 455 0,'0'0'116'16,"0"0"81"-16,0 0-12 16,0 0-67-16,109-63-51 15,-67 27-18-15,2-3 0 16,-6-3-17-16,-12 1-12 16,-12 3-7-16,-12 6 8 15,-2 10 8-15,-11 8-14 16,-16 13 42-16,-6 1-15 15,-9 25-39-15,-7 12 7 16,6 7 2 0,3 1-1-16,10 0-5 0,12-1-4 15,12-6-2-15,6-6-2 0,0-8 0 16,9-10 0-16,18-5-2 16,1-9-3-16,3 0-20 15,5-13-5-15,-4-8 4 16,-6-4 21-16,-4 2 4 15,-9 3 3-15,-4 8 0 16,-6 6 3-16,-3 6 6 16,3 16-9-16,-3 27 7 15,0 21 3-15,0 27 16 16,0 25 0-16,0 22-13 16,-17 16-13-16,-8 7 2 0,-14-8-2 15,-5-14 0 1,-16-19 2-16,-4-19 0 0,-5-27 0 15,-1-20 1-15,-3-25 16 16,7-21 55-16,5-8-17 16,6-35-19-16,13-21-17 15,17-21-9-15,13-21-4 16,12-20-5-16,9-17-6 16,34-8 3-16,15-6-8 15,18 16-7-15,17 17-44 16,5 24-24-16,9 25 4 15,4 19-65-15,1 15-85 16,-3 6-148-16</inkml:trace>
  <inkml:trace contextRef="#ctx0" brushRef="#br0" timeOffset="54580.09">6682 6275 854 0,'0'0'32'0,"63"-73"-27"0,-21 34 117 0,2 4-53 0,-2-1 14 15,-11 11-37 1,-10 7 2-16,-12 8 28 0,-9 9 46 16,0 1-14-16,-22 0-53 15,-26 19-37 1,-12 8-16-16,-5 5 8 15,5 0 7-15,11 4-3 0,10-2-13 16,9 2 5-16,6-5-6 16,12 1 0-16,11-3 0 15,1-3-4-15,7 2 4 16,23 2 2-16,14 3-2 16,12 1 2-16,10 0 0 15,8 2-2-15,-5-2 0 16,-6 0-2-16,-16-6-1 0,-20-1 2 15,-21-4-1 1,-9-2 2-16,-46-1 6 16,-24-2 4-16,-21-4-3 0,-9-6 20 15,3-4 1-15,6-4-18 16,9 0-4-16,16 0-4 16,23-6-2-16,22 0 0 15,21-4-6-15,3-3-60 16,31-1-114-16,19-1-35 15,11-2-60-15,6 3-90 16</inkml:trace>
  <inkml:trace contextRef="#ctx0" brushRef="#br0" timeOffset="56311.23">7268 6611 874 0,'0'0'63'0,"0"0"-24"0,0 0 101 0,0 0-26 0,0 0-79 0,0 0-28 0,41-76 18 16,-40 58 4-16,-1 0 11 15,0 1-8-15,-16 4 15 16,-8 7-23-16,-9 6 30 16,-1 0-36-16,-4 18 2 15,4 10-4-15,4 4-4 0,12 2-6 16,9 0-5-1,8-1-1-15,1-8-2 16,4-2-1-16,13-10-1 16,8-6-3-16,5-7-15 15,9 0-21-15,4-12 6 16,-3-8-8-16,-1-6 4 0,-7-3 16 16,-6 0 21-16,-6 1 1 15,-10 4 3-15,-5 8 3 16,-5 11-1-16,0 5 32 15,0 0 4-15,0 20-37 16,-3 8 16-16,-3 8 6 16,4-2-7-16,2-1 1 15,0-2-13-15,11-6-2 16,8-6-1-16,6-6-1 16,5-9 4-16,6-4-1 0,6-5 2 15,7-18-3 1,3-9-2-16,1-9-1 15,-6-5-5-15,-8-11-39 0,-6-8 5 16,-11-14-9-16,-7-7 17 16,-6-9 11-16,-9-6-13 15,0 8 8-15,0 19-9 16,-7 28 30-16,-4 28 5 16,-4 18 31-16,-3 33-3 15,-4 22-16-15,-1 19 24 16,1 9-3-16,4 9-2 15,5 4 44-15,4 2-41 16,5-7-13-16,4-9-1 16,4-11-10-16,18-10-7 0,14-14 4 15,10-11-3-15,11-16 1 16,13-15 2-16,9-5 1 16,5-19-8-16,-2-15 0 15,-15-6-11-15,-19-7-28 16,-20-8 2-16,-19 0 18 15,-9 5 6-15,-8 9 10 16,-20 16 3-16,-9 16 2 16,-6 9-2-16,-2 10 14 15,0 19 4-15,9 6 5 16,11 1-15-16,7-1 0 16,9 0-8-16,5-3 0 0,4-11-1 15,0-4 1 1,6-5-5-16,10-10 1 0,11-2-21 15,3 0-20 1,4-19-5-16,5-3-17 16,-5-7 13-16,-2-2-8 0,-9 1 9 15,-8 3 21-15,-7 10 32 16,-8 9 0-16,0 7 54 16,0 1 15-16,-8 5-36 15,-5 16-16-15,1 6 28 16,3 3-14-16,8-2-12 15,1 1 2-15,0-4-14 16,5-3 0-16,9-5-6 16,7-7 0-16,1-6 1 15,11-4-2-15,4 0 5 16,5-16-5-16,4-7-4 0,-1-5-17 16,-3-8-28-16,-4 0 3 15,-8-9-5-15,-12 1 36 16,-6 5 15-16,-12 8 2 15,0 11 0-15,0 12 37 16,-7 8 49-16,-5 0-54 16,-3 17-16-16,3 7 3 0,3 4-10 15,7 0-4 1,2-3-4-16,0-5 1 16,5-1-3-16,10-7-1 15,12 2 2-15,4-7-1 16,8-4 0-16,0-3-1 15,1 0 0-15,-4-6 0 0,-2-12-37 16,-8-2-11-16,-7-2 22 16,-12 0-4-16,-5 0 28 15,-2 4 2-15,0 6 4 16,0 6-1-16,0 4 33 16,-5 2 2-16,-1 12-37 15,-1 9 1-15,-2 6 24 16,3-2-14-16,6-2-7 0,0-2-1 15,0-4 1 1,9-4-2-16,7-5-3 0,1-5 1 16,7-3 1-16,4 0-1 15,0-7 1-15,-1-10-2 16,1-5 0-16,-8-6-8 16,-1-2-7-16,-4-3 9 15,-6 4-5-15,-1 7 6 16,-7 10 5-16,-1 9 0 15,0 3 0-15,0 13 0 16,-3 19 0-16,-7 15 7 16,-4 8 6-16,2 10 9 15,2 10 6-15,0 14 5 16,-4 19 6-16,-4 15-11 16,-12 15-18-16,-7 4-7 15,-15-8-3-15,-11-13-1 0,-7-20 0 16,0-19 1-16,-3-20 0 15,6-21 2-15,9-16 2 16,8-20 13-16,10-5 18 16,12-36-8-16,19-20-12 15,9-21-15-15,25-23 0 16,24-20-2 0,18-17-4-16,10-9-43 0,6 7-100 15,2 20-47-15,-6 25 27 16,-3 27-34-16,-12 12-301 15</inkml:trace>
  <inkml:trace contextRef="#ctx0" brushRef="#br0" timeOffset="57203.38">10488 6047 766 0,'0'0'0'0,"0"0"100"0,0 0 125 0,0 0-108 0,0 0-108 0,-4 76 75 15,-10 3 11 1,-2 1-35-16,5-2 25 0,1-4-43 16,1-16-16-16,9-15-14 15,0-17-4-15,0-15-7 16,0-5 1-16,0-6-2 15,4-3 12-15,5-25 18 16,8-10-8-16,-1-14-13 16,2-8-7-16,-8-7 5 15,1-6-4-15,2-6-3 16,1 4 1-16,2 13-2 16,-7 22 0-16,-1 23 1 0,-5 17-1 15,-2 8-1-15,-1 28-16 16,2 14 18-16,1 7 6 15,1 0-5-15,0-5 1 16,5-4-2-16,2-10 0 16,2-12-1-16,-2-10 1 15,3-10 0-15,3-6 0 16,7-11 0-16,13-16 5 16,2-15-3-16,3-6-2 15,-5-8-1-15,-1-9 0 16,-6-4 0-16,-8 3-2 15,-4 13-1-15,-9 19 2 16,-6 18 2-16,-3 16 0 16,0 26-6-16,0 18-11 0,-15 20 17 15,0 7 6-15,2-4-6 16,4 0 3-16,4-3-3 16,5-10 0-16,0-10-2 15,15-14 0-15,6-8-3 16,6-9-72-16,7-9-136 15,7-4 22-15,6-1-78 16,-3-19-214-16</inkml:trace>
  <inkml:trace contextRef="#ctx0" brushRef="#br0" timeOffset="58075.39">11404 6254 900 0,'0'0'0'0,"0"0"118"0,0 0-47 0,0 0-8 0,0 0 8 0,-103-68-18 0,70 82-39 0,-6 16 3 16,1 11 8-16,3 4 6 15,9 2-16-15,4-1-6 16,9-5-1-16,10-9-7 0,3-5-1 15,0-13-1 1,21-8-2-16,10-6 0 16,10 0-18-16,3-20-26 15,3-10 2-15,-1-5-16 0,-10-5 5 16,-7-3 45-16,-9-1 11 16,-10 6 2-16,-2 12 4 15,-8 8 7-15,0 13 35 16,0 5 56-16,0 18-81 15,-14 13-15-15,0 12 12 16,4 2-3-16,7-6 2 16,3 1 8-16,0-9-20 15,20-3-4-15,7-8 2 16,7-9 1-16,5-8-3 16,6-3 5-16,0-11-6 0,5-18 0 15,4-7-1-15,-2-11-1 16,-1-13 2-16,-4-8-2 15,-5-16-3-15,-7-11-9 16,-13-13 5-16,-3-2-11 16,-10 10 6-16,-7 22-8 15,-2 31 20-15,0 28 5 16,-9 19 22-16,-15 34-24 16,-4 27-2-16,-4 23 27 15,7 12-4-15,11 3 3 16,9-2-2-16,5-4-12 15,4-7-7-15,13-11-6 0,8-11 0 16,0-15-2-16,8-15 1 16,4-17 1-16,9-12-4 15,8-5 3-15,16-13 1 16,8-14 1-16,5-8-1 16,-3-7 0-16,-10-5-3 15,-21-4-21-15,-16 0 1 16,-15 10 13-16,-17 11 10 15,-1 14 5-15,-16 13 4 16,-14 3-5-16,-7 3 12 16,-1 19 1-16,1 6 5 15,4 7 7-15,8 5-21 16,9 1 9-16,7 0-4 0,9-2-9 16,0-1 2-16,10-7-6 15,12-3-5-15,8-5 4 16,-1-5-1-16,3-11-100 15,3-7-161-15,-2 0-185 16</inkml:trace>
  <inkml:trace contextRef="#ctx0" brushRef="#br0" timeOffset="64624.1">13984 5839 143 0,'0'0'19'0,"0"0"-8"0,0 0 41 0,0 0-20 16,0 0-7-16,0 0 9 16,0 0-15-16,37-41 3 15,-34 38-1-15,-3 0 8 0,3 2 15 16,-3 1-4-1,0 0 12-15,0-2-12 0,0 2-5 16,0 0-3-16,0-3 7 16,0 3 1-16,0-2 4 15,4-1-4-15,-2-3 12 16,1 1 3-16,-2-1-16 16,2 1 4-16,0-2-4 15,2 0 4-15,-2-2-7 16,0 5 4-16,0-3 6 15,1 1-10-15,0 0 2 16,1-2-6-16,1 1 0 16,-1 2-7-16,-4 3 0 0,1 0 16 15,-2 1 2 1,0 1-10-16,0 0-8 0,0 0-4 16,0 0 5-16,0 0-7 15,0 0 2-15,0 0-4 16,0 0-4-16,0 0-2 15,0 0-2-15,0 0-2 16,0 0-4-16,0 0 5 16,0 0-6-16,-3 3-2 15,-8 9 2-15,-10 10 1 16,-6 1 1-16,-5 4 0 16,-3 2 6-16,-2 2 0 15,-5 4-5-15,-3 4 3 16,0-1-3-16,1 1-1 0,2-3-1 15,5-2-3 1,1-4 1-16,7-3 2 0,4-5 1 16,3-4-2-16,4-5-2 15,8-3 0-15,0-2 0 16,7-4 0-16,2-3-2 16,-1 1 2-16,2-2 0 15,0 0 3-15,0 0-2 16,0 0-1-16,0 0 1 15,0 0 1-15,0 0-1 16,0 0 0-16,0 0 0 16,0 0-2-16,0 1 1 15,0-1 0-15,0 0-1 0,0 0 1 16,0 0 0-16,0 0 1 16,0 0-1-16,0 0 0 15,0 0 0-15,0 0 0 16,0 0 4-16,0 0-2 15,0 0 0-15,0 0 2 16,0 0-2-16,0 0 3 16,0 0-4-16,0 0 6 15,0 0-4-15,0 0-2 16,0 0 0-16,0 0 0 16,0 0 1-16,0 0-1 15,0 0-1-15,0 0 1 16,0 0 0-16,0 0-1 15,0 0 1-15,0 0-1 0,0 0 0 16,0 0 0-16,0 2 1 16,0-2-1-16,0 0 1 15,0 0-1-15,0 0 0 16,0 0 1-16,0 0-1 16,0 0 0-16,0 0 0 15,0 0 0-15,0 0 0 16,0 0 0-16,0 0 0 15,0 0 0-15,0 0 0 16,0 0 0-16,0 0 0 16,0 0 0-16,0 0 0 15,0 0 0-15,0 0-2 16,0 0 1-16,0 0 2 16,0 0 2-16,0 0-3 0,0 0 0 15,0 0-1-15,0 0-1 16,0 0 2-16,0 0 1 15,0 0 1-15,0 0-2 16,0 0 1-16,0 0-3 16,0 0 4-16,0 0-4 15,0 0 4-15,0 0 0 16,0 0-2-16,0 0 0 16,0 0 0-16,0 0 0 0,0 0 0 15,0 0-3 1,0 0 3-16,0 0 0 0,0 0 0 15,0 0 3-15,0 0-6 16,0 0 3-16,0 0 0 16,0 0 2-16,0 0-2 15,0 0 0-15,0 0-1 16,0 0 2-16,0 0-2 16,0 0 1-16,0 0 0 15,0 0 0-15,0 0 0 16,0 0 0-16,0 0 0 15,0 0-4-15,0 0 4 16,0 0 0-16,0 0 0 16,0 0 0-16,0 0 0 15,0 0 0-15,0 0 0 16,0 0 0-16,0 0 2 16,0 0-2-16,0 0 0 15,0 0 0-15,0 0 0 16,0 0-3-16,0 0 2 0,0 0 1 15,0 0 0-15,0 0 3 16,0 0-6-16,0 0 6 16,0 0-3-16,0 0 0 15,0 0 0-15,0 0-4 16,0 0 4-16,0 0 0 16,0 0 0-16,0 0 2 15,0 0-4-15,0 0 3 16,0 0-1-16,0 0 0 15,0 0-1-15,0 0-2 0,0 0 2 16,0 0-1-16,0 0-42 16,0 0-42-16,3 3-109 15,10-3-150-15,6 0-31 16</inkml:trace>
  <inkml:trace contextRef="#ctx0" brushRef="#br0" timeOffset="66797.64">13552 5707 537 0,'0'0'0'0,"0"0"-2"0,0 0 2 0,0 0 19 15,-83-79-12-15,75 70 32 16,1-1 8-16,-1 1 4 16,1 1 12-16,3 0-2 15,-1 2 40-15,-1 0-56 16,4 1 32-16,-1-1-29 0,0 0 10 16,0 2-2-1,-1 0-7-15,3-1 6 16,-2-1-3-16,-2 2-10 0,2 0 14 15,0-1-18-15,0 0 8 16,2 4 12-16,1 1-18 16,-2 0 2-16,2 0-18 15,-3 0-11-15,3 0 4 16,0 0-12-16,0 0 6 16,0 0-5-16,0 0 0 15,0 0 3-15,0 0-5 16,0 0 4-16,0 0-2 0,0 0 1 15,0 0-2 1,0 0-1-16,-1 0-1 0,1 0 3 16,0 0-5-1,-2 0 0-15,2 0 0 16,0 0 0-16,0 0-1 0,0 0 0 16,0 0 0-16,0 0 2 15,0 0-2-15,0 0-1 16,0 0 1-16,0 0 1 15,0 0-1-15,0 0 0 16,0 0 0-16,0 0 0 16,0 0 0-16,0 0 0 15,0 0-1-15,0 0 2 16,0 0-1-16,0 0 0 16,0 0 1-16,0 0-1 0,0 0 0 15,0 0 2-15,0 0-1 16,0 0 1-16,0 0 2 15,0 0-3-15,0 0 2 16,0 0 3-16,0 0-6 16,0 0 1-16,0 0 0 15,0 0 0-15,8 0-1 16,13 5 1-16,14 1 1 16,6-2 3-16,4 5 2 15,10 1 0-15,7 3-6 16,10 2 5-16,6 5 0 15,2 3-4-15,-2-1 5 16,-1 2-5-16,-7-3-1 16,-5-5 2-16,-10-1-2 0,-9-1-1 15,-10-8 0-15,-15 0 2 16,-8-4-2-16,-9-2 0 16,-2 0-1-16,-2 0 1 15,0 0 0-15,0 0 4 16,0 0 1-16,0 0 4 15,0 0-3-15,0 0 0 16,0 0-6-16,0 0 3 16,0 0-1-16,0 0-1 0,0 0 3 15,0 0-3-15,0 0 4 16,0 0-3-16,0 0-1 16,0 0 2-16,0 0-2 15,0 0-1-15,0 0 3 16,0 0-1-16,0 0 0 15,0 0 1-15,0 0-3 16,0 0 3-16,0 0-3 16,0 0 0-16,0 0 3 15,0 0-2-15,0 0-2 16,0 0 3-16,0-3-1 16,-5-6-1-16,-2 2-1 15,1 1 1-15,3-2 0 16,0 3-2-16,0-2 2 15,2 2 2-15,-2 0-2 0,1 1 0 16,2 1-2-16,-1 3 6 16,1 0-8-16,0 0 7 15,-2 0-4-15,2 0 2 16,0 0-2-16,-1 0 1 16,1 0 0-16,0 0-1 15,-3 0 0-15,-3 0 0 16,-11 6-1-16,-14 11 2 15,-18 10 2-15,-15 9 0 16,-11 8 4-16,-10 10 1 16,-12 10-2-16,-10 8-2 15,-5 2 0-15,-5-1 4 16,12-4-4-16,19-12 3 16,24-8-3-16,20-10 4 15,14-7-7-15,11-8 0 0,10-11 1 16,1-3-2-16,6-9 1 15,0 0-2-15,0 1 1 16,0 0 1-16,0-2-1 16,0 0 1-16,0 1 0 15,0-1-4-15,0 0 3 16,3 0-2-16,4 0-11 16,2-5-53-16,5-1-41 15,10 0-108-15,2-1-170 16,6-6-184-16</inkml:trace>
  <inkml:trace contextRef="#ctx0" brushRef="#br0" timeOffset="69184.34">15701 5631 793 0,'0'0'22'0,"0"0"62"0,0 0-48 0,-9 88 67 16,-8-18-4-16,-3 11-45 16,-9 6 22-16,0 3 8 15,-6 1-42-15,1-5-16 16,2-10-15-16,7-12-11 15,8-19 0-15,7-20-3 16,6-12 3-16,4-10 0 16,0-3 0-16,0-21 13 15,14-20-2-15,9-19-11 16,7-14 0-16,-2-13 1 0,4-15-1 16,2-11 1-16,-6-3 0 15,9 14 1-15,-5 22-2 16,-7 33 0-16,-8 24 12 15,-10 23 9 1,-2 11-6-16,-1 33-13 0,-3 16 76 16,-1 13-51-16,0 9-6 15,0 5 3-15,-1 0-15 16,-5-2-9-16,6-14 0 16,0-14-2-16,0-13-2 15,0-15 0-15,0-12-27 16,0-10-66-16,-1-7-16 15,-7-4 37-15,-10-23-25 0,-13-9-135 16,-12-7 116 0,-9 0 31-16,-1 6 42 0,2 12 47 15,6 15 107-15,5 8-30 16,5 2 29-16,8 11 1 16,2 10-49-16,5 2 1 15,8-3-29-15,9 0-10 16,3-6-11-16,6-4-1 15,18 0-1-15,10-9-3 16,15-1 0-16,14 0 2 16,10-13-4-16,9-4-2 15,5-5 0-15,1-8-5 16,1-7-47-16,-5-13-49 0,-10-9 1 16,-17-2 23-1,-21 6 59-15,-16 18 18 16,-12 16 22-16,-8 13 122 0,0 8 4 15,-6 5-83-15,-16 22-53 16,-3 7 49-16,1 8 6 16,7-1-19-16,10-4-29 15,7-1-10-15,0-7-9 16,12-5 1-16,7-7-1 16,10-5 0-16,6-8 1 15,5-4-1-15,2 0 0 16,0-16 0-16,-3-9-3 15,-5-1-12-15,-4-5-5 16,-8 0 11-16,-5 5 7 0,-9 9 0 16,-4 7 2-16,-4 10 2 15,0 0-2-15,0 15-3 16,0 13 3 0,0 7 5-16,0-1 17 0,0-5-12 15,16-2-3-15,8-5-7 16,7-6 3-16,8-6-2 15,7-7 0-15,5-3 2 16,4 0-2-16,1-17-1 16,-7-3-1-16,-6-5-17 15,-12-5-15-15,-11-4 4 16,-13-2-15-16,-7 3 25 16,-4 9 17-16,-25 12 1 15,-11 12-1-15,-6 2-1 16,-3 18 3-16,4 5 0 0,9 0 12 15,9 3-8-15,11-6-1 16,10-3-1-16,6-2-4 16,0-4-5-16,22-6 3 15,11-1-1-15,4 0-48 16,4 4 13-16,-1 10 14 16,-9 12 18-16,-8 15 8 15,-8 12 1-15,-12 13 7 16,-3 12 30-16,-24 4 34 15,-15 8 5-15,-12-3-16 16,-3-4-5-16,-2-7-30 0,1-10 12 16,4-9-14-16,11-14-13 15,11-14-2-15,13-17-6 16,8-12-3-16,8-6-46 16,15-28-158-16,18-16-91 15,9-20-160-15</inkml:trace>
  <inkml:trace contextRef="#ctx0" brushRef="#br0" timeOffset="69674.98">17966 5799 620 0,'0'0'46'0,"0"0"42"0,71-101 70 0,-51 66-76 16,-3 6 5-16,-8 5 12 16,-4 9 8-16,-5 9 9 15,0 3 4-15,-20 3-25 16,-17 0-81-16,-14 18-13 15,-13 9 17-15,0 6 10 16,3 1-7-16,10 4-11 16,15-2-6-16,13 1-4 0,17 1 0 15,6-1-2-15,10 0-2 16,26-4 3-16,10-1-16 16,5-2-28-16,-3-1-18 15,-8-2 1-15,-6-2 24 16,-16 0 19-16,-7-6 11 15,-7-1 8-15,-4 1 0 16,-19-3 3-16,-19-3 7 16,-12 0 13-16,-9-5-3 15,-2-2 7-15,2-4-13 16,2 2-8-16,14-4-6 0,10 0-2 16,15 0-11-1,12 0-98-15,6-10-67 0,13-2-163 16,15-2-251-16</inkml:trace>
  <inkml:trace contextRef="#ctx0" brushRef="#br0" timeOffset="70273.14">18427 5885 1043 0,'0'0'34'0,"0"0"140"0,0 0-61 0,-106-25-63 16,68 40 28-16,5 7-36 16,6-2-29-16,8 1-10 15,4-5-3-15,5-4 0 16,8 0-1-16,2-6-4 16,0 0-10-16,2 0-4 15,14-5-31-15,8-1-3 16,2 0-14-16,1 0 3 15,-4 0 1-15,-4 0 15 16,-3 0 41-16,-3 0 5 16,-3 0 2-16,-2 0 0 15,4 3 0-15,1 14 10 16,1 4 16-16,-1 1 7 16,5 2 36-16,4-5-52 15,5-3-2-15,5-4 9 16,4-8-15-16,8-4 0 0,1 0-1 15,6-7-5-15,0-12 2 16,-2-8-5-16,-2-8 1 16,-6-12 1-16,-4-12 2 15,-7-15-4-15,-8-9 6 16,-7-13-4-16,-5-8 2 16,-8-1-4-16,-2 8 4 15,0 22 5-15,-19 24 33 16,-8 33 24-16,-5 18 4 0,-8 28-52 15,-4 29 0-15,12 17 45 16,14 14-20-16,18-3-9 16,14-1-16-16,22 2-17 15,3-7-1-15,2-7-10 16,-5-6-146-16,-8-16-211 16,-6-19-652-16</inkml:trace>
  <inkml:trace contextRef="#ctx0" brushRef="#br0" timeOffset="71326.42">19565 5668 964 0,'0'0'32'0,"-60"74"-29"0,39-22 145 0,6-1-44 0,12-6-38 0,3-6-11 0,17-11-22 16,17-7-13-16,13-13 1 16,14-8 9-16,4-8-11 0,4-18-6 15,-11-4-8-15,-12-2-5 16,-16-5 3-16,-19-2 1 15,-11-3 2-15,0-1-1 16,-27 5-2-16,-6 10 0 16,-6 12 8-16,-3 16-2 15,-5 6-9-15,2 25 0 16,2 11-1-16,10 4 0 16,13 4 2-16,10-2-2 15,10-4-2-15,0-8-1 16,28-8-2-16,15-12 1 15,11-12-6-15,19-4-10 16,10-14-67-16,5-16-18 0,-2-13-4 16,-7-5-89-16,-13-12 32 15,-15-13-41-15,-16-9 45 16,-14-7 97-16,-12-11 66 16,-9-3 70-16,0 7 21 15,0 26 54-15,0 23-39 16,-9 29 55-16,2 21-17 15,-7 43-81-15,-2 29-59 16,2 24 92-16,3 20-17 16,9 14-3-16,2 23 6 15,0 16-41-15,12 16-21 16,-3 9-1-16,-9-4-14 16,0-9 0-16,-21-21-5 15,-7-22-1-15,-4-28 0 16,-2-21 0-16,-2-28 1 0,0-24-2 15,2-27 2 1,1-13 3-16,3-44 5 0,3-29-6 16,8-23 1-16,7-23-3 15,7-23 4-15,5-16-3 16,22-15-1-16,18 2-2 16,14 16-9-16,11 27-24 15,16 37-27-15,7 26 33 0,9 25-82 16,10 24-17-1,5 13-82-15,3 3-213 16</inkml:trace>
  <inkml:trace contextRef="#ctx0" brushRef="#br0" timeOffset="71829.81">21652 5390 775 0,'0'0'360'0,"0"0"-359"0,0 0 161 0,0 0-90 0,0 0-28 0,-4 83 94 15,2-16-71 1,-2 4-17-16,-1 9-13 0,1 4-16 15,-1 0-6-15,-1-4-15 16,0-12 5-16,2-18-5 16,2-18 0-16,-1-12-1 15,3-13-16-15,0-7-43 16,0-13 11-16,0-24 26 16,0-20-29-16,0-18 36 15,0-14 15-15,0-14 0 16,0-8 1-16,0-4 2 15,-5-1-2-15,2 12 5 16,3 15-3-16,0 23 2 0,1 22 10 16,14 17-1-16,1 16-4 15,11 9-7-15,6 2-2 16,9 25-1-16,1 12 1 16,-1 8 0-16,-2-2-2 15,-6 1 2-15,-5-3 0 16,-6-6-7-16,-11-3-27 15,-9-9-173-15,-3-2-48 16,-13-7-116-16</inkml:trace>
  <inkml:trace contextRef="#ctx0" brushRef="#br0" timeOffset="72008.73">21466 5599 743 0,'0'0'23'0,"0"0"-15"0,0 0 7 0,0 0-11 16,111 0-4-16,-70 0 0 15,-4 0-58-15,-12 0-370 16</inkml:trace>
  <inkml:trace contextRef="#ctx0" brushRef="#br0" timeOffset="72186.95">21737 5835 885 0,'0'0'0'0,"0"0"0"0,91-18 14 15,-46 18-14-15,-2 0-1 16,-9 0-65-16,-8 0-121 15,-11 2-193-15</inkml:trace>
  <inkml:trace contextRef="#ctx0" brushRef="#br0" timeOffset="72547.27">22110 5842 309 0,'0'0'560'16,"0"0"-543"-16,0 0 102 15,0 0-29-15,0 0-56 16,0 0-19-16,82-27-1 16,-48 11 7-16,-4-4 8 15,0-5 31-15,-10-3-19 16,-6-6 1-16,-8-5 24 16,-6 0-46-16,0 7-7 15,-1 9-3-15,-17 9 57 16,-1 9-39-16,-8 5-28 0,-8 4-6 15,1 19 4-15,4 12 2 32,8 2 0-32,9 5 5 0,10-3-5 0,3 4-3 15,5-3 1-15,15-7 0 16,8-8-11-16,5-8-32 16,9-10-64-16,3-7-50 15,4-3-93-15,-6-22-140 16</inkml:trace>
  <inkml:trace contextRef="#ctx0" brushRef="#br0" timeOffset="73673.05">22609 5550 992 0,'0'0'7'0,"0"0"-4"16,0 0 113-16,-11 94-10 0,8-53-67 15,0 0 17-15,3-1-30 16,0-2-12-16,0-6-4 15,0-8-3-15,0-9-1 16,0-8-1-16,0-5-4 16,0-2 0-16,3 0 8 15,3-18 15-15,5-12 0 16,2-9-18-16,-4-6-4 16,3-4-2-16,0 3 1 15,-2 5 0-15,2 9-2 16,-2 13 0-16,-5 9 1 15,-1 10 0-15,1 0-5 16,-3 18-17-16,1 16 22 16,2 7 7-16,-3 4 18 0,-1 1-15 15,2-3 15-15,0 0-13 16,3-8-7-16,-1-7-2 16,1-9 5-16,1-11-5 15,4-8-2-15,4 0 4 16,2-4-1-16,7-16-3 15,3-7 2-15,-3-6-3 16,3-9 0-16,1 0 0 16,-1-2-5-16,-3 14-6 15,-3 4 0-15,-6 13 8 16,-8 9-1-16,-2 4-2 0,-4 9-8 16,-1 20 8-16,3 6 6 15,0 4 0-15,2 0 2 16,2-1 0-16,8-5-1 15,6-7 2-15,7-7-3 16,8-11 7-16,10-4-3 16,9-4-3-16,-1 0-1 15,0-14 3-15,-8-7-4 16,-13-11 1-16,-5-6 0 16,-16-7-1-16,-7-1 0 15,-5 6-1-15,-5 11 2 16,-20 14 0-16,-9 10-1 15,-10 5 1-15,-5 12 0 16,4 12 13-16,7 7 8 0,15-2-7 16,8 4-8-16,8-2-6 15,7-4-2-15,0-3 2 16,4-9-2-16,16-5 1 16,1-7-7-16,9-3-17 15,-1-3 4-15,4-15-31 16,-1-8 11-16,2-4 23 15,-4 0 3-15,-3 0 10 16,-7 7 4-16,-9 11 0 16,-2 5 1-16,-8 7 1 15,1 0 9-15,-2 2-3 16,7 19 8-16,1 4 47 16,3 0-53-16,3-1-4 0,4-2-1 15,1-8-3-15,7-5 2 16,2-6-2-16,3-3 3 15,1-8 1-15,4-16-4 16,-4-7 4-16,-2-7-5 16,-1-9 2-16,-6-10-4 15,1-10 4-15,-4-14-4 16,-4-15 1-16,-5-10-5 16,-8-2-1-16,-3 16 4 15,0 27 3-15,-14 32 0 0,-7 33 9 16,-6 12-9-1,-4 42 2-15,0 20 2 0,5 17 11 16,19 2 8-16,7-1 4 16,0-5-8-16,19-11-14 15,5-8-5-15,2-10-1 16,5-10-2-16,9-7 1 16,9-10-68-16,20-7-57 15,7-14-128-15,1-10-357 16</inkml:trace>
  <inkml:trace contextRef="#ctx0" brushRef="#br0" timeOffset="74326.39">24576 5523 1149 0,'0'0'0'0,"0"0"0"0,0 0 45 15,0 0 2-15,0 0-2 16,0 0-27-16,54 44-8 16,-21-44-4-16,3 0 1 15,-2-12-7-15,-4-15 2 16,-3-12-2-16,-12-9 6 16,-5-7-5-16,-10 4 1 15,0 5 0-15,-12 11 2 16,-10 20-2-16,-10 15 1 0,-6 2 6 15,2 29-5-15,2 14 8 16,8 11 4 0,14 6 1-16,9 1 5 0,3-2-17 15,11-7 1-15,14-7-6 16,5-9-1-16,7-8 1 16,5-13-15-16,9-14-41 15,1-3 17-15,3-13-21 16,-6-19 8-16,0-3 20 15,-11-11 21-15,-5-9-1 16,-10-1 2-16,-9 4 8 16,-9 9 2-16,-5 13 9 0,0 19 12 15,0 8 41 1,0 3-45-16,-6 8-13 0,-5 15-2 16,-1 5 9-16,5 2-5 15,2 4-4-15,5-6 0 16,0-1 1-16,0-5-3 15,13-5-1-15,-1-3 1 16,2-6 0-16,1-2-1 16,-5-3-2-16,2-1-32 15,-6-2 8-15,2 0-4 16,-4 0-16-16,-2 0-4 16,-2-2 14-16,0-2 5 15,0 1 0-15,0 0-23 16,0 2-3-16,-6-4-15 15,-2 5-20-15,4-1-103 0,2-3-156 16</inkml:trace>
  <inkml:trace contextRef="#ctx0" brushRef="#br0" timeOffset="75298.36">24075 5910 636 0,'0'0'34'0,"0"0"-7"0,0 0 48 0,0 0-15 0,0 0-7 16,0 0 1-16,-31 0-3 16,38-5-17-16,23-6 39 15,15-5 37-15,26-10-53 16,20-3-26-16,14-2 3 15,14-4 6-15,8-7-28 0,-3-9-11 16,-9-9-1 0,-20-8 2-16,-25-7-1 0,-25 0 1 15,-27 5 4-15,-18 10-4 16,-8 15 8-16,-30 14 16 16,-19 17 9-16,-15 14-24 15,-13 4 0-15,-1 30-2 16,7 14 1-16,9 11-3 15,16 5 3-15,9-1-6 16,14-3 8-16,15-3 4 16,16-5-12-16,22-5-2 15,38-4 1-15,26-10-3 0,17-7 2 16,10-12-2-16,1-9 0 16,-8-5-4-16,-11-3-67 15,-8-16-137-15,-14-11-146 16,-9-12-519-16</inkml:trace>
  <inkml:trace contextRef="#ctx0" brushRef="#br0" timeOffset="76851.1">26031 5469 1066 0,'0'0'6'16,"0"0"110"-16,0 0-37 0,0 0-60 15,0 0-19-15,0 0-4 16,16-10 4-16,25 12 22 0,6-2 25 16,4 0-26-16,1 0-13 15,-3-14-4-15,-2-5 1 16,-8-9 2-16,-11-6-6 15,-7-9 6-15,-14 1-6 16,-7 3 7-16,0 8-3 16,-19 10 15-16,-18 12-3 15,-4 9-4-15,-8 10-9 16,1 22 3-16,8 11 5 16,10 4 1-16,12 0 1 15,15 0-4-15,3-1-9 0,21-4-1 16,21-3 0-1,12-3-2-15,8-6 2 0,2-10-2 16,1-6-5-16,-7-14-76 16,-7 0 22-16,-4-4 4 15,-8-19 15-15,-1-11 22 16,-4-5 19-16,-9-4 1 16,-4-7 7-16,-10 6 2 15,-10 7 0-15,-1 9 9 16,0 16 38-16,0 8 10 15,0 4-31-15,-3 23-35 16,-4 13 0-16,4 9 20 16,3-1-10-16,0-2 1 15,6-4-6-15,7-9 0 16,5-3-4-16,-2-9 0 0,2-10 1 16,3-6-2-16,1-1 4 15,5-4-1-15,1-14-2 16,-3-6 1-16,-2-6-2 15,-5-1 3-15,-1-2-3 16,-4 2 3-16,-4 7 0 16,-4 9 0-16,-2 8-3 15,-3 7 0-15,0 0 0 16,0 7-15-16,0 15 11 16,3 6 4-16,5-1 0 15,3-2 3-15,1-7-3 16,1 1 2-16,1-8-2 0,2-5 0 15,2-3 2-15,3-3-2 16,4 0 3-16,3-3-3 16,5-13 1-16,2-10-1 15,-2 0-4-15,-4-9-1 16,-2-1-5-16,-7 2-7 16,-7 10 7-1,-8 10 9-15,-5 8 1 0,0 6 0 16,0 12-17-16,-11 13 13 15,1 8 4-15,5-2 7 16,5 1-6-16,0-2 4 16,19-5-5-16,4-5 1 15,1-4-3-15,4-9 2 16,4-7 0-16,-1 0-2 16,-1-6-27-16,-2-13-7 0,-4-9 20 15,-5-5-5-15,-4-4 2 16,-6 1 15-16,-2 3 4 15,-4 13 0-15,-1 8 0 16,-2 12 0-16,0 6-3 16,-9 31-20-16,-7 16 23 15,-1 15 15-15,4 17 12 16,4 9 9-16,0 8 10 16,3 2-13-16,0-10-24 15,1-11-4-15,1-16-1 16,4-9-4-16,0-16 0 0,0-20 0 15,0-9 2 1,0-13-1-16,0-6 8 0,6-22-5 16,3-16-4-16,-3-10 0 15,0-13-3-15,-5-13 3 16,-1-14 0-16,0-7 0 16,0-8 0-1,0 8 0-15,6 13 2 0,2 19 0 16,4 19-2-16,3 19 4 15,4 13-3-15,7 9-1 16,8 9-3-16,7 0 0 16,3 14 2-16,2 13-3 0,-6 11 4 15,-7 5-2 1,-7 3 2-16,-16-5-2 0,-10-10 2 16,0-6 0-16,-25-7 1 15,-16-10 9-15,-7-4 15 16,-5-4 9-16,1 0-16 15,8 0-17-15,8 0-1 16,7-10-3 0,8-3-43-16,12-3-180 0,9-6-112 15</inkml:trace>
  <inkml:trace contextRef="#ctx0" brushRef="#br0" timeOffset="77012.14">28293 5502 1520 0,'0'0'35'0,"0"0"10"0,0 0 64 0,0 0-68 0,0 0-36 0,0 0-5 0,0 0-75 16,0 11-319-16,-9-1-637 16</inkml:trace>
  <inkml:trace contextRef="#ctx0" brushRef="#br0" timeOffset="81753.16">23365 6042 340 0,'0'0'0'0,"0"0"-211"0</inkml:trace>
  <inkml:trace contextRef="#ctx0" brushRef="#br0" timeOffset="84060.73">5466 7547 784 0,'0'0'46'0,"0"0"-30"0,0 0 137 16,0 0-40-16,0 0-35 0,0 0-13 15,0 0-5-15,-12-5-24 16,12 5-5-16,0 0-9 15,16-1-4-15,20-4 51 16,15-3-29-16,19-3-12 16,26-3-3-16,26-5 2 15,33-1-7-15,32-1 8 16,35-1-9-16,24 2-6 16,15 5-4-16,5 7-9 15,-17 4-3-15,-31 4 3 16,-33 0 2-16,-39 0 0 15,-44 0-1-15,-37 4-1 16,-36-4 0-16,-18 0 1 16,-11 0 3-16,0 0 54 0,0 0 8 15,0 0-19 1,0 0-17-16,0 0-19 0,0 0-10 16,0 0-1-16,0 0-4 15,0 0-15-15,12 0-55 16,14 0-108-16,10 0-111 15,1-6-229-15</inkml:trace>
  <inkml:trace contextRef="#ctx0" brushRef="#br0" timeOffset="84997.9">16035 7197 565 0,'0'0'60'0,"0"0"-58"0,0 0 121 15,0 0 46-15,0 0-69 16,0 0 0-16,-2-5-4 15,2 5-43-15,0 0-14 16,0 0-28-16,11-3-9 16,25 0-1-16,22-4 28 0,27-4 19 15,21-3-13-15,16-4-11 16,32 1-11 0,23 1-3-16,37-3-4 0,30 2-3 15,19 0-3-15,20 2 1 16,-1 4 1-16,-1 3-4 15,-14 2 2-15,-28 2-4 16,-32 2 4-16,-37 1 0 16,-39-2 1-16,-40 0-2 15,-40 0-1-15,-31 0 2 16,-14-3 21-16,-6-2 63 16,0-2-44-16,0 2-26 15,-3 2 8-15,-2 1-2 0,1 5-6 16,0 0-13-16,3 0-1 15,-1 0-1-15,1 0-5 16,-9 0-1-16,-1 0-4 16,-5 6-16-16,-4 1-89 15,3 1-64-15,0-2-83 16,-8-6-176-16</inkml:trace>
  <inkml:trace contextRef="#ctx0" brushRef="#br0" timeOffset="91345.88">4449 9126 848 0,'0'0'124'0,"0"0"-122"0,0 0 38 0,0 0 73 0,0 0-79 15,0 0-28-15,0 0 18 0,38 2 54 16,0-2-22 0,12 0 37-16,7 0-49 0,13-10-7 15,2 2-12-15,-2-2-13 16,1 0-5-16,-5 2-5 16,-8 1-1-16,-10 6-1 15,-12 1 0-15,-12 0-2 16,-8 0-3-16,-11 1-16 15,-5 10-51-15,0-1-123 16,-12 0-57-16,-5-6-212 16</inkml:trace>
  <inkml:trace contextRef="#ctx0" brushRef="#br0" timeOffset="91595.23">4998 8887 980 0,'0'0'4'16,"0"0"48"-16,0 0 28 15,0 0-59-15,0 0 40 16,0 0 25-16,95 20-29 16,-63-3-20-16,-4 2 7 15,-3 1-11-15,-6 5-6 16,-8 0-13-16,-11 8 7 15,-6 6-11-15,-30 4 0 16,-16 7-10-16,-12 3-10 0,-11 3-242 16,-10 1-541-16</inkml:trace>
  <inkml:trace contextRef="#ctx0" brushRef="#br0" timeOffset="103512.95">7162 8900 529 0,'0'0'231'0,"0"0"-222"0,-5-74 161 0,3 61-26 0,2 9-17 16,-1 4-4-16,-1 0-43 15,2 13-36-15,0 22-23 0,0 15-1 16,0 17 53-16,0 8-34 16,0 10 18-16,0 25-6 15,0 15-18-15,-9 17-9 16,3 6-12 0,-3-3-9-16,2-15-3 0,2-21-3 15,1-26 3-15,-1-16 0 16,-5-22 0-16,4-15 1 15,-2-11-1-15,5-12 1 16,0-7-4-16,2-1-17 16,-1-30-81-16,2-16-77 15,0-18 12-15,0-17-32 16,0-17-66-16,0-15-9 0,0-15-214 16</inkml:trace>
  <inkml:trace contextRef="#ctx0" brushRef="#br0" timeOffset="104001.35">7089 8842 631 0,'0'0'15'0,"0"0"31"15,0 0 127-15,0 0-63 16,0 0 14-16,0 0-50 16,0 0-19-16,2-31-34 0,-4 69 2 15,-2 10 30 1,1 2-17-16,3 3-3 0,0-2 7 15,6 1 16-15,13-10-40 16,6-6-11-16,4-9 1 16,2-5 0-16,6-8-2 15,1-9 1 1,4-5 0-16,1-5 3 16,2-15-5-16,-1-8 1 0,-5-6-3 15,-9-6-1-15,-8-3-1 16,-13-5-2-16,-9-7 1 15,0 3 2-15,-4 2-1 16,-11 13 1-16,1 11 0 16,3 12 1-16,2 10 7 15,7 4 13-15,-2 4-21 0,-2 24-3 16,-3 11 1 0,6 10 2-16,3 0 11 0,0-1 4 15,0-1 1-15,19 2 16 16,2-6-13-1,0-4-6-15,3-3-10 0,0-6 1 16,-4-5-4-16,-3-3-1 16,-6-3-1-16,-1-3-50 15,-4-5-132-15,0-2-115 16,-3-7-185-16</inkml:trace>
  <inkml:trace contextRef="#ctx0" brushRef="#br0" timeOffset="105047.49">8026 9255 928 0,'0'0'1'0,"0"0"18"0,0 0 44 16,-7 96 3-16,7-54-34 15,0-3-10-15,0-4 18 16,7-7-29-16,-1-8 2 16,0-7-1-16,-3-5-4 0,-3-6 4 15,0 0-4-15,0-2 10 16,2 0 17-16,-2-3 46 15,0-16 5-15,0-10-71 16,0-9-15-16,0-6 4 16,0-3 1-16,0-3-5 15,0 14 5-15,0 9-3 16,0 12 0-16,3 9 1 16,-2 6 2-16,8 0-5 15,0 18-21-15,8 9 21 16,3 5 10-16,-2 1-10 0,0-4 7 15,0 1-6-15,2-5 0 16,-1-7-1-16,0-5 1 16,-2-6 0-16,2-5 1 15,2-2 3-15,-3 0 3 16,3-13 1-16,-2-8-7 16,2-9 0-16,-2-3-1 15,-4-4-1-15,-1 4 0 16,-5 7 0-16,-5 10-1 15,-1 9 2-15,-3 7-2 16,0 0-6-16,0 11-12 16,0 15 17-16,0 6 2 15,-3 4 0-15,2-2 0 0,1 1 1 16,0-6-1-16,0 2 0 16,0-8-6-16,4 2-59 15,8-8-116-15,0-6-149 16,-1-7-338-16</inkml:trace>
  <inkml:trace contextRef="#ctx0" brushRef="#br0" timeOffset="106039.72">8763 9465 685 0,'0'0'42'0,"0"0"-20"0,0 0 88 0,0 0-78 0,0 0 0 16,48-80 14-16,-48 69 25 16,-3 0-23-16,-11 6 35 15,-9 5-47-15,-1 0 23 16,-6 11-32-16,2 10-12 15,1 1 8-15,6-2 0 16,3 2-11-16,6-4-3 16,3-1-8-16,8-1-1 15,1-5-4-15,0-1-3 0,0-4-18 16,11-5 17 0,6-1-4-16,5 0-20 0,4-4-13 15,0-10-3-15,3-6 15 16,-2 1 1-16,-2-1 11 15,-4 4 16-15,-12 8 0 16,-1 5 5-16,-6 3 0 16,-2 0 0-16,0 11 0 15,0 11 17-15,0 3 34 16,0 1-27-16,3-3 7 16,-1-2-13-16,4-4-6 15,4-4-3-15,-2-3-6 16,10-6 2-16,1-4 7 15,1 0-1-15,6 0-1 0,1-16-4 16,-3-4-4-16,3-3 0 16,-6-10-2-16,1-9 6 15,-4-5-6-15,-6-8 0 16,-3-1-1-16,-3-2 0 16,-3 6-13-16,-3 2 4 15,0 7-7-15,0 9 9 16,0 8 5-16,0 12 2 15,-3 8 1-15,-3 6 0 16,2 9 0-16,-4 24-3 16,0 9 3-16,4 13 1 15,0 4 13-15,4 0 8 0,0 5 10 16,0-2-7-16,0-8-14 16,13-6-5-16,2-10 3 15,1-9-7-15,5-8 1 16,5-8-3-16,4-8 9 15,4-5-3-15,9-5-2 16,-1-14 2-16,-1-6-6 16,-5-7-3-16,-7-5 2 15,-10 1-7-15,-7-1-3 16,-11 4 7-16,-1 5 1 16,0 13 3-16,-10 6 4 15,-6 9 2-15,-5 6 2 16,-3 21 4-16,3 8-5 0,3 6 8 15,11-2 14-15,7-6-9 16,4-4 3-16,26-5-15 16,9-9 10-16,10-6-5 15,3-9-8-15,11 0-5 16,-2-12-8-16,6-7-149 16,-3-9-243-16</inkml:trace>
  <inkml:trace contextRef="#ctx0" brushRef="#br0" timeOffset="107671.66">10498 8944 442 0,'0'0'112'0,"0"0"4"0,0 0 30 0,0 0-56 16,-101-9 48-16,77 5-35 15,5-1-4-15,1 0 15 16,3-1-3-16,3 4-59 16,2 0 39-16,7 2-33 15,3 0-27-15,0 0-6 16,0 0-3-16,-2 0-6 15,2 0-7-15,0 0-1 16,0 0 5-16,0 0 4 16,0 0 2-16,0 0 1 15,-1 0-6-15,1 0 1 16,0 0-1-16,-2 0-1 0,2 0-2 16,-3 0-4-1,3 0 1-15,0 0-2 0,0 0-4 16,0 0 1-16,0 0-1 15,0 0-2-15,0 0 3 16,0 0-2-16,0 0 0 16,0 0-1-16,0 0 1 15,0 0 2-15,0 0-1 16,0 0-2-16,0 0 3 16,0 0-1-16,0 0 0 15,0 0 2-15,-3 0-3 16,3 0-1-16,0 0 3 15,0 0-3-15,0 0 0 16,0 0-1-16,0 0 1 0,8 0 0 16,15 0 0-16,18 0 3 15,18-1 2-15,20-6-1 16,21-1 1-16,20 0-1 16,17-3-4-16,15 1-1 15,2-2 1-15,-2 1 1 16,-22 5 5-16,-29 1-3 15,-38 2 3-15,-30 3-5 16,-21 0 4-16,-11-1 7 16,-1 1 9-16,0 0-21 15,0 0 0-15,0 0 0 16,0 0 0-16,0 0 0 16,0 0 0-16,0 0 0 0,0 0 0 15,0 0 0 1,0 0 0-16,0 0 0 0,0 0 0 15,0 0 0 1,0 0 0-16,0 0 0 0,0 0 0 16,0 0 0-16,0 0 0 15,0 0 0-15,0 0 0 16,0 0 0-16,0 0 0 16,0 0 0-16,0 0 0 15,0 0 0-15,0 0 0 16,0-2 0-16,0 2 0 15,0 0 0-15,0 0 0 0,0-1 0 16,0 1 0 0,0 0 0-16,0 0 0 0,0 0 0 15,0 0 0-15,0 0 0 16,0 0 0-16,0 0 0 16,0 0 0-16,0 0 0 15,0-1 0-15,0 1 0 16,0 0 0-16,0-2 0 15,0 1 0-15,0 1 0 16,0 0 0-16,0 0 0 16,0 0-10-16,0-2-13 15,0 2-3-15,0 0-6 16,2 0-3-16,-1 0-16 16,-1-1-18-16,3 1-60 15,3 0-96-15,0 0-90 0,5 0-204 16</inkml:trace>
  <inkml:trace contextRef="#ctx0" brushRef="#br0" timeOffset="108671.9">12988 8538 957 0,'0'0'8'0,"0"0"-5"0,0 0 13 0,0 0 32 0,-13 88 55 0,13-21 16 16,0 6-50-16,0 8 45 16,-1 9-36-16,-4 6-11 15,-4 12-37-15,-3 8-10 16,2 6 6 0,-1-8-19-16,4-17-7 0,-1-21 0 15,4-20-2-15,1-16 4 16,1-12-2-16,-2-12 0 15,4-10-2-15,-2-6-7 0,2-9-34 16,0-25-46-16,0-20-52 16,8-18 27-16,1-14-36 15,7-17-31 1,-1-13 43-16,0-9-33 16,-3-6-27-16,-2 5 163 0,-5 7 35 15,-1 14 15-15,-1 23 139 16,2 20-65-16,-1 20 65 15,1 18-71-15,-5 10-25 16,0 10 32-16,0 4-19 16,3 0-49-16,3 18-21 15,0 14 2-15,0 14 115 16,-2 8-69-16,-4 1 13 16,0-1 5-16,0-2-32 0,0-7-21 15,0-8-3-15,6-9-6 16,4-10-5-16,1-10 0 15,0-3-2-15,6-5 4 16,6 0-1-16,3-12 6 16,6-13-2-16,-5-7-3 15,0-11 0-15,-6-6-1 16,-9-6 3-16,-5 0-4 16,-7 6 2-16,0 10-1 15,0 18 5-15,0 13-6 16,0 6 8-16,-7 2 6 15,4 23-14-15,-5 12-4 16,2 8 4-16,3-1 10 0,3-5-5 16,0-7 4-16,8-2-7 15,9-6-2-15,4-5 0 16,9-6 0-16,6-1 1 16,9-6-1-16,0-4-16 15,4 0-125-15,-3 0-92 16,0-11-132-16</inkml:trace>
  <inkml:trace contextRef="#ctx0" brushRef="#br0" timeOffset="109747.24">13946 9079 730 0,'0'0'48'0,"0"0"39"0,0 0 86 0,0 0-56 16,0 0-36-16,0 0-64 15,-16 3-13-15,11 33 39 16,-4 5 8-16,2 0-7 16,-3 6 8-16,2-1-22 0,2-1-14 15,3-4-8 1,0-8-3-16,3-10-4 0,0-11 0 15,0-5-2-15,0-5 1 16,0-2 0-16,0 0 7 16,0-20 14-16,0-15-13 15,0-12-7-15,0-8 0 16,0-9-1-16,0-5 0 16,0-3 0-16,6 4 0 15,8 10 0-15,0 11-1 16,-2 21-1-16,-2 11 2 15,-3 6-1-15,-1 9 1 16,4 0-6-16,2 0-4 16,3 19 1-16,0 6-64 0,-5 10-92 15,-7 7-61-15,-3-1-178 16</inkml:trace>
  <inkml:trace contextRef="#ctx0" brushRef="#br0" timeOffset="109903.1">13811 9324 649 0,'0'0'285'15,"0"0"-284"-15,0 0-1 16,0 0 0-16,98-73 0 16,-58 66-1-16,1 3-20 0,-10 4-204 15</inkml:trace>
  <inkml:trace contextRef="#ctx0" brushRef="#br0" timeOffset="111492.09">14139 9263 988 0,'0'0'1'0,"0"0"34"15,0 0-21-15,0 0-8 16,101-80-2-16,-59 59-4 0,-6-2 5 15,-11 2 2 1,-8-1 0-16,-11 4 17 16,-6 3 44-16,0 9 19 0,-5 5 5 15,-13 1-53-15,-7 3-21 16,-2 17-18-16,0 4-3 16,12 1 3-16,3 1-4 15,9-2 1-15,3-2-1 16,0-4 1-16,18-2 1 15,9-7 0-15,9-5-2 16,3-4-26-16,1 0-31 16,1-10 14-16,-5-6-11 15,-4-5 19-15,-6-1 27 0,-6 1 7 16,-4 1 5 0,-7 8 2-16,-6 5 5 0,-3 7 31 15,0 0 34-15,0 0-53 16,-3 16-15-16,-9 11-2 15,-2 5 29-15,3 5 2 16,2-4-15-16,4-6-7 16,4-4-6-16,1-7-5 15,0-9 0-15,0-5 0 16,0-2 2-16,14-2 4 16,8-20 7-16,5-9-13 15,4-3 2-15,-4-2-2 16,0 1 0-16,-5 11 0 15,-7 8 0-15,-6 7 1 0,-6 9-1 16,-3 0-4 0,0 20 4-16,0 7 3 0,0 5 23 15,-3 3-5 1,1-4 7-16,-1-4-23 0,2-2 2 16,1-10-7-16,0-3-1 15,0-8 0-15,0-4 1 16,0 0 1-16,6 0 1 15,15-19 10-15,3-6-7 16,6-7-4-16,-2-2-1 16,-1 3-1-16,0 3 0 15,-4 14-4-15,-6 6 2 16,-5 5-1-16,-6 3-7 16,-3 5-1-16,0 12 9 15,1 6 3-15,1 3 2 0,4 0-2 16,0-1 2-1,4-4-2-15,10-1 1 0,3-6 0 16,7-7 0-16,5-5 0 16,1-2 2-16,2-2-3 15,-8-13 1-15,-6-4-1 16,-8-4 4-16,-6-2-8 16,-8-3 4-16,-5 7-5 15,0 5 1-15,-6 8 2 16,-13 4 2-16,-7 4-4 15,-3 5-3-15,2 15 7 16,1 2 0-16,5 3 0 16,8-4 3-16,3-1-3 15,7-1-4-15,3-5 1 0,0-4 1 16,0-4-1-16,10-6-3 16,12 0-6-16,5-4-16 15,2-13-31-15,2-9-9 16,-1 2 20-16,-2-1-3 15,-3 5 9-15,-10 7 34 16,-7 8 8-16,-4 3 1 16,-4 2 4-16,0 0 3 15,0 6 11-15,0 11 1 16,0 6 27-16,-2 2-27 16,2 0-12-16,0-3 2 15,2 0 0-15,10-7-9 16,3-3 3-16,5-5-3 0,2-6 6 15,3-1-5-15,1 0 4 16,4-15-4-16,-2-6-1 16,-3-6 1-16,-4-9-2 15,1-3 0-15,-5-8 5 16,-2-8-5-16,-2-6-2 16,-4-6-3-16,1-5-12 15,-4 4 10-15,-4 12-20 16,-2 16 10-16,0 21 17 15,-2 17 2-15,-12 6 9 16,-1 27-10-16,-9 17 6 16,7 12 21-16,6 7 7 0,11-2 9 15,0 3 0-15,4-4-16 16,17-3-11-16,3-4-8 16,4-10-8-16,5-9 0 15,3-16-1-15,0-9 2 16,2-13 0-16,1 0 3 15,-3-24-3-15,-3-7-2 16,-7-5-20-16,-6-7-1 16,-5 3 8-16,-9 4-1 15,-6 9 8-15,0 12 6 16,-16 15 0-16,-6 0 0 0,-6 14 0 16,1 12 17-16,8 2 10 15,9 2 2 1,10-3-11-16,0 1-2 15,22-4 3-15,12-5-8 0,7-9-7 16,3-8-2 0,0-2-2-16,-6-2-110 0,-5-12-206 15</inkml:trace>
  <inkml:trace contextRef="#ctx0" brushRef="#br0" timeOffset="114001.45">17698 8053 444 0,'0'0'114'0,"0"0"-70"0,0 0 114 0,0 0-46 16,0 0 30-16,0 0-31 15,0 0-51-15,-68-29 14 16,62 27 26-16,3 1-8 16,3 1-25-16,0 0-12 15,0-3-4-15,0 3-10 16,0 0-8-16,0 0-6 16,0 0-1-16,0 0-3 0,0 0-3 15,0 0-3 1,0-2-5-16,0 2-4 0,0 0-1 15,0 0-5-15,0 0 2 16,0 0-3-16,0 0 0 16,1 0-1-16,7 0 1 15,10 5-1-15,6 6 4 16,11 6 3-16,4 0 4 16,9 3 2-16,4 4-8 15,8 4 0-15,13 2-2 16,5 3 5-16,4 4 0 15,-1 0-8-15,2 0-4 16,-3-4 4-16,-2 1 0 16,-7-6 1-16,-18-4-1 15,-16-6 1-15,-19-10-1 0,-9-3 5 16,-9-4 4 0,0-1 9-16,3 0 8 0,-3 0-1 15,0 0-1-15,1 0-4 16,-1 0-9-16,0 0-11 15,3 0 0-15,-1 0 0 16,-2 0 0-16,0 0 0 16,0 0 0-16,0 0 0 15,0 9 0-15,-12 12 0 16,-24 16 0-16,-16 14 0 16,-15 8 0-16,-8 7 0 15,-10 3 0-15,-6 5 0 16,-7 1 0-16,-2 0 0 15,2-8 0-15,17-8 0 16,16-13 0-16,16-17 0 0,20-8 0 16,9-8 0-16,11-10 0 15,6 0 0-15,2-3 0 16,1 0 0-16,0 0 0 16,-2 0 0-16,2 0 0 15,-3 0 0-15,3 0 0 16,0 0 0-16,0 0 0 15,0 0 0-15,0 0 0 16,0 0 0-16,0 0 0 16,0 0 0-16,0 0 0 15,0 0 0-15,0 0 0 16,0 0 0-16,0 0 0 16,0 0 0-16,-1 0 0 0,1 0 0 15,0 0 0-15,0 0 0 16,0 0 0-16,0 0 0 15,0 0 0-15,0 0 0 16,0 0 0-16,0 0 0 16,0 0 0-16,0 0 0 15,0 0 0-15,0 0 0 16,0 0 0-16,0 0 0 16,0 0 0-16,0 0 0 15,0 0 0-15,0 0 0 16,0 0 0-16,0 0 0 0,0 0 0 15,0 0 0-15,0 0 0 16,0 0 0-16,0 0 0 16,0 0 0-16,0 0 0 15,0 0 0-15,0 0 0 16,0 0 0-16,0 0 0 16,0 0 0-16,0 0 0 15,0 0 0-15,0 0 0 16,0 0-6-16,0 0-10 15,0 0-9-15,0 0-15 16,0 0-11-16,0 0-10 0,0 0-35 16,0 0-74-1,0 0-77-15,7-6-34 16,9-12-168-16</inkml:trace>
  <inkml:trace contextRef="#ctx0" brushRef="#br0" timeOffset="115188.79">19647 8119 425 0,'0'0'52'0,"0"0"-34"0,0 0 87 0,0 0-37 0,0 0-43 16,0 0 39-16,14-29 16 15,-14 27-16-15,0 0 43 16,0 2 11-16,0 0-4 15,0 0-15-15,0 0-21 16,0 0 9-16,0-2-24 16,0 2 1-16,0 0-14 15,0 0-9-15,0-2-8 16,0-2 0-16,-3 2-16 16,-2 0-8-16,-1 0 11 15,4 2 3-15,-1 0-6 16,-3 0-3-16,-4 0 1 15,-2 0-5-15,-3 0-7 0,2 0 4 16,-2 3 3-16,-2 6-6 16,-6 6 0-16,0 1-1 15,2 4 4-15,-1 2-1 16,3 5-4-16,-1 2 2 16,-2 5-3-16,1-2 2 15,6 2-1-15,0 0-1 16,0 1 5-16,7 1-3 15,-3-3-1-15,6 3-2 16,-1-1 3-16,6 0-3 16,0-3 0-16,0 1 2 15,0-4-5-15,11-1 6 0,4-1-2 16,0-4-1-16,5 1 0 16,1-5 0-16,3-2-1 15,5-1 1-15,2-2 0 16,3-2 1-16,0-2-1 15,2-4 0-15,-4 0-2 16,-1-5 2-16,-1 2 0 16,3-3 1-16,-1 0-1 15,6 0 2-15,-2-3-1 16,-3-2 1-16,1-6 0 16,1-3-1-16,-2-1 1 15,0 1-2-15,-3 1 1 0,-3-1 4 16,-6-1-4-16,3-3-1 15,1-1 2-15,-3-2-2 16,-4 0 2-16,-2-2 2 16,3-2-3-16,-8 0 5 15,3-4-4-15,-5 0 4 16,-2 2-5-16,-4-2 6 16,-1-1 1-16,-2 1-6 15,0-2 1-15,0-1-3 16,-5-2 0-16,-6 0 0 15,-5-1 0-15,-3 1 0 16,-6 0 0-16,0 0 0 16,-7 5 0-16,-2 5 0 0,-2 1 0 15,-3 5 0 1,-3 2 0-16,-7 4 0 0,-3 6 0 16,-9 6 0-16,-8 0 0 15,-11 25 0-15,-13 25-55 16,-11 23-66-16,-11 23-173 15,-7 19-319-15</inkml:trace>
  <inkml:trace contextRef="#ctx0" brushRef="#br0" timeOffset="119261.57">22884 8126 956 0,'0'0'3'0,"0"0"-1"0,0 0 105 0,0 0-7 0,0 0-1 0,101 3-16 15,-75-3 3-15,-3 0-15 16,0 0-18-16,-3-10-14 16,-5-4-1-16,-5-7-4 15,-7-5-12-15,-3-4-11 16,-4-5-2-16,-24 0 1 16,-8 7-1-16,-8 5-5 15,-3 13-1-15,-7 10 11 16,3 0 1-16,0 28-9 15,1 5-5-15,9 8 8 16,10 2-9-16,12-1 0 16,13 6 0-16,6-2-3 15,6-3 2-15,19-8-1 0,7-11-3 16,7-8 5-16,3-15-1 16,0-1 1-16,4-22-11 15,-5-20-15-15,-1-10 1 16,-3-7 8-16,-10-10 3 15,-9-9 12-15,-10-9 1 16,-8 2 1-16,0 10 0 16,-12 22 5-16,-2 22-2 15,2 19 4-15,2 12 20 16,1 19-18-16,2 21-9 16,2 13-1-16,5 6 1 0,0-1 2 15,19 0 3 1,5-5-3-16,9-7-1 15,6-8-1-15,0-12 0 0,-2-8-2 16,0-14 2-16,-3-4-3 16,-4-13 1-16,0-15 0 15,-9-7-6-15,-2-7 0 16,-8 0 6-16,-3 4 2 16,-7 11 0-16,-1 11 2 15,0 10 3-15,0 6 2 16,0 0-7-16,0 21 1 15,0 7-1-15,0 4 9 16,7 2-6-16,2-5-3 16,3-1 1-16,2-1-2 15,-2-9-4-15,-2-4-57 16,-3-8-257-16,-1-6-157 0</inkml:trace>
  <inkml:trace contextRef="#ctx0" brushRef="#br0" timeOffset="119424.72">23314 7730 1300 0,'0'0'0'0,"0"0"76"0,0 0-1 16,0 0-75-16,0 0-50 0,0 0 1 16,14 67-132-16,3-36-224 15</inkml:trace>
  <inkml:trace contextRef="#ctx0" brushRef="#br0" timeOffset="119913.49">23774 7831 968 0,'0'0'36'16,"40"-103"40"-16,-19 46 38 15,-2 0-49-15,-1 2-1 16,-6 6-29-16,-8 6 58 15,-4 9-49-15,0 14 9 0,-14 6 22 16,-3 9-8 0,-7 5-52-16,-4 17-12 0,-2 21-1 15,3 17 1 1,5 16-1-16,8 11 11 16,7 16 0-16,7 14 5 0,0 14-12 15,0 13 2-15,12 11-7 16,12 9 2-16,4-4-3 15,8-7 2-15,-2-8 0 16,2-14 2-16,-7-14 2 16,-16-9-1-16,-13-18-3 15,-7-14-2-15,-26-20 2 0,-9-20 1 16,-4-16 4 0,-1-15 2-16,-3-7 20 15,0-28-7-15,3-22-12 16,3-13-5-16,4-18-4 0,18-15-2 15,8-12 3-15,14-12-2 16,0-3 0-16,30 8-1 16,13 16-2-16,10 19-2 15,6 15-6-15,4 14 0 16,0 8-17-16,1 9-28 16,1 9-50-16,-1 7-112 15,-4 3-103-15,-7-2-295 16</inkml:trace>
  <inkml:trace contextRef="#ctx0" brushRef="#br0" timeOffset="120314.34">24211 7702 1006 0,'0'0'10'0,"0"0"153"0,0 0 43 0,0 0-89 0,0 0-42 15,0 0-74-15,-27-17 4 16,29 77 31-16,17 19 35 15,3 16-14-15,8 15-14 16,10 18 15-16,1 7-38 16,-1 1 3-16,-6-7-5 15,-7-8-11-15,3-12 2 16,-2-16-8-16,-1-16-1 16,-9-16-2-16,-13-20 2 15,-5-15 0-15,-11-17-1 0,-19-9 1 16,-4-6 5-16,-14-27-4 15,-1-16 0-15,-2-18-2 16,4-12-1-16,5-10-2 16,9-10 3-16,12 2-2 15,12 5 0-15,9 10 3 16,0 19-5-16,14 7-14 16,8 11-5-16,6 8-22 15,3 7-50-15,10 9-84 16,5 11-72-16,5 3-66 15,1 4-259-15</inkml:trace>
  <inkml:trace contextRef="#ctx0" brushRef="#br0" timeOffset="121483.18">24606 8132 975 0,'0'0'110'16,"0"0"21"-1,0 0 75-15,0 0-132 0,0 0-41 16,0 0 11-16,-6-76-43 15,27 58-1-15,3-2-1 16,-3 1 1-16,-6-4 0 16,-5 0 0-16,-5 5 3 15,-5 1 1-15,0 2 2 16,-3 5 9-16,-15 5-2 16,-3 5-10-16,-5 0 3 15,-2 19-6-15,10 6 18 0,6 4-1 16,11 1-12-16,1 3 7 15,13 0-1 1,20 0-3-16,12-5-1 0,6-7-5 16,7-9 0-16,-1-10 0 15,-2-2-1-15,-9-9-1 16,0-13 0-16,-11-7-6 16,-10-8 2-16,-9-6 3 15,-7 5 1-15,-9 1 1 16,0 9-1-16,-3 6 5 15,-9 11-2-15,5 5 0 16,-4 6-1-16,-2 0-2 0,-1 7-3 16,1 12 3-1,7 4-5-15,6 1 2 16,0 4 3-16,0 1 0 16,15-1 0-16,3 1 2 15,6-3-1-15,3 0 0 0,4-7 0 16,2-4 1-16,3-5 0 15,1-7 0-15,3-3 0 16,-4 0-2-16,0-13 2 16,-5-9-1-16,-4-6 1 15,-6-9-1-15,-6-4-2 16,-9-3 1-16,-2 4-1 16,-4 5 1-16,0 13 2 15,-1 8 1-15,-10 4-2 0,-3 9-1 16,-5 1 0-1,3 3 0-15,3 16 0 0,5 6 2 16,8 3 1 0,0 3 6-16,8-1-3 0,15-3 4 15,3 2-6-15,4-8-4 16,1-3 1-16,12-8-1 16,-1-4-2-16,1-6-26 15,-5 0-42-15,-4-19-36 16,-7-6-27-16,-3-6 50 15,-8-3 56-15,-3-1 17 16,-4 7 10-16,-4 3 2 0,1 6 23 16,-4 5 46-16,1 4 0 15,-2 3-29 1,1 3-12-16,-1 2 25 0,-1 2-39 16,3 0-14-16,1 7-2 15,2 11 2-15,3 8 17 16,3-2 12-16,-3 1-12 15,-1-1 3-15,-4-1-16 16,-1-3-1-16,0-5 3 16,-3-5-2-16,0-4-4 15,0-4 4-15,0 0 0 16,0-2 2-16,0 0 8 16,0 0 7-16,0-10-2 15,6-10-14-15,0-8-7 16,3-4 0-16,7-6-5 0,5-3 4 15,3 4-1 1,1 6 0-16,1 8 0 0,-7 12 1 16,2 5-1-16,0 6-1 15,-1 3-2-15,-1 19 1 16,-3 6 4-16,-7 4 0 16,-3-3 1-16,-3 1 1 15,-1-5-1-15,-1 0 0 16,-1-7-1-16,3 0-1 15,2-8-4-15,6-1-51 16,5-6-76-16,6-3-84 16,8 0-41-16,9-14-92 0,5-8-195 15</inkml:trace>
  <inkml:trace contextRef="#ctx0" brushRef="#br0" timeOffset="121883.73">26464 7747 868 0,'0'0'82'0,"0"0"142"0,0 0-54 0,0 0-59 0,0 0-54 16,-83-45 7-16,58 63-3 16,4 9-8-16,6 4-14 15,5 4-18-15,9 2 19 16,1-2-27-16,6-4-6 0,16-4 0 16,6-4-5-1,7-5 0-15,9-3 4 0,9-8-5 16,0-6 2-16,2-1-3 15,-7-4 0-15,-3-15-2 16,-9-12-16-16,-6-2 6 16,-8-8 2-16,-9 3 8 15,-11 4 2-15,-2 8 2 16,-2 8-1-16,-14 10 2 16,-5 8-3-16,-1 0 0 15,2 16 1-15,1 7 4 16,11 5 8-16,5 1-6 15,3-1-2-15,3-1-1 16,15-1-4-16,8-6 1 16,2-5-1-16,3-4-1 0,10-5-14 15,11-4-77-15,9-2-128 16,11 0-201-16</inkml:trace>
  <inkml:trace contextRef="#ctx0" brushRef="#br0" timeOffset="122732.93">27841 7625 1151 0,'0'0'74'0,"0"0"-71"0,0 0 113 0,0 0 48 15,-99 86-108-15,72-47-15 16,10 2 14-16,5-2-28 16,7-1-11-16,5-3 4 15,1-8-2-15,18-4-1 16,11-4-6-16,8-7-4 16,7-5 1-16,2-7-5 15,0 0 0-15,-7-19-1 16,-4-9-1-16,-8-13-1 15,-10-6-1-15,-6-7 1 0,-12-4 0 16,0 5-3 0,-25 11 3-16,-10 11-1 15,-5 15-1-15,-2 11 1 0,2 5-2 16,3 7 1-16,11 14 0 16,10 5-1-16,12 4-1 15,4 0-1-15,7 4 4 16,21-2-2-16,5-6-15 15,6-7-68-15,1-7-29 16,2-6-23-16,7-6 1 16,-1 0 17-16,0-12 56 15,-5-19-91-15,-5-12 42 16,-6-15 33-16,-3-9 69 0,-6-9 11 16,-8-5 55-1,-6 1 16-15,-4 10 16 0,-5 16 61 16,0 22-5-16,0 16-37 15,0 12 47-15,0 4-131 16,-6 16-22-16,-2 24 0 16,1 21 18-16,7 17 39 15,0 10-21-15,6 12 6 16,10 12 1-16,16 18-1 16,11 23-23-16,11 16 52 15,1 13-58-15,-15 4-10 16,-21-10-1-16,-19-13-1 15,-25-25 1-15,-20-25-2 0,-7-30-15 16,3-27-8 0,3-26 14-16,2-24 6 0,0-9 3 15,3-35 2 1,5-13 6-16,6-16-8 0,10-15 18 16,11-16-9-16,9-15-6 15,9-19-1-15,28-9-2 16,15-2 0-16,5 8-3 15,2 18-17-15,4 16-48 16,18 14-79-16,34 10-83 16,37 7 21-16,30 7 111 15,17 1-358-15</inkml:trace>
  <inkml:trace contextRef="#ctx0" brushRef="#br0" timeOffset="125657.02">29573 7256 594 0,'0'0'249'0,"0"0"-169"0,0 0 177 0,0 0-92 0,0 0-92 16,0 0-38-16,-8 5-31 16,-5 35 75-16,0 12-6 15,7 2-32-15,6 2-2 16,0-2-6-16,4-6-21 16,12-5-9-16,-1-10 1 15,2-8-4-15,-5-10-1 0,-6-8 1 16,-2-7 0-16,2 0 2 15,0-13 4-15,-1-21-6 16,-2-15 0-16,-3-12-2 16,-2-11 1-16,-14-9-1 15,-1 7 1-15,-1 8-2 16,5 20 3-16,0 20 1 16,8 13 0-16,2 10 2 15,2 3-3-15,-5 10-4 16,1 19-7-16,2 14 8 15,3 4 3-15,0 2 0 16,17-3-2-16,8-1 2 16,8-8-2-16,6-7 1 0,1-8 1 15,2-11 0 1,-3-9-1-16,0-2 0 0,-4-13-9 16,-4-16-7-16,-8-14 1 15,-4-12-8-15,-4-9 17 16,-8-1-1-16,-1 4 4 15,-1 12 3-15,-4 17 1 16,-1 16 1-16,0 11 5 16,0 5 1-16,0 15-7 15,0 21-6-15,0 10 6 16,0 10 2-16,0 3 4 16,5 1 2-16,17 1 2 0,7-3-8 15,8-6-1 1,7-6 1-16,6-11-1 0,7-7 1 15,2-12-1-15,4-10 2 16,-2-6-2-16,-6-2-1 16,-7-18-1-16,-8-14-7 15,-10-8 2-15,-9-5-4 16,-11-1 10-16,-10 9 3 16,0 8-2-16,-14 9 5 15,-15 8-3-15,-5 10-3 16,-8 4 4-16,-4 4 2 15,6 17 2-15,5 7-1 16,10 2 2-16,10 3 1 16,8-1-2-16,7 2-5 0,0-2 0 15,17-4-1-15,13-5 0 16,6-3-1-16,6-6 1 16,6-5 0-16,7-6-1 15,6-3-1-15,5-3-1 16,-1-20-13-16,-7-6-31 15,-11-9 6-15,-13-8-18 16,-16 2 27-16,-10 5 21 16,-8 11 1-16,0 10 8 15,-8 6 12-15,-10 7 2 16,-8 5-10-16,0 0-2 16,2 18 1-16,2 7 0 15,8 3 4-15,6 3-7 0,8 2 4 16,0-1-3-1,7-6-1-15,12-3 0 0,8-6 0 16,7-2 0-16,3-8 0 16,7-1 0-16,-2-6-3 15,2 0-7-15,-6 0-35 16,-9-12 17-16,-3-1-14 16,-13-2 1-16,-8 0 39 15,-3 3 2-15,-2 6 2 16,0-3 11-16,-8 4-6 15,-1 2-6-15,1 2 0 16,2 1-1-16,1 0 0 0,0 0-1 16,0 4-8-16,4 5 7 15,1 1-8 1,0-1 3-16,0 0 7 16,4-2-1-16,6-1 2 0,3-2-1 15,-1-1 3-15,1-3-2 16,1 0 2-16,-1 0 0 15,-1 0-1-15,0-3 5 16,-2-7-7-16,-2-2 2 16,-1-1 2-16,-1-1-2 15,0 2-1-15,-5 1-1 0,1 4 4 16,-2 3 4 0,0 1-1-16,0 0-3 15,0 2 4-15,0 1 1 0,0-2-2 16,0 2-2-16,0 0-2 15,0 0-2-15,0 0-1 16,0 0 0-16,0 0 0 16,0 0-5-16,0 0 5 15,0 0-4-15,0 0 2 16,0 0-2-16,0 0 3 16,0 0-1-16,0 0-5 15,0 0-1-15,0 0 0 16,0 0-27-16,0 0 5 15,0 0-20-15,0 0 0 16,0 0 10-16,0 0-13 16,0 0 3-16,0 0 11 15,0 0 18-15,0 0 18 0,0 0 3 16,0-1 6-16,0-7 26 16,0-1 7-16,-2-4 6 15,-8-2-7-15,1 0 6 16,-3 1 7-16,-6-2-5 15,-4 2-20-15,-5 2-5 16,-4 4 9-16,1 1-1 16,-1 3-1-16,1 4-13 15,4 0 3-15,1 0-11 16,0 0-4-16,-1 13 0 16,8 3-3-16,2 2 0 15,5 8-1-15,4 1-2 16,7 4 1-16,0 1 2 0,11-1 1 15,11-3 0-15,4-4-1 16,3-2 3-16,4-8-3 16,4-3 0-16,4-7 3 15,1-4-3-15,0 0-3 16,-1-1 2-16,-5-15-4 16,-5-5-1-16,-6-6 2 15,-9-1 3-15,-9 1 1 16,-6 2 4-16,-1 6-4 15,0 8 6-15,0 6-2 16,-3 2-2-16,-7 3-2 16,1 0-1-16,-3 13 1 0,2 7-1 15,7 3 2-15,3 1-1 16,0 0 6 0,17-1-3-16,7-5 7 0,3-2-7 15,7-6 1-15,5-2-3 16,3-4 3-16,4-2-2 15,-2-2-1-15,-4 0-2 16,-2-9 0 0,-6-11-13-16,-8-7-12 0,-3 0 13 15,-8-5-5-15,-5 7 12 16,-4 2 3-16,-4 8 3 16,0 4 1-16,0 6 1 15,0 5-1-15,0 0-1 16,-6 3-7-16,-9 16 4 0,-1 6 2 15,-4 2 1-15,7-4 3 16,0 0-1-16,4-2 0 16,1-6 1-16,1-6-1 15,5-4-2-15,1-5 1 16,1 0 1-16,0 0 10 16,0 0 18-16,0-8 29 15,10-10-39-15,7-4-19 16,5-5 0-16,2 0 1 15,2-1-1-15,0 1-1 0,0 9 0 16,-3 4 0-16,-4 5 0 16,-5 9-1-1,-2 0-3-15,-2 17-6 0,-2 13-1 16,-2 5 10 0,-3 2 0-16,-1 0 1 0,2-2 1 15,2-6-1-15,4-4 0 16,8-5 0-16,3-5 0 15,9-7 5-15,6-5-3 16,7-3 9-16,0 0-10 16,-1-14 1-16,-3-10 1 15,-6-4-1-15,-2-7-3 16,-1-7 2-16,-7-4 0 16,-6 2 1-16,-7 4-2 15,-7 8 4-15,-3 10 2 0,0 6-4 16,-3 6 3-1,-13 8-5-15,-5 2-1 16,2 0-3-16,1 2 2 0,4 10 1 16,7 3-6-16,3 0 3 15,4 6 2-15,0 5 0 16,22 3-2-16,8 5 4 16,6-1 5-16,3 3-5 15,-4-3 0-15,-2-2-2 16,-6-1-1-16,-11-2 3 15,-7-5-2-15,-9-2 2 16,0-5 0-16,-12 0 0 16,-19-6 8-16,-10-4 1 0,-8-1 1 15,-6-3-3-15,-3-2-7 16,-6 0 0-16,-5-7-73 16,4-9-202-16,11-4-208 15</inkml:trace>
  <inkml:trace contextRef="#ctx0" brushRef="#br0" timeOffset="126123">32740 6661 844 0,'0'0'26'0,"0"0"132"0,0 0 26 0,0 0-46 0,0 0 18 16,0 0-97-16,0 0-9 15,-16-39-11-15,13 39-19 16,-1 7-17-16,-1 25-1 15,0 18 27-15,4 21 15 0,1 22-4 16,0 20-4 0,14 10-6-16,6 12 1 0,3 1-5 15,5 3-11-15,5 3 8 16,0-3-5-16,1-5-3 16,-4-7-6-16,-6-12-5 15,-9-13-2-15,-5-13-2 16,-6-17 0-16,-4-19-1 15,0-11 1-15,0-17-1 16,-4-10-6-16,-14-8-48 16,-7-7-43-16,-8 0-50 15,-9 0-88-15,-2 0-72 16,3 0-103-16</inkml:trace>
  <inkml:trace contextRef="#ctx0" brushRef="#br0" timeOffset="128128.34">32071 8899 82 0,'-91'14'758'15,"-20"1"-756"-15,-23 1 138 16,-23 2 7-16,-21-6-51 15,-23 0 5-15,-23-2-27 16,-10 1 22-16,-15 3-6 16,-15 3-24-16,-6 2-19 15,-9 3-25-15,-11 6 14 16,-8-1-6-16,-14 4-18 0,-9 3-3 16,-7 1-1-16,-5 5 2 15,-7 4-6-15,4 3 2 16,8 0 6-16,10-3-3 15,19-1-9-15,15-4 6 16,20 1 11-16,18-1-17 16,12 3 0-16,13-1 0 15,10 2 0-15,12-1 3 16,18-2 2-16,15 1-5 16,17-1-3-16,18 1 1 15,10-4 2-15,11-1 0 16,11-2 1-16,5-5 0 0,5-2 0 15,-4 0 0-15,-2 3 1 16,-1-2-1-16,1-4-1 16,4 0-4-16,4-7 4 15,5-3-3-15,9-1 3 16,10-3 2-16,7-3-2 16,11-2 0-16,3-1 0 15,7 1 0-15,5 1 0 16,3-4-1-16,9 3 4 15,5-3-3-15,3 2 0 0,4-4 0 16,3 0 0 0,2 0 0-16,-1 0 0 0,0-8 0 15,-3-9 1-15,4-2 1 16,-4-6-2-16,-4-5 0 16,-3-3-1-16,-1-4 1 15,1-9 0-15,-6-8 0 16,-3-14 1-16,-3-11-1 15,-3-14 0-15,-3-13 0 16,-2-4-1-16,-1-9 2 16,-4-2 0-16,2-2-1 15,0 0 1-15,-1 7-1 16,-2-9 1-16,1-2-1 16,0-5-2-16,3-1-5 0,1-3 0 15,3 5 3-15,0 10-1 16,9 9 5-1,0 16-1-15,2 9 1 0,4 7-1 16,2 6-2-16,5 8 3 16,5 9 0-16,3 10 0 15,0 14-1-15,0 9 1 16,0 10 0-16,0 6-1 16,0 6 1-16,0 1 0 15,0 0 0-15,0-1-1 16,3 2 1-16,-3-1-1 15,0 0 1-15,1-1 0 0,1 2-1 16,3-5 0-16,11-3 1 16,11-9-2-1,19-7 2-15,21-8 1 0,21-2 2 16,15-5-2 0,21 0-1-16,21-3-3 0,17 1 0 15,14-3 1-15,11 0-1 16,11 1 3-16,7 0 7 15,15 4-7-15,9 1-1 16,2 4-4-16,-3 1 5 16,6 4 2-16,-2-1 2 15,3-2-4-15,8-2-3 16,-7 3 3-16,3-2 0 16,0 2 2-16,-3 3-2 15,4 3-1-15,-11 3-6 0,-3 5 7 16,-11 3 4-16,-10 3-2 15,-2 2-2 1,-4 1-4-16,-8 3 2 0,-8 2 2 16,-5-1 2-16,-11 1-1 15,-7-2 1-15,-8 0-2 16,-9 0-5-16,-10 0 3 16,-5-1 0-16,-4 0 2 15,-5 2 0-15,4 0 3 16,3 0 0-16,1 3-1 15,0 1-2-15,-7 0-3 0,-7 0-1 16,-2 0 2 0,-4-2 2-16,-2-1 0 0,-3-1 1 15,-5-2-1 1,0 3 0-16,-3-2 5 0,-2 3-3 16,-4-1-2-16,-4-2 0 15,-5 4-5-15,2-1 5 16,-1 2-1-16,-2 0-1 15,-4 0 0-15,-10 0 1 16,-7 0 1-16,-8 0 0 16,-7 0 4-16,-2 0-4 15,-5-2 2-15,-2-4-1 16,-4 0 0-16,1-2-1 16,0-1 1-16,1 1-1 15,5-1 1-15,-1 2-1 0,-1 2 0 16,-7 2 1-1,-5 0-1-15,-8 0 0 0,-6 3 1 16,-3 0-2-16,-1 0 2 16,1 0-1-16,4 0 0 15,6 0-1-15,0 0 1 16,4 0 2-16,-1 0-2 16,3 0 0-16,0 0-1 15,-3 0 1-15,1 0 0 16,-3 0-2-16,-1 0 0 15,-2 0 2-15,-2 0 0 16,-3 0 0-16,-1 0 0 16,2 0 1-16,0 0-1 15,3-4 0-15,7 1-1 0,5-2 0 16,6-3 1 0,4-4-2-16,2 0 3 15,-3 1-1-15,-3 4 0 0,-9 0-1 16,-8 3 1-16,-5 1 0 15,-5 2-1-15,-2 1 1 16,-1 0-8-16,0 0 2 16,0 4 2-16,6 10 4 15,0 7-2-15,5 3 4 16,6 5-2-16,7 8 0 16,7 5 0-16,4 4 0 15,1-1 0-15,-3 0 0 16,-4-2 0-16,-2-1 3 15,-4 0-3-15,1 0 0 0,-1-3 0 16,1-2 1-16,-4-3-1 16,-4-3-1-16,-11 0 0 15,-5 3-110-15,-9-7-346 16</inkml:trace>
  <inkml:trace contextRef="#ctx0" brushRef="#br0" timeOffset="143456.74">10785 6947 307 0,'0'0'31'0,"0"0"-30"0,0 0 5 0,0 0 38 0,0 0 29 15,0 0-23-15,0 0-25 16,15-33-5-16,-15 33-5 15,0 0-5-15,0 0-3 16,0 0-4-16,0 0 2 16,0 0-3-16,0 0 3 15,0 0 0-15,0 0-2 16,0 0 1-16,0 0-2 16,0 0 1-16,0 0-3 15,0 0 3-15,1 0-3 16,-1 0 0-16,2 0 0 0,2-1 1 15,1-2-1 1,-1 0 0-16,-1 0 0 16,-3 3 0-16,0-1 1 0,0 1-1 15,0 0 0-15,0 0 0 16,0 0 0-16,0 0 0 16,0 0 0-16,0 0 0 15,0 0 0-15,0 0 0 16,0 0 0-16,0 0 0 15,0 0 0-15,0 0 0 16,0 0 0-16,0 0 0 16,0 0 0-16,0 0 0 15,0 0 0-15,0 0 0 0,0 0 0 16,0 0 1 0,0 0 0-16,0 0-1 0,0 0 3 15,0 0-3-15,0 0 0 16,0 0 2-16,0 0-1 15,0 0 1-15,0 0-2 16,0 0 2-16,0 0-2 16,0 0 0-16,0 0 0 15,0-3 0-15,0 1 0 16,0 2-2-16,0-1 2 16,0 0 0-16,0-1-1 15,0 0 1-15,0 2-1 16,0 0 0-16,0 0-1 15,-1 0-44-15,-10 0-93 16,-8 5-27-16</inkml:trace>
  <inkml:trace contextRef="#ctx0" brushRef="#br0" timeOffset="166371.43">1759 12224 543 0,'0'0'0'0,"0"0"0"0,0 0 56 16,0 0 56-16,0 0-80 15,0 0-28-15,0 0 2 16,1-22 9-16,-5 22 3 16,2 0 19-16,-1 0 10 15,3 1 2-15,-3-1-13 16,3 0 4-16,0 0-8 15,-3 0-2-15,3 0-6 16,0 0-8-16,0 0-6 16,0 0 0-16,0 0-4 15,0 0-2-15,0 0 1 16,0 0-4-16,0 0 2 16,0 0-2-16,0 0 2 0,0 0-3 15,0 0 1-15,0 0-1 16,0 0 0-16,0 0 0 15,0 0 0-15,-3 0 0 16,3 0 0-16,0 0 1 16,0 0-1-16,0 0 0 15,0 0 1-15,0 0-1 16,0 0 0-16,0 0 0 16,0 0 0-16,0 0 0 15,0 0 0-15,0 0 0 0,0 0 0 16,0 0 1-1,0 0-1-15,0 0 0 0,0 0 0 16,0 0 0 0,0 0 0-16,0 0 0 0,0 0 0 15,0 0 0-15,0 0 0 16,0 0 0-16,0 0 0 16,0 0-1-16,0 0 1 15,0 0-1-15,0 0 1 16,0 0-1-16,0 0-3 15,0 0 0-15,0 0-2 16,0 0-12-16,0 0-18 16,0 0-22-16,0 0-24 15,0 0-36-15,6 0 26 16,5 0-265-16</inkml:trace>
  <inkml:trace contextRef="#ctx0" brushRef="#br0" timeOffset="167520.13">1853 11941 649 0,'0'0'6'0,"0"0"-6"0,0 0 81 0,0 0-29 0,0 0-26 16,0 0 3-16,0-10 16 16,0 10-10-16,0 0-18 15,0 0 4-15,0 0-7 16,0 0-2-16,-2 0-1 15,1 0-2-15,1 0 1 16,0 0-7-16,0 0 4 16,0 0-5-16,0 0-1 15,0 0 2-15,-2 0 0 16,2 0-1-16,0 0 3 16,0 0 1-16,0 0 10 15,0 0 16-15,0-2 3 16,-1 1-18-16,-1-2-12 15,-1 3 24-15,-3 8-8 0,-9 25-15 16,-13 25 8-16,-9 21 1 16,-8 11 10-16,-4 7 1 15,-2 2 4-15,12-4-13 16,5-9-12-16,7-13-2 16,13-19-2-16,3-20-1 15,11-19 0-15,0-15-2 16,0-11 2-16,16-31 6 15,14-20 5-15,1-17-8 16,5-9 1-16,-3-7 5 0,1-8 3 16,2-8 2-1,0-9-4-15,10 6-3 16,-4 12-5-16,-6 29-2 16,-11 32 1-16,-9 31 16 0,-4 16-4 15,0 41-7-15,5 21 16 16,-3 19 9-16,-6 13-12 15,-2 9 4-15,0 6-9 16,3 5-11-16,-2-7-2 16,-1-13-1-16,-1-13-3 15,-1-22 0-15,-2-15-10 16,-2-16-71-16,0-19-72 0,0-15-94 16,-15-5-99-16</inkml:trace>
  <inkml:trace contextRef="#ctx0" brushRef="#br0" timeOffset="167704.74">1511 12556 1017 0,'0'0'6'0,"0"0"-3"0,0 0 109 0,0 0-74 16,0 0-38-16,0 0-4 15,46-35 4-15,20 11 0 16,7 2-2-16,6 3-30 15,-3 2-100-15,-4 0-50 0,-14 1-99 16</inkml:trace>
  <inkml:trace contextRef="#ctx0" brushRef="#br0" timeOffset="167981.28">2240 12218 928 0,'0'0'2'16,"0"0"35"-16,0 0 97 15,0 0-89-15,0 0-19 16,0 0-19-16,-23-14-6 16,23 14 2-16,0-1 6 15,0 1 8-15,0 0 13 16,0 0 3-16,0 0-5 16,0 0-14-16,0 0-8 15,0 0-3-15,-2 0-3 0,-1 0 0 16,-3 0-2-16,-6 5-17 15,0 7-57-15,-4 4-58 16,1 1-31-16,0 2-65 16,3-1-236-16</inkml:trace>
  <inkml:trace contextRef="#ctx0" brushRef="#br0" timeOffset="168954.62">2072 12319 825 0,'0'0'1'0,"0"0"18"0,0 0 89 0,0 0-67 16,0 0-17-16,0 0 4 16,28-41 4-16,-28 41 12 15,0 0 7-15,0 0-1 16,0 0-12-16,0 0 2 16,0 0-8-16,0 0-6 15,0 0-6-15,0 0-4 16,0 0-14-16,0 0 4 15,0 0-6-15,0 0-1 0,0 0 1 16,0 0-3 0,0 0 2-16,0 0-2 0,0 0 0 15,0 0 3-15,0 0-7 16,0 0 4-16,0 0 2 16,0 0-1-16,0 0 2 15,0 0-1-15,0 0 2 16,0 0 0-16,0 0 1 15,0 0 3-15,0 0-5 16,0-1 1-16,0-4 0 16,0 1-1-16,2-2 0 15,1 0 2-15,0 0-2 16,1 2 0-16,-4-1 1 16,0 4 3-16,0 0-4 15,0-1 2-15,0 2 4 0,0 0-4 16,0 0 5-16,0 0-4 15,0 0-3-15,3 0-3 16,5 13-7-16,-1 16 10 16,9 12 6-16,-2 16 3 15,2 0 7 1,-1 4 9-16,0-8-10 0,3-5-12 16,0-13-1-16,2-8-2 15,-1-13 1-15,3-9 2 16,5-5 0-16,1-19 5 15,2-17 6-15,4-15-3 16,-4-2 1-16,-7-5 3 0,-2-6-2 16,-9-2 3-1,-5-2-13-15,-6 9 0 0,-1 15-3 16,0 20-2-16,0 17 0 16,0 7-20-16,0 16-57 15,0 17-35-15,0 8 23 16,5 7-92-16,13 0-14 15,6 0 56-15,4-1-78 16,-1 0-311-16</inkml:trace>
  <inkml:trace contextRef="#ctx0" brushRef="#br0" timeOffset="169496.53">2852 12521 713 0,'0'0'37'0,"24"-80"122"0,-12 38-85 0,-3 5-16 15,-6 3 3-15,-3 11-9 16,0 8 11-16,-6 10 8 16,-13 5-37-16,-4 0-27 15,-8 20-6-15,-5 8-1 16,5 3 0-16,1 2 1 16,9 1-2-16,5-4 1 15,8-1-1-15,8-7-1 0,0-7-7 16,12-8-4-1,12-5-48-15,9-2-12 0,-3-5 18 16,1-14-16-16,-1-3 10 16,-2 0 33-16,-1 2 28 15,-5 6 9-15,-7 11 12 16,-7 3 18-16,-4 13 3 16,-4 28 42-16,0 24 25 15,0 26-48-15,-12 23-4 16,-4 15-37-16,-5 9-17 15,-1-6-3-15,-8-8-1 16,-3-12 1-16,-9-15 0 16,-13-12 0-16,-8-14 1 15,-7-17 2-15,-1-17 1 0,10-20 34 16,14-17 38-16,17-27-34 16,18-33-12-16,12-31-30 15,11-24-2-15,26-21 2 16,20-8-5-16,13-1 0 15,9 9-6-15,9 22-8 16,-3 20-25-16,3 20-31 16,3 15-37-16,-1 14-33 15,-2 4-70-15,-11 2-257 16</inkml:trace>
  <inkml:trace contextRef="#ctx0" brushRef="#br0" timeOffset="170957.91">3922 11909 744 0,'0'0'13'0,"0"0"163"0,0 0-40 0,16-72-1 16,-16 67-30-16,-7 5-53 16,-17 0 3-16,-9 12-38 15,-11 15 19-15,-6 9-6 16,-2 3 0-16,0 4 8 15,10-1-19-15,9-2-8 16,14-3-11-16,13-4 0 16,6 3-2-16,6-3-2 15,24 0 1-15,4-1 1 16,9 1 0-16,2-2-1 0,-2-2 0 16,-7 0-1-16,-8 0-9 15,-13-5 2 1,-10 1 5-16,-5-5 6 0,-17-3 0 15,-22-1 2-15,-11-1 4 16,-13-4-2-16,-4-1 5 16,-3-3 1-16,6-2 0 15,13-1-2-15,18-4-8 16,17 0 0-16,16 0-1 16,6 0-61-16,35 0-64 15,15-2 38-15,14-10-59 16,3 0-50-16,-3-5-14 15,6-4-42-15,2-6-60 0,8-6 313 16,5-2 73-16,0-3-67 16,-4 2 41-16,-12 3-41 15,-19 2 32-15,-23 1 67 16,-15 7 18-16,-17 3 22 16,-1 6 5-16,-14 5-23 15,-16 9-46-15,-12 0-6 16,-9 12-4-16,2 10-26 15,1 4-7-15,9 4-14 16,11-2-14-16,9 0-10 16,8-3-3-16,10-4 1 15,1-5 0-15,0-5-8 16,16-6-20-16,5-5-40 0,12 0 50 16,4-10-33-1,3-10-8-15,4-3-1 0,-1-2 19 16,-9 1 15-16,-1 2 14 15,-13 7 10-15,-9 7 4 16,-6 5 3-16,-5 3 48 16,0 0 20-16,0 16-62 15,0 9 23-15,-6 5 9 16,3 0-12-16,3-1-5 16,0-2-19-16,7-5-4 15,11-6 1-15,8-8-2 16,4-8 6-16,4 0-6 15,12-24 0-15,3-11 0 0,-1-11-3 16,1-5-11-16,-10-13-5 16,-2-12 9-16,-8-9 8 15,-10-14-1-15,-4-9-14 16,-6-3 6-16,-3 15-4 16,-5 23-2-16,-1 30 17 15,0 31 12-15,-3 15 46 16,-16 46-55-16,0 20 4 15,-1 20 13-15,4 11 6 16,8 2-6-16,7 0-1 16,1-6-10-16,0-10-7 15,19-14-2-15,4-15 0 16,8-12 0-16,9-17 0 0,8-17 1 16,9-11 2-16,4-2-3 15,0-28 1-15,-3-13-1 16,-11-10 0-16,-16-5-48 15,-13-9 22-15,-17 0-6 16,-1 8 24-16,-4 12 8 16,-11 20 8-16,-2 19 31 15,-2 8 11-15,-1 26-20 16,0 15-18-16,2 11 13 16,12 1-8-16,6 0-9 15,0-6 0-15,6-3-7 16,12-3 2-16,2-9-3 15,0-5 1-15,8-10-1 16,1-8 0-16,-1-9 2 16,8 0-2-16,3-13 4 0,8-14-3 15,4-6-1-15,-2-6-18 16,-10-7-9-16,-5 0 17 16,-17-2-19-16,-13 6 14 15,-4 5 15-15,0 9 0 16,-1 12 3-16,-4 6 11 15,1 5 44-15,4 5-21 16,0 0-37-16,0 14-14 16,1 13 7-16,16 9 7 15,5 7 0-15,2-1 7 0,-2-2 22 16,-2-4 12 0,-4-6-8-16,-10-3-14 15,-6-6 11-15,0-3 0 0,-30 0-16 16,-31 1 0-16,-22-3-14 15,-13-4-108-15,-5-11-164 16,4-1-449-16</inkml:trace>
  <inkml:trace contextRef="#ctx0" brushRef="#br0" timeOffset="175053.34">6436 11837 283 0,'0'0'50'0,"0"0"-47"0,0 0 37 0,-11-73 12 0,11 60-25 0,0 6-4 0,0 2-18 16,0 2-3-16,0 1 1 15,0 2 0-15,0 0 0 16,0 0-3-16,0 0 0 0,0 0-4 16,0 0-5-1,0 0 3-15,0 0 1 0,0 0 3 16,0 0-3-16,0 0-3 15,0 0-1-15,0 0-1 16,0 0 4 0,0 0-4-16,0 0-1 0,0 0 2 15,0 0 7 1,2 0 0-16,-1 0-3 0,-1 0-1 16,2 2-2-16,-2-1-6 15,0 1-23-15,3-1-19 16,-3 1 28-16,1-1-10 15,1 0 3-15,-2-1-16 16,0 2-25-16,0-1 66 16,0 0 9-16,0 1 1 15,0-2 0-15,0 0 1 16,0 0 2-16,0 0-1 0,0 0-1 16,1 0-1-16,-1 0 1 15,3 0-1-15,-1 0-39 16</inkml:trace>
  <inkml:trace contextRef="#ctx0" brushRef="#br0" timeOffset="176481.48">6500 11811 494 0,'0'0'76'0,"0"0"-24"0,0 0 98 0,0 0-65 16,0 0-7-16,0 0-27 0,-30-17-5 15,21 14 19 1,-1 2 5-16,-1-2-15 0,1 0-7 15,-2-3 2-15,0-1 1 16,4 0-3-16,1-1 9 16,-5-2-17-16,6 0-27 15,-3-3-1-15,2 1-1 16,4-2 0-16,0 6-2 16,1 4-4-16,2 3 3 15,0 1-8-15,0 0 0 16,0 0-11-16,0 11-6 15,5 10 9-15,17 5 8 16,2 2 0-16,9-3 0 0,3-4 0 16,4-4 1-1,3-7-1-15,2-7 2 0,3-3-1 16,-5 0-1-16,0-13 2 16,-7-1 0-16,-15 3-1 15,-8 3 2-15,-8 3 6 16,-5 4 9-16,0 1-1 15,0 0 27-15,-3 1-17 16,-24 27-27-16,-12 19-4 16,-13 16 4-16,-3 7-1 15,5-2-2-15,4-2 1 16,1-4 2-16,1-8 0 16,5-7-1-16,9-10 1 15,8-16 3-15,11-10-3 0,7-7 1 16,4-4 2-16,0-2 1 15,1-21-4-15,13-9-6 16,5-7 6-16,-1-1 0 16,-6 6 0-16,-1 10 1 15,-5 13 1-15,-4 8-1 16,0 3-1-16,4 7-18 16,7 12 8-16,5 8 10 15,3-1 0-15,5-4 1 16,0-3 0-16,6-7 2 15,1-1-3-15,-2-7-1 16,2-4 1-16,-8 0-68 16,-6 0-163-16,-10-15 7 0,-9-1-121 15</inkml:trace>
  <inkml:trace contextRef="#ctx0" brushRef="#br0" timeOffset="176669.62">6336 12161 939 0,'0'0'74'0,"0"0"-15"0,0 0 146 0,0 0-98 0,0 0-61 15,0 0-27-15,3 0-11 16,19 0-1-16,12 0-5 16,4 0-2-16,2 0-3 15,2 4-23-15,1 3-238 0,1-2-120 16</inkml:trace>
  <inkml:trace contextRef="#ctx0" brushRef="#br0" timeOffset="176873.84">6982 12058 1335 0,'0'0'27'16,"0"0"57"-16,0 0 53 15,0 0-98-15,0 0-4 16,1 113 86-16,10-50-96 15,-5 3-7-15,-3 0-7 16,-3-1-4-16,0-11-7 16,0-6 0-16,0-10-3 0,4-9-25 15,-4-13-249-15,0-14-356 16</inkml:trace>
  <inkml:trace contextRef="#ctx0" brushRef="#br0" timeOffset="177941.43">8171 11970 824 0,'0'0'83'0,"0"0"-51"0,0 0 198 0,0 0-99 0,0 0-46 15,0 0-1-15,0 0-27 16,-21 0-1-16,19 0-9 15,2 0-5-15,0 0-17 16,0 0-2-16,0 0-11 16,0 0 0-16,0 0-4 15,20 0-6-15,16 2 25 16,13 2-6-16,8-2-14 16,10 0-1-16,9-2-4 0,8 0 0 15,2 0-2 1,-4 0 1-16,-9 0-1 15,-16-8 1-15,-15 2 2 0,-20 4 0 16,-14 0-1-16,-8 2 4 16,0 0 23-16,0 0 18 15,0-2-13-15,-8-2-12 16,-1-1-19-16,-3 3-5 16,6 2 2-16,3 0-4 15,-3 0-2-15,0 0-16 16,2 1-68-16,4 7-89 15,-3-2-152-15,3-6-186 0</inkml:trace>
  <inkml:trace contextRef="#ctx0" brushRef="#br0" timeOffset="178427.77">9930 11708 817 0,'0'0'323'0,"0"0"-323"0,-85 82 0 0,53-38 9 0,-6 11 12 16,1 1 25-16,-4-1-26 15,1-6-3-15,4-8-5 0,5-11-2 16,7-10 2-1,9-13-3-15,6-7 35 0,7-7 18 16,2-30 17-16,5-20-79 16,22-14-1-16,13-14-2 15,12-15 3-15,6-9 0 16,2-4 4-16,1 6-4 16,-7 18 1-16,-8 25 1 15,-10 24 8-15,-14 25 12 16,-5 15 0-16,2 29-22 15,-2 32 28-15,1 22 15 0,-11 24-15 16,-7 8-10 0,0 5-1-16,0-2-13 0,0-17-4 15,0-16-2 1,0-13 1-16,0-20-1 16,0-20-5-16,0-13-14 0,0-19-159 15,-3-1-57-15,-10-29-104 16</inkml:trace>
  <inkml:trace contextRef="#ctx0" brushRef="#br0" timeOffset="179360.55">9562 11881 1192 0,'0'0'8'16,"0"0"2"-16,0 0 157 0,0 0-136 15,0 0-31 1,0 0 0-16,23 28 10 0,55-28-5 15,13-1-5-15,4-14 0 16,-4-4 0-16,-7 1-4 16,-11-4-34-16,-13-1-58 15,-17 2-3-15,-13-1 48 16,-12 5 51-16,-15 3 6 16,-3 5 34-16,0 2 76 15,-3 7-26-15,-9 0-25 16,1 10-32-16,1 13-25 15,0 7 3-15,5 4 7 16,5-2-11-16,0-1-1 0,10-3-1 16,10-2-4-1,4-8 1-15,1-7-2 0,8-11 3 16,1 0-1-16,7-17 1 16,5-14 3-16,-4-2-6 15,-5-9 0-15,-7-4-3 16,-11 4-14-16,-5 4 10 15,-6 12 5-15,-5 11 2 16,-3 10 1-16,0 5 4 16,0 5-5-16,0 17-16 15,-6 10 16-15,1 7 9 16,5-3-4-16,0 0 1 0,19-4-2 16,15 0 0-1,12-6-2-15,15-5 2 16,10-6 7-16,14-10-11 15,6-5 0-15,3-1 0 16,-12-18 0-16,-11-8 0 0,-24-3 0 16,-25-3 3-16,-16 2 0 15,-6 3 5-15,-25 7 0 16,-17 9 1-16,-12 8-4 16,-5 4 21-16,0 4-6 15,3 19-11-15,15 2 1 16,12 8-4-16,10 1-6 15,12-1-1-15,7 4-5 0,7-7 3 16,19-7-1 0,13-10-5-16,1-7-4 15,5-6-10-15,1 0-8 16,-7 0 19-16,-6 0 7 0,-3 0 5 16,-2 4 0-16,-3 20-2 15,-4 13 2-15,-3 12 4 16,-6 11 0-16,-8 12 7 15,-4 9-2-15,-6 6-5 16,-25 6 6-16,-6 3-9 16,-14-3 0-16,-10-5 1 15,-12-10 2-15,-9-12-3 16,-14-13 4-16,-14-11-2 16,-2-13 6-16,6-21 26 0,18-8-12 15,25-27 5-15,26-29 1 16,25-28-18-16,12-26-3 15,29-20-5-15,35-12-3 16,25 1-8-16,20 11-35 16,9 12-115-16,-8 17-161 15,-14 13-415-15</inkml:trace>
  <inkml:trace contextRef="#ctx0" brushRef="#br0" timeOffset="180203.81">12332 11447 723 0,'0'0'28'0,"0"0"-26"0,0 0 93 0,0 0-55 0,67-92-11 15,-47 69-9-15,0 0 5 0,-6 4 15 16,-4 1 23-16,-10 5 22 16,0 3-6-1,0 1-11-15,-12 4 4 16,-14 5-46-16,-4 0-13 0,-8 15-2 15,-2 10-3-15,3 4-3 16,4 2 1 0,9 0 4-16,9-1-10 0,8 0 3 15,7 2-3-15,0 4-5 16,20 3 4-16,13-1 1 16,14 0 0-16,9-3-5 15,3-1 5-15,0-3 0 16,-5-3 2-16,-18-3-1 15,-19-4 0-15,-17-3-1 16,-13 3 0-16,-40-3 8 16,-24 1 1-16,-20-2 6 0,-5-4 8 15,5-5 26-15,17-2-25 16,24-6 3-16,23 0-8 16,18 0-6-16,14 0-13 15,1 0-10-15,28-6-35 16,24-4-121-16,17 1 11 15,8 3-95-15,-1 4-133 16</inkml:trace>
  <inkml:trace contextRef="#ctx0" brushRef="#br0" timeOffset="180877.92">12997 11794 1094 0,'0'0'0'0,"0"0"193"0,0 0-126 0,-52-75 2 16,42 62-5-16,-2 3-46 16,-3 7-4-16,-2 3 1 15,-7 0-12-15,-2 1 0 16,-4 13-3-16,5 1-1 16,6-1 0-16,8 2 0 15,5-1-8-15,6-3-1 16,0 2 1-16,16-7 1 15,7 0-5-15,6-4 3 16,4-3-38-16,0 0-10 0,0-2-2 16,-2-7 24-16,-2-1 26 15,-4 0 9-15,-4 4 1 16,-6 4 0-16,-1 2 0 16,-3 0 0-16,1 17 0 15,-2 5 6-15,1 1 2 16,1 3-2-16,-2 0-3 15,1-4 1-15,2-1-4 16,2-5 4-16,0-5 0 16,1-5-4-16,2-6 7 15,6 0-1-15,0-7 0 0,4-15 0 16,1-5 0-16,-1-7-5 16,-1-6 2-16,-2-12-1 15,-1-9 0-15,-6-15-1 16,-2-10 4-1,-5-4-5-15,-7 1 1 0,-4 12 0 16,0 19 0-16,0 21 0 16,-4 18 6-16,-4 16 13 15,-6 11 15-15,-5 35-35 16,-4 19 0-16,2 14 2 16,12 9 7-16,9 1-1 15,0 2 2-15,19-6-4 16,11-12-3-16,6-10-2 0,3-10-1 15,1-9 0-15,-3-12-4 16,-4-15 2-16,-6-9-6 16,-2-5-39-1,1-7-101-15,-4-19-98 16,3-3-287-16</inkml:trace>
  <inkml:trace contextRef="#ctx0" brushRef="#br0" timeOffset="181606.92">13890 11800 968 0,'0'0'18'0,"0"0"12"0,0 0 91 0,0 0-65 0,0 0-38 16,0 0 12-16,13-10-15 15,6-2 4-15,4-2-4 16,-4-6-13-16,1-3 5 15,-6-5-3-15,-5-7 1 16,-1-1-1-16,-8 7 0 16,0 3-4-16,0 12 5 0,-5 12 30 15,-14 2-22-15,-4 20-13 16,-5 15 1-16,0 7-1 16,9 5 4-1,8-2-3-15,11-5 4 16,0 1-4-16,8-6 0 0,14-7-1 15,3-5 0-15,4-9 0 16,6-10 0-16,3-4 2 16,-1-9 3-16,0-13-5 15,-4-10 2-15,-3-9-1 16,-2-9 0-16,-2-6 1 16,-4-2-2-16,-10 4 1 0,-3 10-1 15,-6 13 1-15,-3 15-1 16,0 7 9-16,0 9-4 15,-6 0-5-15,-4 16 0 16,0 11-2-16,3 6 1 16,7 2 0-16,0-2 1 15,15-2-1-15,9 0 2 16,6 0-2-16,4 0 0 16,2-1 1-16,0 1 0 15,-11-3 0-15,-10-2 0 16,-15-4-1-16,-9-5 1 15,-36-2-1-15,-19-2 1 16,-12-4-8-16,6-6-31 0,6-3-85 16,12 0-88-16,14-10-277 15</inkml:trace>
  <inkml:trace contextRef="#ctx0" brushRef="#br0" timeOffset="182055.7">15113 11298 1144 0,'0'0'4'0,"0"0"-4"15,0 0 17-15,-94-61 8 0,82 53 55 0,9 4-61 16,3 1-11-16,0 3-1 16,0 0-7-16,9 0-3 15,13 0 2-15,8 0 1 16,5 11 1-16,-1 9 1 16,-4 9-1-16,-5 7-1 15,-6 5 1-15,-11 12 3 16,-8 4-1-16,-5 2 6 15,-20-2 31-15,-5-6 6 16,-3-8 17-16,4-6-14 16,6-7-7-16,11-6-30 15,11-5-3-15,1-5-4 0,25-6 1 16,21-4-1-16,17-4 5 16,10 0-10-16,-3-14-2 15,-6-7-78-15,-12-9-156 16,-14-4-125-16</inkml:trace>
  <inkml:trace contextRef="#ctx0" brushRef="#br0" timeOffset="182217.84">14980 11581 897 0,'0'0'68'15,"0"0"-66"-15,0 0 49 16,0 0-33-16,0 0-17 15,128-5-1-15,-54 5-60 16,-4 0-191-16,-8-1-332 16</inkml:trace>
  <inkml:trace contextRef="#ctx0" brushRef="#br0" timeOffset="182578.54">15653 11775 949 0,'0'0'130'0,"0"0"-113"16,0 0 80-16,0 0-28 16,0 0-5-16,113-63-21 15,-78 60 7-15,-7 3-5 16,-6 0 9-16,-8 14-29 15,-8 17-8-15,-6 12 6 16,-5 13 1-16,-23 3-11 16,-8-1-5-16,-1-9 9 15,6-7-5-15,8-10 5 16,10-7-13-16,10-8-2 0,3-5 0 16,15-6-2-16,29-6 0 15,13 0 12-15,18-9-12 16,10-13-84-16,13-6-190 15,16-8-230-15</inkml:trace>
  <inkml:trace contextRef="#ctx0" brushRef="#br0" timeOffset="183189.5">16848 11047 639 0,'0'0'10'0,"0"0"75"0,0 0 100 0,27-75-24 0,-27 72-29 16,0 3-39-16,0 10-64 0,0 23-21 15,0 19 81-15,-8 13 12 16,-6 4-52-16,-2 3 11 16,-1-1-29-16,3-4-7 15,6-4-17-15,3-12-2 16,5-2-5 0,0-15-1-16,0-11-2 15,0-4 0-15,5-8-42 0,3 3-207 16,-5-1-54-16,-3 1-208 15</inkml:trace>
  <inkml:trace contextRef="#ctx0" brushRef="#br0" timeOffset="183546.37">16805 12110 994 0,'0'0'130'16,"0"0"-116"-16,0 0 137 16,0 0-66-16,0 0-71 15,0 0-6-15,-29 61 67 16,13-36-39-16,6-3-12 16,8-1-17-16,2-7-5 15,8-2-1-15,20-6 2 16,12-6 6-16,14 0-3 15,4-15-4-15,-7-10-1 16,-11-2 0-16,-19-2 4 16,-21-1 10-16,-4 1 5 0,-35 7 36 15,-21 6-35 1,-4 6-21-16,0 4-1 0,19 6-3 16,16 0-2-16,22 0-9 15,7 4-96-15,34 2-161 16,22 3-53-16</inkml:trace>
  <inkml:trace contextRef="#ctx0" brushRef="#br0" timeOffset="183910.36">17875 11198 715 0,'0'0'87'0,"0"0"-83"0,0 0 156 0,0 0-50 15,0 0-14-15,0 0-8 16,-69 31-41-16,69-28-21 0,12 0 16 15,20-1 102 1,15-2-52-16,13 0-49 16,8 0-25-16,4-5-12 15,-7-1-6-15,-8 2-1 0,-17 1-5 16,-13 3-33-16,-15 0-162 16,-12 2-121-16,-18 12 2 15,-31 1-389-15</inkml:trace>
  <inkml:trace contextRef="#ctx0" brushRef="#br0" timeOffset="184089.33">17821 11468 747 0,'0'0'17'16,"0"0"59"-16,0 0 63 0,0 0 9 16,98-7-46-16,-43-7-68 15,9 1-11-15,2-1-18 16,4-2-5-16,-7 4-2 15,-3-2-131-15,-7-2-318 16</inkml:trace>
  <inkml:trace contextRef="#ctx0" brushRef="#br0" timeOffset="184453.57">19152 11064 1114 0,'0'0'8'16,"0"0"131"-16,0 0 24 0,0 0-85 15,-94 9-55-15,67 21 31 16,-2 7 9-16,3 3-21 16,10 1 10-16,6-3-12 15,10-3-37-15,7 3 6 16,29 1 6-16,17-2 2 15,21-4-2-15,10-7-4 32,13-12-4-32,-2-12-6 0,-7-2 7 0,-16-26-7 15,-18-11 1-15,-17-14 2 0,-10-9 29 16,-14-6-11 0,-13-5-10-16,0 4 9 15,-31 9-12-15,-15 14-8 0,-22 19-1 16,-14 19-5-16,-6 8-4 15,-6 31-100-15,-1 13-309 16</inkml:trace>
  <inkml:trace contextRef="#ctx0" brushRef="#br0" timeOffset="187483.36">602 11095 903 0,'0'0'4'0,"0"0"50"0,0 0 69 0,-27-76-52 16,27 76 7-16,0 0-69 0,0 13-5 15,0 23 6-15,11 11 99 16,1 14-47-16,-3 9-22 15,-3 5-14-15,-6 0-13 16,0-2-11-16,0-8 1 16,0-6 1-16,0-15-6 15,0-19 2-15,0-11 0 16,0-14-11-16,0 0-9 16,0-25-6-16,0-14 5 15,0-11 0-15,0-4 17 16,0 4 4-16,0 4 0 15,3 12 1-15,1 12-1 0,1 12 2 16,8 9-5-16,-1 1-3 16,4 0 2-16,4 8 4 15,-1 1 0-15,2-2 2 16,-3-5-1-16,6-2 0 16,0 0-1-16,-3-7 0 15,0-13 2-15,-4-9-1 16,-3-4 3-16,1-4 0 15,-11-5-2-15,-4-1-1 16,0 1 7-16,0 6 0 16,-3 12-4-16,-1 13-2 15,1 11-2-15,3 0 6 16,0 21-6-16,0 14 0 16,0 8 4-16,0 7 13 15,0 3-5-15,0 4-6 16,0 3-5-16,6 5-1 15,0 0 0-15,-2-4-3 0,1-4-2 16,-1-17-42-16,1-11-103 16,2-21-40-16,2-8-118 15,3-22-289-15</inkml:trace>
  <inkml:trace contextRef="#ctx0" brushRef="#br0" timeOffset="187982.87">1268 11418 733 0,'0'0'124'0,"0"0"-111"0,0 0-6 0,0 0 43 0,0 0-5 16,0 0-1-16,86-71 7 15,-75 49-6-15,-4-2-6 16,-7 1 18-16,0 4 7 15,-10 6-28-15,-7 7 1 16,-2 6 23-16,-9 6-30 16,-1 18-20-16,1 12-4 15,-3 1-1-15,11 1-3 16,1-4 1-16,7-2-2 16,9-6-2-16,3-6 1 15,0-7-6-15,0-5 2 0,6-8-7 16,9 0 11-16,7-10 0 15,5-13 4-15,9-11-1 16,-2-9-2-16,2 1 0 16,-3-1-1-16,-5 6 1 15,-10 15 0-15,-9 11 4 16,-6 8-5-16,-3 3 0 16,0 11-1-16,0 18 1 15,0 6 18-15,0 3-6 0,0-4-7 16,0-3 0-1,0-2-5-15,3-9-2 16,2-6-2-16,2-7-10 16,2-7-171-16,0 0-36 0,7-25-114 15</inkml:trace>
  <inkml:trace contextRef="#ctx0" brushRef="#br0" timeOffset="188179.37">1717 10968 1236 0,'0'0'2'0,"0"0"61"0,0 0 34 0,0 0-88 0,0 0-9 16,0 0-14-16,-38 33 5 16,38-6-107-16,0 3-166 15,0 7-108-15</inkml:trace>
  <inkml:trace contextRef="#ctx0" brushRef="#br0" timeOffset="188307.79">1742 11318 1182 0,'0'0'30'0,"0"0"254"16,0 0-201-16,0 0-42 16,0 0-37-16,0 0-4 15,-10-21-17-15,10 21-23 16,0 4-282-16,-6 13-313 0</inkml:trace>
  <inkml:trace contextRef="#ctx0" brushRef="#br0" timeOffset="190141.31">3152 14655 5 0,'0'0'37'0,"0"0"-36"0,0 0 6 0,0 0 23 15,0 0-3-15,0 0-14 16,0 0-3-16,0-3 4 16,0 3-3-16,0 0-3 15,0 0 0-15,0 0-2 16,0 0 5-16,0 0-4 16,0 0-4-16,0 0 4 15,0-4 3-15,2 3-4 16,-2 0 0-16,0-1-6 15,0 2 1-15,0 0-1 16,0-1 2-16,0 1-2 16,0 0 1-16,0-2 6 0,0 1-5 15,0-2 2-15,0 3 1 16,0-1-4-16,0 1 2 16,0-3-1-16,0 3-1 15,0 0-1-15,0 0 0 16,0 0 0-16,0 0 0 15,0 0 0-15,1-1-1 16,-1 1-2-16,0 0 2 16,4 0 0-16,-4 0 0 15,0 0-1-15,0 0 2 16,0 0 0-16,0 0 0 16,0 0 2-16,0 0-2 15,0 0 2-15,0 0 0 16,0 0 0-16,0 0-2 0,0 0 0 15,0 0-2 1,0 0 2-16,0 0 0 0,0 0 0 16,0 0 0-16,0 0-4 15,0 0-5-15,0 0-12 16,0 0-21-16,0 0-109 16</inkml:trace>
  <inkml:trace contextRef="#ctx0" brushRef="#br0" timeOffset="191512.58">446 14565 577 0,'0'0'295'0,"0"0"-293"0,0 0 68 16,0 0 74-16,0 0-77 15,0 0-60-15,0 8-1 16,0 45 30-16,-6 10 2 16,-2 2 0-16,-5 4-8 15,-5 1-10-15,7-1-13 16,-6-6-3-16,9-11-3 16,2-13-2-16,-1-15 2 15,7-13-2-15,0-8 0 16,0-3-14-16,0-7 15 15,10-18 7-15,2-11-1 0,3-9-6 16,0 0 1 0,-4 3 5-16,2 9-6 0,-3 11 2 15,-5 13 1-15,-5 7-3 16,3 2-5-16,7 0-17 16,2 3 6-16,6 5 16 15,7 0 1-15,-2-3 0 16,8-5 0-16,-1 0 5 15,0-4 4-15,6-14-4 16,-2-6 2-16,-7-6-8 16,-2-2 2-16,-12-4 6 15,-8-3-6-15,-5-1 6 0,0 3-2 16,0 9-5-16,0 13 11 16,-3 11 46-16,1 4 33 15,-2 22-91-15,-2 21-14 16,3 16 14-16,-6 9 2 15,0 7 0-15,2 9-2 16,1 5 0-16,4-3 0 16,2-7 0-16,0-18-4 15,0-17-8-15,5-19-116 16,16-16-3-16,1-9-89 16,2-9-50-16</inkml:trace>
  <inkml:trace contextRef="#ctx0" brushRef="#br0" timeOffset="192190.79">1105 15082 485 0,'0'0'223'0,"0"0"-219"0,0 0 111 0,0 0-26 0,0 0-46 15,0 0 42-15,15-14-20 16,-5 0-25-16,1-3 2 15,-2-4-13-15,3 2-1 16,-3-2 4-16,-6-3-3 16,-3 1 13-16,0 2-15 15,-5 6 6-15,-8 6 20 16,-8 9 15-16,-1 0-44 16,-7 15-19-16,-5 15-4 15,6 3-1-15,1 3 0 16,6 0 0-16,3-2 1 15,7-5 0-15,4-2-1 16,7-8-2-16,0-5-5 16,0-6-3-16,7-7-8 0,10-1 13 15,5 0 5-15,5-17 12 16,3-5-4-16,0-1-6 16,-5 2-2-1,2 4 0-15,-9 5 1 0,-9 5-2 16,0 7 1-16,-6 0-8 15,4 0-9-15,-1 18 17 16,-1 1 4-16,2 5 7 0,-4-5-4 16,3-1 1-1,-3-2-5-15,3-5 2 0,2 0-5 16,-4-7-8 0,2-1 7-16,0 0-1 15,3-3-6-15,-1 0-73 16,3 0-88-16,0-7-59 0,-5-7-183 15</inkml:trace>
  <inkml:trace contextRef="#ctx0" brushRef="#br0" timeOffset="192515.6">1842 14793 1385 0,'0'0'5'0,"0"0"34"0,0 0 99 0,0 0-66 0,0 0-54 0,0 0-18 0,-24-35-16 0,24 43-64 0,0 10-160 16,0 6-112 0</inkml:trace>
  <inkml:trace contextRef="#ctx0" brushRef="#br0" timeOffset="192661.25">1902 15084 1350 0,'0'0'7'0,"0"0"67"15,0 0 44-15,0 0-89 16,0 0-29-16,0 0-11 16,-2-7-37-16,13 7-195 15,-5 0-164-15</inkml:trace>
  <inkml:trace contextRef="#ctx0" brushRef="#br0" timeOffset="193390.83">3276 15104 949 0,'0'0'23'0,"0"0"-12"0,0 0-11 16,-6 73 66-16,-8-10 5 0,-6 13-16 16,-4 6-4-1,-3 7-15-15,1-6-3 0,-2-10-12 16,4-11-8-16,2-15 0 16,10-18 3-16,6-12-8 15,4-15-2-15,2-2-3 16,3-29 52-16,17-19-17 15,10-19-32-15,7-15-6 16,0-8 3-16,-4-7 2 16,0-10 3-16,0-2-4 15,0 11 1-15,-5 23-2 16,-7 31 0-16,-9 26 14 16,-3 18-12-16,1 36 2 0,4 21-7 15,-1 22 35-15,-3 9-17 16,-2 2 5-16,-5 3-9 15,8-1-7-15,-1-7-7 16,0-14 0-16,1-15-3 16,4-15 0-16,-6-13-9 15,1-12-92-15,-6-10-87 16,-4-6-33-16,0 0-20 16,-20-16-335-16</inkml:trace>
  <inkml:trace contextRef="#ctx0" brushRef="#br0" timeOffset="193583.37">3110 15631 869 0,'0'0'12'16,"0"0"-5"-16,-85 0 155 0,78 0-85 15,7 0-51-15,0 0-23 16,19 0 1-16,14 0 19 16,10-8-9-16,8-10-8 15,7-4-3-15,8 0-3 16,4 2-2-16,0 6-4 15,0 6-61-15,-4 4-123 16,-8 1-74-16</inkml:trace>
  <inkml:trace contextRef="#ctx0" brushRef="#br0" timeOffset="194453.83">3785 15424 881 0,'0'0'38'15,"0"0"113"-15,0 0 23 16,0 0-70-16,0 0-3 15,0 0-60-15,-41-39-41 16,41 52 4-16,0 13-4 16,0 8 25-16,0 5 2 15,0-2 9-15,5 2-15 16,1-4-11-16,1-4 0 16,1-8-9-16,5-4-1 15,1-7-6-15,2-7 4 0,8-5 2 16,3-5 10-1,8-20-4-15,0-6-6 0,-4-8-2 16,-3-3-7 0,-6-3-2-16,-8 2-1 0,-5 7 5 15,-7 12 7-15,-2 13 3 16,0 7 3-16,0 4 0 16,0 8-6-16,0 18-2 15,0 11 2-15,0 6 2 16,0-2 0-16,0-3 2 15,6-3 1-15,15-4-5 16,4-7 2-16,11-7-2 16,10-11 4-16,8-6 7 15,4-1-5-15,12-21-1 16,0-9-4-16,2-5 2 16,-8-2-2-16,-12 0 3 15,-16 0-4-15,-14 5 0 0,-20 7 9 16,-2 8-6-16,-10 9 4 15,-15 9 1-15,-13 0 2 16,-1 18-7-16,5 7 1 16,2 0-1-16,10 0-1 15,7-4-2-15,7 2 0 16,8-5-9-16,0-3 4 16,5-4-3-16,16-4 3 15,4-6 4-15,11-1-10 16,1 0-2-16,-4-1 3 0,3 0-8 15,-6 1 14 1,3 3-2-16,-5 19-7 16,-1 12 8-16,-3 13 5 15,-5 12 1-15,-5 10 3 16,-7 7-1-16,-6 14 0 16,-1 3 1-16,0-1-2 0,-8-2-1 15,-10-7 3-15,-8-12 2 16,-8-4 7-16,-5-8 9 15,-4-10 3-15,-8-9 5 16,-1-12-3-16,3-17-3 16,7-11-2-16,6-8 6 15,6-33-8-15,8-22-11 16,13-28-4-16,9-29-5 16,24-21 2-16,25-12-4 15,20 7-1-15,10 20-2 0,3 30 2 16,-9 31-8-16,-10 22-54 15,-13 19-81-15,-12 16-142 16,-18 8-138-16</inkml:trace>
  <inkml:trace contextRef="#ctx0" brushRef="#br0" timeOffset="198746.73">5909 15035 699 0,'0'0'5'0,"0"0"43"0,0 0 61 0,0 0-74 15,0 0-12-15,0 0 17 16,0 0 8-16,3 0-10 15,-3 0 5-15,0 0 7 16,0 0-6-16,0 0 13 16,0 0-7-16,0 0-18 15,0 0-2-15,0-1-12 16,2-2-4-16,-1-7 10 0,7-2 2 16,2-6-21-16,2-1-5 15,3-1 0-15,-6 1 4 16,1 2-4-16,2 0 4 15,-6 6-2-15,-1 2 4 16,-4-2 3-16,-1 7 14 16,0 2 2-16,0 0 2 15,0 1 18-15,-9 1-3 16,-12 0-27-16,-13 4-15 16,-5 12 0-16,-1 1 1 0,1 3 0 15,6 5-1-15,-1 5 2 16,10 1 0-16,2 1-1 15,5 0 1-15,6-1-2 16,3-1-1-16,2-2 1 16,6 0-2-16,0-3 0 15,0-3 0-15,12-3-4 16,7 0 6-16,5-1-6 16,3-4 4-16,6 1 1 15,1-1 1-15,2 0-1 16,-3 1 2-16,-2 2-2 15,-7 1 0-15,-9-2 1 16,-9 5 2-16,-6 3-2 0,-18 3 6 16,-21 4 4-1,-13 3-2-15,-6-1-5 0,-3-6-1 16,4-2 6-16,2-4-1 16,7-7 1-16,6-6 1 15,5-3-4-15,13-4 4 16,2-1-9-16,2 0 1 15,8-14-1-15,3-3-4 16,5 1-3-16,4 1-25 16,0 2-78-16,13 4-45 15,11 3-68-15,10 3-63 16,2 3-268-16</inkml:trace>
  <inkml:trace contextRef="#ctx0" brushRef="#br0" timeOffset="199376.34">6276 15104 721 0,'0'0'4'0,"0"0"102"0,0 0-10 0,0 0 74 0,0 0-106 15,0 0-51-15,0-42-11 16,6 78 47-16,0 17 80 16,0 8-83-16,-3 6 51 15,-3 2-32-15,3 1-33 16,1-7 3-16,1-10-21 0,4-7-4 15,7-14-8 1,1-11 1-16,4-9 2 0,4-12-4 16,6-5 6-16,4-20 4 15,-1-14-4-15,0-8-1 16,-7-5 4-16,-8-3-3 16,-5-3 4-16,-6-4-6 15,-7-2 0-15,-1 0-4 16,0 6-1-16,0 14-1 15,-6 11-1-15,3 15 1 16,3 9-3-16,-3 9-4 16,0 0-47-16,-3 25-71 0,0 10-42 15,3 4-73-15,3-3-84 16</inkml:trace>
  <inkml:trace contextRef="#ctx0" brushRef="#br0" timeOffset="199871">6892 15112 470 0,'0'0'407'0,"0"0"-386"0,0 0 185 0,0 0-77 0,0 0-50 0,0 0-38 16,-3-15-15-16,2 34-11 16,-2 12 14-16,3 9 49 15,0 6-49-15,0 1 3 16,0 9 16-16,13-3-31 16,5 4 0-16,2-4-7 15,2-6-10-15,3-7 1 16,-1-10 2-16,-1-9-3 15,-4-6-1-15,2-11 1 16,-3-4 7-16,3-4 5 16,2-19 18-16,2-13 5 15,-2-11-16-15,0-9 0 16,-5-11-6-16,-2-10 0 0,-2-8-9 16,-1-2 1-16,-6 9-2 15,1 13-3-15,-5 20 6 16,1 18-4-16,-4 11 4 15,5 9-6-15,-4 4-1 16,1 3-6-16,-1 5-19 16,4 22-40-16,1 10-63 15,-2 2-204-15,-4-1-90 16</inkml:trace>
  <inkml:trace contextRef="#ctx0" brushRef="#br0" timeOffset="204167.91">6294 15570 232 0,'0'0'4'0,"0"0"0"0,0 0 7 16,0 0-6-16,0 0 3 15,0 0 6-15,0 0-4 16,10 23 30-16,-10-23 31 16,0 0 26-16,0 0 38 15,0 0 1-15,0 0-35 16,0 0-16-16,0 3 0 15,0-3-49-15,0 0 1 16,0 0-5-16,0 0-2 16,0 0 4-16,3 0 11 15,8-6-19-15,16-18-8 16,10-8-1-16,8-5-8 16,1-10-2-16,2-2 1 0,-5-6-3 15,-5-8 2 1,-7 0-5-16,-7-5-2 0,-17 4 0 15,-7 13 3-15,0 12 2 16,-13 18 37-16,-13 10 38 16,-5 11-66-16,-3 0-14 15,-7 14 3-15,-2 15 5 16,4 14 2-16,-1 9 5 16,4 6 21-16,8 3 9 15,4-1-10-15,9 3-9 16,9-4-6-16,6-3-1 0,3-6-6 15,18-11-9-15,18-6 0 16,8-10 0-16,10-8 3 16,3-11-3-16,4-4-1 15,-3 0 0 1,2-13-2-16,-1-6-1 0,-2-3-8 16,-4-1-47-16,-4-2-167 15,-12 1-124-15,-6 0-442 16</inkml:trace>
  <inkml:trace contextRef="#ctx0" brushRef="#br0" timeOffset="205745.64">7365 15375 906 0,'0'0'26'0,"0"0"-7"0,0 0-19 0,0 0 44 0,0 0 37 16,0 0-21-16,51-32 1 15,-51 19 6-15,0-2-10 16,0-2 1-16,-13-2-8 16,-7 1 19-16,-5 5-42 15,-5 5-1-15,-3 8 3 16,-3 0-15-16,-2 6-2 0,0 14 15 15,1 10-9 1,6 8 4-16,1 11 2 16,5 4-11-16,6 4 1 15,6-2-4-15,9-6-8 0,4-9 1 16,0-5-3-16,14-11-2 16,8-12 0-16,9-12 2 15,13-2 0-15,6-25 2 16,13-16-2-16,-2-13-1 15,-3-13-3-15,-3-13-8 16,-6-14-10-16,-12-15-10 16,-8-13 7-16,-13-3-24 15,-7 3-5-15,-9 24 23 0,0 33 28 16,0 27 3 0,0 27 8-16,-13 13 12 15,-12 34-17-15,-4 21-2 16,1 20 21-16,8 13 8 0,9 5-1 15,3 6 3-15,2-4-9 16,6-6-13-16,0-10-4 16,12-11-1-16,13-10-5 15,8-14 2-15,7-14-1 16,8-8 2-16,7-16-1 16,8-6-1-16,9-12 0 15,7-15 1-15,-3-9 0 0,-8-3-2 16,-17-5-4-16,-19-1-14 15,-19 6-12-15,-13 6 21 16,0 7 9-16,-27 8 7 16,-3 8 3-16,-3 7-6 15,-3 3-3-15,-2 4 5 16,5 19 2-16,3 7-4 16,5 9 3-16,5 3 1 15,7 5 2-15,9-4-6 16,4-2-1-16,0-7-3 15,10-7-1-15,9-10-1 16,10-7 2-16,2-10 1 16,5 0 3-16,10-21-4 0,-3-11-8 15,0-9-15 1,-5-4-14-16,-10 2-13 16,-10 7 21-16,-9 15 28 15,-6 10 1-15,-3 8 11 0,0 3 17 16,0 2-18-16,-13 16-8 15,-1 7 2-15,1 3 5 16,8-3-5-16,5-3-2 16,0-1-2-16,2-5 0 15,17-6-1-15,5-6-3 16,10-4 4-16,13 0-3 16,8-12-5-16,6-4-6 15,-4-1-46-15,-11-2-4 16,-12 1-32-16,-14 4 53 0,-9 6 27 15,-8 4 16-15,-3 0 52 16,0 4 20-16,-8 0-21 16,-7 8-42-16,-3 9 20 15,3 8-6 1,2-3-5-16,2 0 2 0,5-2-15 16,6-8-2-16,0-1-1 15,0-7-2-15,0-4 0 16,0 0 0-16,24-4 10 15,4-17 3-15,9-9-12 16,4-11-1-16,-2 1-12 16,-1 0-42-16,-8 8 24 15,-6 11 22-15,-11 9 6 16,-8 12 1-16,1 0-5 16,-6 16-3-16,5 13 9 0,-4 6 15 15,-1 0 7-15,6-2 9 16,-3-3-27-16,1-4 1 15,1-8-3-15,2-3 0 16,1-8-1-16,8-5 2 16,-1-2 4-16,12-5 3 15,0-11-10-15,6-9 0 16,3-6-2-16,5-7-11 16,-2-3-6-16,-5 2-14 15,-11 7 19-15,-13 7 2 16,-10 11 12-16,0 2 8 15,0 8 14-15,-10 1 8 0,-5 3-9 16,1 0-12-16,0 0-3 16,6 12-6-16,2 5-1 15,6 6 0-15,0 4 0 16,0 2 0-16,18 2 1 16,-2 0 1-16,5-1 0 15,-1-4-1-15,-1-2 0 16,2-5 2-16,-11-9-1 15,-7-3-1-15,-3-3 0 16,-6 2 7-16,-31 5 9 16,-20 1-8-16,-16 1-8 15,2-3-55-15,2-5-268 16,14-5-441-16</inkml:trace>
  <inkml:trace contextRef="#ctx0" brushRef="#br0" timeOffset="211077.41">9594 15029 928 0,'0'0'130'0,"0"0"-128"0,0 0 194 15,0 0-72-15,0 0-27 0,0 0-42 16,0 0-7-16,-22-15-20 15,22 15-3-15,0-2-13 16,0 2 1-16,0 0-4 16,3 0-2-16,21 0-7 15,10 0 32-15,17 0-4 16,9 0-15-16,9 0-5 16,8 0 8-16,9 0-8 15,4 0-3-15,-1 0-3 16,-8 0 1-16,-2 0-3 15,-15-3 2-15,-15-1 3 16,-19 4-4-16,-15-1 1 16,-13 1-1-16,-2 0 6 0,0 0 35 15,0 0-21-15,0 0-12 16,0 0-5-16,0 0-4 16,0 0-4-16,0 0-7 15,0 0-55-15,9 1-49 16,17 10-99-16,22 2 62 15,24-1-1-15,13-2-152 16,16-2-251-16</inkml:trace>
  <inkml:trace contextRef="#ctx0" brushRef="#br0" timeOffset="211627.69">11561 14697 606 0,'0'0'55'0,"0"0"-54"0,0 0 129 0,0 0-46 0,0 0-30 16,0 0-20-16,8-32-11 15,-6 71 152-15,-2 11-83 16,0 3-19-16,-15 4-16 15,-10 2 15-15,1 0-28 16,-2-6-21-16,6-5-10 0,-1-13-5 16,13-8-2-16,1-11-5 15,7-8-1-15,0-6-3 16,0-2 3-16,0-28 15 16,15-25 3-16,10-21-18 15,1-13 0-15,-1-9 0 16,-3-8 0-16,1-4-1 15,-1 3 1-15,5 19 0 16,-5 27 2-16,-7 23-3 16,-3 25 1-16,-3 11-11 15,5 27-16-15,5 20 27 16,-4 14 4-16,4 6 0 16,-4 3-1-16,-3 0-2 15,2 0 3-15,0-5-1 0,-2-7-6 16,3-6 1-1,-4-9 2-15,-7-11-1 0,1-13-7 16,-5-6-98-16,0-12-55 16,0-1-25-16,-21-14-3 15,-12-15-152-15</inkml:trace>
  <inkml:trace contextRef="#ctx0" brushRef="#br0" timeOffset="212584.53">11486 14856 676 0,'0'0'109'0,"0"0"-105"0,0 0 91 0,0 0-8 0,0 0-31 0,0 0-38 16,-64 2-12-16,101-2 11 15,12 0 6-15,12 0-11 16,10-6-7-16,11-9-2 0,3 0 0 16,6-2-3-16,-9 1 0 15,-15-2-1-15,-9 1-4 16,-16-3-3-16,-15 4-24 15,-9 3 28-15,-14-1 4 16,-4 8 9-16,0 1 35 16,0 4 55-16,0-1-38 15,0 2-47-15,0 0-14 16,-3 12-8-16,-1 7 8 16,1 2 2-16,3-4 1 0,0-5-2 15,0 2 0 1,0-5-1-16,0-4 1 0,0-2 2 15,6-2 1-15,3-1-4 16,2 0 13-16,6 0-1 16,4-9-6-16,3-4-4 15,-3 3-1-15,-2-1 1 16,-7 7-2-16,0 4-6 16,-5 0-3-16,2 11-2 15,-1 5 7-15,5 4 3 16,-1 2 1-16,3 0 0 15,2 0 0-15,2-1 5 16,6-2-1-16,8-6 1 16,3-3 0-16,6-8 5 0,5-2-3 15,8-3-5-15,-4-16-1 16,-3 0 1-16,-6-5 2 16,-12 1-2-16,-11-2 0 15,-11 7 2-15,-8 2 1 16,0 8 0-16,-5 3 61 15,-14 2-35-15,-8 3-31 16,-6 0 0-16,2 13 0 16,-1 6 0-16,4 3-4 15,8 2 4-15,7 2-3 16,7-1-4-16,6-3-2 16,0 0 3-16,12-7 1 15,18-6 0-15,6-8-8 0,1-1-15 16,2-1-24-16,-9-11 13 15,-8 2 28-15,-10 6 11 16,-4 4-2-16,-3 4 1 16,0 21 1-16,-2 14 18 15,-3 11 48-15,0 11-17 16,-5 3 13-16,-11 5-24 16,-1 2-10-16,0 0-16 15,-4 0-4-15,0-10-4 16,-3-5-2-16,-1-8-2 15,1-8 1-15,1-11 1 16,-1-9 0-16,2-10 2 16,0-10 3-16,-4 0 2 0,-2-16-2 15,3-12-6 1,2-16 5-16,11-15 16 0,12-17-18 16,6-12-4-16,30-7-1 15,18 10-4-15,13 12-22 16,6 12-56-16,8 5-89 15,-8 6-157 1</inkml:trace>
  <inkml:trace contextRef="#ctx0" brushRef="#br0" timeOffset="214029.4">13994 14589 589 0,'0'0'104'0,"0"0"-99"0,0 0 132 0,54-73-55 0,-45 57 16 15,-2 1-27-15,-6 3 14 16,1 1-15-16,-2 2 1 16,0 3 0-16,0 2-24 15,0 4 29-15,-12 0-37 16,-6 0-30-16,-9 8-7 16,-7 13-2-16,0 7 0 15,-1 4-1-15,7 0 0 16,7-5 1-16,9 0-1 15,11-1-4-15,1-2-1 0,15-1-4 16,21 0 8 0,14-3 1-16,7 0 1 0,4 0 0 15,-1 2 0-15,-11 0 0 16,-16 0 0-16,-11 2 0 16,-22 0 0-16,-12 6 3 15,-38 4 10-15,-28 2-8 16,-12 0 3-16,-6-6-3 15,9-4 29-15,11-4 0 16,18-6-24-16,17-3-1 0,21-7-8 16,14-2-2-16,6-2 0 15,0-2-26-15,12 0-120 16,22-12-9-16,11-13-16 16,8-13-152-16,7-6-276 15</inkml:trace>
  <inkml:trace contextRef="#ctx0" brushRef="#br0" timeOffset="214392.56">14491 14621 866 0,'0'0'102'0,"0"0"45"0,0 0-20 16,0 0-105-16,0 0-6 15,0 0 22-15,-67 102 23 16,55-57-11-16,7 2-14 15,5-2-15-15,0-1-8 0,14-5-2 16,5-8-3-16,5-7-8 16,9-10 6-16,4-11 2 15,6-3 0-15,7-17-4 16,-1-16 5-16,-6-10-5 16,-6-3 0-16,-10-7 1 15,-13-4 1-15,-12 2 8 16,-2 2-11-16,-2 9 2 15,-12 15-1-15,2 12-2 16,2 10-4-16,7 7-3 16,-2 3-21-16,2 22-93 15,2 8-12-15,1 10-25 0,0-1-68 16,17-3-25-16,3-6-175 16</inkml:trace>
  <inkml:trace contextRef="#ctx0" brushRef="#br0" timeOffset="-214658.76">15167 14593 819 0,'0'0'43'0,"0"0"-42"16,0 0 203-16,-3-77-116 15,1 69 42-15,2 5-19 0,0-2-24 16,-1 5-29-16,1 0-10 15,0 0-31 1,0 0-7-16,0 8-10 0,0 18 1 16,16 12 5-16,6 11 14 15,4 1 8-15,4 1-8 16,0-3-9-16,1-2 0 16,3 0-6-16,-2-9-2 15,-4-5 2-15,-7-11-5 16,-4-8 3-16,-7-10-1 15,-6-3-2-15,4-6 17 16,3-23 28-16,1-14-16 16,2-11-20-16,-8-8-7 15,-2 0 8-15,-2-2-10 16,-2 7-1-16,0 15-1 0,0 15 2 16,0 11 0-1,0 9-15-15,0 4-36 0,0 3-42 16,1 12-106-16,4 14 8 15,2 11 63-15,3 3-113 16,-2-3-157-16</inkml:trace>
  <inkml:trace contextRef="#ctx0" brushRef="#br0" timeOffset="-214232.34">15951 14849 903 0,'0'0'51'0,"0"0"-47"0,0 0 134 0,0 0-49 0,0 0-26 16,0 0 1-16,27-50 38 16,-27 48-12-16,0 2-22 15,0 0-22-15,-7 0-25 16,-13 0-9-16,-3 0-11 15,0 12 1-15,4 1 0 16,6 2-2-16,6 2 0 16,4 1-3-16,3 6 1 0,2-2-8 15,14 1 9 1,8 4-1-16,5-2 2 0,4 0 0 16,-2-2-4-16,-6-3 3 15,-6-7-2-15,-8-3 2 16,-8-6 1-16,-3 1 0 15,0 0 0-15,-17 1 11 16,-13 2-3 0,-8 1-3-16,-5 1-1 0,1 0-4 15,4 0-59-15,7-3-179 16,6-6-200-16</inkml:trace>
  <inkml:trace contextRef="#ctx0" brushRef="#br0" timeOffset="-213138.37">17898 14123 565 0,'0'0'92'0,"0"0"-49"0,0 0 110 0,0 0-67 16,0 0-10-16,0 0-11 16,5-4-1-16,-5 4-7 0,0 0-8 15,0 0-5 1,0 0 2-16,0 0-20 0,-12 8-14 15,-18 11-7-15,-16 7 14 16,-13 9 17-16,-9 3-11 16,-2 0 0-16,0 0-2 15,5-4-5-15,12-5-2 16,11-5-5-16,14-6-2 16,10-7 0-16,10-5-6 15,7-3-2-15,1-3-1 16,0 1 0-16,13 5 5 15,19 5-1-15,12 4 22 16,14 6-20-16,8 6-2 16,9 5 1-16,10 10-2 15,3 1 2-15,0 2-1 16,-7-1-3-16,-7-5 0 16,-13-4 1-16,-14-9-1 0,-13-5-1 15,-16-12-1-15,-12-4-2 16,-5-5 3-16,-1 0 1 15,0 0 5-15,0 0-2 16,9 0-4-16,9-6-55 16,7-10-181-16,8-3-129 15,-1 1-592-15</inkml:trace>
  <inkml:trace contextRef="#ctx0" brushRef="#br0" timeOffset="-212607.26">19150 14189 953 0,'0'0'29'0,"0"0"-6"0,0 0 119 0,0 0-38 0,0 0-37 15,0 0-26-15,-80-49-22 16,44 54 8 0,-3 14 18-16,-4 8-15 15,5 7 8-15,7 5 7 0,4 1-13 16,11 1 2-16,4 0-10 15,12 0-4-15,0-2-9 16,22 1-2-16,17 0 1 16,21-3 4-16,11-4-8 15,7-6 6-15,1-10-7 16,2-11-1-16,-7-6-1 16,-4 0 4-16,-12-12 1 15,-7-15-1-15,-12-11 24 16,-11-15 11-16,-11-11-31 0,-14-11 8 15,-3-4-10-15,-23 0-3 16,-27 9-5 0,-12 13 2-16,-18 17-3 15,-7 22-3-15,-5 18-25 0,-6 16-135 16,5 26-235-16,-4 8-337 16</inkml:trace>
  <inkml:trace contextRef="#ctx0" brushRef="#br0" timeOffset="-211190.96">10470 14674 239 0,'0'0'0'0</inkml:trace>
  <inkml:trace contextRef="#ctx0" brushRef="#br0" timeOffset="-204183.42">7479 5245 423 0,'0'0'54'16,"0"0"-7"-16,0 0 103 0,0 0-85 15,0 0 36-15,0 0-16 16,0 0-5-16,-24-22-16 16,24 22-6-16,0 0-23 15,0 0-14-15,0 0-8 16,0 0-12-16,3 0 0 15,22 0 4-15,13 0 51 16,12 0-24-16,11 0-8 16,8 0 1-16,13-2 1 15,18-8-12-15,16 0 3 16,16-3 5-16,15 3-18 16,4-2-1-16,1 0-2 0,-1 3 2 15,-8-1-2 1,3-2 0-16,3 4 0 0,4-3 4 15,6-1-5-15,-2-1 1 16,-11 2-2-16,-8 2 2 16,-15-2-1-16,-12 1 4 15,-14-2-3-15,-8 1 0 16,-4 1 3-16,-3 0-1 16,0 1 3-16,0-4 0 15,-4 0 0-15,7 1 3 16,3-2 1-16,3 0 0 15,3-2-4-15,0 1-3 16,-2-1 1-16,4 4-4 0,-5 1 2 16,-3-3-1-1,1 1-1-15,1 0 1 0,0 1 1 16,5 2-1-16,-3-3-1 16,2-1-5-16,0 1 4 15,-4 0 0-15,0 1 1 16,-7 3 0-16,-7 1 0 15,-6 4 0-15,-7 0 1 16,-6 4 0-16,-11 0-1 16,-7 0 0-16,-11 0-1 15,-5 0 1-15,-7 0 0 16,-7 0 0-16,-5 0-1 16,-4 0-8-16,0 0-55 15,-18 0-53-15,-26 0-43 0,-22 6-72 16,-20 4 56-16,-19 2-55 15,-10-6-68-15</inkml:trace>
  <inkml:trace contextRef="#ctx0" brushRef="#br0" timeOffset="-203557.47">9769 5164 396 0,'0'0'114'0,"0"0"-114"0,0 0 72 0,0 0 38 0,0 0-35 16,0 0-31-16,-8 0-10 15,8 0 0-15,0 0-5 16,0 0 11-16,0 0-4 16,0 0-2-16,0 0-4 15,11 0 15-15,8 0 13 16,3-1-19-16,7-3-4 16,7 1-9-16,9-1 5 15,11-2-10-15,10 3-2 16,10 1-2-16,3-3-2 0,9 3-9 15,8-7-1-15,15 3 1 16,10-2-5-16,12-4 3 16,7 2-4-16,-1-3-5 15,-2 3 5-15,-9 3 0 16,-8-2 0-16,-17 4 1 16,-11-1-2-16,-11 1 2 15,-13-1 0-15,-9 1-1 16,-14 1 1-16,-11 0 0 15,-13 2-2-15,-12 0-1 16,-6 2 2-16,-3 0 7 16,0 0-4-16,0 0 7 15,0 0 0-15,0 0 2 0,0 0-1 16,0 0-10 0,0 0-1-16,0 0-4 0,0 0 2 15,-9 0-23-15,-2 0-84 16,-7 0-68-16,-2 0-69 15,-3 0-330-15</inkml:trace>
  <inkml:trace contextRef="#ctx0" brushRef="#br0" timeOffset="-70422.69">23592 6838 713 0,'0'0'15'0,"0"0"-14"0,0 0 21 15,0 0 48-15,0 0-47 16,0 0-18-16,0 0-1 15,0 0 1-15,0 15 107 0,4 4-81 16,2 1-19 0,4 5 56-16,-1-1-38 15,2 4 24-15,4-1-37 0,-2-5-14 16,5-4 34-16,-3-5-22 16,9-11-2-16,7-2 1 15,11-10 34-15,10-20-6 16,10-6-29-16,2-4 9 15,0-1-8-15,4-3 9 16,-2 4-4-16,0-4 2 16,-1 5-8-16,-5 4-3 15,-17 10-10-15,-16 11 0 16,-15 8-2-16,-12 6 2 16,0 0-1-16,-4 13-7 15,-17 11-31-15,-9 7-83 16,-2 1-25-16,-3 0-42 15,-4-4-10-15,5-1-89 0</inkml:trace>
  <inkml:trace contextRef="#ctx0" brushRef="#br0">23789 7010 697 0,'0'0'4'0,"0"0"8"0,0 0 53 16,0 0 63-16,0 0-40 15,0 0-55-15,-15-28 6 0,15 28-19 16,0 0-9 0,0 11 5-16,0 7 83 0,7 1-50 15,2 1-24-15,3-3 22 16,2 1-41-16,-1 0 43 15,5-5-37-15,-2-1 28 16,-1-4-18-16,0-4 4 16,-4-3-18-16,6-1-1 15,0 0 4-15,5 0 10 16,6-11 5-16,4-8-18 16,7-7 1-16,13-8 1 15,9-8 6-15,15-8 2 16,17-3 2-16,5-4-10 15,6 2-10-15,-3 5 4 16,-9 6-3-16,-12 5 5 0,-15 10 2 16,-23 8-3-16,-14 7 9 15,-13 6-5-15,-9 5 6 16,-5 2 11-16,-1 1-6 16,0 0-8-16,0 0-6 15,0 0-2-15,0 0 0 16,0 0-2-16,0 0-1 15,0 0-1-15,0 0 0 16,0 0 0-16,0 0 1 16,0 0-1-16,0 0 0 15,0 0 0-15,0 0-1 16,0 0 1-16,0 0 0 0,0 0-1 16,0 0 1-1,0 0 0-15,0 0 0 0,0 0 2 16,0 0-2-16,0 0 0 15,0 0 0-15,0 0-3 16,0 0 4-16,0 0-1 16,0 0 0-16,0 0 1 15,0 0-1-15,0 0 1 16,0 0-1-16,0 0 0 16,0 0-2-16,0 0 5 15,0 0-5-15,0 0 2 16,0 0-1-16,0 0 0 15,0 0 1-15,0 0 0 16,0 0 0-16,0 0 0 16,0 0 0-16,0 0 0 0,0 0-1 15,0 0 1 1,0 0 0-16,0 0-1 0,0 0 1 16,0 0 0-16,0 0 1 15,0 0-1-15,0 0 0 16,0 0-1-16,0 0 2 15,0 0-2-15,0 0 3 16,0 0-4-16,0 0 3 16,0 0-1-16,0 0 0 15,0 0-5-15,0 0 4 16,0 0-1-16,0 0-1 16,0 0 1-16,0 0 1 0,0 0-2 15,0 0 2-15,0 0-1 16,0 0-1-16,0 0 2 15,0 0-2-15,0 0 3 16,0 0 1-16,0 0-1 16,0 0 0-16,0 0-2 15,0 0 0-15,0 0 2 16,0 0 1-16,0 0-1 16,0 0 0-16,0 0 0 15,0 0 0-15,0 0 0 16,0 0 0-16,0 0 2 0,0 0-1 15,0 0-2-15,0 0 0 16,0 0 1-16,0 0 1 16,0 0-1-1,0 0 1-15,0 0-2 0,0 0 1 16,0 0 0-16,0 0 1 16,0 0-1-16,0 0 1 15,0 0-3-15,0 0 2 16,0 0-1-16,0 0 1 15,0 0 0-15,0 0 0 16,0 0 2-16,0 0-5 16,0 0 3-16,0 0 0 15,0 0 0-15,0 0 0 0,0 0 0 16,0 0 1-16,0 0-1 16,0 0 0-16,0 0-2 15,0 0 2-15,0 0-1 16,0 0 1-1,0 0 1-15,0 0-1 16,0 0 0-16,0 0-2 0,0 0 3 16,0 0-1-16,0 0 0 15,0 0 0-15,0 0 1 16,0 0-1-16,0 0-1 16,0 0 1-16,0 0-1 15,0 0 1-15,0 0 0 16,0 0 0-16,0 0 0 15,0 0 0-15,0 0 2 0,0 0-1 16,0 0-1-16,0 0-3 16,0 0 2-16,0 0-2 15,0 0 0-15,0 0-10 16,0 0-19-16,0 0 10 16,0 0-9-16,0 0-1 15,0 0 10-15,0 0 6 16,2 0 0-16,-2 0 6 15,0 0 3-15,0-1 6 16,0 1-4-16,0 0 4 0,0 0 0 16,0 0 1-1,0 0 0-15,0 0 0 16,0 0 3-16,0 0-7 16,0-2 7-16,0 1-3 0,0-2 0 15,0-3-5-15,0 0 2 16,0-1-5-1,0 2 4-15,0-2 4 16,0 4 2-16,-2 0-2 0,1-2-4 16,1 3 2-16,0 0 1 15,0 1 1-15,0-1 0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19:39.67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1135 1567 955 0,'0'0'83'0,"0"0"-73"0,0 0 122 0,0 0-22 16,0 0-73-16,0 0-27 15,0 0-9-15,52-47 16 16,-13 40 15-16,0 1-2 16,-2 3-3-16,-4 3 7 15,-3 0-18-15,-9 17-7 16,-9 8-2-16,-8 9 0 15,-4 7 2-15,-21 3 0 16,-15 1-2-16,-2-4-3 16,-1-4 0-16,3-9-2 0,9-9 0 15,5-6 1 1,11-7-1-16,7-3 1 0,4-3-2 16,0 0 3-16,0 0-2 15,7-3-2-15,14-6-7 16,9 2 4-16,9 1 3 15,-2 6 0-15,5 0-1 16,-8 10 0-16,-1 18 1 16,-11 4 0-16,-5 10 0 15,-13 1 2-15,-4 0 0 16,-12-3 5-16,-16-5 6 16,-11-9 8-16,-4-5 35 15,-5-11-8-15,2-8-5 16,1-2-3-16,2-7-16 15,9-14-10-15,2-7-10 16,7-2-4-16,7-2-1 0,6 7-6 16,8 9-35-16,4 5-62 15,0 6-57-15,16 5-147 16,14 0-118-16</inkml:trace>
  <inkml:trace contextRef="#ctx0" brushRef="#br0" timeOffset="292.1">1836 1861 1039 0,'0'0'75'0,"0"0"116"0,0 0-44 0,0 0-86 15,0 0-45-15,0 0-16 16,6-10 6-16,22 5-3 16,8 1 5-16,-3 0-4 15,-3 4-4-15,-3 0 0 16,-9 0-1-16,-2 0-7 16,-5 0-115-16,-7 2-142 15,-4-1-116-15</inkml:trace>
  <inkml:trace contextRef="#ctx0" brushRef="#br0" timeOffset="937.33">1423 1183 767 0,'-94'-1'43'0,"-14"1"74"15,-14 6 96-15,-2 15-138 16,5 6 6-16,13 6-9 15,22 5 67-15,20 12-76 16,9 12-32-16,9 10-8 16,15 10 12-16,7 8-9 15,7 8-9-15,14 2-4 16,3 2-5-16,0-3 2 16,20-5-2-16,20-4 1 15,11-4-4-15,17-1 3 16,10-6 1-16,7-8-9 15,15-11-2-15,13-16-1 0,8-14 2 16,3-11 1-16,1-13 4 16,-7-6-3-16,-6-13 0 15,-3-21 2-15,-6-18-2 16,0-11 4-16,-12-15-4 16,-12-14-1-16,-7-16 6 15,-11-15 0-15,-9-13 3 16,-16-11 16-16,-17-1 1 15,-19 7-8-15,-19 11-11 16,-29 15 7-16,-25 23-1 16,-8 15-8-16,-17 21 1 15,-14 14-6-15,-3 14 2 0,-9 15-2 16,-1 13-10 0,7 3 6-16,9 21-5 0,18 10-38 15,21 5-77-15,15 3-132 16,4 2-198-16</inkml:trace>
  <inkml:trace contextRef="#ctx0" brushRef="#br0" timeOffset="5167.84">3808 1424 656 0,'0'0'47'0,"0"0"-32"0,0 0 89 0,0 0-47 16,0 0-22-16,0 0 16 16,0 0-13-16,0 0-11 0,48 9 8 15,-36-9-12-15,-6-7 3 16,0 2 21-16,-3-5-2 15,0-2 13-15,-1-3-7 16,-2-2-19-16,0 5 16 16,0-3-4-16,-14 1 2 15,-4 4-1-15,-3 1-21 16,-7 1 3-16,-5 3-2 16,-1 5-1-16,-3 0 1 15,1 11-12-15,0 10 7 16,0 10-12-16,8 6 1 0,1 1-6 15,8 1-2-15,2 0 1 16,14-4-2-16,3-6-2 16,0-3 1-16,14-5-3 15,11-4 2-15,12-3 1 16,4-6-2-16,5-3 0 16,-1-5-1-16,-4 0-3 15,-6 0-17-15,-12-5-13 16,-12-2 0-16,-5 0 19 15,-6-1 18-15,0 0 1 16,-12-2 2-16,-15 0-3 16,-7 6-5-16,-8 0 1 15,0 4 4-15,-3 0 0 16,-1 11 1-16,3 3 9 0,3 7 1 16,4 6 4-16,6 3 0 15,9 3-6-15,3 0 1 16,9 4-3-16,6-7-1 15,3-3 0-15,8-4-6 16,17-4 2-16,8-5 0 16,10-7-1-16,8-2 4 15,7-5-5-15,2 0 0 16,-1-3 0-16,-8-6 0 16,-3 0-5-16,-3-1-124 15,-8-1-107-15,-1 0-103 16,-12-2-314-16</inkml:trace>
  <inkml:trace contextRef="#ctx0" brushRef="#br0" timeOffset="5812.74">4250 1665 689 0,'0'0'138'0,"0"0"-105"0,0 0 98 0,0 0-76 16,0 0-49-16,0 0-1 15,2-12 0-15,-2 12-2 16,0 0-2-16,3-1 5 0,4-3 9 16,5-3 17-16,0-3-2 15,7-1 1-15,-2-7-13 16,-1 0 3-16,-2-7-3 15,-3-7 6-15,-6-1 0 16,1 0-7-16,-3 4 7 16,-3 8 1-16,0 9 15 15,0 8 40-15,0 3-24 16,-9 1 8-16,-3 10-44 16,-4 19-19-16,-7 16 2 15,1 16 14-15,4 13 10 0,7 13-5 16,4 15-4-16,4 10-12 15,0 9-5 1,0-4-1-16,0-2 1 0,3-6-1 16,-1-12-1-16,1-9 1 15,-5-8 0-15,-5-17 0 16,-2-11-1-16,-6-14 1 16,-5-13 0-16,-5-5 1 15,-2-13 0-15,-4-7 5 16,-6-10 17-16,1-24 11 15,2-18-6-15,4-15-9 16,9-18-15-16,18-11-4 16,6 2 2-16,22 9-4 15,14 14 2-15,6 14-1 16,10 8-1-16,5 8-6 0,5 5-15 16,6 5-52-16,3 3-16 15,2 5-68-15,-4 2-25 16,-5-4-89-16,-12-2-195 15</inkml:trace>
  <inkml:trace contextRef="#ctx0" brushRef="#br0" timeOffset="6312.91">4687 1545 914 0,'0'0'121'0,"0"0"-41"15,0 0 117-15,0 0-122 16,0 0-62-16,0 0-2 15,0 90 94-15,15-23-23 16,-1 13 1-16,3 15-33 0,-6 8-17 16,-2 0-14-16,-7 5-5 15,-2-9-5-15,-2-7-6 16,-13-11-2-16,-6-6 0 16,-1-18 0-16,-1-12 0 15,-2-16-1-15,1-17 0 16,-1-11 0-16,1-2 8 15,-2-29-3-15,3-19-5 16,8-19 1-16,4-15-1 16,11-14 1-16,0 0-2 15,24 6 1-15,9 10-3 16,7 15-2-16,8 8 2 16,3 11 3-16,9 14-3 0,-8 12 2 15,4 11 0-15,-4 8 0 16,-1 2-1-16,-5 6 1 15,-8 11-3-15,-8 1 3 16,-8 0-3-16,-10-4 1 16,-3-1-1-16,-6-3-19 15,-3-3-16-15,0-4-16 16,0-3-28-16,0 0 6 16,0-4-14-16,0-16-86 15,0-7-32-15,0-5 48 0,0-4-89 16,6 3-161-1</inkml:trace>
  <inkml:trace contextRef="#ctx0" brushRef="#br0" timeOffset="6468.24">5163 1696 487 0,'0'0'217'0,"0"0"-53"0,0 0 17 0,0 0-49 0,0 0-93 0,0 0-28 0,0 39 50 16,0-9 13-16,3 1-40 15,2-3-4-15,-1-2-17 16,-1-2-11-16,2-7-2 15,-2-6-6-15,1-5-6 16,-3-2-149-16,4-4-90 16,-5 0-76-16</inkml:trace>
  <inkml:trace contextRef="#ctx0" brushRef="#br0" timeOffset="6778.21">5160 1458 933 0,'0'0'95'0,"0"0"-36"0,0 0 88 16,0 0-112-16,0 0-32 15,0 0 9-15,-28 50 0 16,28-28-8-16,10-7-3 16,4-1 0-16,5-6 0 15,-3-8 1-15,4 0-2 16,1-1 2-16,-6-19 5 0,0-5-1 15,-8 4-3 1,-7-1 5-16,0 7 0 0,-1 7-1 16,-17 5-7-16,1 3-5 15,-5 12-5-15,2 15-16 16,6 13-46-16,5 3-66 16,1 9-54-16,4 1-164 15</inkml:trace>
  <inkml:trace contextRef="#ctx0" brushRef="#br0" timeOffset="8267.41">5617 1765 923 0,'0'0'94'0,"0"0"9"15,0 0 91-15,0 0-95 16,0 0 1-16,0 0-79 15,-84-41-17-15,65 66-2 16,1 3 5-16,6 5 2 16,6-2 0-16,6-2 2 15,0-3 0-15,21-3-1 16,13-8-4-16,14-3 3 16,13-8-3-16,12-4-6 15,18 0-1-15,11-4 1 16,2-14 0-16,2-3-3 15,-21-3 1-15,-22-1 1 0,-20-1 1 16,-25-1 1-16,-14-1 5 16,-4 8 4-16,-19-2 0 15,-11 4 6-15,-7 6 26 16,-8 3-18-16,0 9-1 16,-2 0-9-16,11 6-11 15,0 15-2-15,17 4-2 16,4 3-1-16,10 2 0 15,5-3-3-15,9 0-3 16,18-7 4-16,12-6-28 16,5-7-29-16,1-7-10 15,-1 0-2-15,-1-10-6 16,-4-10 46-16,-8 1 15 16,-4 1 18-16,-8 1 1 15,-5 5 3-15,-8 3 6 0,-6 7 5 16,0 2 31-16,0 0-23 15,0 0-23-15,0 4-4 16,4 8 3-16,3 2 1 16,7 0 0-16,5-4-2 15,4-3-2-15,12-5-9 16,4-2-47-16,6-2-37 16,6-15-4-16,1-5 19 15,-1-3-87-15,-7-3-38 16,-12-3-33-16,-14 5-25 0,-11 0 265 15,-7 5 265 1,0 3-90-16,0 4-36 0,-4 3-44 16,1 5-1-16,0 3-11 15,3 3-38-15,0 0-45 16,0 3-5-16,3 10 4 16,18 1 0-16,-4 1 1 15,0-1-2-15,1-3-2 16,-5-2 2-16,-1-5-2 15,-4-4 4-15,-1 0 0 16,-1 0 10-16,-1-11 2 16,2-5-1-16,-4 1 33 15,-3 2 31-15,0 4-30 0,0 2 24 16,0 1-1 0,0 3-20-16,-6 1-2 0,-7 2-24 15,-4 0-11 1,-4 13 0-16,-4 7 0 0,4 6 10 15,5 7 8-15,1 4-12 16,15 1-1-16,0-1-5 16,7-4-11-16,24-4 6 15,7-2-6-15,5-8-2 16,9-6 0-16,5-8 2 16,10-5-3-16,3 0 3 15,2-4-5-15,-11-13-30 0,-13-6-20 16,-12-6 5-1,-14-3 31-15,-4 0 18 16,-14 2 1-16,-4 5 1 16,0 9 9-16,0 6 2 0,0 3 20 15,-3 4 6-15,2 3-13 16,1 3-25-16,0 14 2 16,0 10-2-16,0 1 5 15,4 1-3-15,16-1-2 16,8 0 2-16,8-4-2 15,7-5 0-15,1-6-1 16,0-9-3-16,-5-4 2 16,-6 0-90-16,-8-23 61 15,-8-7 2-15,-7-6 21 16,-7-4 8-16,-3 0 2 16,0 5 0-16,0 5 7 15,0 13 15-15,0 5 2 0,0 11 20 16,0 2-18-16,0 32-28 15,-5 18 0 1,1 24 24-16,0 12-1 0,1 13-5 16,3 13 11-16,0 5-20 15,0 4 9-15,0-2-13 16,0-11-5-16,-20-13 0 16,-7-20-2-16,-13-20 5 15,-6-16-6-15,-8-19-1 16,-4-17 4-16,0-4 1 0,4-34 5 15,9-15 1-15,17-20-4 16,22-22-1-16,9-16-2 16,37-17-4-16,20-2 3 15,19 4-58-15,9 12-45 16,9 8-66-16,21 12-137 16,37 5-413-16</inkml:trace>
  <inkml:trace contextRef="#ctx0" brushRef="#br0" timeOffset="8875.99">9611 1429 683 0,'0'0'283'0,"0"0"-270"0,-26-85 173 0,3 79-50 15,-2 6-64-15,-1 6 2 0,-7 26-27 16,-3 11-23 0,-4 8 8-16,7 0 9 0,6 1-9 15,9-5-7-15,8-7-14 16,10-4-6-16,0-9-1 16,24-9-3-16,12-10-1 15,7-8 2-15,6-1-2 16,2-20 0-16,-6-11 2 15,-13-8 0-15,-14-5-1 16,-15-6 1-16,-3 2-2 16,-21 5 2-16,-17 11-2 15,-7 13-2-15,-9 18 2 16,-1 2 0-16,2 21-1 0,7 13-1 16,9 7 2-16,18-2-1 15,8 3-4-15,11-3 5 16,0-3-4-16,21-3-5 15,13-8 5-15,11-8-63 16,13-10-47-16,5-7-25 16,7-7-6-16,5-21-28 15,-5-11-44-15,-4-11-58 16</inkml:trace>
  <inkml:trace contextRef="#ctx0" brushRef="#br0" timeOffset="9220.18">9861 1187 910 0,'0'0'69'0,"0"0"24"16,0 0 52-16,0 0-110 0,0 0-2 16,-62 128 57-16,62-42-28 15,0 15-14-15,16 17-7 16,7 10-24-16,5 6-7 16,2-1-8-16,-5-9-2 15,-6-10 0-15,-13-7-2 16,-6-12 2-16,-6-12-4 15,-24-18-1-15,-1-18-28 16,-6-20 22-16,-3-13 11 16,5-14 2-16,-2-9 1 15,1-29 4-15,8-24 0 0,7-24 3 16,12-16 1 0,9-22-7-16,17-4-4 0,24 2 0 15,17 8-17-15,8 18-75 16,9 19-24-16,2 17-16 15,-1 19 9 1,5 14-31-16,2 16 13 0,1 10-97 16,-2 5-106-16</inkml:trace>
  <inkml:trace contextRef="#ctx0" brushRef="#br0" timeOffset="9763.94">10942 1801 1015 0,'0'0'44'0,"0"0"-19"16,59-81 110-16,-30 51-84 15,-3-1-37-15,-2-2-3 16,-7-4 2-16,-9-4-7 16,-8 3 9-16,-8 4-4 15,-19 9 19-15,-9 12 17 16,-10 8-9-16,-6 5 7 15,-4 12-21-15,5 12-5 16,4 9 10-16,8 6-7 16,8 2-13-16,13 1-5 15,9-1 1-15,9-4-5 16,9-7-2-16,21-5-1 16,7-11 1-16,9-8-1 15,-1-6-12-15,4-1-37 0,-4-23 10 16,-5-8 16-16,-12-9 8 15,-8-5 18-15,-15-3 2 16,-5 6 5-16,-3 7 3 16,-24 9-6-16,0 11 18 15,-6 6 8-15,-1 6-13 16,4 4-8-16,6 0 1 16,3 3-4-16,3 10-6 15,5 5-2-15,5 0-3 16,7 2 2-16,1 1 2 0,0-5-1 15,15 0-1 1,5-6-1-16,0-3-11 16,1-3-39-16,-3-4-29 0,-9 0-15 15,1 0-17-15,-7 0-52 16,0-3-47-16,-3 0-137 16</inkml:trace>
  <inkml:trace contextRef="#ctx0" brushRef="#br0" timeOffset="10239.35">11110 1599 737 0,'0'0'29'0,"0"0"91"0,0 0 50 0,0 0-79 0,0 0-36 15,0 0-23-15,-10-11-18 16,10 11-6-16,0 13-6 16,0 13 33-16,0 5 14 15,5 7-9-15,3 1 18 16,4-3-7-16,1-1-35 15,4-8-6-15,7-8-4 16,1-6-4-16,8-9-2 16,4-4 0-16,5-12-149 15,3-17-169-15,-3-10-299 16</inkml:trace>
  <inkml:trace contextRef="#ctx0" brushRef="#br0" timeOffset="11424.77">12715 1671 605 0,'0'0'69'0,"0"0"-30"0,0 0 84 0,0 0-43 0,0 0 17 16,0 0-2-16,14 4-17 15,-2-13 11-15,-3-8-42 16,0 1-10-16,-1-4-14 15,-6-4-3-15,-2-1-7 16,0-1-6-16,-15 1 6 16,-10 6-2-16,-8 8 14 15,-12 11-19-15,-10 9 8 16,-9 26-14-16,0 12 2 0,4 6 0 16,14 9 6-1,16-2 2-15,15-4-7 0,15-11 0 16,0-8-3-16,27-16-2 15,10-5 0-15,7-14 2 16,6-2-2-16,7-23-2 16,-5-15-8-16,2-11-21 15,-5-15-13-15,-7-8 28 16,-5-8 6-16,-10-9 6 0,-9-8 2 16,-9-2-15-1,-6 4-4-15,-3 16-13 0,0 23 20 16,0 26 16-16,-6 19 5 15,0 11 20-15,1 13-10 16,1 24-15-16,2 13 0 16,2 14 5-16,0 5-2 15,0 6 0-15,5-2 2 16,7 2 0-16,6-9 3 16,4-9-2-16,7-7-1 0,9-7-3 15,4-13-1 1,7-10 1-16,5-15-2 0,1-5 0 15,0-12 0 1,-6-19-21-16,-8-11-33 0,-11-11 6 16,-15-6 23-16,-11-5 5 15,-4 3 17-15,-1 10 3 16,-14 19 8-16,3 16 23 16,-2 12 43-16,4 4-11 15,0 17-49-15,2 11-13 16,8 10 5-16,0 2 4 15,3-2-5-15,16 0 4 16,4 0-2-16,2 2 2 16,2-5-5-16,3 1-1 15,0-7-2-15,1-6-1 0,-1-6 0 16,-2-7-4 0,1-7-46-16,0-3-92 0,3-1-46 15,-1-19-143-15</inkml:trace>
  <inkml:trace contextRef="#ctx0" brushRef="#br0" timeOffset="12260.5">13711 1519 417 0,'0'0'691'0,"0"0"-687"0,0 0 241 0,0 0-131 0,0 0-102 16,0 0 25-16,-30 67-1 15,30-32-10-15,0 1-6 16,11-4-5-16,6-5-8 15,4-6-5-15,3-7-1 0,3-7-1 16,3-7-1-16,1 0-1 16,-3-17-21-16,-2-11-49 15,-6-10 28-15,-9-7 10 32,-5-3 20-32,-4 4 8 0,-2 11 6 0,0 16 7 15,0 7 13-15,0 9 37 16,0 1-23-16,0 14-34 15,0 14 1-15,0 2 19 16,0 3-5-16,0-1 1 16,11-1-3-16,9 0-6 15,5-5-3-15,6-4-1 16,9-8-3-16,4-8 3 16,5-6-1-16,2 0 1 15,1-14-3-15,-4-10-2 16,-8-7-2-16,-9-3-13 15,-11 3 4-15,-11 4 9 0,-9 7 4 16,-3 8 8-16,-18 2-4 16,-7 8 20-16,-4 2 8 15,1 0-10-15,1 10-4 16,2 11-1-16,4 9-8 16,6 8 0-16,6 1-7 15,6 1 1-15,6-5-3 16,0-4-2-16,15-8 2 0,6-9-1 15,6-8-1 1,1-6-10-16,5 0-25 0,-3-6 1 16,-5-6 16-16,-4 5 18 15,-9 2 1-15,-3 5 2 16,-2 0-1-16,-2 21 1 16,1 19 7-16,-6 19 19 15,0 23-5-15,0 18-4 16,-15 21-3-16,-3 12-9 15,-4 9-3-15,-5 2-3 16,-5-11-3-16,-3-20 0 16,-6-21-69-16,-3-27 72 15,-3-17 2-15,-3-23 1 16,-4-25 2-16,-2-6 2 0,-5-38 13 16,-3-24-3-16,4-20-13 15,10-24-1-15,17-19-3 16,24-8 0-16,10 2 0 15,41 10-1 1,23 29 1-16,12 23-6 0,10 21 1 16,2 17 2-16,5 10-45 15,4 7-66-15,4 7-87 16,3 5-67-16,0-2-173 16</inkml:trace>
  <inkml:trace contextRef="#ctx0" brushRef="#br0" timeOffset="12490.82">15120 1049 1050 0,'0'0'83'0,"0"0"6"0,0 0 82 0,0 0-153 16,-19 133 113-16,19-10 31 15,2 27-86-15,-1 22-30 16,-1 6-9-16,-10 2-18 15,-20-10-15-15,-6-9-4 16,1-24-3-16,3-23-38 16,-1-26-65-16,3-27-105 0,2-28-183 15</inkml:trace>
  <inkml:trace contextRef="#ctx0" brushRef="#br0" timeOffset="15857.15">16275 1316 918 0,'0'0'65'0,"0"0"56"0,0 0 52 0,0 0-80 0,0 0-28 0,0 0 4 0,6-60-16 0,-6 43-22 16,0 4 2 0,0 0-7-16,-6 2-2 0,-9 7-2 15,-10 4 1-15,-11 0-17 16,-7 26-2-16,-6 14-2 15,0 16 2-15,7 13 8 16,12 4-3-16,7-2 0 16,13-8-9-16,10-7 4 15,0-12-4-15,28-10-2 16,14-12 2-16,15-13 1 16,10-9 2-16,12-9-2 15,7-19 1-15,4-7-2 16,-6-8-3-16,-12-7-16 15,-17-4-19-15,-20-2 12 16,-21 6 17-16,-14 12 9 16,-5 14 2-16,-25 12 5 0,-12 12-1 15,-8 2 15-15,-4 25-12 16,5 8-1-16,7 6 4 16,11-1-6-16,16 1-4 15,10-5-2-15,5-1-1 16,20-8-3-16,19-6 2 15,11-8-5-15,8-11-17 16,2-2-31-16,-2-16-13 16,-10-12 6-16,-6-8 3 15,-13 4 17-15,-13 3 36 16,-12 5 6-16,-4 8 10 16,0 7 51-16,-10 8-1 0,-7 1-16 15,2 7-30-15,-1 15-10 16,5 4 0-16,5 1 0 15,6-4-3-15,0 1-1 16,6-7 0-16,17-6-5 16,8-7 5-16,9-4 0 15,8-4-5-15,-2-17-17 16,2-6-13-16,-8-7 11 16,-2-7 16-16,-8 0 4 15,-8 3 2-15,-10 6 2 16,-3 14 0-16,-8 10 1 0,-1 8 19 15,0 3 0 1,0 21-16-16,-13 10 0 0,1 5 26 16,0 0-14-16,2-4-2 15,1-3-1-15,5-6-7 16,3-7-4-16,1-6-2 16,0-6 0-16,1-6-3 15,13-1 3-15,5-12 4 16,8-15 2-16,3-11-6 15,1-3 1-15,-1 1 0 16,-6 7-1-16,-3 10 3 16,-9 12-3-16,-6 7 0 15,-3 4 0-15,-3 1 0 16,0 18-7-16,0 3 7 0,1 5 4 16,2 0-3-16,0-6 2 15,0-3-2-15,4-4-2 16,1-4 5-16,1-4-7 15,3-6 3-15,8 0 0 16,5-6 6-16,2-17-6 16,8-7 0-16,-2-11-2 15,0-3-3-15,-6-1-12 16,-7 5 6-16,-9 17 10 16,-6 8 1-16,-5 13 6 15,0 2 9-15,-5 25-3 0,-9 11-9 16,0 7 8-16,6-3 5 15,7-4-10-15,1-4-4 16,4-7-1-16,15-5-2 16,4-8 1-16,9-9-1 15,5-3-1-15,9-3-3 16,2-14-5-16,-2-7-27 16,-4-4-3-16,-7-9-4 15,-10-4 10-15,-6 1 18 16,-8 5 10-16,-7 13 5 15,-4 14 1-15,0 8 10 16,0 0 37-16,-12 30-31 0,-6 17-3 16,0 8 28-1,0 11 1-15,2 9-18 16,0 4-2-16,2 14-10 16,-2-1-7-16,-1-3-1 15,1-9-3-15,2-9-1 0,1-14 1 16,7-10 0-16,2-15-1 15,4-15-1-15,0-15 0 16,0-8 1-16,0-29 5 16,15-24-5-16,7-23-11 15,6-23-11-15,4-27-2 16,3-20-9-16,1-15-9 16,-3 12 30-16,-3 30 9 15,-5 36 3-15,-1 41 3 16,-7 25 2-16,0 17 13 0,1 6-5 15,2 31-10 1,-1 20 11-16,-1 14 0 0,-5 11-8 16,-8 0-4-16,-5-4-2 15,0-8 0-15,-15-12 0 16,-9-12-3-16,-6-11 3 16,0-12 2-16,1-12-1 15,0-5-1-15,4-21 0 16,3-14-1-16,5-15-5 15,12-9-4-15,5-10 1 16,0 0-22-16,13 7 9 16,3 17 9-16,-1 21 7 15,0 20 2-15,-2 4-1 0,2 24 0 16,8 12 4-16,0 8 0 16,7 0 1-1,9-3 3-15,6-4-2 0,3-11-1 16,7-9 0-16,-2-11 1 15,2-6-3-15,-7 0 2 16,-5-19-2-16,-8-14 0 16,-7-14-22-16,-13-15 13 15,-9-4 6-15,-6-1-2 16,0 8 7-16,-4 18 1 16,-13 10 0-16,-5 14 8 15,-3 17 11-15,-2 0 11 16,-3 20-18-16,0 12-4 15,6 6 0-15,8 6 2 16,5 3-10-16,6 3 2 16,5-1-3-16,0-8-1 0,16-8-1 15,7-13 0-15,2-11-8 16,3-9-37-16,0 0-7 16,1-19 8-16,-1-15-1 15,-3-9 27-15,-3-8 12 16,-5-4 5-16,-5 16 3 15,-9 6 3-15,-3 11 0 16,0 14 13-16,0 5 44 16,0 3-16-16,-9 23-36 15,0 12-7-15,2 15 12 16,4 3-3-16,3-3-2 0,0 0 0 16,10-8-7-16,8-10 0 15,7-8-1-15,4-9 2 16,8-10-1-16,5-5 0 15,8-3-1-15,0-22 0 16,-1-9-5-16,-10-13-10 16,-8-7 10-16,-9-2 1 15,-8 1 4-15,-7 18 0 16,-5 11 0-16,-2 13 7 16,0 10 33-16,0 3 14 15,-7 18-44-15,-4 14-9 16,6 12 5-16,5-2-2 0,0 0-1 15,16-1 0-15,9-8-3 16,9-6-2-16,11-10 2 16,6-7 0-16,5-6 3 15,-1-4-3-15,-6-6-6 16,-7-19-28-16,-6-10 5 16,-12-9-6-16,-9 0 21 15,-11 4 10-15,-4 11 2 16,-14 8 2-16,-16 8 1 15,-5 7 2-15,-2 6 9 16,0 5 19-16,7 17-18 0,1 10-1 16,6 6-5-16,7 0-6 15,9 0-1-15,7-4 0 16,0-7-2-16,10-6-1 16,12-8-25-1,6-11-45-15,3-2-27 16,1-8 15-16,4-19 9 15,-3-11 29-15,-5-6 26 0,-6 3 15 16,-8 6 6-16,-7 13 8 16,-6 7 45-16,-1 10 47 15,0 5 5-15,-3 18-70 16,-13 22-17-16,1 16 36 16,-1 16 25-16,-1 14-30 15,-1 19-16-15,2 15-14 16,7 8-6-16,0 8 10 15,3-7-14-15,-1-6-4 16,-5-8-5-16,-7-16 0 16,-7-18 0-16,-11-28 2 15,-5-23-1-15,-3-25-1 0,-3-5 2 16,3-29 2-16,4-23 1 16,7-16-3-16,7-16 0 15,15-20-2-15,12-12-1 16,1-7-1-16,31-5 1 15,11 15-1-15,8 22-20 16,1 27-2-16,-4 28-2 16,-2 15-22-16,-3 11-28 15,2 5-14-15,6 4-27 16,7 1-12-16,8-4 2 16,1-4-49-16,-1-9 75 15,-8-6 54-15,-9-12 47 0,-15-7 23 16,-12-3 70-1,-10 7 39-15,-6 7-11 16,-6 10-3-16,0 11 20 0,0 9-36 16,-6 1-22-16,-10 19-45 15,-1 11-8-15,2 4 12 16,4 0-12-16,3 1-9 16,8-4-7-16,0-2-7 15,0-5-1-15,16-9-3 16,7-7 2-16,5-6-3 15,12-2 1-15,4-19 0 0,2-10-2 16,0-14-4-16,-2-1 6 16,-9 1-1-16,-11 9 1 15,-6 15 0-15,-10 9 1 16,-7 10 2-16,-1 0-3 16,0 15-4-16,5 9 4 15,8 3 12-15,2 0-9 16,4-4-2-16,5-6 1 15,-1-4-2-15,-3-6 0 16,-3-7-49-16,-11 0-147 16,-6-7-115-16,-6-17-211 15</inkml:trace>
  <inkml:trace contextRef="#ctx0" brushRef="#br0" timeOffset="16160.37">19103 795 995 0,'0'0'32'0,"0"0"-17"0,0 0 22 0,0 0 39 16,-16 99-19-16,32-66-32 16,3-3-20-16,1-7 1 15,-3-7-5-15,1-7 1 16,0-8 3-16,-2-1-4 15,-2-7 8-15,-1-17 3 0,-7-7 19 16,-6-7 4-16,0-4 12 16,0 9 11-16,-13 6-26 15,-5 11-19 1,-6 11-13-16,-4 5-1 0,-8 19-32 16,-3 23-136-1,-1 8-117-15,4 7-519 0</inkml:trace>
  <inkml:trace contextRef="#ctx0" brushRef="#br0" timeOffset="19687.87">1614 4128 969 0,'0'0'63'0,"0"0"-16"0,0 0 68 0,0 0-26 15,-3 77 11-15,-3-21-19 16,6 6-41-16,0 6-5 16,0 2 18-16,0 5-26 15,-3 3-14-15,0-7-4 0,0-8-8 16,1-9-1-16,-1-15-2 16,0-13 0-16,-1-11 1 15,4-9-82-15,0-6-126 16,0-11 4-16,0-24-40 15,0-16-272-15</inkml:trace>
  <inkml:trace contextRef="#ctx0" brushRef="#br0" timeOffset="19979.8">1623 3873 943 0,'0'0'58'15,"0"0"-53"-15,0 0 112 0,0 0-59 16,109-31-32-16,-57 52 3 16,0 4 7-16,-4 4-9 15,-9 2 3-15,-14 2-21 16,-15-1 6-16,-10-1-3 16,-5-2 7-16,-31 2 28 15,-9-1 16-15,-10-4-32 16,1-4-20-16,6-1-11 15,8-3-4-15,6 0-1 16,4-1-30-16,13 4-153 16,4 3-91-16,6 4-119 15</inkml:trace>
  <inkml:trace contextRef="#ctx0" brushRef="#br0" timeOffset="20625.4">1939 4797 195 0,'0'0'936'16,"0"0"-925"-16,0 0 140 16,0 0-40-16,0 0-103 0,0 0-8 15,106-80 2 1,-64 45-1-16,-3-6-1 0,-5-4 0 15,0 2 3-15,-10-3-3 16,-6 6 3-16,-12 8-1 16,-6 8 5-16,0 7-2 15,-2 7 0-15,-15 5 14 16,-7 5-11-16,-2 0-8 16,1 17 0-16,1 8-1 15,5 2-1-15,10-1 1 16,3 6-3-16,6-4 1 15,0 1 2-15,0 0-4 16,12-3 2-16,9-2-6 16,2-5 7-16,3 0 1 15,-4-4 0-15,2-3 0 16,-2-2 1-16,-2 1 0 16,1-3 0-16,-2 1 0 0,5-1 0 15,0-6 0-15,6-2 2 16,4 0-1-16,6-7 1 15,-1-9-1-15,-3-5-1 16,-2-4 0-16,-7-2 3 16,-5-5 2-16,-8-1-5 15,-6-1 7-15,-8 5-2 16,0 7 1-16,-5 3 5 16,-7 7 5-16,-6 7 10 15,0 5-4-15,-1 0-2 16,1 17-11-16,3 7 6 15,6 1-14-15,7 5 3 0,2 1-3 16,5-2-1-16,13-1-2 16,16-3 0-16,11-4-48 15,24-7-49-15,13-8-145 16,7-6-207-16</inkml:trace>
  <inkml:trace contextRef="#ctx0" brushRef="#br0" timeOffset="24576.68">823 5559 638 0,'0'0'91'0,"0"0"-87"0,0 0 112 0,0 0-11 16,0 0-83 0,0 0-16-16,0 0 6 0,3-5 9 15,-3 18 28-15,3 9 25 16,-3 9 0-16,0 6-9 15,0 4-24-15,0 6-3 16,-6-1-7-16,-7 2-11 16,2-3-5-16,-2-2-2 15,1-9 1-15,6-3-7 16,0-10-6-16,4-12-1 16,2-3 1-16,0-6-1 15,0 0 1-15,0 0-1 0,0 0-2 16,0-3-17-1,8-11-97-15,10-5-132 0,1 0-80 16</inkml:trace>
  <inkml:trace contextRef="#ctx0" brushRef="#br0" timeOffset="24951.14">1180 5792 834 0,'0'0'60'0,"0"0"-11"0,0 0 136 0,0 0-102 0,0 0-48 15,0 0-22-15,-36-6 0 16,36 6-6-16,6 0-5 16,15 0 2-16,1 0 6 15,11 0-3-15,1-5-6 16,2-1-1-16,3 5 0 15,-2-3-27-15,-3-2-339 0</inkml:trace>
  <inkml:trace contextRef="#ctx0" brushRef="#br0" timeOffset="26840.15">2439 5572 494 0,'0'0'95'0,"0"0"-81"0,0 0 101 0,0 0-33 16,0 0-37-16,0 0-22 15,0-5 22-15,0 5 4 16,0 0-13-16,0 0-1 0,-3 0-6 15,0 0-12 1,3 5-8-16,0 11 25 0,0 3 16 16,0 5-18-1,0 2 6-15,0-1-10 0,0 2-7 16,0 4 4-16,0-1-1 16,0 4 8-16,0-2-7 15,0 2-11-15,0 3 5 16,0-1-10-16,0 1 9 15,0 0-3-15,-3-1-4 0,0-3 1 16,3 3 1-16,-5 1 22 16,-2-2-5-16,0 5-9 15,-1 1 0-15,-4 1 12 16,5-3-6-16,-1 0-8 16,2 0-7-16,-3 0 1 15,5 10 8-15,-2 3 1 16,3 5-14-16,0 2 2 15,0 0-6-15,0 3 5 16,-2 7-7-16,-2 16 7 16,-2 11-1-16,0 11 18 15,0 7-16-15,2-1-7 16,4 0-1-16,3 1 2 0,0-1 0 16,0-2-1-16,0-1 0 15,0 6-1 1,0 8 6-16,0 2-6 0,0 3 0 15,-3-1 3-15,-12-2-2 16,-6-2 0-16,0-3 0 16,-3-1-1-16,-3 3 0 15,2 2 0-15,3-3-1 16,1 3 2-16,1-4-2 16,-2-6-1-16,7-4 1 0,-3-4 0 15,3-4 2 1,2-4-3-16,-1 2 0 0,1 1-1 15,4-1 1 1,1 2 0-16,0-1 4 16,-1-2-4-16,-2-2-2 15,-2-2 2-15,5-2 0 0,-1-4 3 16,-1-4-4 0,1 1 3-16,0-1-4 0,0 3 4 15,2 1-2-15,-1-3 0 16,2-2-2-16,-6 0 2 15,5-6 0-15,-2 1 1 16,-2-2-1-16,-2-4 1 16,4-3 0-16,-3-2 4 15,-3-1-5-15,3-1 1 16,-1-2 1-16,4 3-1 16,0 1 2-16,-3 1-1 15,3-4 0-15,0-4-1 0,-1-7 0 16,4-2-1-16,-2-3 2 15,2-6-2-15,3-1 1 16,-1-9-1-16,4-7 0 16,-3-4 2-16,3-7-1 15,0-3-2-15,-3-5 2 16,3 1-1-16,0-9 5 16,-2 1-5-16,2-1 0 15,0 0-4-15,-3 1 0 16,-3-1 2-16,-3 0-2 15,-4 0-82-15,10-14-78 16,3-19-186-16,0-17-348 16</inkml:trace>
  <inkml:trace contextRef="#ctx0" brushRef="#br0" timeOffset="28000.81">4978 4021 1002 0,'0'0'75'0,"0"0"-69"15,0 0 103-15,0 0-10 0,0 0-62 0,0 0-34 0,-49 75 39 0,46-12 14 16,3 2-4-16,0 4-27 16,0-2 4-16,0-6-20 15,0-4 0-15,3-10-9 16,6-12 1-16,-3-9 3 15,-2-12-4-15,-1-8-4 16,0-6 4-16,2 0 9 16,1-26 8-16,0-15-11 15,1-12-4-15,1-12 5 16,-8-8-7-16,3-7 2 16,-3-6-4-16,3 2 4 15,0 4 2-15,1 13-3 16,8 12-1-16,-3 16 2 15,5 11-2-15,2 10 1 0,3 10-1 16,5 6-2-16,9 2-5 16,7 8 2-16,2 14 3 15,0 7-3-15,-11 7 5 16,-7 2 0-16,-12 1-2 16,-12 2 2-16,0-1 1 15,-24-3 5-15,-7-7-1 16,-10-5 0-16,-3-4-1 15,0-4-1-15,0-6-3 16,5-3-2-16,3-6 1 0,11 0-30 16,4 1-177-16,12 2-116 15,4 0-338-15</inkml:trace>
  <inkml:trace contextRef="#ctx0" brushRef="#br0" timeOffset="28487.48">5550 4348 824 0,'0'0'140'16,"0"0"-121"-16,0 0 180 0,-12-77-81 0,-3 69 6 0,-2 5-36 0,-5 3-39 0,-3 0-15 15,-5 13-18-15,5 12 3 16,0 5 10-16,5 3-12 16,2 4-3-16,9-3-1 15,6-2-8-15,3-4-5 16,0-5 0-16,16-7-3 15,10-6 3-15,12-10 5 16,6 0 0-16,2-20 0 0,-1-5-4 16,-6-10 3-1,-11-3-1-15,-15-1-2 0,-10 0 6 16,-3 3-2-16,-19 6-3 16,-17 11 1-1,-3 5-3-15,-4 14 0 0,3 0-1 16,4 0-3-16,6 17-1 15,8 8 0-15,5 6 0 16,10 4-8-16,7 3-49 16,0-1-109-16,18-3-76 15,8-9-81-15,7-7-306 16</inkml:trace>
  <inkml:trace contextRef="#ctx0" brushRef="#br0" timeOffset="28888.72">5987 4263 827 0,'0'0'62'16,"0"0"147"-16,0 0-50 15,-3-74-37-15,-9 70-24 16,-6 4-43-16,3 0-23 16,-3 6-10-16,0 8-12 15,5 9-1-15,4 1-2 16,3 0-1-16,6 1-2 0,0 0-4 15,4 2 0 1,17-1-3-16,2 0 3 0,2-2 1 16,3 0-1-16,-4-3 0 15,-7-1 0-15,-4-5 0 16,-10-4-1-16,-3-2 1 16,0-3 4-16,-5 0 7 15,-17-2-1-15,-6 0-2 16,-5 0-2-16,3-4-4 15,5 0-1-15,7 0 2 16,6-11-3-16,9-11-13 16,3-12-100-16,16-10-30 15,14-14-9-15,15-13-76 16,7-12-35-16,-1-13-158 16</inkml:trace>
  <inkml:trace contextRef="#ctx0" brushRef="#br0" timeOffset="29076.86">6293 3839 432 0,'0'0'349'0,"0"0"-289"15,0 0 18-15,0 0-8 16,0 0 115-16,77 124-72 16,-71-63 9-16,-3 4-11 15,-3-1-43-15,0-2-25 16,0-4-26-16,0-3-10 16,0-4-5-16,-7-7-2 15,-8-10-6-15,6-11-58 0,1-13-151 16,7-10-71-1,1 0-164-15</inkml:trace>
  <inkml:trace contextRef="#ctx0" brushRef="#br0" timeOffset="29215.51">6448 4109 60 0,'0'0'1072'15,"0"0"-1071"-15,112-63 90 16,-50 45-24-16,7 0-48 15,10 0-19-15,-3 5 0 16,-3 0-22-16,-6 0-351 16</inkml:trace>
  <inkml:trace contextRef="#ctx0" brushRef="#br0" timeOffset="31884.57">2364 5859 272 0,'0'0'91'0,"0"0"-89"0,0 0 6 16,0 0-1-16,0 0 16 16,0 0-23-16,-19-28-3 15,19 28-13-15,0-2 0 16,0 2 14-16,3 0 0 16,-3 0 2-16,0 0 1 15,0 0 12-15,0 0 106 0,0 0 26 16,0 0-12-1,0 0-32-15,0 0-17 16,0 0 7-16,0 0-16 0,0 0-25 16,0 0 5-16,0 0-13 15,0 0 2-15,0 0-1 16,0 0 12-16,0 0 2 16,0 0 5-16,0 0-23 15,0 0 1-15,-3 0-14 16,3 0-2-16,0 2 0 15,0-2-9-15,-3 0-5 16,3 0-1-16,0 0-6 16,0 0 4-16,0 0-2 15,-3 3 2-15,3-3 0 16,0 0-2-16,0 0-1 0,0 0 0 16,0 0-2-16,0 1 1 15,0 0-2-15,0-1 1 16,14 0 1-16,2 3-3 15,3-1 3-15,5-2-3 16,6 1 1-16,6-1-1 16,10 3 0-16,9-3 2 15,15 1-2-15,14-1 0 16,16 0 4-16,21 0-3 16,10 0 4-16,17 0-5 15,2-5-3-15,1-5 0 16,1 4 1-16,-7-3 0 15,-6 2 2-15,-11 1 1 16,-4-5 1-16,-11 1 1 0,-7-2-3 16,-13-1-1-16,-10 1-1 15,-11-1-2-15,-11 4 2 16,-15 1 1 0,-15 2 1-16,-14 0-2 0,-7 3-1 15,-7 1 3-15,-3 1 0 16,0-1-6-16,0 0 1 15,0 1-9-15,0 0-27 16,0-1-11-16,3 1-3 16,-3-3 1-16,0-1-36 15,0-1-102-15,-4-1-101 0,-6-5 51 16,5-2-322 0</inkml:trace>
  <inkml:trace contextRef="#ctx0" brushRef="#br0" timeOffset="32142.47">4777 5485 156 0,'0'0'622'0,"0"0"-573"0,0 0 46 0,0 0 6 15,0 0-69-15,0 0-13 0,55-4 45 16,-18 18-16-1,-1 2-5-15,-3 4-2 16,-6 2-4-16,-11-3-17 0,-8 2-17 16,-8 0 0-16,-24 1 12 15,-33 2-9-15,-27 1-6 16,-26-1-196-16,-18-1-103 16</inkml:trace>
  <inkml:trace contextRef="#ctx0" brushRef="#br0" timeOffset="32717.1">2524 5428 174 0,'0'0'171'0,"0"0"-127"0,0 0 104 0,0 0-31 0,0 0-38 15,0 0 13-15,73-15-18 16,-73 15 17-16,0 0-11 16,0 0-10-16,0 0 24 15,0 0-21-15,-3 5-10 16,-15 15-15-16,-9 8 21 15,-10 8-11-15,-11 7-11 16,-4 1-23-16,9 1 14 16,4-4-18-16,9-6-2 15,11 0-2-15,10-6-12 16,9-2 3-16,0-2-5 16,3-1 0-16,15 1 1 0,13 0 0 15,11 0 7 1,4 0-5-16,11 3-5 0,4 5 0 15,9 5-2-15,11 10-49 16,2 6-261-16,1 2-174 16</inkml:trace>
  <inkml:trace contextRef="#ctx0" brushRef="#br0" timeOffset="36424.6">9329 3838 660 0,'0'0'8'0,"0"0"118"0,0 0-48 0,0 0-42 16,0 0 37 0,-15-76 22-16,9 73-12 0,-5 3-5 15,-9 0-49-15,-9 12-18 16,-2 15 16-16,-2 9 26 15,0 6-20-15,6 6-5 16,5 4 0-16,4 0-6 16,15-9-9-16,3-2-13 15,14-9-1-15,17-9 1 16,13-4 3-16,9-7-2 16,15-7-1-16,1-5 1 15,4-5-1-15,-3-17 0 0,-3-12-4 16,-10-7 4-16,-6-14-7 15,-10-7-2-15,-11-13 6 16,-9-8 2-16,-9-5 1 16,-6 2 0-16,-6 19 0 15,0 20 1-15,0 19 5 16,-6 19-3-16,-1 9 5 16,-1 6-8-16,-4 33-5 15,-1 14 5-15,1 12 1 16,6 3-1-16,6-2 0 15,0-1 1-15,0-11-1 0,6-6 0 16,6-11-2-16,4-11 1 16,-2-13-4-16,-1-6 4 15,-1-7 1-15,3 0 1 16,3-18 9-16,3-8-4 16,-3-2-5-16,1 0 2 15,-4 3-2-15,-6 2 1 16,-1 9 1-16,-5 6-3 15,0 6 4-15,-3 2 0 16,0 2-4-16,0 16-11 16,1 6 11-16,2 7 1 15,4-1-1-15,2-1 0 16,5-1 5-16,5-7-3 16,3-7 0-16,5-3 1 0,3-8-1 15,6-3 7 1,3 0 1-16,-2-14-8 0,6-5 3 15,-5-3-3-15,-7-1 0 16,-4-1-1-16,-6 0-1 16,-5 0 1-16,-5 0-1 15,-7 3 0-15,-4 4 0 16,0 5 1-16,0 2 0 16,-7 5-1-16,-11 5-2 15,-6 0 1-15,-6 7 1 16,-3 16-2-16,5 5 1 15,4 0-3-15,7 1 3 16,10-6-1-16,7-3 1 0,0-3-1 16,5-8 0-16,14-3-3 15,8-6 5-15,4 0 2 16,2-10-2-16,1-8 0 16,-4-4 1-16,-6-3-1 15,0 0 0-15,-9 3-1 16,-6 2 1-16,-5 9 4 15,-4 4-3-15,0 5 1 16,0 2-2-16,0 0 0 16,0 12-6-16,-10 9 0 15,2 2 4-15,2 2 1 16,5-6 1-16,1-3 0 16,0-2-4-16,0-6 2 15,13-2 2-15,8-6 0 0,6 0 2 16,4 0 1-16,5-14-2 15,-6-1 0-15,3-1 1 16,-11 2-2-16,-5 4 1 16,-7 1 2-16,-7 9 1 15,-3 0 2-15,0 0-3 16,0 0-3-16,0 0-5 16,0 11 4-16,-2 5 0 15,-5 1 1-15,3-1 0 16,4-2 0-16,0-2-1 15,0-8-2-15,8 2 3 0,6-6-1 16,10 0 2-16,4 0 4 16,6-10-3-16,4-4-1 15,2-2 0-15,2 2-1 16,-6 1-2-16,-10 5 2 16,-10 4 0-16,-10 4-1 15,1 0-2-15,-3 0-1 16,1 14 4-16,2 2 0 15,1 1 3-15,5 1-3 16,-1-1 2-16,9-1-2 16,10-6 2-16,8 0 4 15,9-6 4-15,13-4 4 16,6 0-2-16,6-2-2 16,6-13-2-16,-4-8-7 0,-11-5 0 15,-12-1 3 1,-19-2-3-16,-18 5-2 0,-14 5 3 15,-1 4 0-15,-13 3 2 16,-14 5-3-16,-5 6-1 16,-6 3-3-16,1 4 1 15,2 15-1-15,7 5 0 16,7 0 2-16,9 1-4 16,11 1-2-16,1-2 6 15,1-5 1-15,17-2 0 16,5-2-1-16,2-4 1 15,-1-1 0-15,0 1 1 16,14 6-1-16,0 4 0 0,4 10 4 16,-2 9-3-16,-9 7 2 15,-8 16-3-15,-4 15 4 16,-4 11 3-16,-6 15-3 16,-9 2-1-16,0 3-3 15,-27-8 3-15,-16-15-3 16,-8-18-2-16,-10-21 2 15,1-17 1-15,-1-20 1 16,-2-10 6-16,4-22 25 16,-1-19 38-16,2-18-38 15,11-10-23-15,9-12-1 16,23-8 12-16,15-11-19 16,7-4-2-16,37 6-1 15,14 10 1-15,19 19-2 0,7 18-4 16,1 17 5-16,3 10-1 15,0 6 2-15,5 3 1 16,-4-1-1-16,-6-1 0 16,-12-3-7-16,-16-6-14 15,-18-2-3-15,-13-4 10 16,-15 0 7-16,-9 2-2 16,0 7 7-16,-14 7-1 15,-14 5 2-15,-10 6 0 16,-7 5 1-16,1 0-1 15,4 14 1-15,10 6 0 16,12 4-2-16,14 0-2 0,4 1 1 16,12 1 3-16,24-3 1 15,11-2 3-15,14-7-4 16,4-5 0-16,-1-6-1 16,-5-3 1-16,0 0-59 15,-10-10-310-15,-7-11-548 16</inkml:trace>
  <inkml:trace contextRef="#ctx0" brushRef="#br0" timeOffset="37671.98">7522 3896 592 0,'0'0'72'0,"0"0"57"0,0 0-31 0,2-82-3 0,-2 69 80 0,0 6-39 0,0 4-77 16,0 3-15-16,0 0-24 15,0 0-14-15,0 12-3 16,0 13 2-16,0 10 33 15,0 11 26-15,0 11-30 16,0 11-1-16,0 7 0 16,0 5-5-16,0 4 1 15,0 3-16-15,0 5 4 16,3 15 3-16,7 20 1 16,-1 18 1-16,-3 22-1 15,-3 9-12-15,4 9 4 0,2 4 9 16,0 15-13-16,0 11 2 15,-2 10-6-15,4 5 3 16,-5 2 8-16,2 6-5 16,0 8-10-16,-2 4 8 15,0 1-3-15,-3 7 1 16,-1 2 4-16,1 5-9 16,0 0 2-16,4-5 1 15,4-7-5-15,2 1 2 16,2-8 0-16,3-14-1 15,-6-2 0-15,-6-8 2 16,-5-3-3-16,-1-4 2 16,-1-18 0-16,-16-9-2 15,-7 1 2-15,-4-8-2 0,-5-3 2 16,-3-6 1 0,2-17-2-16,4-13-1 0,5-14 0 15,6-8 0 1,5-4 0-16,1-7 0 0,10-8 0 15,1-9-1-15,2-13 1 16,0-11 0-16,0-12-2 16,0-12 1-16,0-15-2 15,0-12-3-15,0-9-35 16,0-8-28-16,0-12 18 16,0-20-56-16,5-18-190 15,10-11 63-15,13-13-89 0,11-11-411 16</inkml:trace>
  <inkml:trace contextRef="#ctx0" brushRef="#br0" timeOffset="38438.97">9235 4223 604 0,'0'0'2'0,"0"0"1"0,0 0 45 0,0 0 17 0,0 0 21 15,0 0-36-15,0-3-9 0,0 2 10 16,0 1 15-16,0 0-15 16,0 0-9-16,1 0 8 15,-1-2-3-15,0 2-13 16,0 0-6-16,0-1-7 15,0 1-7-15,0 0-7 16,0 0-1-16,0 0-6 16,0 0-4-16,0 0 4 15,0 0-3-15,0 0-3 16,0 0 0-16,0 3-9 16,0 8-77-16,0 1-52 15,0-4-74-15,-3-4-370 16</inkml:trace>
  <inkml:trace contextRef="#ctx0" brushRef="#br0" timeOffset="78047.95">2615 3757 585 0,'0'0'33'0,"0"0"83"0,0 0 7 0,0 0-43 16,0 0 7-16,0 0 8 15,0 0-18-15,0-40-2 16,-9 28-21-16,-9-5-3 16,-1 2-3-16,-8-6-2 15,-7 3-12-15,-8-5-9 0,-13 0 12 16,-14 2-10-1,-11 4-13-15,-13 3-2 0,-7 5 1 16,6 5-3-16,0 2-1 16,3 2 7-16,12 0-3 15,6 15-5-15,9 6-2 16,13 10 2-16,5 6-4 16,-5 14-4-16,3 11 1 15,-4 11-1-15,-5 6 0 16,5 2 0-16,4 5 2 15,2-1-2-15,9 7 0 16,4-5 6-16,6 3 4 0,9-4 1 16,5-3-5-16,13-2 4 15,0-1-8-15,16-3-1 16,14 0 1-16,7-5-2 16,8-7 0-16,6-9 0 15,7-1-1-15,0-3 1 16,3-2 0-16,2-3 0 15,-2-4 1-15,6-6-1 16,5-6 2-16,7-2 1 16,6-2-3-16,-1-4 1 15,2-3-1-15,5-5-2 16,0-4 2-16,5-7-2 16,-7-2 2-16,-4-2 1 15,-3 0-1-15,-4-3 1 16,-4-11 0-16,-5-1 3 0,3-1-4 15,-5-3 3-15,6-1-3 16,0 0 4-16,-4-4-3 16,-2 3-2-16,-2-2-2 15,-6-4 2-15,-1 4-1 16,-9-2 2-16,0-5 2 16,-7-1-1-16,-2-8 0 15,-2 0 4-15,0-8 11 16,-2-9-2-16,0-5-3 15,-2-9-4-15,2-1 0 0,-3-4-2 16,-3 2-3 0,-3-2 7-16,-8 1-4 0,-13 1 1 15,-6 2 0-15,0 0-1 16,-6-1 3-16,-15-5-3 16,-9 1-2-1,-10 1-1-15,-9-5-1 0,-9 5 1 16,-11 0-1-16,-9 4 0 15,-10 10 1-15,-4 6-1 16,-9 10 0-16,-7 8 2 16,-5 9-3-16,-5 6 0 15,-3 7-4-15,-2 11-2 16,1 4 3-16,3 0 2 16,7 16-8-16,18 4-30 15,21 7-76-15,13 2-156 0,14-2-214 16</inkml:trace>
  <inkml:trace contextRef="#ctx0" brushRef="#br0" timeOffset="79421.92">6312 3320 499 0,'0'0'13'0,"0"0"50"0,0 0 48 16,-83-49-37-16,50 41-1 0,-6-1-25 15,-10 4-11-15,-9 1 21 16,-10 4-7-16,-11 0 10 16,-4 0-18-16,-7 1-13 15,2 10 29-15,-1 1-24 16,5 4-7-16,5 2-2 15,7 6-1-15,4 4 9 16,4 6-9-16,3 3-9 16,-2 4 7-16,5 1 12 15,-2 3-23-15,-7 5 11 16,4 5 2-16,8 3-12 16,3 7 12-16,4 1-8 15,3-1-10-15,9 4 2 0,6-1 13 16,7 0-14-16,2 2-5 15,10-4 4-15,5-3-1 16,5-2 2-16,1-4-7 16,4-2 3-16,16 0-2 15,7-2 4-15,10 2-6 16,0-1 0-16,8 0-1 16,1 3 1-16,2 2 0 15,1-7 0-15,-4-2 2 16,1-3-1-16,4-5 0 15,-4-1-1-15,6 1 3 16,-1-5-3-16,4-2 5 0,-2-2 0 16,7-3-2-1,4-5 5-15,5-4-5 0,7 0 4 16,5-9 0-16,-1-4-2 16,-2-3-3-16,5-3 5 15,-1-2-7 1,-4 0 3-16,2-5 0 0,-3-7-3 15,-3-3 1-15,5-2 2 16,2-5 0-16,0-7-2 16,-1-2 3-16,3-4-2 15,-2-1-2-15,0-1 4 16,-8 2 0-16,3-1-4 16,-12-2 1-16,-9-6-1 15,-1 0 0-15,-5-8 7 0,-3-4 2 16,-2-3 6-16,-5-5-1 15,-2-1-3 1,-2-3 2-16,-3-1-5 16,-4-3 3-16,-5-1-1 0,-4-1-5 15,-5-1 3-15,-7-2-2 16,-6-2 5-16,-1-1-2 16,-4-5-9-16,-17 0 8 15,-4-5-5-15,-10 1 1 16,-9 3 1-16,-9 10-5 15,-8 7 1-15,-10 8 2 16,-10 7 4-16,-13 7-5 16,-12 8 4-16,-6 8-5 0,-13 7-2 15,-11 7-2 1,-1 6-5-16,-3 5 8 0,7 6-7 16,18 0 2-16,24 16-65 15,15 14-82-15,13 8-147 16,0 2-186-16</inkml:trace>
  <inkml:trace contextRef="#ctx0" brushRef="#br0" timeOffset="80525.09">3430 4096 678 0,'0'0'6'0,"0"0"92"0,0 0-21 0,0 0-17 0,0 0-15 16,0 0 18-16,-9-92-21 16,9 64 8-16,0-6 0 0,6-2-19 15,5-11 1-15,3-11-14 16,8-11 5-16,5-7-10 15,9-1-1-15,6 3-3 16,7 7-2-16,9 4 1 16,5 4 3-16,4 6-5 15,9 3 1-15,6 2-3 16,9 6-3-16,8 5 0 16,6 8 1-16,0 7-1 15,-2 10-1-15,-5 8-2 0,-8 4 1 16,-8 0-1-1,-3 13 2-15,-10 8 0 0,-8 2-1 16,0 3 1-16,-3 4-1 16,-4 3 1-16,-2 4 0 15,-1-1 0-15,-6 2 1 16,-4 0 0-16,-3-1-1 16,-10-3 2-16,2-6 4 15,-12-3-6-15,0-6 4 16,-8-5 3-16,-4-4-4 15,0-4-3-15,-5-2 0 16,-1 0 0-16,0-3 0 16,0 4 0-16,0-1 0 0,0 0 0 15,0 0-1 1,0 0 0-16,0 2-150 0,-11 0-97 16,-9 0-140-16</inkml:trace>
  <inkml:trace contextRef="#ctx0" brushRef="#br0" timeOffset="80887.75">5197 3538 884 0,'0'0'2'0,"0"0"86"0,0 0-10 0,0 0 10 0,0 0-78 15,0 0 3 1,44-9 25-16,-19 22 3 0,2 1 5 16,1 0-8-16,-4-2-9 15,2-2-15-15,-1-1-5 16,-6-6 10-16,1-3 0 16,-1 0 23-16,-1-17-10 15,0-10-7-15,0-6-3 16,-3-7-10-16,-5-6-8 15,-1-1-1 1,-7-1-3-16,-2 8-4 0,0 10 3 16,-11 13-3-16,-8 12-6 15,-8 5-114-15,-7 17-45 16,-13 19 4-16,-8 9-34 0,-9 6-131 16</inkml:trace>
  <inkml:trace contextRef="#ctx0" brushRef="#br0" timeOffset="81387.6">3425 3998 230 0,'0'0'86'0,"0"0"-26"0,0 0 22 0,-12-92 15 16,6 71-17-16,-1 3-21 16,2 4 23-16,-2 2-33 15,2 5 17-15,-1 1-28 16,5 5 25-16,-1 0-9 15,2 1-19-15,-1 0-18 16,1 0-7-16,-3 0-6 16,3 15-3-16,0 7 5 0,0 7 18 15,0 2 18 1,0-1-14-16,7-1-3 16,4-5-11-16,-2-2-5 0,7-9-3 15,-4-4-1-15,1-6 4 16,1-3 2-16,10 0 13 15,1-21 15-15,11-9-13 16,0-9-6-16,1-6-9 16,-7 5-11-16,-3 1 1 15,-11 9-1-15,-1 5-8 16,-3 7-125-16,9-2-229 16</inkml:trace>
  <inkml:trace contextRef="#ctx0" brushRef="#br0" timeOffset="82012">5356 3509 384 0,'0'0'0'0,"0"0"-199"0,0 0 159 0</inkml:trace>
  <inkml:trace contextRef="#ctx0" brushRef="#br0" timeOffset="82588.59">5356 3509 164 0,'-81'-110'15'0,"78"100"51"15,-1 2 28-15,-2 0-14 16,-2 4 3-16,8-1-3 16,-4 2-8-16,4 2 7 15,0 1-13-15,0 0-21 16,0 0-35-16,0 0-7 16,15 0 20-16,16 0 53 15,18 0-24-15,29-8 18 16,29-9-13-16,29-4-17 0,38-2-14 15,22-4 13-15,22 1-18 16,16 2-9-16,12 2-6 16,14 1-2-16,4 3-4 15,-17 2-1-15,-14 2-1 16,-21-2 2-16,-21 5 3 16,-24-1-3-16,-43 4-1 15,-39 1-2-15,-40 2 3 16,-29 0 0-16,-16 0 4 15,0 0 4-15,-10 0-8 16,-10 0 0-16,-2 1-1 16,6 2-6-16,4 1-4 15,6 0-59-15,4-1-24 16,2 0-30-16,0 0 2 16,0-3-54-16,0-2-39 0,0-4 86 15,0 3 112-15,0-6 17 16,0 7 16-16,0-2 59 15,0 3 47-15,0 2-40 16,0 4 24-16,0 0-40 16,0 0-58-16,3 8-3 15,6 8 31-15,6 7 11 16,-6 5-25-16,3 0 14 16,-7 1-7-16,-5-1-9 0,0-5 3 15,-6 0-2-15,-11-1-14 16,-1-6-4-1,3-2-3-15,8-7-1 16,4-6-10-16,3-1-174 16,3-6-297-16</inkml:trace>
  <inkml:trace contextRef="#ctx0" brushRef="#br0" timeOffset="83046.82">8808 2866 865 0,'0'0'1'0,"0"0"1"0,-31 91 77 16,25-46 22-1,-2 2-52-15,8 0-21 0,0-4-8 16,0-5-11 0,0-8-9-16,0-5 4 0,0-12-4 15,0-6 1-15,0-5-2 16,0-2 2-16,0-12 4 15,8-13 2-15,-2-12-6 16,-3-11 0-16,0-8-1 31,-2-3 1-31,2-5-2 0,0 5 1 0,9 7 0 16,0 12 0-16,3 14 1 16,0 8 3-16,3 16 9 15,4 2 5-15,5 2-15 16,3 18 2-16,0 4 1 15,-8 3 0-15,-8-2-6 16,-9 5 1-16,-5 1 1 16,-11-1 2-16,-21-1 4 0,-10-2-8 15,-7-5 5-15,4-4-5 16,2-6 0-16,9-5 0 16,7-5-1-16,9-2-5 15,13 0-64-15,5-9-145 16,0-6-237-16</inkml:trace>
  <inkml:trace contextRef="#ctx0" brushRef="#br0" timeOffset="84763.25">9129 2925 751 0,'0'0'8'0,"0"0"58"0,0 0 16 0,86-73-11 15,-68 60-48-15,-7 0-10 0,-8 3 8 16,-3-1 11-16,-9 2 15 16,-15 7-47-16,-12 2 6 15,5 0 3-15,-4 16-5 16,2 3 16-16,8 4-8 16,3 2-7-16,11 2-3 15,7 0-1-15,4-4-1 0,0-4 0 16,4-4-1-16,13-8 1 15,11-7 0 1,4 0 0-16,3-7 1 0,4-12 1 16,-2-6-4-16,1-6 2 15,-5 0 0-15,-5 1-1 16,-7 4 1-16,-8 10 0 16,-10 5 2-16,-3 6 2 15,0 5 3-15,0 0-1 16,0 11-6-16,-10 13 0 15,-2 7 0-15,3 0 0 16,6 1 9-16,3-4-7 0,0-6 0 16,12-5 1-1,3-9-1-15,7-4 1 0,8-4 0 16,4 0 4-16,4-17-5 16,3-5 0-16,4-6-4 15,-6-3 4-15,1 0-3 16,-10 2 1-16,-9 4-2 15,-8 7 2-15,-7 5 2 16,-4 7-2-16,-2 6 7 16,0 0-7-16,0 12-4 15,-9 13 4-15,-5 5 0 16,4 3 0-16,5 0 4 16,5 0-4-16,0-4 0 15,0-4 1-15,15-4-1 0,6-7 0 16,6-7 0-1,4-5 2-15,5-2-2 0,2 0 3 16,-1-14-2-16,3-7-1 16,-6-7 1-16,-4-3-3 15,-7-5 4-15,-2-2-2 16,-7 5 0-16,-3 1-2 16,-5 2 2-16,-3 11 1 15,-2 7 0-15,-1 6-1 16,0 6 2-16,0 0-2 15,-3 10-2-15,-6 11 1 16,0 1 1-16,2 2 0 16,4-2 0-16,3 0 2 15,0 0-2-15,3 0 4 16,13-4 2-16,7-3-2 0,11-5 2 16,6-2 11-16,12-6-1 15,1-2-7-15,7 0-5 16,-1-6-3-16,-1-8 1 15,-1-7-1-15,-9-1-1 16,-16-2 2-16,-12-1-2 16,-11 2 0-16,-9 2 1 15,-4 1 1-15,-18 9 5 16,-4 5-5-16,-6 6-2 16,1 0 1-16,4 3 0 0,3 14-1 15,11 2-1-15,3 6 1 16,7 0 0-1,3-1 0-15,0-1 0 0,14-4 1 16,10-6-1-16,6-4 1 16,7-6 2-16,7-3 1 15,9 0-2-15,7-10-1 16,3-8-2-16,8-3 1 16,4 1 0-16,0-2 0 15,-10 1-2-15,-13 1-1 16,-19 2 0-16,-15-1-5 15,-12 3 3-15,-6 0 1 16,0 5 4-16,-13 2 1 0,-4 2-1 16,-1 3 0-1,3 1-1-15,-1 1 0 0,4 1 1 16,2 1 1 0,7 0-1-16,-2 0 0 0,2 0-2 15,3 0 2-15,-1 0 2 16,1 0-1-16,0 0-2 15,0 0-1-15,0 0 2 16,0 0 3-16,0 0 0 16,0-6-2-16,0 0-1 15,0 0-4-15,0-1 4 16,0-2 2-16,0 1-2 16,0 0 0-16,0 0 1 0,0 7-3 15,0 1 4 1,-8 0-2-16,-10 6 0 0,-1 13 0 15,-2 6 0-15,0 4 0 16,6-4-3-16,2 5 3 16,8-8 3-16,5-3-3 15,0-2 0-15,0-6-3 16,12-4 6-16,8-5-7 16,8-2 3-16,3-3 1 15,2-12-1-15,0-10-57 16,-5-2-60-16,-4-7-17 15,-2-11 13-15,-3-9-16 16,0-10 23-16,-7-7 57 0,-2 2 58 16,-10 6 2-16,0 15 46 15,0 16 67-15,-10 10-7 16,-1 16-13-16,1 6-7 16,-6 14-48-16,3 23-24 15,2 13 47-15,3 10-8 16,8 11 9-16,0 1-14 15,0-1-24-15,0-4-11 16,0-9-12-16,0-4-3 16,0-8 0-16,-6-11-3 15,-13-6-3-15,-9-8-107 16,-10-11-77-16,-8-5-63 16,-8-5-312-16</inkml:trace>
  <inkml:trace contextRef="#ctx0" brushRef="#br0" timeOffset="84953.64">9764 2617 955 0,'0'0'2'0,"0"0"114"0,0 0 17 0,0 0-52 0,0 0-70 15,0 0-9-15,0 0 0 16,51-14-4-16,-42 18-1 15,-1 10-14-15,-4 3-183 16,-4-1-169-16</inkml:trace>
  <inkml:trace contextRef="#ctx0" brushRef="#br0" timeOffset="92345.57">4910 5306 597 0,'0'0'46'0,"0"0"7"0,0 0 66 0,0 0-41 15,0 0-15-15,0 0 26 16,0 0 15-16,-26-3 3 16,26 3-29-16,0 0-10 15,0 0 6-15,0 0-22 16,0 0-5-16,0 0-10 16,0 0-13-16,0 0-6 15,0 0-3-15,0 0-3 16,0 0-2-16,0 0 0 15,-4 0 0-15,4 0-1 0,0 0-2 16,0 0-3 0,0 0 0-16,0 3-4 0,0 4 0 15,0 6 2-15,7 3 1 16,10 8 1-16,2 2-2 16,11 5 8-16,7 2-3 15,4 4 1-15,6-2 0 16,1 2-1-16,-2-3-3 15,-2-4 1-15,-6-5-3 16,-12-6 1-16,-7-3 0 16,-7-6-3-16,-8 0 2 15,-4 1 8-15,0 5 7 16,-28 5 14-16,-15 10-9 16,-14 6-8-16,-13 8-7 0,-8 7-7 15,-1 4 2-15,-1 0-2 16,7-6-1-1,16-6-3-15,17-11 0 16,19-8-46-16,15-9-121 16,6-12-228-16,6-4-398 0</inkml:trace>
  <inkml:trace contextRef="#ctx0" brushRef="#br0" timeOffset="95867.51">17366 3529 849 0,'0'0'1'0,"0"0"48"0,0 0 112 0,0 0-89 15,0 0-58-15,0 0-10 16,-11 84 34-1,19-23 23-15,-2 8-1 0,0-1-11 16,0-1-27-16,-3-6 9 16,4-4 8-16,-1-7-21 15,-1-5-11-15,-1-10-5 16,-1-7-1-16,-1-9-1 16,-1-4 0-16,1-7 0 15,-2-3-4-15,0-5-22 16,4-8-56-16,-3-18-74 15,-1-9-3-15,0-12 30 16,0-6 64-16,0-6-14 16,-10-4 50-16,-7 2 29 0,-3-4 1 15,-4 4 13-15,3 2 24 16,5 8 31-16,5 5 15 16,8 11-7-16,3 5-22 15,3 5 5-15,22 4 1 16,11 3-39-16,8 3-4 15,6 5-2-15,4 6 1 16,-3 4 6-16,1 0-7 16,-10 8 13-16,-11 9-9 15,-12 6-16-15,-14 4 10 16,-5 4-4-16,-21 4 24 16,-18 3 21-16,-14 0-29 0,-1-1-11 15,2-4-8 1,4-2-6-16,12-5-1 0,6 0-5 15,9-5-2 1,9-1-99-16,12-5-131 16,0-2-94-16</inkml:trace>
  <inkml:trace contextRef="#ctx0" brushRef="#br0" timeOffset="97495.1">18285 4064 987 0,'0'0'0'0,"0"0"150"0,0 0-43 0,0-76-55 0,0 53-18 0,-5-5-13 15,-10 0-5-15,-5 1-10 16,-10 2-4-16,-3 10 7 15,-6 7-3-15,-1 8 1 16,-3 0 6-16,2 14-4 16,5 14-2-16,5 6-1 15,6 7-3-15,6 4 4 16,6-3-7-16,6-1 3 16,7-6-6-16,0-7 1 15,4-7 2-15,16-8-2 16,4-8 2-16,9-5 1 15,5-2 0-15,6-18 5 0,2-7-6 16,-4-9 1-16,-7-5-1 16,-8-4 0-16,-9 1 1 15,-10 5 2-15,-8 8 1 16,0 13-1-16,0 7 3 16,0 11-3-16,0 0 1 15,-12 21-4-15,1 9 0 16,4 11 5-16,4-2-2 15,3-2 0-15,0-1 3 16,10-4-1-16,11-5-1 16,4-6-4-16,5-6 1 15,3-8 0-15,3-7 3 16,3 0-1-16,0-9-3 0,1-13 2 16,-8-4 0-16,-5-11 0 15,-5-8 0-15,-8-4-1 16,-3-1 1-16,-7 7-1 15,-1 14 0-15,-3 11 0 16,0 10 3-16,0 8-3 16,0 0-1-16,0 23-7 15,0 13 6-15,-4 7 1 16,4 4 3-16,0 1 2 16,1 0-5-16,17-2 6 15,3-7-5-15,8-3 1 16,2-9-2-16,4-7 1 15,0-7 0-15,1-10-1 0,-2-3 1 16,-4-3 2-16,3-18-3 16,-7-6 4-16,-3-10-3 15,-5-7 0-15,-4-5 1 16,-3-6-1-16,-6 0-1 16,-1 7 0-16,-4 11 0 15,0 13 1-15,0 11-1 16,0 8 3-16,0 3-2 15,0 2-1-15,-4 7-6 16,-7 13 2-16,3 5 3 16,1 4 1-16,3 1-1 15,4 2 1-15,0 0-1 0,3 1 2 16,10-2 0-16,4-2-1 16,2-2-1-16,9-4 0 15,4-3 1-15,-3-5 0 16,6-7 0-16,2-2 2 15,-1-6-2-15,1 0 1 16,5-8-1-16,-3-9 4 16,0-7-3-16,-2-6-1 15,-3-6 0-15,-4-7 0 16,-3 0-1-16,-12 2 1 16,-5 7 0-16,-8 7 0 15,-2 12 0-15,-3 8 0 0,-15 5 1 16,-8 2-1-16,0 10 0 15,0 12-1-15,8 5 1 16,5 4 1-16,8-4 3 16,5 0-3-16,0 0 5 15,18-5-2-15,9-3 2 16,9-1 1-16,4-6-2 16,2-6-1-16,10-6 2 15,8 0-4-15,15-14 0 16,13-8 0-16,10-5 2 15,3-3-4-15,-10-5 1 16,-17-5-1-16,-19 1 2 16,-22 1 0-16,-23 4 4 0,-10 6-3 15,-16 5 2 1,-20 7-4-16,-13 5 3 0,-7 10 1 16,0 1-3-1,5 6 9-15,5 16 4 0,7 2-9 16,9 1-5-16,12 4 5 15,6-1-6-15,11-1 0 16,1-3-1-16,1-1 1 16,18-6-3-16,7-5-5 15,6-5 6-15,3-7-53 16,1 0-39-16,-2-2-52 16,-1-15-25-16,-8-11-61 0,-5-8 3 15,-8-11-128 1,-8-12 66-16,-1-19 291 15,-3-13 150-15,0-14-7 16,-7-1-22-16,-13 9 15 0,-2 18 3 16,-2 23-33-16,3 23 62 15,4 18-33-15,1 15 16 16,3 23-114-16,3 21-25 16,4 16 84-16,6 13-44 15,7 6 4-15,23 6 2 16,6-1-28-16,-2-1-16 15,2-8-9-15,-9-9-5 16,-9-7 0-16,-12-13-3 0,-6-5-22 16,-8-12-203-1,-25-12-116-15,-9-14-431 0</inkml:trace>
  <inkml:trace contextRef="#ctx0" brushRef="#br0" timeOffset="97718.02">18910 3470 788 0,'0'0'290'0,"0"0"-168"0,0 0 145 0,0 0-197 16,0 0-46-16,0 0-24 0,-15-49-5 16,41 60-3-1,-1 9-12-15,5 7-216 0,-4 1-142 16</inkml:trace>
  <inkml:trace contextRef="#ctx0" brushRef="#br0" timeOffset="98284.38">22342 3684 1002 0,'0'0'5'0,"0"0"36"0,0 0 139 0,0 0-86 0,0 0-33 16,0 0-49-16,37-14-6 16,-28 67 52-16,-8 12-12 15,-1 7-6-15,-3 9 18 16,-21 6-21-16,-4-1-19 15,0-4-4-15,2-10-6 16,11-12-5-16,9-14 2 0,6-9-5 16,3-12-7-1,21-9 7-15,10-9-2 16,10-7-9-16,8-2-54 16,0-14-71-16,-2-10-39 0,-19-5-76 15,-15-5-201-15</inkml:trace>
  <inkml:trace contextRef="#ctx0" brushRef="#br0" timeOffset="98483.49">22255 4167 544 0,'-84'-10'315'0,"7"4"-306"15,17 1 221-15,23 5-116 16,16 0-46-16,14 0 8 16,7-2-61-16,0 2-15 0,23 0-12 15,25-3 12-15,21-4 10 16,19-6-9-16,16-1-1 15,8-2-2-15,4 2 1 16,-4 4-36 0,-6-2-138-16,-9 2-137 0</inkml:trace>
  <inkml:trace contextRef="#ctx0" brushRef="#br0" timeOffset="98825.54">23578 3677 937 0,'0'0'3'16,"0"0"185"-16,0-82-38 15,0 75-37-15,0 4-23 16,5 3-53-16,4 13-15 15,3 20-9-15,4 12 61 16,-1 13-22-16,-3 4-25 16,-9 9 3-1,-3 10-5-15,0 1-17 0,0 0 0 16,-8-10-8-16,7-14 0 16,1-15-2-16,0-11 0 0,1-8-1 15,10-12-6 1,7-8-57-16,3-4-62 0,6-3-47 15,1-17-86-15,-6-9-157 16</inkml:trace>
  <inkml:trace contextRef="#ctx0" brushRef="#br0" timeOffset="99033.42">23529 3971 955 0,'0'0'44'16,"0"0"-1"-16,-83-26 166 15,78 22-153-15,5 1-24 16,6 0-32-16,31 0-5 0,16-5 3 16,11 1 1-1,1-1-40-15,-3 1-119 0,-7 1-67 16,-9-1-132 0</inkml:trace>
  <inkml:trace contextRef="#ctx0" brushRef="#br0" timeOffset="100075.25">23930 4120 869 0,'0'0'3'16,"0"0"43"-16,0 0 101 15,0 0-70-15,0 0-51 16,0 0-1-16,39 0 15 15,-10-10-15-15,0-2-10 16,-2-2 1-16,0-6 4 0,0-6 0 16,-9-8-1-1,-2-1-3-15,-10 1-4 16,-4 6 7-16,-2 6 10 0,0 8 31 16,-12 6-41-16,-8 4-12 15,-3 4 14-15,-2 4-16 16,-4 21-3-16,6 7 3 15,6 9 0-15,7 4 3 16,9-1 4-16,1-1 1 16,6-2-6-16,18-8-4 15,7-4-3-15,10-6 2 16,5-8-1-16,2-7 1 16,7-8 0-16,1 0 0 15,-4-16 1-15,-1-7-1 16,-8-10-1-16,-13-3 0 0,-9-2-1 15,-12-1 9-15,-7 2-6 16,-2 6-1-16,0 8 3 16,-12 10 0-16,1 5 0 15,1 5 0-15,0 3-5 16,0 0 0-16,4 17-4 16,6 5-3-16,0 1 3 15,13 3-2-15,15-1 3 16,5 1 3-16,1-3-6 15,6-1 4-15,-6-2 0 16,-7-5-1-16,-4-3 2 16,-10-3-1-16,-8-3-6 15,-5-1-1-15,-3 0 9 0,-24 2 9 16,-9-2 1 0,-4 1-7-16,-3-1 3 0,2 0-4 15,8-2 1-15,8 0-2 16,12-1-1-16,7-2-2 15,6 0-6-15,0 0-5 16,20 0-6-16,18 0 6 16,8-5-10-16,0-13-42 15,-1-4-5-15,-5-8 27 16,2-12-2-16,3-10 1 0,-3-11 10 16,-2-11-8-1,2-6 27-15,-11-5 14 0,-10 6 1 16,-9 10 2-16,-12 18 16 15,0 21 46-15,0 13 2 16,-3 17 7-16,-10 4-39 16,0 32-28-16,-1 20 12 15,8 4 23-15,6 1-13 16,0-7-2-16,3-1-13 16,13-2-7-16,1-5-3 15,0-3-3-15,-3-10-5 16,2-6 1-16,-4-8-28 15,0-8-150-15,0-9-60 0,-3-2-167 16</inkml:trace>
  <inkml:trace contextRef="#ctx0" brushRef="#br0" timeOffset="100248.85">24903 3794 1072 0,'0'0'30'0,"0"0"17"0,0 0 63 0,0 0-110 0,117-45-10 16,-59 45 1-16,1 0-86 15,-7 0-118-15,-7 0-146 16</inkml:trace>
  <inkml:trace contextRef="#ctx0" brushRef="#br0" timeOffset="100453.42">25738 3800 1321 0,'0'0'77'16,"0"0"135"-16,0 0-34 15,0 0-93-15,0 0-54 16,0 0-19-16,0 3-9 16,0-2-3-16,0 1-6 15,0 1-4-15,0 5-72 16,-10 3-59-16,-21 6-50 15,-19 3-128-15,-17 1-286 16</inkml:trace>
  <inkml:trace contextRef="#ctx0" brushRef="#br0" timeOffset="101075.25">17320 5445 1017 0,'0'0'5'0,"0"0"-5"0,0 0 105 0,0 0-23 0,0 0-61 0,0 0-21 0,-8-17 0 16,65 17 18-16,29 0 14 0,36-8 16 16,41-22-11-1,48-9-4-15,53-11-12 16,50-6 5-16,42 1-4 0,42 6-3 16,21 6-6-16,24 4-4 15,20 9 9-15,-5 4-2 16,6 11-14-16,-11 4 0 15,-33 4-2-15,-31 0-1 16,-53-3 1-16,-65-4 0 16,-66-2-5-16,-70 0 4 15,-60 1 1-15,-41-4 1 16,-22 3 18-16,-10-3-4 16,-2-2-5-16,0 6-1 0,-18 5-9 15,-23 7-6 1,-24 3-39-16,-31 3-100 0,-17 18-29 15,-21 0-111-15,-22 0-263 16</inkml:trace>
  <inkml:trace contextRef="#ctx0" brushRef="#br0" timeOffset="101937.43">18582 5471 1300 0,'-86'0'0'15,"37"0"-135"-15,26 0 135 0,18 0 30 0,5 0 21 0,38 0-49 0,33 0-2 0,39 0 13 16,44-15 17-16,46-12 6 15,46-10-5-15,50 1-16 16,32-3-3-16,27 8-12 16,18 5 11-16,0 9-7 15,0 6-4-15,-11 2 1 16,-20 6-1-16,-21-2 0 0,-32 0-1 16,-34-4-2-1,-46-2 3-15,-49-5 1 0,-50-1 2 16,-47 3-3-16,-33 0 2 15,-18 2 114-15,-12 1 55 16,0 0-131-16,0 1-16 16,0 4 6-16,0 5 0 15,0-1-8-15,0 2-20 16,0 0 2-16,0 0-4 16,0 0 0-16,3 0-2 15,-2 0-2-15,1 0 1 16,-1-2 2-16,-1 2 1 15,3-1 0-15,-1 1 0 16,-2-3-1-16,3 3 1 16,-3 0 0-16,0 0 1 15,1 0-1-15,-1 0 0 16,0 0 0-16,2 0 0 0,-2 0-2 16,0 0 2-16,0 0-3 15,0 0-17-15,0 0-13 16,0 0-2-16,0 0-12 15,0 0-9-15,0 0-26 16,0 0 22-16,0 0 3 16,0 0-2-16,0 0 18 15,0 0-3-15,0 0 3 16,0 0 5-16,0 0-4 16,0 0 15-16,0 0 9 15,0 0 14-15,0 0 1 0,-2 0 2 16,-2 0 3-16,4 0 5 15,-5 0 5-15,-2 0 23 16,-1 0 16-16,1 0-22 16,-1 0 21-16,5 0-15 15,0 0-5-15,2 0 1 16,1 0-20-16,-3 0-12 16,3 0 4-16,0 0-4 15,0 0-1-15,0 0-7 16,0 0-67-16,-2 0-108 15,-11 0-154-15</inkml:trace>
  <inkml:trace contextRef="#ctx0" brushRef="#br0" timeOffset="106136.57">16348 7500 682 0,'0'0'1'0,"0"0"104"0,0 0-19 0,0 0-7 16,-11-72-36-16,11 61-3 15,0 7-6-15,2 2 0 16,0 2-11-16,2 2-18 16,4 18-4-16,2 21 67 15,0 12 28-15,-7 12-51 16,-3 8-13-16,-4-2-10 15,-14-1-6-15,1-8-3 16,1-11-2-16,4-12 3 0,5-15-8 16,6-12-1-1,1-12-3-15,0 0 2 16,11-27 12-16,12-15 2 0,8-15-11 16,2-9-5-16,-3-5 4 15,-2-1 2-15,-2 5 4 16,-6 11-2-16,-4 19-1 15,-6 19 8-15,-6 15 13 16,1 3-21-16,2 14-9 16,6 13 0-16,1 10 14 15,1 1-10-15,-5 3 3 16,-1-4-2-16,2-5-4 0,-5-4-1 16,1-7 0-1,-2-11 0-15,-2-4 0 0,1-4 1 16,-1-2 0-16,7-4 3 15,7-20 8 1,13-16 2-16,11-16-12 0,4-6-2 16,3 1 2-16,-8 9-1 15,-8 16-2-15,-12 17-2 16,-10 12 3-16,-7 7 4 16,0 7-4-16,3 23 2 15,1 13 18-15,-1 12 8 16,-3 0-4-16,0 0-4 15,3-3-12-15,3-5-6 16,6-4-2-16,2-10-1 16,3-7 0-16,4-10-6 15,6-10-51-15,7-6-124 16,12-3-180-16,1-23-61 0</inkml:trace>
  <inkml:trace contextRef="#ctx0" brushRef="#br0" timeOffset="107206.53">17618 7634 1329 0,'0'0'0'0,"0"0"0"0,0 0 80 0,0 0-63 0,0 0-12 0,0 0-5 16,77-21 7-16,-36-2-7 15,-7-4 7-15,-12-5-5 16,-14-3 0-16,-8-2 9 16,0 6-5-16,-19 8 0 15,-4 8 13-15,-8 11 38 16,-8 4-8-16,2 11-32 16,-2 17 5-16,3 8 17 15,6 7-14-15,6 3-4 16,11 1-7-16,7 0-7 15,6-6-5-15,16-4 5 16,23-4-6-16,16-9 0 16,14-10 0-16,11-8 0 0,10-6-1 15,16-2 0-15,15-20 4 16,9-6-3-16,7-8-1 16,-22-1-4-16,-20-2-7 15,-28 7-17-15,-31 3 17 16,-19 4 11-16,-17 1 6 15,0 3 1-15,-14 3 0 16,-16 1 11-16,-2 8-3 16,-9 8-12-16,-2 1 9 15,-2 13-4-15,4 14-6 16,6 7 7-16,9 3-3 0,7 7-4 16,13-4-2-1,6-6-1-15,0-4-1 0,20-8 1 16,10-8-7-16,7-7 8 15,8-7-7-15,7 0 1 16,2-18-21-16,2-14 17 16,-5-7-10-16,-6-6-2 15,-15-3-1-15,-9 4 13 16,-12 9 10-16,-9 13 4 16,0 8 7-16,0 10 0 15,-8 4 26-15,-4 6-21 16,-3 18-16-16,5 8-2 15,5 3 1-15,5 0 2 16,0-3-2-16,9-5 1 16,13-4 0-16,3-9-1 0,10-6-4 15,9-8 5 1,3 0 1-16,3-8-1 0,0-15-3 16,-11-4-9-16,-6-4-2 15,-11 0 12-15,-10 4 2 16,-6 5 0-16,-6 8 6 15,0 8-1-15,0 3 11 16,0 3 8-16,0 0-24 16,0 18-7-16,-6 5 7 15,0 2 4-15,2-3-4 16,4-4 0-16,0-4 3 16,0-9-3-16,0 1-1 0,4-6 0 15,15 0 1-15,6-18 3 16,9-11 2-16,6-6-3 15,-3 1-1-15,-4 5 0 16,-4 9 2-16,-12 9-3 16,-6 9-2-16,-3 2-2 15,3 19 4-15,6 9 0 16,-1 9 8-16,1 0-7 16,-3-4 0-16,0-3 0 15,2-6-1-15,-1-7-4 16,5-8-9-16,6-6-120 15,9-3-175-15,5-6-104 16</inkml:trace>
  <inkml:trace contextRef="#ctx0" brushRef="#br0" timeOffset="107949.9">20472 7306 895 0,'0'0'420'0,"0"0"-414"0,0 0 219 0,-84-21-124 0,55 40-59 16,-4 15-14-16,1 6 6 15,3 9-3-15,9 0-22 16,10-1-3-16,10-7-6 16,0-4 1-16,13-10-5 15,20-9 4-15,12-11 0 0,11-7 2 16,13-7 4-1,7-23-6-15,0-8-2 0,-5-14-26 16,-16-14 6-16,-19-5-24 16,-20-4 13-16,-16 10 27 15,0 14 6-15,-24 13 7 16,-13 17 4-16,-6 17 12 16,-7 4-15-16,1 21 4 15,12 17 1-15,8 5-11 16,19 7 1-16,10 3-3 15,0-3 2-15,16-5-6 16,19-7 2-16,6-13-1 16,9-11-59-16,5-14-110 0,1-3-65 15,3-29-25-15,0-18-23 16,-1-17-48-16,-4-15 102 16,-3-18 231-16,-11-10 90 15,-10 0 26-15,-11 10 143 16,-11 23-93-16,-5 27-4 15,-3 22 43-15,0 16-6 16,0 12-39-16,-3 21-120 16,-5 25-29-16,-2 27 101 15,8 27-59-15,2 27-11 16,5 24 19-16,15 25-30 16,5 18 2-16,-3 15-12 0,-10 11-5 15,-6 0-9 1,-6-11-5-16,-6-21-2 15,-19-33-1-15,-14-29 0 16,-7-32-1-16,-10-29-11 0,0-24 13 16,1-27 0-16,10-14 2 15,6-39 0-15,12-31 1 16,17-31-3-16,10-36-5 16,24-34 5-16,26-33-20 15,17-13-49-15,11 13-38 16,6 23-29-16,2 33-69 15,-7 18-96-15,-7 15-284 16</inkml:trace>
  <inkml:trace contextRef="#ctx0" brushRef="#br0" timeOffset="108823.53">23474 7449 1026 0,'0'0'172'0,"0"0"-167"0,0 0 186 0,0 0-91 15,0 0-80-15,21-95-9 16,-21 56-4-16,0-4 7 15,-11-1 3-15,-17 7-6 16,-8 13 2-16,-4 17 23 0,-8 7-11 16,-6 31-19-16,-5 16 4 15,-1 10 7-15,9 5-1 16,14 2-6-16,13-5 0 16,14-7-5-1,10-10-5-15,0-14 0 16,20-13-1-16,16-13 0 0,14-2 1 15,15-22 0-15,1-16 0 16,2-14 0-16,-3-11-3 16,-9-14-3-16,-9-16-6 15,-16-14-5-15,-10-11 7 16,-14-12-6-16,-7 15 12 16,0 24 0-16,-4 31 4 0,-5 30 5 15,1 22 14-15,-3 8-2 16,0 33-17-16,-5 23-6 15,-1 16 6 1,5 8 9-16,12 9-5 0,0 1 3 16,12-1-1-16,16-8-4 15,11-14-2-15,9-11-2 16,7-14 2-16,5-17 0 16,0-16 0-16,2-9 0 15,-8-18 0-15,-5-18-16 16,-16-13-5-16,-12-12 7 15,-12-8 14-15,-9 4 5 16,0 10 1-16,-6 22-2 16,-4 17 25-16,0 14 14 15,-1 5-18-15,-1 28-23 16,-6 12 0-16,6 6 0 16,4-3 0-16,8-1-1 15,0-5-1-15,5-5-2 0,5-10-5 16,7-4-71-16,1-15-176 15,3-6-158-15,-5-12-383 16</inkml:trace>
  <inkml:trace contextRef="#ctx0" brushRef="#br0" timeOffset="108969.64">23985 6750 1370 0,'0'0'25'0,"0"0"-25"0,0 0 44 0,0 0-44 15,0 0-54-15,0 0-33 16,30 63-96-16,17-23-98 16,-3-5-201-16</inkml:trace>
  <inkml:trace contextRef="#ctx0" brushRef="#br0" timeOffset="109435.55">24312 6977 698 0,'0'0'253'16,"0"0"-218"-16,63-112 145 15,-32 69-140-15,-1-9 11 16,-7 1-19-16,-9 2 2 0,-9 7 36 16,-5 9 18-16,0 10 3 15,-9 12 26-15,-3 6-55 16,1 5-11-16,-5 0-31 16,-5 25-14-16,-4 15 3 15,-2 19 13-15,3 14 2 16,9 21-6-16,5 20-6 15,4 16-9-15,6 15-1 16,0 9 0-16,6-1-1 16,6-2 3-16,-5-9-3 15,4-4-1-15,3-11 0 16,-1-12 0-16,-7-14 0 16,-6-17 0-16,-13-18-3 15,-18-19 3-15,-8-15-7 16,-4-21 7-16,0-11 0 15,2-26 1-15,1-27 2 16,9-25 2-16,10-25-5 0,12-20-1 16,9-19 0-16,16-2 2 15,19 16 0-15,13 13-1 16,4 20-1-16,4 19 0 16,4 12 1-16,0 11-10 15,-4 12-34-15,3 10-64 16,2 6-91-16,6 3-156 15,-1-3-286-15</inkml:trace>
  <inkml:trace contextRef="#ctx0" brushRef="#br0" timeOffset="110871.82">24967 6792 1081 0,'0'0'181'0,"0"0"-175"0,0 0 222 0,0 0-155 0,0 0-66 0,0 0 2 15,-28 78 64-15,28 5-18 16,0 15-39-16,12 17 29 16,-3 10 1-16,-2 3-28 15,-5 0 4-15,-2-3-11 16,0-8 5-16,-2-11-15 16,-8-10 3-16,5-6-4 15,-2-14 0-15,-7-11 2 0,-5-21-2 16,0-20-3-1,1-18 0-15,-9-8-5 0,-5-32 5 16,-2-19 1-16,-3-16-5 16,10-16 7-16,5-15 0 15,13-7-2-15,9-3 1 16,0 9 0-16,12 23 0 16,14 18-3-16,10 12 2 15,8 6 1-15,6 7 0 16,7-1-2-16,7 5 3 15,3 0-2-15,4-1 2 16,0-1-2-16,-5-5-3 16,-10-2-19-16,-12 0-4 15,-13 0 2-15,-13 13 24 16,-12 3 2-16,-6 9 2 0,0 7 3 16,-9 0-3-16,-10 6 0 15,-4 2 0-15,-2 0-1 16,1 8-1-16,0 14 2 15,2 9-2-15,10 4 8 16,0 6-1-16,12 4-3 16,0-3 8-16,9-1-7 15,16-5-4-15,6-1 1 16,4-10 0-16,0-7-1 16,4-11 0-16,0-7 1 15,3 0-4-15,-3-12 1 0,0-14-6 16,-7-7-1-16,-5-7 7 15,-3-5 0-15,-12-5 1 16,-2 3 5-16,-8 7-5 16,-2 10 0-16,0 9 1 15,-2 9 0-15,-8 6 2 16,7 3-3-16,0 3-2 16,3 0-2-16,-1 0-2 15,-2 3-2-15,3 8 4 16,0 1 1-16,0 5-3 15,0 2 6-15,9 0-3 0,2 3 2 16,1-2 1 0,-3 3-1-16,2 2 1 15,-4-2-3-15,-1 4 3 16,-1 0 2-16,1-3-1 0,2-2 0 16,2-3-1-16,6-3 0 15,6-2 1-15,10-7 0 16,8-4 2-16,-1-3-2 15,1-5-1-15,-3-16 0 16,-4-10 1-16,-4-9 0 16,-10-7 0-16,-13-8-1 15,-6 4 2-15,0 5 3 16,-12 14-2-16,-4 12 2 16,0 11 19-16,-1 9-6 15,-1 0-15-15,-2 18-1 16,1 14-1-16,5 3-1 15,11 6 0-15,3-1-1 0,7-4 1 16,19-2 0 0,13-7 0-16,10-6-1 0,9-8-2 15,4-10-41-15,-3-3 1 16,-3-5-21-16,-7-21-27 16,-10-7 16-16,-11-10 52 15,-7-8 17-15,-9 3 6 16,-2 8 8-16,-7 13-2 15,-3 15 41-15,0 7 40 0,0 5-35 16,0 12-49-16,-1 16 1 16,-10 9 11-16,4 3-7 15,-4-1 1-15,8-7 6 16,-1-3-13-16,3-5 1 16,1-12-1-16,0-2-2 15,0-7 0-15,19-3 4 16,9 0 3-16,10-20 0 15,5-7-7-15,0-5-1 16,-3-8-1-16,-4 2 0 16,-7 6 2-16,-13 11 1 15,-7 11 2-15,-8 10 1 16,-1 0 15-16,0 21-13 16,0 17 1-16,0 9 31 0,0-1-25 15,0-3 5 1,0-4-10-16,0-2-1 0,11-10-5 15,1-5-1-15,-2-8-1 16,9-13-2-16,2-1-29 16,5-1-55-16,8-19-109 15,5-5-192-15,4-7-356 16</inkml:trace>
  <inkml:trace contextRef="#ctx0" brushRef="#br0" timeOffset="111300.05">27295 6902 956 0,'0'0'264'0,"0"0"-217"16,0 0 183-16,0 0-127 0,-102-16-39 0,75 47-28 0,4 11 5 0,6 3 0 0,7 6-3 15,10-3-21-15,0-4-10 16,13-6 2-16,17-7-2 15,9-9 2-15,8-8-5 16,11-10-3-16,7-4 1 16,3-9-2-16,1-16 0 15,-3-11-3-15,-7-9 3 16,-10-8-1-16,-10-4 1 16,-13 3 2-16,-14 11 1 15,-12 16-1-15,0 12 0 16,-12 15 27-16,-21 0-18 15,-9 26-8-15,2 15 14 0,9 3 14 16,17 4-11-16,14 1-10 16,0-7 4-16,23-5-9 15,17-7 1-15,5-10 1 16,10-7-7-16,3-8 0 16,3-5-9-16,3 0-57 15,3 0-51-15,4 0-140 16,9 0-291-16</inkml:trace>
  <inkml:trace contextRef="#ctx0" brushRef="#br0" timeOffset="116661.56">15610 6667 842 0,'0'0'0'0,"0"0"23"0,0 0 42 0,0 0-63 0,-45 94 102 0,35-14-15 0,0 27-30 0,3 30 17 16,1 34-18-16,6 29-28 15,0 18-1-15,0 18-6 16,0 17-16-16,0 8-7 15,0 0-2-15,0-17-6 16,0-24 6-16,-7-28-3 16,1-34 3-16,1-29-3 15,2-38 2-15,0-30 0 0,2-27-4 16,1-29-82 0,0-14-7-16,3-44-45 0,16-24-126 15,7-23-22-15</inkml:trace>
  <inkml:trace contextRef="#ctx0" brushRef="#br0" timeOffset="117948.67">15798 6786 562 0,'0'0'0'0,"0"0"10"16,0 0 7-16,0 0-13 15,0 0 49-15,95-23-7 16,-26 17 11-16,25-4-18 16,27-10 4-16,28-9 9 15,36-8 3-15,30-3-33 16,34-7 16-16,21 1-20 15,9-3-11-15,11 4-6 16,8-3 0-16,15 0 0 16,20 1 0-16,22 0-1 15,18 1 14-15,9 7-14 16,9-1 3-16,-2 5-3 16,-4 4 0-16,-3 5 0 0,-3 6 1 15,-18 4 0-15,-8 6-1 16,-3 3 2-16,-10 6 2 15,-9 1 11-15,-6 0 5 16,-1 0 8-16,-5 7-11 16,0 5 7-16,-4 3-14 15,-6-1-4-15,-6 3 3 16,-10-2-7-16,-6-1-2 16,-11 1 0-16,-14-5 1 15,-7 1-1-15,-10-3 0 16,-16 3-2-16,-27-2 1 15,-28 2 1-15,-31 0 0 0,-32-3 0 16,-26 0-1-16,-30-4-14 16,-24-4 3-16,-14 0 2 15,-6 0 3 1,-3 0 6-16,0-4 0 0,2-6-1 16,0-1 2-16,1 4-4 15,-1-2 3-15,-2 4 1 16,-2 0-2-16,0 2 1 15,-2 3-4-15,0 0 2 16,-1 0-4-16,0 0 2 16,4 12-1-16,0 5 5 15,2 8 1-15,4 6 1 0,4 10 1 16,4 11 13-16,6 14 13 16,2 13 31-16,6 21-16 15,2 15-2-15,5 20 1 16,0 18-15-16,0 8-7 15,2 5-7-15,-2-6-3 16,-2-6 9-16,0-9-6 16,-5-5-7-16,-5-8-6 15,-7-7 2-15,-9-14-3 16,-6-15 1-16,-8-15 0 16,0-14-2-16,-7-10 2 15,-9-14 0-15,-3-8-1 16,-1-11-4-16,4-9 2 0,1-4-11 15,0-3 5-15,-4 1-4 16,-4-1-4-16,-4 0 4 16,-11 6 0-16,-7 0 7 15,-9 3 2-15,-10 1 3 16,-9 3 0 0,-11-1 1-16,-11 6 0 0,-19-3 1 15,-15 8 0-15,-21-1 1 16,-15 4-2-16,-13 1 0 15,-14 0 2-15,-14 2-2 16,-17 0 11-16,-24 2-3 16,-41 1-8-16,-45-4-1 15,-47-1 1-15,-43-7 2 16,-24-6 5-16,-5-2 22 0,-9-3 21 16,6-1-37-16,3-4 0 15,-6-5 0-15,1 0-13 16,-1-3 0-16,-1-4 0 15,8 0 1-15,7 0-1 16,17 0 0-16,17 0 1 16,17-2-1-16,26-4 0 15,23-1 0-15,26-4 0 16,27-3-1-16,28-2 0 16,33-3-3-16,26 0 4 15,25 0-53-15,24 0 9 16,20 1-44-16,19 5-127 15,18-1-75-15,16-2-300 0</inkml:trace>
  <inkml:trace contextRef="#ctx0" brushRef="#br0" timeOffset="119892.43">14873 11009 734 0,'0'0'2'0,"0"0"83"0,0 0 76 0,0 0-120 0,0 0-36 0,0 120 105 16,0-40-12-16,0 12-15 15,-9 10-11-15,-8 14-34 16,-2 2-11-16,-1 3-15 15,6-9-10-15,2-16-2 16,6-23 0-16,4-22-2 16,2-20-10-16,2-15-98 15,11-16-41-15,3 0-19 16,3-25 6-16,-3-15-65 16,-4 2-88-16</inkml:trace>
  <inkml:trace contextRef="#ctx0" brushRef="#br0" timeOffset="120247.23">14857 11701 583 0,'0'0'72'0,"0"0"38"16,0 0-1-16,0 0-70 15,0 0-19-15,0 0 19 16,87-69 2-16,-47 47-4 16,4-1-14-16,-2-3-8 15,4-5-2-15,-6 2-11 16,-2-1 1-16,-4-7 0 15,-7-4-1-15,-6-6 0 16,-9-5 1-16,-4 1 0 16,-3 9 0-16,-5 13 4 15,0 13 24-15,0 16 88 16,0 1-68-16,0 34-49 16,-8 16-2-16,-3 15 29 0,-2 15 8 15,0 16 18-15,-2 9-32 16,1 4-11-16,0 5-12 15,3-12-1-15,0-12 1 16,6-14-1-16,4-25-1 16,1-15-47-16,0-21-78 15,9-16-65-15,14-3 13 16,6-27-64-16</inkml:trace>
  <inkml:trace contextRef="#ctx0" brushRef="#br0" timeOffset="120594.53">15575 11800 983 0,'0'0'4'0,"0"0"40"0,-77 97 85 0,59-51-52 16,3 5-23-16,6 0-20 15,6-5-11-15,3-9-5 16,1-12-18-16,18-7 2 15,4-11-2-15,9-7-2 16,7-6 2-16,5-21 9 16,0-10-1-16,-6-9-7 15,-14-1 9-15,-9-4-3 16,-13-4 25-16,-2 6-11 16,-10 0 2-16,-13 9-14 15,-4 9-8-15,0 10 0 16,0 10-1-16,8 9-5 15,2 2-29-15,8 3-66 0,9 13-55 16,0-1-100-16,6-2-108 16</inkml:trace>
  <inkml:trace contextRef="#ctx0" brushRef="#br0" timeOffset="120784.68">16376 11472 1122 0,'0'0'1'16,"0"0"88"-16,0 0 18 15,-84-38-98-15,76 35-9 16,5 3 0-16,3 8-36 16,0 15-134-16,0 7-147 15,0 4-361-15</inkml:trace>
  <inkml:trace contextRef="#ctx0" brushRef="#br0" timeOffset="120921.4">16320 11787 848 0,'0'0'280'0,"0"0"-278"0,-94 2 109 16,72-2-72 0,12 0-35-16,10 0-4 15,0 0-84-15,19-2-302 0</inkml:trace>
  <inkml:trace contextRef="#ctx0" brushRef="#br0" timeOffset="122773.11">15663 11883 174 0,'0'0'418'0,"0"0"-417"0,0 0 66 0,0 0 58 0,0 0-78 16,0 0-26-16,0 0 1 15,15-7-14-15,-7 34 57 16,1 9 27-16,-3 11-44 15,-3 6 26-15,-2-1-23 16,4-2-25-16,1-8-9 16,5-9-11-16,8-12-4 15,12-12-2-15,15-9 3 16,17-9-7-16,14-20-6 16,7-11-194-16,-4-7-132 15</inkml:trace>
  <inkml:trace contextRef="#ctx0" brushRef="#br0" timeOffset="124782.32">17986 11439 253 0,'0'0'73'15,"0"0"-71"-15,0 0 11 0,0 0 7 0,0 0-16 0,0 0 9 16,0 0 24-16,0 0 11 15,0 0-1-15,0 0 1 16,0 0 23-16,0 0 14 16,0 0-11-16,0 0-4 15,0-13-9-15,0-1-41 16,11-6 2-16,1-3 18 16,0-1 10-16,-2-3-1 0,2 3-6 15,-4 5 1 1,-4 4-8-16,-2 10 7 15,-2 1 4-15,0 4-12 0,0 0-30 16,0 15-5-16,0 16 0 16,0 7 15-16,0 2 2 15,0-3-7-15,-2-2 2 16,-1-3-8-16,0-5-2 16,2-7-2-16,1-6 0 15,-3-6 3-15,3-3-3 16,0-2-1-16,-2-3 1 0,2 0 0 15,0 0 14-15,0 0 1 16,0 0 7-16,0 0 7 16,-1-12 1-16,-4-6-20 15,-1-7-10-15,2-3-6 16,1-4 6-16,0-9 2 16,-2-2-2-16,1-6-3 15,1 1 2-15,-2 7 1 16,0 6 4-16,5 15-4 15,0 9-2-15,0 7 2 16,0 4 0-16,0 15-1 16,0 27-2-16,4 16 3 15,-3 10 21-15,-1 8-4 16,0 10 24-16,0 10-9 16,-7 10-19-16,-7 6-3 0,-3 1-4 15,2-6-3 1,1-11-3-16,5-18 0 0,3-23 0 15,3-21 2-15,0-16-1 16,3-11-1-16,0-4 0 16,0-3 0-16,0-10 13 15,0-20-13-15,5-19-10 16,10-19-18-16,4-16-43 16,3-14-4-16,-5-16 8 15,-2-12 16-15,-8 1-14 16,-2 7 39-16,-5 21 18 15,0 25 7-15,0 22 1 0,0 21 6 16,0 17-3 0,0 6 9-16,0 6-1 0,0 12-11 15,0 20 0 1,4 14 3-16,2 6 11 0,0-3 11 16,-1 2 3-16,1-5-5 15,3-6-15-15,5-6-5 16,2-11-2-16,4-9 0 15,7-12 4-15,6-2 3 16,9-22-1-16,5-12-4 16,-2-9-1-16,-5-1 0 15,-11-6 1-15,-8-2 2 16,-10 2-3-16,-5 10 5 16,-4 15-5-16,-2 13 6 15,0 12 17-15,0 8 2 0,0 25-24 16,-5 13-3-1,-6 7 23-15,8-3-11 0,3-6 0 16,4-1-10-16,25-7-1 16,8-4 0-16,9-12-1 15,9-11-7-15,8-9-51 16,0 0-166-16,-5-12-68 16,-10-11-578-16</inkml:trace>
  <inkml:trace contextRef="#ctx0" brushRef="#br0" timeOffset="125112.52">19493 10914 1043 0,'0'0'34'0,"0"0"75"0,0 0 85 0,0 0-101 16,-103 4-58-16,60 40 10 15,-2 15 22-15,-4 17 3 16,0 9-21-16,1 11-3 16,6 4-12-16,4 9-6 15,18-3-24-15,14-6-1 16,6-10-3-16,18-13 0 15,20-14-1-15,17-10 1 16,13-13-1-16,16-15-22 0,5-15-76 16,4-10-174-16,-5-5-125 15,-5-19-530-15</inkml:trace>
  <inkml:trace contextRef="#ctx0" brushRef="#br0" timeOffset="126370.11">20165 11240 312 0,'0'0'394'0,"0"0"-393"0,0 0 47 0,0 0 40 0,0 0-31 0,0 0-37 15,0-5-3-15,0 3 16 16,0 2 5-16,0-1 20 16,3 0-2-16,-3-1 5 15,1-2-8 1,1 0-16-16,-1 0-6 0,1-2-6 15,-2 4 12-15,0 1 1 16,0 0-4-16,0 0-7 16,0-2-10-16,0 3-5 15,0 0-2-15,0 0-2 16,0 0-1-16,0 0 2 16,0-2 1-16,0 2-1 0,0 0 2 15,0 0 0-15,0 0-1 16,0 0-2-16,0 0 2 15,0 0-3-15,0 0 3 16,0 0-3-16,0 0-3 16,0 0 3-16,0 0-5 15,0 0 1-15,0 0-3 16,0 0-1-16,0 0 1 16,0 0-2-16,0 0 0 15,0 0 1-15,0 0-1 16,0 0 0-16,0 0 2 15,0 0-2-15,0 0 2 0,0 0 0 16,0 0 0 0,0 0 1-16,0 0-1 0,0 0 0 15,0 0 4-15,1 0-2 16,-1 0 3-16,3-5-2 16,2-2 1-16,2-6 0 15,2-3-4-15,-3 0 0 16,3 4 1-16,-3 1 2 15,-5 2 1-15,-1 4 6 16,0 1 8-16,0 2 10 16,-16 1-11-16,-9 1-17 15,-11 1 0-15,-6 16 0 16,-1 5 0-16,5 7 1 0,6-2 0 16,6-1 8-1,7 2-7-15,2 0-2 0,13-5 0 16,4 1 2-1,0-4-2-15,15-1-2 0,18-1-5 16,10 0 7-16,2 4 2 16,4 1-2-16,-9 1 2 15,-8 1-2-15,-9 2 0 16,-13 0 0-16,-10 1 0 16,-11 1 0-16,-30-4 1 15,-15-1 3-15,-10 0-1 16,-2-7-2-16,1-4 1 15,10-5 0-15,9-3-1 16,18-5 2-16,8 0-3 16,16 0-6-16,6-9-76 15,0-6-153-15,30-1-149 16,6-3-266-16</inkml:trace>
  <inkml:trace contextRef="#ctx0" brushRef="#br0" timeOffset="126594.25">20432 11464 1216 0,'0'0'12'0,"0"0"29"0,0 0 173 0,-6 87-86 16,-2-41-75-16,-2 3-9 0,1 1 16 15,0-2-48 1,3-5-12-16,3-8 1 0,3-8-4 15,0-10 0-15,0-7-75 16,7-8-163-16,11-2-78 16,3-14-157-16</inkml:trace>
  <inkml:trace contextRef="#ctx0" brushRef="#br0" timeOffset="126804.03">20824 11400 1233 0,'0'0'5'0,"0"0"52"15,0 0 38-15,82-24-55 16,-16 19-10-16,1 0-24 16,-6 1-6-16,-12 1-1 15,-8-1-17-15,-9-4-273 16,0 0-376-16</inkml:trace>
  <inkml:trace contextRef="#ctx0" brushRef="#br0" timeOffset="127282.38">22033 11137 1025 0,'0'0'11'15,"0"0"69"-15,0 0 60 16,0 0-80-16,0 0-23 16,0 0-11-16,-117-39 10 15,76 56 19-15,-1 2-15 16,3 7 1-16,7-2-7 15,6 3-10-15,2 5-3 16,12-9-12-16,3 5-3 16,6-1-2-16,3-3-4 15,12 2 2-15,13-4 2 16,14 0-3-16,4 2 2 0,8-1-3 16,0-1 1-16,-1 2-3 15,-8-2 2-15,-9 4-1 16,-9-6-1-16,-14 1 1 15,-10 0 2-15,-11-3 1 16,-25 3 6-16,-16-4 0 16,-8 0 31-16,-4-3 0 15,4-1-34-15,9-3-3 0,8-2-2 16,13-2-7-16,15-4-23 16,11 0-152-16,4-2-167 15,4 0-265-15</inkml:trace>
  <inkml:trace contextRef="#ctx0" brushRef="#br0" timeOffset="127656.71">22262 11618 1141 0,'0'0'30'0,"0"0"22"0,0 0 71 0,0 0-32 0,0 0-60 0,0 0-13 15,45-56-11-15,-38 56-2 16,-2 0-2-16,-2 10-1 16,-3 13 6-16,0 2 10 15,-8 8 5-15,-14 3-4 16,0-3-10-16,0-1 3 15,6-3-2-15,6-7-1 16,10-2-3-16,0-6-2 16,13-4-2-16,22-9 4 15,9-1-4-15,9 0 0 16,2-13-2-16,-3-8-15 0,-8 0-109 16,-9-4-156-1,-6-8-262-15</inkml:trace>
  <inkml:trace contextRef="#ctx0" brushRef="#br0" timeOffset="127946.69">22556 10899 1190 0,'0'0'10'0,"0"0"46"15,0 0 19-15,0 0-15 16,0 0-11-16,103 19 26 0,-45 10-28 16,2 8-3-16,-3 7 15 15,0 10-13-15,-1 13-25 16,-2 9 40-16,-11 7-24 16,-16 5-11-16,-27 0-15 15,-21 0-11 1,-49-6-6-16,-29-3 6 0,-12-11-131 15,2-10-367-15</inkml:trace>
  <inkml:trace contextRef="#ctx0" brushRef="#br0" timeOffset="129251.87">24041 11189 173 0,'0'0'55'0,"0"0"57"0,0 0 59 0,0 0 12 16,0 0-49-16,-85-11-30 15,80 9 30-15,5 2-50 16,0 0-26-16,0 0-15 15,0 0-11-15,9 0-25 16,19-4-6-16,13 0 13 16,11-4-8-16,3 4-5 15,-2 1-2-15,-4 3-32 0,-9 0-207 16,-6 7-126-16</inkml:trace>
  <inkml:trace contextRef="#ctx0" brushRef="#br0" timeOffset="129434.18">24065 11344 841 0,'0'0'231'16,"-84"1"-230"-16,66-1 197 15,14 0-107-15,4 0-54 16,22 0-37-16,23 0 0 16,13-10 0-16,14-1 0 15,10-4-7-15,6 4-82 16,4-1-116-16,4-2-59 15,-10-1-170-15</inkml:trace>
  <inkml:trace contextRef="#ctx0" brushRef="#br0" timeOffset="129799.48">25206 11058 923 0,'0'0'69'0,"0"0"77"16,0 0 35-16,0 0-84 15,0 0-44-15,0 0-27 16,-85 37 41-16,61 0-4 16,0 3 2-16,11 3-25 15,2-1-12-15,11-2-8 0,8 0-19 16,26-5 0-16,24-7 3 16,15-10-4-16,18-12 1 15,8-6 0-15,13-2 1 16,-3-20 4-16,-5-9-6 15,-20-6 2-15,-26-9-1 16,-27-9 1-16,-21-8 7 16,-10-5-3-16,-28 2 0 15,-21 13-3-15,-14 14 1 16,-10 19-4-16,-7 18-2 16,-2 4-5-16,1 30-39 15,2 13-185-15,1 3-215 16</inkml:trace>
  <inkml:trace contextRef="#ctx0" brushRef="#br0" timeOffset="130496.38">24255 12416 780 0,'0'0'121'0,"0"0"-116"0,0 0 118 0,0 0-3 0,0 0-63 16,0 0-17-16,0 0-3 15,-41-11-3-15,59 12-22 16,17 11 30-16,18 1-14 15,11 2 11-15,12 0-23 16,3 7-12-16,0 2-2 16,-4 3-2-16,-10 3 0 15,-11 0 0-15,-17 1 0 16,-14-3 2-16,-16 3 0 16,-7 0 26-16,-22 3 19 15,-25 3-8-15,-22 4 7 16,-17 1-16-16,-10 5-13 0,-9 2-7 15,9 2-10-15,10 1-1 16,22-2-4-16,23-7-9 16,25-7-41-16,16-6-217 15,27-20-108-15,33-10-480 16</inkml:trace>
  <inkml:trace contextRef="#ctx0" brushRef="#br0" timeOffset="131450.65">25777 12422 617 0,'0'0'81'0,"0"0"-65"0,0 0 131 0,0 0-49 0,0 0-15 0,0 0-21 16,-16-27-1-16,15 27 0 16,-1 0-15-16,2-2-6 15,0 2-11-15,0 0 0 16,0 0-3-16,0 0-2 15,0 0-4-15,0 0 5 16,0-2-5-16,0 2-6 16,0 0-6-16,0 0-1 15,0 0 3-15,0 0-4 16,0 0-1-16,0 0-1 16,0 0-1-16,0 0 0 15,0 0 4-15,0 0-3 0,-1 0 6 16,1 0 3-16,-3 0 5 15,3 0 3-15,-2 0-11 16,-2 0-8-16,-9 4-1 16,-3 9-1-16,-6 5 3 15,-1 6-1-15,3 6 1 16,0 4 2-16,7 4 0 16,5 7 2-16,8-2 2 15,3-1-7-15,35-6 2 16,21-9-1-16,25-14 4 15,17-13-1-15,12-6-4 0,3-23 6 16,-11-8-5-16,-24-2-2 16,-23-5 5-16,-22-3 0 15,-21 0 4-15,-15-6 2 16,-15-1 11-16,-30 2-10 16,-14 5-11-16,-13 16-1 15,-9 17-2-15,-2 14 0 16,4 6-7-16,4 23-17 15,10 11-106-15,11 2-116 16,4-1-149-16</inkml:trace>
  <inkml:trace contextRef="#ctx0" brushRef="#br0" timeOffset="131746.72">25293 12623 905 0,'0'0'109'0,"0"0"-109"0,0 0 86 0,0 0-31 15,0 0-44-15,0 0-7 16,89-26-3-16,-64 23-1 16,-5 3 0-16,-7 0-13 0,-7 3-202 15,-6 14-213-15</inkml:trace>
  <inkml:trace contextRef="#ctx0" brushRef="#br0" timeOffset="131872.28">25324 12853 898 0,'0'0'61'0,"0"0"-61"16,0 0 35-16,0 0-34 15,103-14-1-15,-55 9-7 16,-5 4-346-16</inkml:trace>
  <inkml:trace contextRef="#ctx0" brushRef="#br0" timeOffset="132468.37">25102 13780 924 0,'0'0'19'0,"0"0"10"0,0 0 163 0,0 0-118 0,0 0-21 16,0 0-10-16,-129 109 37 15,60-50-23-15,-3 0-27 16,3-2 3-16,11 1-7 16,11-4-12-16,14-6-5 15,14-7-5-15,18-10-4 16,1-6-5-16,20-5-1 16,25-3-4-16,18-9 10 15,13-3 3-15,5-5-3 16,2 0 2-16,-7 2-2 15,-4 2-1-15,-13 5-14 0,-6 5-163 16,-6 0-83-16,-12-6-250 16</inkml:trace>
  <inkml:trace contextRef="#ctx0" brushRef="#br0" timeOffset="132680.69">25367 14136 1151 0,'0'0'8'15,"0"0"78"-15,0 0 0 16,0 0-80-16,0 0-6 0,0 0-1 16,98-42-1-1,-51 42-5-15,5 0-42 0,2 2-175 16,-9 9-125-16</inkml:trace>
  <inkml:trace contextRef="#ctx0" brushRef="#br0" timeOffset="132859.07">25575 14349 988 0,'0'0'196'0,"0"0"-194"16,0 0 93-16,0 0-82 15,0 0-13-15,47-75-2 16,11 56-5-16,16-2-3 0,6 2-176 16,3-3-111-16,-2-5-495 15</inkml:trace>
  <inkml:trace contextRef="#ctx0" brushRef="#br0" timeOffset="133185.12">26464 13975 1120 0,'0'0'25'16,"0"0"-24"-16,-96 12 98 15,69 10-7-15,8 8-6 16,3 2-13-16,8 4-24 0,8-3-18 16,3 3-9-1,22-5-9-15,16-4-5 0,15-6-2 16,16-10 6-16,7-8-7 15,-3-3-2-15,-3-8 1 16,-15-12 2-16,-14-5 0 16,-16-7 1-16,-16-6 10 15,-12-5 2-15,-15-1 19 16,-28 7-17-16,-13 6-20 16,-15 15-1-16,-8 15 0 15,-3 1-14-15,7 16-24 16,15 10-127-16,14 1-147 15,20-4-155-15</inkml:trace>
  <inkml:trace contextRef="#ctx0" brushRef="#br0" timeOffset="134885.47">15713 11858 85 0,'0'0'273'0,"0"0"-237"0,0 0 152 0,0 0-92 15,0 0-5-15,-91-24-10 0,70 24-25 16,-2 0 13-16,0 0 7 16,-1 0-23-16,-6 9 13 15,2 8-7-15,-4 9-10 16,-2 4 27-16,4 5-19 15,3 5-2-15,6 2-10 16,6 1-11-16,6 1-3 16,6 0-6-16,3-5-3 15,11-2-12-15,16-8 3 16,6-5-6-16,14-5-5 16,10-9 3-16,5-5 2 15,9-5-3-15,-3 0-2 16,-5-15 4-16,-11-4-5 15,-11-3 1-15,-10-3 2 0,-9-7 2 16,-4-5 3-16,-6-9 10 16,-7-7 1-16,-5-4-10 15,-2 0 1-15,-20 2-5 16,-7 10-1-16,-2 10 13 16,-5 6-8-16,-1 7 2 15,-4 8-3-15,-2 6-5 16,1 8 0-16,4 0 2 15,-2 2-6-15,5 14 2 16,1 7-2-16,4 8-2 16,2 5-2-16,2 3 0 0,10 1 4 15,3 6-1 1,5-4 2-16,7-1-1 0,1-1 0 16,0-5 0-16,1-3 0 15,14 1-6-15,6-5 6 16,6-3 4-16,6-3-4 15,10-9 0-15,9-4-3 16,8-9 3-16,2 0 1 16,-2 0-1-16,-9-16 0 15,-6-4 0-15,-11 0 0 16,-6-6 2-16,-7-4-2 16,-12-6 9-16,-4-10-7 15,-5-7 1-15,-5-1 2 16,-19 1-3-16,-10 4 1 15,-3 7 2-15,-4 12-4 0,-3 11 4 16,-6 12 0-16,-5 7 0 16,-5 6-4-16,2 19-1 15,6 7-1-15,4 4 0 16,12-2 0-16,10 3 1 16,8 3 0-16,7 0 0 15,8 2-1-15,3-1 1 16,0 0-1-16,5-5 0 15,12-4-1-15,6-4 0 16,5-9 2-16,5-1-4 16,7-11 2-16,1-2-2 15,4-5-17-15,-1 0-141 16,-6-11-171-16,-12-8-84 0</inkml:trace>
  <inkml:trace contextRef="#ctx0" brushRef="#br0" timeOffset="135545.34">13945 10949 358 0,'0'0'123'0,"0"0"-108"0,0 0 134 0,-60-75-48 16,48 75-4-16,2 8-50 15,-1 24-30-15,-2 22 8 16,7 12 54-16,3 25-16 16,3 17 16-16,0 25-23 15,0 27 10-15,0 25-29 16,0 25-19-16,9 19 19 16,10 12-1-16,2 7-8 15,-1 4-22-15,-6 0-6 16,-3-6 8-16,-5-1-1 15,1-11 21-15,2-6 3 0,2-16-20 16,2-20-1-16,-2-17-4 16,-2-21-5-16,-1-18-1 15,-2-21-5-15,-3-16-50 16,-3-21-49 0,0-17-42-16,0-21-9 15,0-15-18-15,-1-19-13 0,-7-6-174 16</inkml:trace>
  <inkml:trace contextRef="#ctx0" brushRef="#br0" timeOffset="136386.37">14148 10764 323 0,'0'0'30'0,"0"0"16"0,0 0 33 0,0 0-46 16,0 0 11-16,0 0-8 0,-3-3 16 16,3 3-1-16,0 0-3 0,8 0 3 15,11 4 30-15,10-1-25 16,13-2-7-16,18-1-3 15,20 0 7-15,28-8-36 16,26-9 25-16,26-6 6 16,22-2-37-16,15-2-1 15,19-3-2-15,23 1-7 16,23-5 3-16,22-1-1 16,20-5-3-16,20 2 6 15,10-1-6-15,15 3-1 0,11 5 1 16,7 2 4-16,6 2-1 15,8 2-1-15,0 7 4 16,-8 3 12-16,0 4-13 16,-6 3 14-16,-7-1-4 15,-4-1-6-15,1-2-5 16,4-6 7-16,-3-4-1 16,4-5-7-16,2 1 2 15,-8-2 10-15,-3 3-4 16,-11 2-4-16,-20 6 2 15,-14 3 1-15,-21 5-7 0,-28 6 1 16,-25 3 0-16,-24 0-2 16,-18 0-2-16,-8 6 0 15,-15 4-2-15,-10 2 1 16,-12 3 1-16,-13-1 1 16,-18 1-1-16,-10-1 3 15,-17-2 0-15,-17-1-3 16,-20-2-3-16,-22-2-1 15,-15-3-1-15,-9-2-3 16,-6-2-6-16,0 0 2 16,2 0-38-16,-2 0-38 15,0 0-42-15,1 0-15 0,3 0-49 16,2 0-195-16</inkml:trace>
  <inkml:trace contextRef="#ctx0" brushRef="#br0" timeOffset="137092.31">27223 10191 307 0,'0'0'65'0,"0"0"11"0,2 90 46 0,4-31-3 0,4 19-15 0,5 13-23 0,10 21-21 16,11 14 50-16,8 9-29 15,6 15-41-15,5 2 24 16,0 15 5-16,-4 8 8 15,4 8 3-15,-6 4-30 16,-2-5-3-16,-1-2-11 0,-1 3-9 16,2 4 13-16,3 6 39 15,1 0-52-15,4-5-23 16,7-4-1-16,2-5 6 16,5 0-5-16,-5-7-4 15,-5-4 2-15,-13-16-4 16,-14-17 4-16,-7-15-2 15,-8-20 3-15,-6-16-2 16,-6-16-1-16,-3-15 0 16,-2-16 1-16,0-8-1 15,-12-12 0-15,-10-5 0 16,-11-4 2-16,-15 0-1 16,-22-4-1-16,-22-3-3 0,-20 0 1 15,-15 1-2-15,-16 1-1 16,-12 4-1-16,-13 3 3 15,-11 1 3-15,-13 4 2 16,-11-2 1-16,-13 1-3 16,-20 3-5-16,-11-1 5 15,-31-2 0-15,-16 0 1 16,-30-2-4-16,-26-5 2 16,-26-1 1-16,-34 2 1 15,-28 0 0-15,-23 6 1 16,-19 6 6-16,-7 5 15 15,0 6-3-15,3 3 2 0,11 4-18 16,12-3-2 0,9 2-2-16,17-2-9 0,10-5 3 15,16-1-19-15,31-7 9 16,23-4-2-16,30-10-6 16,31-4-8-16,21-4-9 15,28 0-14-15,20-12-29 16,15 0-77-16,14-2 23 15,11 0-44-15,11 4-21 16,14-5-55-16,20 3-199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22:17.21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1180 3229 809 0,'0'0'111'0,"0"0"-63"0,0 0 174 0,0 0-94 16,0 0-36-16,0 0-13 15,-5-49-28-15,4 48-6 0,1 1-19 16,0 0-6 0,0 0-7-16,0 0-6 0,0 0 0 15,-2 0 1 1,2 0-4-16,0 0 1 0,0 0 0 16,0 0 1-16,-1 0 2 15,1 0 3-15,0 0-1 16,0 0-1-16,0 0-1 15,-2 0 2-15,2 0-6 16,-3 0-1-16,-4 16-3 16,-8 13-2-16,-6 13 2 15,-6 15 1-15,-7 8 0 16,1 4 0-16,2 1 0 16,4-2-1-16,3-3 0 15,6-10 1-15,6-13-1 16,9-15 0-16,0-13-2 0,3-9 1 15,0-5-4-15,0 0 2 16,15-7-1-16,12-20 4 16,7-8 3-16,1-7-3 15,-1 2 0-15,-1 11 0 16,-5 8-1-16,-7 10-1 16,3 8 1-16,-3 3-4 15,1 3 3-15,-1 11 2 16,6 2-2-16,-3-1 2 15,1-3 0-15,2-8 0 16,6 0 0-16,-3-4-4 16,-2-4-17-16,3-16-10 15,-10-8 12-15,-3-5 14 0,-11-4 2 16,-4-6 3-16,-1 0 0 16,-2 7 1-16,0 8 0 15,0 14 1-15,0 11 7 16,0 6-5-16,-12 34-1 15,0 15-3-15,-4 18 16 16,1 10 1-16,-1 7-6 16,5 7-4-16,2-4-7 15,3-5 0-15,0-15-1 16,6-16-3-16,0-20-48 16,0-20-84-16,0-14-84 15,12-19-58-15,3-28-3 0</inkml:trace>
  <inkml:trace contextRef="#ctx0" brushRef="#br0" timeOffset="409.22">1332 2860 1002 0,'0'0'14'0,"-100"53"16"0,51 3 117 16,1 19-60-16,-7 22-7 15,-11 25-39-15,-13 24 47 16,-3 23-5-16,3 17-41 16,18 3-3-16,28-14-34 15,24-21-5-15,15-31-3 16,43-28 1-16,24-29-10 16,24-26 7-16,24-29 5 15,19-14-2-15,17-45 1 0,13-24 0 16,0-21 0-16,-10-22-1 15,-26-12 0-15,-37-22-3 16,-40-15 5-16,-33-12 5 16,-27-10 0-16,-57 0 14 15,-40 15-2-15,-37 27-2 16,-12 43 3-16,-5 48 0 16,-4 43 5-16,13 30-15 15,8 46-8-15,19 24 0 0,40 22 0 16,34 4-8-16,32-1-101 15,12-1-176-15,31-3-191 16</inkml:trace>
  <inkml:trace contextRef="#ctx0" brushRef="#br0" timeOffset="2836.02">3941 3242 129 0,'0'0'56'0,"0"0"-17"0,0 0 71 0,0 0-27 0,0 0-2 15,0 0 20-15,-37-56 28 16,32 27-35-16,0-5-2 16,-1 1-24-16,3 3-19 15,1 11 20-15,1 7-21 16,1 10 44-16,0 2-50 16,-2 25-40-16,2 17 0 15,0 13 20-15,-3 9 10 16,-3 2 16-16,-4 0-6 15,5-2-22-15,2-9-13 16,3-12-4-16,0-8-2 16,0-10 0-16,0-10 0 15,0-9-1-15,3-6-2 16,-1 0 2-16,1-28 22 0,0-13-2 16,1-18-17-16,-4-12 2 15,0-14-1-15,0-12-4 16,0-4 0-16,0 3 0 15,0 21 1-15,0 24 0 16,0 27 1-16,3 23 3 16,3 3-4-16,5 33-1 15,3 14 0-15,0 14 4 16,1 6 4-16,0-1-5 16,4-4 3-16,5-5-5 15,2-7 1-15,8-14-2 16,9-10 1-16,-3-13 1 0,5-13 1 15,0-3-2 1,-1-27 3-16,-5-13-1 0,-3-16-3 16,-12-10 3-16,-9-3-2 15,-5 6-1-15,-8 18 0 16,-2 22 2-16,0 20 2 16,0 14-4-16,-6 33-8 15,-9 13 8-15,-1 9 3 16,5 3 4-16,8-4-1 15,3-3-6-15,3-6 0 16,21-10-3-16,7-13 1 16,5-8 1-16,9-16-28 15,9-6-157-15,1-9-9 0,0-21-70 16,-4-12-24-16</inkml:trace>
  <inkml:trace contextRef="#ctx0" brushRef="#br0" timeOffset="3142.94">4838 3139 49 0,'0'0'706'0,"0"0"-651"0,0 0 83 0,0 0-22 0,0 0-25 0,-83 65-17 0,66-37-10 15,5 3-17-15,8-3-20 16,4 0-13-16,0-3-5 16,19-5-4-16,15-7-3 15,7-3-1-15,6-10 3 16,0 0-1-16,-1-10 3 15,-10-13-3-15,-14-5 2 0,-19-6 6 16,-3-3 3-16,-24-5-3 16,-18 0-1-16,-10 8-1 15,-3 8-3-15,1 13 1 16,8 9-7-16,10 4 0 16,11 10-4-16,11 15-11 15,14 9-11-15,0 3-98 16,20 0-50-16,13-5-80 15,5-6-239-15</inkml:trace>
  <inkml:trace contextRef="#ctx0" brushRef="#br0" timeOffset="3472.58">5160 3202 987 0,'0'0'21'15,"31"-79"136"-15,-11 52-42 16,4 13-51-16,-5 14-38 15,4 0-11-15,-1 20 4 16,-4 13-11-16,-9 7 1 16,-5 2-3-16,-4 2 1 15,-9-4-3-15,-13-6 1 16,-2-8-3-16,3-8-1 16,3-9-1-16,11-9 5 15,1 0 8-15,6-23 3 16,0-14-16-16,3-9-5 0,18-8 4 15,9-3-3 1,0 7 2-16,1 5 0 0,0 13 2 16,-4 13-8-16,-3 14-8 15,-2 5-73-15,2 11-55 16,3 11-111-16,6 7-109 16</inkml:trace>
  <inkml:trace contextRef="#ctx0" brushRef="#br0" timeOffset="3847.01">5708 3264 584 0,'0'0'648'0,"0"0"-642"16,0 0 104-16,0 0-31 16,0 0-56-16,0 0-18 15,0-48-4-15,34 39 0 16,-1 0-1-16,6-3 1 15,-5-5 0-15,0 0-1 16,-7-4 0-16,-6-2 2 16,-14 1 5-16,-7 2-1 15,-10 5 0-15,-24 5 1 16,-11 10-3-16,-9 0 9 16,-4 16-3-16,6 11 17 15,4 3 14-15,14 7-14 16,10 0-15-16,15-1-6 15,9 1-5-15,18-4-1 0,22-6-1 16,18-7 0-16,8-9 1 16,9-6-8-16,13-5-9 15,7-6-85-15,7-17 7 16,2-9-159-16,-10-13-48 16,-11-14-398-16</inkml:trace>
  <inkml:trace contextRef="#ctx0" brushRef="#br0" timeOffset="4040.24">6636 2624 996 0,'0'0'24'16,"0"0"100"-16,0 0-4 15,0 0-102-15,-9 92 118 16,9-27-53-16,3 6-38 0,10 6 1 16,-5 1-21-1,-5 3-12-15,-3-6-10 0,0-11-3 16,0-12 0-16,0-14-2 15,-2-11-23-15,-1-17-178 16,0-10-69-16,-3-4-134 16</inkml:trace>
  <inkml:trace contextRef="#ctx0" brushRef="#br0" timeOffset="5015.1">6633 3019 1095 0,'0'0'0'0,"0"0"93"0,58-106-58 15,-9 70-20-15,6 3-14 16,5-6-1-16,-9 0-5 16,-8-7 0-16,-12-1-5 15,-13 1 6-15,-13 7 4 16,-5 9 0-16,0 17 10 16,-11 13-5-16,-8 19 16 15,-2 31-15-15,-3 19 7 16,3 14 29-16,8 0 23 15,8 4-13-15,5-3-20 16,0-8-23-16,5-9-3 16,10-10-5-16,1-14-1 15,1-15 0-15,-1-13 0 0,3-14 0 16,-1-1 6-16,6-16-2 16,1-18 6-16,2-10-9 15,-4-6 4 1,2-2-5-16,-4 7 0 0,-6 12 2 15,-3 14 2-15,-6 13 0 16,-5 6-4-16,2 23-9 16,3 12 9-16,6 7 25 15,5 2-13-15,8-2-4 16,14-7 5-16,13-1-9 16,20-6 10-16,10-12-1 15,4-4-6-15,-5-11-6 0,-7-1 2 16,-17-13-1-1,-17-17 0-15,-14-9 2 0,-13-10 5 16,-10-7-6-16,-3 5 3 16,-6 7 0-16,-16 14-5 15,-4 13 5-15,-8 17 5 16,-3 3 1-16,-5 26-12 16,8 7 3-16,11 3-1 15,10 2-2-15,9-3 0 16,4-3 0-16,2-8 0 15,16-5 0-15,6-8-1 16,6-10 0-16,6-4 1 16,3-2 4-16,2-16-4 0,0-9 4 15,-1-3-3 1,-4-3 1-16,2-1 2 0,-6 3-4 16,-11 6 1-1,-3 6 4-15,-12 10-5 0,-5 2 5 16,-1 7 1-16,0 0-6 15,2 0-3-15,-1 0-1 16,1 0 1-16,3 0-2 16,6-3-4-16,11-1 9 15,8-6 0-15,3-6 1 16,1-7-1-16,1-3 1 16,-4-1 0-16,-1 5-1 15,-12 7 0-15,-5 6 0 16,-8 8 0-16,-4 1-1 0,1 3-7 15,-1 17 4-15,4 4 4 16,2 3 6-16,0-4-6 16,4-3 3-16,2-2 1 15,5-8-4-15,5-2 3 16,3-5-3-16,6-3 4 16,2 0-4-16,2-5-5 15,6-13-94-15,10-7-171 16,5-2-63-16,4-4-483 15</inkml:trace>
  <inkml:trace contextRef="#ctx0" brushRef="#br0" timeOffset="5378.46">9344 2479 1117 0,'0'0'9'0,"0"0"-3"0,0 0 132 0,-21-77-18 0,21 71-39 16,6 4-69-16,20 2-12 16,10 0 1-16,6 0 1 15,1 18-2-15,-7 2-3 16,-11 14 3-16,-8 14 0 0,-14 7 7 16,-3 10 6-1,-15-1 3-15,-19-4 6 16,-8-3 0-16,2-6-5 0,2-8-5 15,10-7 5-15,13-10-15 16,14-7 8-16,1-7-6 16,19-6-2-16,23-6 19 15,19 0-12 1,9-4-9-16,6-20-3 0,3-11-115 16,2-15-372-16</inkml:trace>
  <inkml:trace contextRef="#ctx0" brushRef="#br0" timeOffset="6562.4">11147 2645 456 0,'0'0'31'0,"0"0"-22"0,0 0 56 0,0 0-34 0,0 0 4 0,0 0-27 16,14-56 6-16,-2 52 11 15,-3-2 2-15,-3-4 11 0,4 5 15 16,-4-5 6-16,8-5 10 16,-3 0-8-16,3-5-6 15,-2 1-10-15,1 0 5 16,-5 5-6-16,-4 6 7 15,-4 2 18-15,0 6 39 16,-21 0-39-16,-16 15-54 16,-17 17-10-16,-7 9 7 15,1 10 4-15,7 6 14 16,8 0-14-16,15 2-8 16,12-10-4-16,17-8-3 15,2-7-1-15,47-9-4 0,20-11 4 16,25-8 2-1,15-6-1-15,5-8 3 0,2-14-4 16,-5-4 0-16,-4-8 0 16,-9-4-1-16,-19-1-2 15,-25 4-7-15,-21 5 4 16,-23 6 6-16,-9 2 10 16,-12 8 1-16,-21 6-4 15,-13 6 3-15,-7 2-4 16,-3 10 0-16,4 11-2 15,11 5-2-15,11-2-2 16,13-2-2-16,9 2 0 16,8-6-3-16,5-6-4 0,24-4 9 15,13-8-4-15,9 0 3 16,7-1-2-16,0-16-1 16,-3-7-5-16,-5-2-4 15,-6 0 13-15,-12 3 0 16,-9 6 1-16,-10 7 2 15,-9 10-1-15,-4 0-1 16,0 0-1-16,0 16-11 16,6 13 11-16,1 5 3 15,5 1-2-15,2-2 0 16,11-3 0-16,7-9 1 16,8-8-2-16,8-13 1 15,5 0-1-15,5-20 2 16,0-13-2-16,-7-14 0 0,-9-15-10 15,-14-9-7-15,-10-11 13 16,-6-6 3-16,-3-6 1 16,-3-6-1-16,-3 3 2 15,-3 15-1-15,0 25 1 16,0 28 1-16,0 27 5 16,-4 15-7-16,-10 35-9 15,2 22 9-15,2 16 4 16,2 3 2-16,8 3-1 15,0 1-3-15,0 0-2 16,0-10-2-16,0-9-3 16,8-18-176-16,-4-19-170 15,4-18-353-15</inkml:trace>
  <inkml:trace contextRef="#ctx0" brushRef="#br0" timeOffset="6723.06">12521 2558 1337 0,'0'0'7'0,"0"0"-1"0,0 0 61 0,0 0-67 15,0 0-17-15,105-59-2 16,-55 73-158-16,-8 1-173 16,-7-2-216-16</inkml:trace>
  <inkml:trace contextRef="#ctx0" brushRef="#br0" timeOffset="7513.94">12902 2692 974 0,'0'0'16'15,"0"0"1"-15,0 0 75 16,127-42-36-16,-62 19-47 16,6 0 0-16,-6-4-6 15,-19-2 0-15,-13 1 0 16,-17 4 5-16,-16 4 40 15,0 7 64-15,-25 8-7 16,-14 4-44-16,-10 1-11 16,-3 4-3-16,4 14-10 0,11 9-19 15,7 5-9 1,14 5-7-16,13 0-2 0,3-3 0 16,15-3 1-16,22-5-1 15,21-9 0-15,12-3 1 16,23-9 2-16,13-5-3 15,13 0 0-15,-1-9-1 16,-3-8-2-16,-18-8 1 16,-23-6-5-16,-23-5-14 15,-23 2-7-15,-20 1 28 16,-8 7 9-16,-12 6 0 16,-23 8-4-16,-14 8 6 15,-6 4-1-15,2 2 3 16,6 21-1-16,10 11-8 0,10 0-3 15,9 2 1-15,12 0-2 16,6-8-3-16,3-4 1 16,23-7 2-16,6-7 0 15,7-10-5-15,4 0-14 16,-2 0-21-16,1-16 9 16,-2-3 11-16,-6 0 11 15,-6 2 9-15,-10 6 1 16,-7 7-1-16,-5 4 0 15,-2 15-2-15,2 27 2 16,3 21 8-16,6 27 6 16,-1 23 28-16,2 18 1 15,-4 11-40-15,-12 1-1 0,0-2-1 16,-12-5 0 0,-21-18-2-16,-13-13 0 0,-14-28-1 15,-14-25-64-15,-14-24 2 16,-2-26 55-16,4-12 9 15,6-36 3-15,12-19 8 16,9-21-1-16,18-18 8 16,24-14 2-16,17-14-9 15,14-7-5-15,43 3-6 16,20 3-4-16,18 21 0 16,12 23-65-16,-2 26-108 15,-3 18 43-15,-5 14-53 0,-8 8 7 16,-2 5-64-16,-6 2-170 15</inkml:trace>
  <inkml:trace contextRef="#ctx0" brushRef="#br0" timeOffset="8578.29">14528 2545 431 0,'0'0'427'0,"0"0"-345"0,0 0 141 0,0 0-124 16,-103-57-20-16,61 63 9 15,3 20-37-15,10 9-15 16,11 2 2-16,10 1-30 15,8-3-2-15,0 1-4 16,23-4 0-16,11-7 1 16,9-2-3-16,11-10 4 15,1-5-4-15,0-8-2 0,-10 0-7 16,-7-19-48-16,-10-12-10 16,-13-14 10-16,-15-14 38 15,0-4 13-15,-29 4 6 16,-9 9 3-16,-9 18 0 15,-2 17 22-15,3 15 37 16,0 0-25-16,11 28-22 16,14 9-3-16,11 7-1 15,10 7-3-15,18-2-3 16,16-5-2-16,11-6 1 16,6-8-4-16,4-9-2 0,0-11 2 15,-3-9 0 1,1-1 0-16,-3-18-2 0,-3-13-25 15,-7-14 18-15,-6-13-8 16,-10-1 10-16,-9 2 7 16,-9 14 1-16,-6 16 2 15,0 12 4-15,0 15 24 16,0 3-11-16,-6 22-20 16,-3 8 0-16,3 9 8 15,6-5-7-15,0-2 0 16,16-1 1-16,5-9-1 15,2-6-1-15,4-10 2 16,2-5-1-16,3-4 1 16,1 0-2-16,-2-20-7 15,-3-9-5-15,-4-10-7 0,-5-4 3 16,-8 2 6-16,-8 6 4 16,-3 10 6-16,0 15 1 15,0 9 4-15,-3 1-5 16,-10 19 1-16,-1 14-1 15,3 7 5-15,8 3-2 16,3-6-1-16,0-1 0 16,14-5-2-16,10-6 4 15,7-7-1-15,4-6-2 16,6-6 1-16,2-6-2 16,1 0 0-16,-5-8-17 15,-6-16-16-15,-5-8-7 0,-9-8 15 16,-5-10 20-16,-9 0 2 15,-5 6 3-15,0 11 1 16,-11 17 3-16,-3 9 23 16,-1 7 6-16,2 5-24 15,-2 25-9-15,5 10 9 16,7 6-4-16,3-1-2 16,0-7-1-16,10-5-2 15,11-5 2-15,3-9-2 16,5-7 2-16,4-7 0 15,2-5-1-15,2 0 3 16,0-19-4-16,-1-4-2 16,0-10-11-16,-5-11-9 15,-1-1 3-15,-4-2 2 16,-4 5 8-16,-6 17 6 0,-7 15 3 16,-4 8 0-16,-1 2-1 15,-1 20-20-15,0 14 21 16,3 7 16-16,-3 0-4 15,0-3 10-15,-3-6-2 16,0-5-16-16,0-2-2 16,-9-8 0-16,-13-5-2 15,-13-6-73-15,-8-6-275 16</inkml:trace>
  <inkml:trace contextRef="#ctx0" brushRef="#br0" timeOffset="8721.91">15390 2338 1368 0,'0'0'49'0,"0"0"71"0,0 0-70 0,-8-78-50 0,18 69-2 16,11-3-143-16,3-6-395 16</inkml:trace>
  <inkml:trace contextRef="#ctx0" brushRef="#br0" timeOffset="9162.53">17218 2396 1135 0,'0'0'102'0,"0"0"-80"16,0 0 158-16,0 0-103 16,0 0-65-16,0 0 2 15,96-19 21-15,-18 9-9 16,13-3-24-16,10 1-2 15,3-1-4-15,8-3-175 16,1-3-242-16</inkml:trace>
  <inkml:trace contextRef="#ctx0" brushRef="#br0" timeOffset="9611.79">19217 1907 1501 0,'0'0'0'0,"0"0"1"16,0 0 23-16,-43 85 99 16,21-20-44-16,-8 16-20 15,-5 6-27-15,-1 7-11 16,1 0-15-16,11-8-4 16,8-8-4-16,10-14 6 15,6-14-7-15,0-21 3 16,0-13-5-16,1-16-8 15,14-20-10-15,7-31 2 16,8-26 6-16,2-22 14 16,1-17 1-16,6-11 1 0,2-10 0 15,1 2 1-15,1 15-2 16,-7 27 2-16,-6 32-1 16,-9 30 3-16,-10 25 2 15,0 9-6-15,2 38-10 16,10 27 10-16,2 21 11 15,0 13 3-15,1 8-1 16,-1 2 3-16,6-6-4 16,1-6-12-16,-3-8 0 15,-4-11-2-15,-5-13 2 0,-5-16-1 16,-6-20-3-16,-7-15-53 16,-2-17-179-16,0 0-78 15,-23-26-112-15</inkml:trace>
  <inkml:trace contextRef="#ctx0" brushRef="#br0" timeOffset="9781.54">19022 2396 1156 0,'0'0'69'0,"0"0"-38"0,0 0 123 0,0 0-114 15,115-19-30-15,-33 18-5 0,3-2-4 16,4-3-2-1,-2-7-12-15,-8-9-220 0,-7-14-218 16</inkml:trace>
  <inkml:trace contextRef="#ctx0" brushRef="#br0" timeOffset="10331.43">20078 1940 1099 0,'0'0'29'16,"0"0"10"-16,0 0 65 15,-24 83 42-15,24-28-66 0,0 9-26 16,0 3 8 0,0 6-17-16,2-2-22 15,-2-4-9-15,0-4-11 0,0-8-1 16,0-14-2-16,0-13 0 16,0-15-1-16,0-13 1 15,0 0 0-15,0-31 12 16,0-17-12-16,0-17-22 15,0-15 16-15,0-6 4 16,0-15-1-16,4-3 2 16,3 6 1-16,-2 15 0 15,-2 23 1-15,-3 22 1 16,3 20 3-16,-1 18 1 16,4 2-6-16,8 32-17 15,11 17 17-15,6 12 11 16,7 5-3-16,6 4 2 0,3-3 2 15,4 1-4-15,1-11-2 16,-3-7-3-16,-4-10-2 16,-6-16-1-16,-7-13 3 15,1-13 2-15,-5 0 4 16,-3-23 0-16,-1-17 3 16,-5-13-6-16,-7-14 5 15,-4-13 3-15,-8-9-8 16,0-1-5-16,-2 2-1 15,-10 15 1-15,-4 18-1 16,4 21 0-16,6 21-8 16,-4 13-1-16,-1 18-45 15,-4 22-71-15,12 13-41 0,3 3-137 16,7-7-100-16</inkml:trace>
  <inkml:trace contextRef="#ctx0" brushRef="#br0" timeOffset="10721.15">21188 1938 459 0,'0'0'584'0,"0"0"-496"0,0 0 136 0,0 0-127 16,0 0-83-16,0 0-3 15,-85 50 20-15,70 6 16 0,9 1-20 16,6 2-13-16,0 0-3 15,18-4 3-15,12-5-10 16,7-7-3-16,9-10 2 16,4-10 1-16,7-14 2 15,2-9 0-15,-2 0 0 16,-7-26 0-16,-6-17 3 16,-8-13-2-16,-8-16-3 15,-12-11-1-15,-14-5 0 16,-2 0-2-16,-26 8 3 15,-16 17-2-15,-8 19 0 16,-8 21-2-16,0 20 0 16,-3 9-5-16,2 30-1 15,4 14-4-15,15 12-2 0,13 3-21 16,18 2-159-16,9-7-46 16,11-9-93-16</inkml:trace>
  <inkml:trace contextRef="#ctx0" brushRef="#br0" timeOffset="11138.43">21897 1823 1073 0,'0'0'109'15,"0"0"144"-15,0 0-114 16,0 0-25-16,0 0-114 0,0 0-7 15,37 62 7-15,-16-1 17 16,3 6-4-16,1-2 6 16,4-2 1-16,-1-3-6 15,5-8-11-15,-2-9 0 16,-1-12-3-16,-2-10 3 16,-5-15-3-16,-3-6 4 15,6-2 2-15,-4-26 5 16,1-13-7-16,-1-15 1 15,-5-11 0-15,-4-11-4 16,-3-5-1-16,-5 1 1 16,-4 7-1-16,-1 18 0 15,0 21 0-15,0 17 0 0,0 17-5 16,-7 2-17-16,-4 27-112 16,0 12 41-16,4 8-137 15,7 0-32-15,8-7-103 16</inkml:trace>
  <inkml:trace contextRef="#ctx0" brushRef="#br0" timeOffset="11596.76">22804 1882 1004 0,'0'0'29'0,"0"0"186"15,16-76-10-15,-16 75-52 0,0 4-112 16,-13 30-38-1,-10 17-3-15,-3 11 34 0,2 4-12 16,6 1 4-16,1 3-6 16,5-10-10-16,4-3-6 15,3-10-4-15,1-11 1 16,4-12-2-16,0-8 1 16,0-11-3-16,0-4 3 15,0-10 6-15,13-22 1 16,-1-20-7-16,3-9-6 15,4-16 0-15,2-8 1 16,3-15 0-16,9-8 5 16,1-4 0-16,-1 11 0 0,0 16 0 15,-8 29 1 1,-7 25 1-16,-5 22-2 16,-2 14-2-16,8 39-12 0,8 20 14 15,6 19 4-15,1 8 0 16,-4 1-2-16,-4 2 2 15,-2-8 3-15,-7-5-2 16,-6-12-5-16,-8-7-1 16,-3-10 0-16,0-13-5 15,-8-8-7-15,-9-12-207 16,0-13-232-16,-4-6-333 16</inkml:trace>
  <inkml:trace contextRef="#ctx0" brushRef="#br0" timeOffset="11735.57">22758 2115 1113 0,'0'0'56'0,"0"0"78"0,107-35-92 0,-31 33-31 16,6 2-11-16,9 0-16 16,3 0-255-16,5 0-692 15</inkml:trace>
  <inkml:trace contextRef="#ctx0" brushRef="#br0" timeOffset="11909.67">24172 2308 385 0,'0'0'960'0,"0"0"-814"0,0 0 14 15,0 0-90-15,0 0-66 16,0 0-4-16,30-12-16 15,-30 29-200-15,-13-4-414 16</inkml:trace>
  <inkml:trace contextRef="#ctx0" brushRef="#br0" timeOffset="14548.5">19329 3237 920 0,'0'0'13'0,"0"0"-11"0,0 0 24 0,0 0 61 0,0 0-63 16,0 0-23-16,147-61 18 16,-55 48 18-16,27-5-7 15,32 0 5-15,32-3 7 16,31-3-3-16,33-6-9 15,26-2-7-15,20-5-16 16,13-7-6-16,4-3 0 16,-1-5 2-16,-11-5-3 15,-20 3-3-15,-29-1 2 16,-34 5-3-16,-33 5 3 16,-32 10 0-16,-26 4-3 15,-28 6 0-15,-26 6 3 0,-25 5 0 16,-20 5 1-16,-18 4 0 15,-7 2-16-15,0 3-100 16,-4-3-93-16,-17 3-37 16,-6 0-148-16</inkml:trace>
  <inkml:trace contextRef="#ctx0" brushRef="#br0" timeOffset="17159.71">7188 5579 943 0,'0'0'10'0,"0"0"119"0,0 0 26 0,0 0-124 0,0 0 13 16,0 0 3-16,-3-20-25 15,10 28-21-15,17 25 0 16,8 14 132-16,-1 13-73 16,0 19-18-16,-7 16-15 0,0 12 13 15,-5 3-24 1,1-4-13-16,-1-19 5 0,2-19-7 16,1-23-1-16,-4-13 6 15,-7-15-5-15,-4-11 0 16,3-6 3-16,6-25 19 15,7-24 19-15,6-23-30 16,2-13-7-16,-6-16 1 16,-2-9-5-16,-1-6 0 15,-4-4-1-15,-6 10 1 16,-4 21-1-16,-4 24-4 16,-4 27 4-16,0 23-2 15,0 15-40-15,4 14-107 16,4 25-122-16,4 16 114 0,7 7-209 15,5 7-315-15</inkml:trace>
  <inkml:trace contextRef="#ctx0" brushRef="#br0" timeOffset="17959.57">8278 6127 793 0,'0'0'294'15,"5"-113"-287"-15,-5 51 111 16,0 1-84-16,-8 12 28 16,-17 16-25-16,-3 13 23 0,-14 13 22 15,-6 7-43 1,-5 10-22-16,-4 21 2 0,9 12-6 16,6 8-5-16,14 2 10 15,7-1-15-15,13-4-3 16,8-7-9-16,5-5 5 15,28-10-1-15,13-8 0 16,9-12 1 0,8-6 2-16,0-5-8 0,-8-22-58 15,-11-10 15-15,-12-7 17 16,-14-8 28-16,-9 4 8 16,-9 9 4-16,0 14 7 15,0 14 24-15,-3 11 41 16,-8 6-21-16,-1 26-55 15,-4 9 0-15,4 7 4 0,12-5-4 16,0-3 0-16,9-3-3 16,18-4 1-16,4-8-2 15,10-9 0-15,6-11 2 16,3-5 2-16,-1-5 3 16,-4-22-3-16,-2-9-1 15,-6-12 0-15,-4-10-1 16,-8-6-8-16,-8 1 10 15,-9 7 1-15,-8 14 0 16,0 17 7-16,0 17 4 0,0 8 0 16,-1 11-12-1,-9 23 4-15,2 15-4 16,5 4 18-16,3 0-12 0,0-6-3 16,15-5-3-16,11-6-5 15,0-11 5-15,3-5-1 16,5-14 0-1,5-6 1-15,10-4 5 0,2-23-5 16,-6-5-1-16,-13-12-4 16,-2-11-4-16,-11-1 4 15,-11 6 5-15,-3 13 5 16,-5 16-4-16,0 13 10 16,0 8 9-16,0 22-9 15,-11 15-7-15,-2 11 27 16,4 1-3-16,4-1-18 0,5-5-10 15,0 1 0-15,2-8 0 16,8-11-4-16,5-8-30 16,2-9-166-16,0-8-126 15,-3-12-260-15</inkml:trace>
  <inkml:trace contextRef="#ctx0" brushRef="#br0" timeOffset="18260.34">9087 5481 1217 0,'0'0'2'0,"0"0"109"0,0 0-19 0,0 0-80 0,0 0 2 16,-69 80-12-16,95-57 4 16,9-3-5-16,3-4-1 15,2-7 0 1,-5-9 0-16,-10 0-4 0,-4-6-10 15,-14-14 14-15,-7-6 0 16,0-1 11-16,-18 1-3 16,-12 9 1-16,-1 8 8 15,-9 9-17-15,1 0 0 16,8 19-6-16,-1 14 0 16,9 9-4-16,9 5-27 15,11 5-93-15,3 3-50 16,9-2-40-16,16 4-130 15</inkml:trace>
  <inkml:trace contextRef="#ctx0" brushRef="#br0" timeOffset="19599.46">9666 5957 900 0,'0'0'41'15,"0"-98"212"-15,0 56-151 16,-15 13 22-16,-6 11-2 15,-4 12-70-15,-7 6-5 16,-1 14-25-16,-4 19-16 16,7 9 1-16,3 10-5 0,7 0 6 15,11 1-8-15,7-8-1 16,2-11 0-16,6-6-2 16,13-10 0-16,4-8-2 15,7-10 4-15,1 0 1 16,5-16-15-1,-2-15-34-15,-1-8 8 0,-3-9 18 16,-8-6 10-16,-4 8 8 16,-9 7 5-16,-4 19 2 15,-4 10 5-15,-1 10 18 16,0 4-14-16,0 22-10 16,-9 12 9-16,0 5 16 0,6-2-20 15,3-3 2-15,3-4 0 16,15-8-5-16,8-4-3 15,0-9 0-15,9-11 0 16,8-2 3 0,-1-13 0-16,1-21-2 0,0-13-1 15,-7-16-15-15,0-12-16 16,-9-8 9-16,-4-12-4 16,-10-5 14-16,-10-8 4 15,-3 6 7-15,0 20 1 16,-14 27 1-16,1 28 4 15,1 27 22-15,-6 29-10 0,3 32-11 16,-3 24-6 0,9 12 11-16,9 5 3 0,0-1 2 15,9 0-4-15,10-8 0 16,4-11-5-16,2-17-5 16,-1-16-1-16,-3-20-2 15,-6-15 2-15,-5-14-1 16,-2-10 8-16,-1-23 11 15,3-17-18-15,-2-9 0 16,-5-4 2-16,3 6-2 16,0 10 2-16,1 14-3 15,1 14 0-15,-2 9 0 16,3 10 0-16,10 0-11 0,5 22 1 16,9 10 8-1,-3 8 0-15,-8 5 1 0,-4-2 1 16,-6-3 0-16,-6-6-2 15,-6-5 1-15,0-4 1 16,-24-9 2-16,-10-3-2 16,-9-5 3-16,-2-5-2 15,-3-3-1-15,3 0-3 16,8 0 2-16,10 0 0 16,11 0-3-16,10 0 3 15,6 0-2-15,0 6-8 16,28 2-3-16,11 1 14 15,13-3 2-15,6-6 1 16,0 0-3-16,2-8 2 16,1-12-2-16,3-6 5 15,-1-11-4-15,3-9 1 16,-4-16-1-16,-4-12 0 0,-11-12-1 16,-13-13-6-1,-16-6-8-15,-12-5-4 0,-6 5-4 16,-9 23 15-16,-15 25 7 15,-3 30 0-15,-4 27 0 16,-3 13-2-16,-2 31 0 16,6 18 2-16,8 9 2 15,16 8 7-15,6-1 6 16,0-4-1-16,22-7-10 16,6-8 0-16,7-7-4 15,2-10-9-15,5-12 9 16,4-18 0-16,2-12-2 15,9-9 2-15,-1-24-9 0,-2-6-8 16,-9-10-6-16,-12-6 10 16,-11-3 1-1,-16-5 8-15,-6 10 4 0,0 14 1 16,-20 16 7-16,-8 21 12 16,-6 7 10-16,-5 30-14 15,3 18 16-15,11 4 17 16,17 7-1-16,8 0-15 15,12 0 11-15,21-7-25 16,7-8-12-16,11-14-5 16,3-13-2-16,9-10 0 15,8-12-18-15,11 0-152 0,6-18-228 16,11-16-818-16</inkml:trace>
  <inkml:trace contextRef="#ctx0" brushRef="#br0" timeOffset="20346.66">12699 5629 945 0,'0'0'2'0,"0"0"-1"0,0 0 195 0,0 0-115 0,0 0-81 0,0 0 2 15,0 24-2-15,13 9 34 16,1-2 0-16,1-2 3 16,4-7-13-16,2-5-13 15,6-5 10-15,6-8 1 16,7-4 8-16,6-6 3 0,7-19-11 15,5-9-8-15,-2-7-3 16,-2-6-4-16,-12-2 2 16,-4 3 6-1,-12 4 13-15,-7 12 22 0,-8 10-22 16,-5 13 1-16,0 7-29 16,1 10-4-16,8 18-3 15,5 8 7-15,0 1 3 16,0-2-2-16,2-1-1 15,-3-4 1-15,-5-6-1 16,-8-7 1-16,-4-2-1 0,-2-1 0 16,0-6 0-1,-14 3-5-15,2-5-146 0,-1-5-165 16,4-1-288 0</inkml:trace>
  <inkml:trace contextRef="#ctx0" brushRef="#br0" timeOffset="20788.49">14582 5017 1136 0,'0'0'54'0,"0"0"-9"0,0 0 95 0,0 0-84 0,0 0-49 0,103-31 5 16,-18 12 10 0,10-4 4-16,1 7-11 0,-8-1-5 15,-15 10-10-15,-17 6-6 16,-17 1-8-16,-15 0-280 15,-21 7-249-15</inkml:trace>
  <inkml:trace contextRef="#ctx0" brushRef="#br0" timeOffset="20986.25">14956 5053 865 0,'0'0'331'16,"0"0"-315"-16,-12 95 62 15,14-43 30-15,16 4-13 0,2 8-39 16,-1 0 1-16,-3 3-29 16,-6-2-8-16,-4-3-17 15,-1-6-3-15,-3-8-2 16,2-10-3 0,3-11-163-16,2-15-218 0,2-12-303 15</inkml:trace>
  <inkml:trace contextRef="#ctx0" brushRef="#br0" timeOffset="21320.49">15211 5332 1326 0,'0'0'1'0,"0"0"127"16,0 0-65-16,96-40-54 15,-33 45 8-15,2 21-6 16,-10 11 5-16,-10 9-6 15,-13 2-2-15,-18 4-7 16,-14-3 0-16,0-5-1 16,-22-4 2-16,-8-9 0 15,2-10-1-15,4-12 1 16,5-6-2-16,4-3 6 16,7-19 4-16,7-17-10 15,1-9 0-15,6-10-7 0,22-7 3 16,5-6-8-16,10 1-17 15,0 5-66-15,-1 12-67 16,0 21-20-16,-9 17-64 16,-10 12-254-16</inkml:trace>
  <inkml:trace contextRef="#ctx0" brushRef="#br0" timeOffset="22221.86">15805 5553 1187 0,'0'0'4'16,"0"0"99"-16,0 0-77 15,64-81-21-15,-18 54-4 16,1-1 0-16,-4-5-1 16,-12 4 4-1,-8 1 0-15,-10 5-2 0,-8 5 10 16,-5 4 14-16,0 3 45 15,-14 9-24-15,-13 2-36 16,-3 0-7-16,-4 19 1 16,-1 12-2-16,6 7 1 15,8 1 8-15,5 3-2 16,11-3-6-16,5-4 1 16,12-3-3-16,24-5-1 15,13-11 9-15,20-9-9 16,15-7 4-16,14 0 1 0,15-5 0 15,5-10-3-15,-5-9-2 16,-11-9 3-16,-19-5-2 16,-21-7 3-16,-23-6 1 15,-19 1 3-15,-17 5-2 16,-3 10 5-16,-19 12 3 16,-14 8 48-16,-7 11-22 15,-8 4-18-15,3 22-11 16,1 9-12-16,8 9 3 15,8-2-3-15,8 2 0 16,11-3-1-16,9-5-2 16,0-6 0-16,18-4-1 0,7-9 3 15,5-8-1-15,4-5 4 16,-1 0-4-16,3-14 2 16,3-15-3-16,0-4-7 15,-2-12 3-15,-7 4 6 16,-11 0-1-16,-7 9 2 15,-7 14 3-15,-5 9-2 16,0 9 6-16,0 0-7 16,-8 21-9-16,-5 10 7 15,2 7 0-15,10-1 4 16,1-3-3-16,6-2 1 0,19-4 0 16,6-6 2-1,7-8-2-15,2-9 0 0,8-5 0 16,-2-7-1-16,2-20 1 15,-5-8-9-15,-3-11-13 16,-7-11-8-16,-9-9 16 16,-6-13 9-16,-9-6 3 15,-7-7 2-15,-2 2 0 16,0 15 3-16,-6 20 0 16,0 23 0-16,1 18 2 15,-1 14-5-15,-1 38-5 16,1 18-1-16,3 19 6 15,3 4 10-15,0 5-1 16,4 0-6-16,6-5 1 0,-4-8-4 16,-1-8 0-16,-2-11-3 15,-3-11-28-15,2-15-239 16,-1-18-97-16,1-8-486 16</inkml:trace>
  <inkml:trace contextRef="#ctx0" brushRef="#br0" timeOffset="23908.52">17237 5225 1107 0,'0'0'204'0,"0"0"-194"0,0 0 178 0,0 0-168 0,0 0-20 16,106-68-7-16,-61 68 7 15,-3-1-6-15,-5 1 6 0,-4 0-7 16,-6 0-10-16,-3 0-48 15,-8 0 3-15,1 5 32 16,-7 7 21-16,-4 5 5 16,-2 7 2-16,-4 3 2 15,0 4 11-15,-8 1 56 16,-4 0 20-16,2-1-23 16,2-2-26-16,5-5 1 15,0-6-5-15,3-5-19 16,0-8-8-16,0-2-7 15,0-3 8-15,6-6 6 16,12-16 3-16,4-7-13 16,2-12 2-16,3-3-4 15,-2-3-1-15,5-2 0 0,-2 6 3 16,-6 8-4-16,-5 15 0 16,-8 11 1-16,-5 9-1 15,-2 2-7-15,-1 25-12 16,1 8 19-16,-2 7 9 15,0-3-3-15,0-2-2 16,0-2-1-16,0-7-3 16,0-9 3-16,0-5-3 15,0-9 0-15,0-5 1 16,9 0 3-16,9-1 4 0,4-19-1 16,7-3-4-1,1-9-1-15,1-5-1 16,2-6 0-16,2-3 0 0,-4 8-1 15,-5 9 1-15,-8 10-1 16,-9 11 1-16,-3 8-1 16,-6 4-5-16,0 25-14 15,0 9 19-15,0 5 1 16,0-4-1-16,0-1 0 16,7-4 0-16,5-9 3 15,7-6-1-15,8-7 0 16,8-8 1-16,4-4 0 15,8 0-3-15,4-4 1 16,1-15-1-16,-4-8 0 16,-6-6 1-16,-8-10-2 0,-10-3 0 15,-14-2-3-15,-5 3-5 16,-5 12 3-16,-9 9 6 16,-12 12-3-16,-4 12 0 15,-5 0 1-15,0 14-2 16,9 15 4-16,2 1 0 15,10 5 0-15,9-4 0 16,0 1-2-16,20-4 0 16,24-5 2-16,20-5-1 15,9-4 1-15,2-10-10 16,-14-4-119-16,-16-3-39 16,-11-26 17-16,-10-10 76 15,-6-10 46-15,-5-6 29 16,-4 4 0-16,-2 7 5 0,0 13 38 15,-4 15 12-15,-2 15 4 16,-1 1-4-16,0 23-54 16,0 10 19-16,0 7 31 15,-1 1-32-15,1-6 2 16,0-4-4-16,0-5-11 16,0-8-4-16,7-6 1 15,8-7-3-15,0-5 9 16,7 0-1-16,4-5-2 15,0-17-2-15,0-6-3 0,2-6 3 16,-1-5-4 0,-2-4 4-16,-4 8-4 0,-7 8 1 15,-5 7 0-15,-2 15 0 16,-7 2 0-16,5 3-2 16,-5 20-9-16,4 13 10 15,-1 10 26-15,0 0-19 16,0-3 6-16,4-3 6 15,2-6-10-15,5-4-5 16,4-10 1-16,1-2-4 16,7-7 4-16,0-8 0 15,7 0-1-15,2-8 5 16,-1-13-6-16,3-8 0 16,-6-8 0-16,-2-11-2 15,-5-12 1-15,-2-8-2 16,-3-13 0-16,-2-12 2 15,-1-10-2-15,-4-5 0 0,0 2 1 16,-6 16-1-16,-3 19 1 16,-3 27 3-16,0 23-2 15,0 17-2-15,0 6-1 16,-9 31-20-16,-6 18 21 16,5 16 4-16,1 12-2 15,9 11 5-15,0 3-2 16,0 9 0-16,9-8-4 15,6-7 2-15,6-5-2 16,-1-12-2-16,9-14 1 0,-4-18 0 16,2-10 0-1,3-19 0-15,0-9 1 0,4 0 4 16,2-20-5-16,-1-13 0 16,0-11-1-16,-4-5 1 15,4-9-2-15,-6 3 2 16,-6 5 1-16,-4 15 1 15,-10 17 3-15,0 10-4 16,-7 8 5-16,-1 0-6 16,4 14-4-16,7 14 0 15,4 11 3-15,3 0 2 16,-2-2 4-16,0 1-4 16,-3-5-1-16,-2-5 1 15,-5-7-1-15,-5-3 0 0,-2-6-3 16,-13-5-7-16,-20-6-93 15,-8-1-176-15,-5-7-178 16</inkml:trace>
  <inkml:trace contextRef="#ctx0" brushRef="#br0" timeOffset="24061.64">19680 4714 1198 0,'0'0'0'0,"94"-35"-10"0,-21 28 10 0,14 1 0 0,5 5-5 0,-6-4-280 15</inkml:trace>
  <inkml:trace contextRef="#ctx0" brushRef="#br0" timeOffset="24609.35">17461 6825 968 0,'0'0'187'0,"0"0"-186"0,0 0 148 16,0 0-42-16,0 0-83 16,0 0-5-16,-33 91 69 15,24-35-33-15,8 2-30 16,1 3 5-16,15-6-20 15,24-4-2-15,19-10 1 16,21-10-2-16,12-9-2 16,9-10 3-16,5-12-6 15,-7 0-2-15,-10-11-3 16,-15-13-14-16,-17-6-151 16,-21-13-70-16,-22-8-13 15,-13-2-172-15</inkml:trace>
  <inkml:trace contextRef="#ctx0" brushRef="#br0" timeOffset="24814.43">18164 6843 625 0,'0'0'117'0,"0"0"20"15,0 0 1-15,0 0-117 16,0 0 8-16,0 0 118 16,51 120-76-16,-1-65-1 15,10 5 25-15,6-4-34 16,-4-4-26-16,-12-3-26 15,-24-12-8-15,-26-1-1 16,-22-3 2-16,-42-4-2 16,-33-2 0-16,-22-7-193 15,-4-8-253-15</inkml:trace>
  <inkml:trace contextRef="#ctx0" brushRef="#br0" timeOffset="25538.2">18855 6845 458 0,'0'0'438'0,"0"0"-437"0,0 0 76 0,0 0 62 0,0 0-86 0,0 0-15 0,0 0-11 0,0-69-1 15,0 69-13-15,0 0-3 16,0 0 1-16,0 0 5 16,0 0 7-16,0 0-3 15,0 0-4-15,0 0-7 16,0 0 0-16,0 0 3 15,0 0-3-15,0 0-1 0,0 0-3 16,0 0 1-16,0 0 1 16,0 0-2-16,0 0-4 15,0 0 0-15,0 0-1 16,0 0 0-16,0 0 0 16,0 0 0-16,0 0 0 15,0 0-1-15,0 0 1 16,0 0-5-16,0 0-1 15,0 0-43-15,0 6-299 16,-2-2-250-16</inkml:trace>
  <inkml:trace contextRef="#ctx0" brushRef="#br0" timeOffset="29661.64">6943 9574 862 0,'0'0'36'0,"0"0"15"0,0 0 96 16,0 0-34-16,0 0-57 15,0 0-49-15,0 0 7 16,-13 138 88-16,5-58-64 15,-5-1 22-15,4 4-27 0,-6-1-10 16,0-3-12 0,1-7-8-16,0-16-3 0,3-14 0 15,5-18 0-15,2-11-1 16,4-9-2-16,0-4-13 16,0-19-43-16,15-20 21 15,2-23-54-15,0-14 36 16,-2-8 30-16,-6-17-4 15,-2-10 24-15,-1-1 6 16,-1 11 0-16,5 22 11 16,-2 32 13-16,-4 24 79 15,-1 22-8-15,7 6-89 16,4 32 12-16,11 15-3 16,7 15 32-16,2 8-34 15,3-2 6-15,9 2 9 0,2-6-21 16,6-12-4-16,-5-12-2 15,-1-14-1-15,-5-12 0 16,-6-13 1-16,-2-6 5 16,-4-17 11-16,-3-24 1 15,-4-14-9-15,-7-15 0 16,-11-17-2-16,-6-6 0 16,0 6-4-16,-3 15-3 15,-8 23-2-15,1 23-3 16,4 19-25-16,2 7-35 15,2 21-138-15,2 17-3 16,0 7 4-16,2 1-211 0</inkml:trace>
  <inkml:trace contextRef="#ctx0" brushRef="#br0" timeOffset="31172.42">7819 9726 1043 0,'0'0'70'0,"0"0"114"0,0 0-8 16,0 0-157-16,0 0-19 16,0 0 1-16,-5 61 24 15,1-26 24-15,2-2 1 16,2-2-6-16,0-5-36 16,0-7-7-16,14-5-1 0,5-8-2 15,5-6 2 1,9 0 5-16,4-7-2 15,-1-16-2-15,-3-5 1 16,-5-10-2-16,-10-2 1 0,-6 1 0 16,-9 12-1-16,-3 9 1 15,0 11 2-15,0 7 2 16,-3 7-5-16,-15 19-11 16,-4 11 6-16,7 3 5 15,9-6-4-15,6-3 3 16,0-4-5-16,10-4 3 15,14-9 3-15,12-5-5 0,15-6 5 16,10-3 2 0,6-4-2-16,3-16-3 0,-9-7-7 15,-10-7-31-15,-14-5 10 16,-8 0 26-16,-14 3 5 16,-5 13 3-1,-7 13 7-15,-3 5 41 0,0 5-9 16,0 7-42-16,0 24-4 15,-9 7 4-15,-1 3 6 16,7 1-4-16,3-5 2 16,0-6-1-16,0-7-3 15,0-9 0-15,0-7-2 16,6-6 1-16,2-2 1 16,6-10 10-16,13-16 4 15,3-12-11-15,1-8-1 16,-3 3 1-16,-8 7-3 15,-4 9 0-15,-8 13 6 0,-5 9-5 16,-3 5-1-16,0 0-2 16,3 21-16-16,2 7 18 15,3 3 9-15,-2 3-6 16,0-7 0-16,0-3-2 16,1-7 0-16,1-5-1 15,-2-4-1-15,-2-5 1 16,5-3 0-16,9 0 4 15,9-17 11-15,6-9-13 16,4-11 6-16,-2-1-5 16,0 1-2-16,-9 6-1 0,-10 11 1 15,-5 9 0-15,-8 10-1 16,-3 1-5-16,0 9-8 16,1 19 7-16,1 3 6 15,5 0 7-15,0-3-2 16,2-5-4-1,9-3 0-15,2-5 0 0,10-6 2 16,10-8 5-16,9-1-7 16,11-2 4-16,1-16-2 15,-6-5-3-15,-13-6-1 16,-11-5-1-16,-16-7-1 16,-9-1-5-16,-6 6 3 0,0 11 2 15,-17 10 3 1,-8 10 2-16,-5 5-2 15,-1 10 0-15,1 18 0 16,6 6-2-16,12 7-3 0,8 0 2 16,4-1 1-16,4-5 2 15,19-4 0-15,15-9 0 16,9-7 1-16,11-9-4 16,8-6 2-16,4 0 1 15,3-12-2-15,-6-13-8 16,-7-10-26-16,-12-5 5 15,-17-7 4-15,-7-6 12 16,-14-1 7-16,-10 6 8 16,0 9 1-16,0 12 7 15,-6 10 28-15,2 6-11 16,4 9-12-16,0 2-12 0,0 0-1 16,0 7-12-16,0 11 6 15,0 7 3-15,13-2 6 16,1 4-6-16,3 2 3 15,0-1 0-15,1 3 4 16,-3 3-3-16,-4-4 1 16,0-1 5-16,1-1 1 15,1-5 10-15,1-4-9 16,4-6-2-16,0-7-1 16,6-5-5-16,2-1-1 15,3 0 3-15,2-19-3 16,0-4-15-16,-4-9-6 15,-3-5 1-15,-6-7 9 16,-3-3 10-16,-5 4 1 16,-4 9 2-16,-4 14-2 0,1 13 10 15,-3 7 33-15,0 0-33 16,0 12-10-16,0 11-1 16,-5 11 1-16,1-2 4 15,2-3 1-15,2 1-5 16,0-5 0-16,0-5 0 15,0-8-1-15,3-2-40 16,0-8-162-16,6-2-182 16,-4-9-263-16</inkml:trace>
  <inkml:trace contextRef="#ctx0" brushRef="#br0" timeOffset="31322.66">10354 9462 1206 0,'0'0'5'0,"0"0"-5"0,0 0 0 0,0 0-23 16,0 0-28-16,-15 94-178 15,34-53-180-15</inkml:trace>
  <inkml:trace contextRef="#ctx0" brushRef="#br0" timeOffset="32139.45">10810 9659 852 0,'0'0'48'16,"0"0"92"-16,0 0 63 15,0 0-104-15,-101-52-10 16,69 57-40-16,5 15-16 16,4 4 16-16,2 4-28 15,10 1 2-15,8 3-10 16,3-3 1-16,0-2-5 15,21-3-4-15,10-5 2 16,10-8-1-16,14-3-5 16,14-8-1-16,17 0 0 15,7 0-3-15,-1-14 3 16,-14-10-32-16,-15-4-39 16,-22-4 19-16,-20 0 23 15,-15 7 29-15,-6 3 8 0,-6 7 13 16,-25 7 27-16,-5 7-32 15,-3 1 23-15,5 2 0 16,4 14-23-16,11 3-2 16,5 0-8-16,10-2 1 15,4 1-5-15,0-3-1 16,1-7 0-16,17 1 2 16,8-6-3-16,3-3 6 15,4 0-4-15,2-8-1 16,-1-7 0-16,-3-5-1 15,-1-1 1-15,-3 4 1 16,-6 3-2-16,-8 7 2 0,-4 2-1 16,-8 4 0-16,-1 1-1 15,3 0-2-15,2 8-4 16,3 11 6-16,1 0 0 16,4 0 4-16,5 1-3 15,4-5 1-15,7-1 4 16,5-5-4-16,3-8 1 15,5-1 3-15,-2-3-1 16,-2-18-2-16,-7-6 0 0,-3-8-1 16,-7-13-1-1,-6-15 3-15,-5-6-3 16,-4-18-1-16,-6-10 2 0,0-10-2 16,0 1 2-16,-10 11-2 15,0 28 0-15,-1 26 3 16,6 18 4-16,1 21 45 15,1 13-46-15,3 34 2 16,0 25-2-16,0 23 30 16,12 6-7-16,12-1 24 15,-3-5-22-15,3-14-15 16,-2-6-2-16,-5-10-12 16,-6-12-2-16,-3-10-3 15,-7-8-28-15,-1-13-127 0,0-15-241 16,0-5-413-16</inkml:trace>
  <inkml:trace contextRef="#ctx0" brushRef="#br0" timeOffset="32865.71">13687 9399 871 0,'0'0'8'0,"0"0"135"0,68-86 16 0,-50 51-73 0,-2-3 5 16,-5 1-39-16,-6-3 18 16,-5 6-27-16,0 11-21 15,-9 9 37-15,-17 12 1 16,-13 2-37-16,-10 24-18 16,-7 19 2-16,0 12 2 15,4 4 6-15,10 7-6 16,8-4 9-16,14-7-18 15,14-10 2-15,6-12-4 16,17-11-3-16,25-11 4 16,12-11-1-16,13-1 4 15,7-25-5-15,-2-11-1 0,-9-8 1 16,-14-6 0 0,-13-4-6-16,-16 2 9 0,-12 11 2 15,-8 19 1-15,0 15 6 16,0 8 3-16,-8 1 11 15,-9 28-23-15,-3 10-2 16,4 9 2-16,7 1-2 16,9-3-3-16,0-6 3 15,7-7-2-15,17-9-4 16,13-4-61-16,8-13-123 16,9-7-64-16,1-3-109 15,-3-23-364-15</inkml:trace>
  <inkml:trace contextRef="#ctx0" brushRef="#br0" timeOffset="33096.93">14458 9145 1147 0,'0'0'11'0,"0"0"193"0,0 0-118 0,-107 10-50 16,77 18 6-16,0 9-3 15,3 6 15-15,6 4-14 16,11-1-22-16,5-7-5 15,5-5-11-15,5-7-2 16,20-7-1-16,15-7 0 16,13-7 0-16,5-6-43 15,6-1-66-15,-3-19-71 16,2-8-40-16,-5-8-71 0,-2-6-316 16</inkml:trace>
  <inkml:trace contextRef="#ctx0" brushRef="#br0" timeOffset="34985.53">14929 9094 872 0,'0'0'51'16,"0"0"122"-16,0 0-86 15,0 0-79-15,0 0 15 16,0 0 32-16,-72 49 25 0,64-29-34 16,2 0 29-1,1 1-37-15,4 0-6 0,1-2 11 16,0 2-17-16,0-1-13 15,0-4 2-15,7-3-8 16,6-1 3 0,1-8-7-16,1-2 6 0,5-2-1 15,-3 0-4-15,-3 0 2 16,-5 0 0-16,-6 0-5 16,-3 0 10-16,0 0 4 15,0 0 4-15,0 0-6 16,0 0-5-16,0 0-4 15,0 0-3-15,0 0-1 16,0 0-1-16,0 0 1 0,0 0 0 16,0 0 3-1,0 0-2-15,0 0-1 0,0 0 4 16,0 0-3-16,0 0-1 16,0 0-2-16,0 0 2 15,0 0 0-15,0 0-4 16,0 0 2-16,0 0 0 15,0 0-4-15,0 0 4 16,0 0 2-16,6 0-1 16,1 0-1-16,5 0 2 15,0 0 3-15,-5 0-2 16,-2 0-1-16,-3 0 0 16,-2 0 1-16,0 0-1 0,3 0 2 15,4 0 0-15,6-2-1 16,4-7 1-16,4-3 0 15,2-4-2-15,0-2 1 16,1-6 1-16,1-2-1 16,1-6-1-16,-3-4 3 15,-3 0-3-15,-2 3 0 16,-6 4 1 0,-5 7 1-16,-6 6-2 0,-1 7 0 15,0 1 1-15,0 7 0 16,0-1 7-16,-11 2-8 15,-4 0-1-15,-2 0-4 16,5 3 4-16,1 6-6 16,3 4 1-16,4 0 6 0,2-1-4 15,2 3 3 1,0-3 0-16,5-2-1 0,12-4 1 16,1 1 2-16,3-2-1 15,0-1 0-15,-6-2 0 16,-3 0-1-16,-3 2 0 15,-3 6-2-15,0 3 3 16,-3 3 0-16,-3 8 0 16,0-2-2-16,3 3 3 15,1-2-1-15,2 2 0 16,3-4 2-16,2-4-2 16,5-1 0-16,3-6 1 15,7-6 1-15,4-4-1 0,4 0 0 16,3-10 2-1,2-14-1-15,1-3 0 16,6-7-2-16,2-5-1 0,-2-2 1 16,-10 1-1-16,-10 11-1 15,-16 8 1-15,-7 10 2 16,-3 5 2-16,0 6-1 16,0 0 0-16,-13 16-2 15,-5 7-8-15,1 8 8 16,4 3 1-16,9 0 0 15,4 1-2-15,0-2-1 16,10-5 2-16,12-4 0 16,11-7 0-16,12-10 0 15,9-7 0-15,7 0 1 0,0-10-1 16,-6-15-1-16,-12-8-10 16,-13-11 4-16,-9-5-6 15,-11-2 8-15,-8 1 5 16,-2 5 0-16,-12 8 2 15,-9 11 3-15,-9 8 10 16,0 13-11-16,-8 5 3 16,-2 11-4-16,5 13-2 15,7 8 4-15,9 1-5 16,10 6-1-16,9 3 0 16,0 0 1-16,7-4-1 15,17-6 1-15,6-8 0 16,6-9-1-16,5-11 1 15,3-4 0-15,1-5 0 0,2-20 0 16,1-6 1-16,-2-7-3 16,-2-1-3-16,-3-3 3 15,-7-2-1-15,-10 0 3 16,-9 5 4-16,-10 8-3 16,-5 11-1-16,0 9 7 15,0 6-1-15,0 3 6 16,0 2-10-16,0 0-2 15,-5 4-8-15,-2 12-2 16,1 9 8-16,3-1-1 16,3 4-2-16,0-3 5 0,9 1-2 15,6 3 1-15,4 1 1 16,3 1 0 0,4 3 0-16,-4-1-1 0,-1 0 1 15,-7-4 0-15,-7-6 0 16,-7-3-12-16,0-7 2 15,0-1 3-15,-10-5 0 16,1-3 6-16,4-3-2 16,2-1 1-16,3 0 1 15,0-17 0-15,0-10-22 16,15-13-16-16,12-8 26 16,6 0-10-16,3-2-14 15,-1 7 30-15,-4 1 6 0,-5 11 1 16,-5 1 2-16,-9 10 0 15,-2 4 8-15,-7 8 39 16,-3 5-10 0,2 3 2-16,-2 0-27 0,0 0-14 15,0 0-4-15,0 11-1 16,0 9 5-16,0 6-1 16,0 0 1-16,0 5-1 15,1-1 1-15,10 3 2 16,0 0-1-16,5 3-1 15,0-3 1-15,-6-4-1 16,-2-5 0-16,-2-6-1 0,-5-6 1 16,1-3-1-16,-2-2-1 15,0-6-1-15,0 3-80 16,0-4-42-16,0 0-102 16,6 0-15-16,7-15-196 15</inkml:trace>
  <inkml:trace contextRef="#ctx0" brushRef="#br0" timeOffset="37688.41">18097 8638 1270 0,'0'0'108'0,"0"0"-107"0,0 0 138 0,-88-45-93 0,48 55-37 15,2 19-2-15,4 11-7 16,4 6 6-16,8 4-3 16,10-1-2-16,7-2 1 15,5-1-1-15,2-7 0 16,21-8-1-16,9-4 0 16,8-9 4-1,11-6-1-15,16-6 2 0,15-6 0 16,12 0-5-16,6-2 0 15,-6-17-4-15,-9-7-29 16,-15-11-11-16,-12-7 21 16,-16-5 18-16,-16 4 5 15,-13 3 1-15,-13 9 9 16,-1 5-1-16,-32 9 11 0,-12 9 7 16,-12 10-20-16,-1 2 3 15,6 20 4-15,12 7-4 16,14 3-7-16,11 1-3 15,11 2 0-15,4-6-1 16,0-3 1-16,19-5-8 16,10-8 7-16,5-3 1 15,9-10 0-15,2 0-6 16,2-10-12-16,0-10 3 16,-4-4 12-16,-4 3 3 15,-12 4 0-15,-12 6 1 16,-9 8 3-16,-6 3 6 15,0 3-10-15,0 16-8 0,0 8 8 16,0 2 12-16,0 1-9 16,0-4-1-16,8-3 2 15,11-3 0-15,3-8 0 16,5-7 3-16,3-3 1 16,-1-2-4-16,9-7-1 15,-5-18 2-15,1-14-5 16,-4-10-4-16,-5-15 3 15,-4-14-7-15,-4-15 6 16,0-16 0-16,-5-15 1 0,3-6-1 16,-6 16 2-1,-4 28 3-15,-4 37-2 0,-1 35 5 16,0 18-6-16,-10 43-8 16,-10 26 8-16,1 19 1 15,4 10 8-15,9-1-1 16,6-4 8-16,0-9 2 15,9-10-16-15,12-11 2 16,7-12-3-16,3-10 0 16,8-16 1-16,3-13-1 15,9-11 0-15,2-5 1 16,5-14 0-16,-2-16-2 16,-1-7-1-16,-3-10-4 15,-8-6-4-15,-10 1-7 16,-13 8 5-16,-11 12 9 15,-10 10 2-15,-3 7 3 0,-19 8-3 16,-13 7-2-16,-2 0 1 16,2 16 2-16,2 9 0 15,9 5-1-15,7 2 0 16,13 1 6-16,4-1-6 16,0-1-1-16,21-2 1 15,12-6 1-15,7-2 2 16,5-11-3-16,4-3 0 15,2-7-4-15,5 0 4 16,7-4-1-16,1-14-5 0,3-7-7 16,-3-6-11-1,0-2-13-15,-9-3 16 16,-8 1 8-16,-11 4 5 16,-11 6 8-16,-10 2 0 15,-9 6 0-15,-6 3 0 0,0 8 1 16,-15 0-1-16,-12 4 0 15,-13 2-2-15,0 0 1 16,-5 8 0-16,9 8 1 16,8 3 2-16,7 2 0 15,4-2 0-15,8-3 0 16,5-1-4-16,4-1 0 0,0 1 2 16,15-5 1-1,7-2 0-15,5-4-1 0,4-4 1 16,1 0-2-1,-3 0 2-15,-3 0-1 0,-5 0 0 16,-8 0-1-16,-4 2-2 16,-4 15-2-16,-5 9 2 15,0 16 3-15,0 5 2 16,-3 12 0-16,-9 7 0 16,-3 13-1-16,6 15 2 15,3 11 5-15,-4 2-8 16,-2-1 0-16,-14-13 0 15,-7-11-1-15,-4-20-5 16,-4-17-108-16,-1-20 26 16,-3-16 34-16,0-9 46 0,2-7 8 15,-2-22 1 1,11-7 4-16,7-11 3 0,10-5 7 16,16-2 14-16,2-5-20 15,37-4 11-15,20-11-14 16,21-9-6-16,14-3-2 15,11-5-3-15,-1 8-54 16,-4 5-57-16,-11 7-50 16,-11 12 8-16,-13 10-48 15,-10 6-9-15,-9 4 162 16,-16 6 53-16,-9 3 138 16,-14 6 35-16,-6 7-7 15,0 7-49-15,0 8 3 0,-13 2-59 16,-10 0-41-1,-7 10 0-15,3 15 26 0,3 6-17 16,11 5-9-16,6 0-4 16,7 3 14-1,0-2-22-15,20-4 3 0,7-7-10 16,8-3 5-16,5-7-2 16,5-6-2-16,-2-10 0 15,-3 0 1-15,-7-13 3 16,-3-17-6-16,-15-11 3 15,-3-12-2-15,-11-2-1 16,-1-3 0-16,-10 4 3 16,-12 11 1-16,-7 8 0 0,-2 17 7 15,-6 13 29-15,-1 5-34 16,1 22-1-16,5 11 1 16,16 7-2-16,12 6-4 15,4 0 0-15,9-3 1 16,18-5 2-16,7-7-2 15,4-6-1-15,6-8 0 16,2-9-1-16,3-8 0 16,5 0-7-16,-1-15-23 15,0-15-2-15,-5-7 22 16,-8-9-2-16,-10 0 6 16,-8-1 7-16,-10 4 3 15,-9 11-3-15,-1 12 1 16,-2 11 21-16,0 9 3 0,-2 6-25 15,-11 17-14-15,-2 9 14 16,6 4 5-16,9-2-1 16,0 4-2-16,4-4 0 15,16-3-1-15,0-9-1 16,2-3-1-16,4-5 0 16,3-9-5-16,-1-5-30 15,-1 0-26-15,4-13 9 16,-3-11-13-16,-1-3 13 15,-4-7 35-15,-2-3 4 16,-7-1 13-16,-6 5 0 0,-4 9 1 16,-4 10 4-16,0 7 26 15,0 7 19-15,0 0-37 16,-9 1-8-16,-2 16-3 16,0 0 8-16,5 5-7 15,6 2 5-15,0-1-5 16,0-1-2-16,17-2 1 15,3-6 0-15,6-3-1 16,4-6-2-16,5-5 0 16,4 0-20-16,-1-16 5 15,-5-10 14-15,-7-9 3 16,0-2 3-16,-7-4 2 16,-4 5 16-16,-3 2 14 15,-3 14 34-15,-8 7 32 16,-1 7-49-16,0 6 5 15,0 10-57-15,-10 25-7 0,-6 21 7 16,2 14 14-16,-2 10-4 16,5 11 6-16,-1 4 4 15,-1 3 2-15,2 5-15 16,-3 2-5-16,-3-3 0 16,-5-5 4-16,-1-11-6 15,0-14 0-15,-2-8-3 16,2-12-4-16,-3-15-1 15,-2-12-23-15,3-14 5 16,-4-11 12-16,-2 0 7 16,0-14 3-16,1-15 4 0,7-5 1 15,5-9 5 1,18-6-3-16,0 0 1 0,23-10 7 16,19-12-9-16,16-6 1 15,17-3-3-15,6 1-1 16,1 5 1-16,-4 12-2 15,-12 7-17-15,-12 10-24 16,-16 10-15-16,-14 4-22 16,-19 1-61-16,-5 5-94 15,-36-1-309-15</inkml:trace>
  <inkml:trace contextRef="#ctx0" brushRef="#br0" timeOffset="37909.17">18985 8325 1183 0,'0'0'14'0,"95"-56"-13"0,-5 28 42 0,28 3-7 0,14 3-31 16,4 6-5-16,1 4-3 15,-1-10-96-15,-6-4-781 16</inkml:trace>
  <inkml:trace contextRef="#ctx0" brushRef="#br0" timeOffset="38075.67">21219 8444 1018 0,'0'0'0'16,"0"0"-40"-16,0 0 20 15</inkml:trace>
  <inkml:trace contextRef="#ctx0" brushRef="#br0" timeOffset="40408.11">21992 3611 1073 0,'0'0'12'0,"0"0"-10"0,0 0 160 0,0 0-69 0,0 0-1 16,0 0-37-16,0 0-29 15,0-37-11-15,11 72-13 16,7 18 2-16,5 19 19 15,3 8 45-15,8 13-29 16,5 14-12-16,8 16-4 16,11 19-4-1,8 18 41-15,8 28-27 0,2 25-16 16,1 23-6-16,1 24 6 16,2 20 16-16,-5 21-25 15,3 17-4-15,-4 19 1 16,1 10 7-16,-2 15-5 0,1 8 12 15,-2 8-1-15,-5 3-7 16,-1-3-7-16,1 3-4 16,2 0 1-1,-2-7 0-15,-2-4 5 0,0-7-6 16,-4-19 1-16,-3-20-1 16,2-30 3-16,-1-41-6 15,2-38 3-15,4-44-18 16,-4-42-61-16,-6-38-45 15,-15-32-110-15,-19-30-226 16</inkml:trace>
  <inkml:trace contextRef="#ctx0" brushRef="#br0" timeOffset="41512.43">23948 3567 1058 0,'0'0'2'0,"0"0"177"0,0 0-33 0,-16 75-110 15,16 4-23-15,6 17 25 16,6 11 24-16,1 10-29 16,-2 1 40-1,0-6-45-15,2-12-20 0,-3-14-5 16,-4-22-3-16,0-25 0 15,-5-15 0-15,4-19 0 16,-1-10-1-16,-2-31 1 16,7-22 12-16,-6-21-3 15,-3-16-8-15,0-14 3 16,-5-14-1-16,-13-19-1 16,-1-4 1-16,7 2-1 15,7 22-2-15,5 31 3 0,6 31-2 16,14 26 0-1,4 23-1-15,3 11 2 0,3 0-2 16,4 27-2 0,-9 8 0-16,-9 7-1 0,-16 8 2 15,-6 8-1-15,-40 13 2 16,-13 6 0-16,-6 0 0 16,1-6-1-1,12-3 0-15,16-9-34 0,17-10-155 16,16-10-192-16,3-14-400 15</inkml:trace>
  <inkml:trace contextRef="#ctx0" brushRef="#br0" timeOffset="42124.78">24220 4217 1563 0,'0'0'2'0,"0"0"76"0,0 0 30 0,121-54-101 0,-59 25-7 0,-8-3 0 0,-18-3 0 16,-15 0-1-16,-12-6 1 15,-9 3-2-15,0 5 2 16,-9 11 0-16,-11 12 0 16,2 10-1-16,-9 0 0 15,-4 22 0-15,-3 10-5 16,7 5 6-16,8-2-2 0,13 1 0 15,6-4 0-15,6-7 1 16,19-6-2 0,9-8 1-16,8-2 1 15,-3-2-4-15,-3 0 4 0,-3 0 0 16,-4 7 1-16,0 0-3 16,-6 1 2-16,-3 1-1 15,1-2 0-15,0-2 2 16,-2-4-2-16,2-7 2 15,6-1 1-15,3 0-1 16,5-17 0-16,0-7 0 16,1-5 0-16,-6-8-10 0,-2-5-15 15,-7-10 14 1,-5-2 8-16,-6 3 3 0,-5 13 3 16,-5 13-2-16,0 17 6 15,0 6 5-15,0 2 19 16,0 10-10-16,0 14-21 15,0 5-4-15,0 8 4 16,6-6 3-16,3-6-2 16,1-2-1-16,1-11-1 15,-1-3 0-15,5-7-7 16,-3-2-66-16,3-7-140 16,3-17-8-16,-2-9-30 15,-4-5-74-15,-10-9-13 0</inkml:trace>
  <inkml:trace contextRef="#ctx0" brushRef="#br0" timeOffset="42236.37">25089 3695 634 0,'0'0'154'0,"-50"-82"19"0,36 64-19 0,6 12-81 0,3 6-24 0,1 12-47 0,-1 18-2 16,5 9-24-16,0 4-75 16,0-3-89-16,0-3-29 15,9-10-180-15</inkml:trace>
  <inkml:trace contextRef="#ctx0" brushRef="#br0" timeOffset="42971.42">25412 3813 161 0,'0'0'192'0,"0"0"-76"0,0 0 71 16,0 0-22-16,0 0 27 16,0 0-13-16,9-37-80 15,-24 62-41 1,-3 8-35-16,6 3 45 0,3 1-9 15,6 4-17-15,3-1-11 16,0-4-15-16,3-3-3 16,15-11-8-16,13-9-3 15,15-12-1-15,19-1-1 16,17-8 2-16,6-14 4 16,-2-9-6-16,-10-5-2 15,-20-7-28-15,-18-6-72 16,-21-4-3-16,-17-6 76 15,0 5 29-15,-9 4 3 16,-7 19 3-16,2 16 8 0,0 15 39 16,1 14-5-16,1 24-37 15,4 11-10-15,6 4-1 16,2 0 5-16,6-6 2 16,10-8 3-16,5-7-9 15,4-7 4-15,1-8-4 16,8-12-1-16,5-5 0 15,6-1 0-15,7-21 3 16,4-4-1-16,-4-2-2 16,-8-5 0-16,-14-2-11 0,-12-8-38 15,-8-7-1-15,-8-5 38 16,-2 8 11-16,0 8 1 16,-6 11 5-16,-5 8 4 15,5 7 7-15,2 6 6 16,1 3-2-16,0 4-8 15,-2 0 2 1,-3 0-7-16,0 0-3 16,-1 1-4-16,4 11 0 0,5 4-1 15,0 7 1-15,11 4 0 16,14 5 1-16,8 1 1 16,5-2-1-16,0 0-1 15,5-4 0-15,-1 0 0 16,-4-2 1-16,-11-6 2 15,-17-1-3-15,-10-3-2 0,-23-2 2 16,-15 1 0 0,-11-4 1-16,-4-6-1 15,2-4-7-15,5 0-107 16,6-2-78-16,7-14-147 0,9-9-427 16</inkml:trace>
  <inkml:trace contextRef="#ctx0" brushRef="#br0" timeOffset="43528.21">27991 3646 968 0,'0'0'0'0,"0"0"0"0,90-48 59 0,-75 24-6 0,-5-4-17 0,-10-8-4 16,0 2 32-16,-24-4-15 16,-10 4-14-16,-6 11 9 15,-3 12 9-15,-5 11 11 16,0 1-23-16,-6 24-24 15,5 17-10-15,6 5-7 16,13 8 12-16,16 0-3 0,13-2-7 16,1-9-2-1,17-9-1-15,14-13-1 16,12-8 2-16,6-13-3 0,7-1-2 16,-1-12-18-16,-6-17-16 15,-6-9-15-15,-8-8 23 16,-10-2 28-16,-7 2 3 15,-6 14 3-15,-6 11 6 16,-6 14 43-16,0 7 9 16,-3 22-21-16,-14 13-40 0,2 12 0 15,8 3 4-15,7-7-2 16,0-4-1-16,21-8-1 16,10-9-3-16,17-8 2 15,5-11 0 1,7-3-52-16,0-9-97 15,1-16-49-15,-1-11-55 0,0-7-111 16</inkml:trace>
  <inkml:trace contextRef="#ctx0" brushRef="#br0" timeOffset="45206.94">28724 3365 633 0,'0'0'112'0,"0"0"98"16,0 0-12-16,0 0-65 15,-101 6-58-15,63 26-2 16,5 5 10-16,8 0-21 15,7 2-19-15,9 1-13 16,9-4-19-16,0-1-3 16,20-5-8-16,14-7-1 15,10-11-1-15,7-4-1 0,6-8-8 16,0 0-72-16,1-15-21 16,-3-10-51-16,-7-10 43 15,-9-11-2-15,-8-4 2 16,-12-1 12-16,-11 7 86 15,-6 9 14-15,-2 13 14 16,0 9 81-16,-11 10 55 16,-4 3-11-16,-4 9-40 15,-1 16-61-15,7 6 3 16,5 4 14-16,8 3-23 16,0-1-2-16,5 0 0 0,11-5-14 15,10-8-4-15,3-5-8 16,6-8 1-16,2-8-2 15,5-3-1-15,-3 0 1 16,-1-14-3-16,1-8 0 16,-8-3-1-16,-5-6 0 15,-5-4-5-15,-5-2-10 16,-7-1 2-16,-4 2 6 16,-5 4 0-16,0 7 7 15,0 6-2-15,-10 6 1 16,-1 5 1-16,-1 4 0 15,1 4 1-15,1 0-2 16,4 0-1-16,3 0-3 0,3 7 5 16,0 7-8-16,0-1 5 15,9 1 0-15,10 0 3 16,0 3-1-16,0 0 2 16,0 3 0-16,-6 0 0 15,1-1 0-15,-1 2 0 16,-1 1-2-16,2 3 2 15,-4-1 0-15,2-2 0 16,-3 0-1-16,1-9 0 16,5-1 1-16,0-5 0 15,3-5 1-15,2 1-3 16,6-3 2-16,1 0 0 16,2-10-1-16,0-10 1 15,1-9-1-15,-1 1-6 0,-1-9 0 16,-3-3-5-16,-4-1 10 15,-4 4 1-15,-8 5 0 16,-8 10 2-16,-1 11-1 16,0 5 4-16,-1 6 11 15,-16 3 16-15,-4 19-22 16,-1 6-6-16,5 7-3 16,6 0 4-16,8 5-3 15,3-2 2-15,0-3-3 16,13-5-1-16,11-7 1 15,10-5 1-15,6-11 0 0,10-7 3 16,2 0-4 0,0-4-5-16,0-15 5 0,-7-6-29 15,-9-5 1-15,-11-6 22 16,-13-3-13 0,-10-1 16-16,-2 0 2 15,-11 3 1-15,-14 7 1 0,-6 8 1 16,-4 9 0-16,-4 10 8 15,0 3 5-15,1 7-2 16,7 16-3-16,8 4 4 16,11 9-7-16,11 0-4 15,1 3 3-15,11-1-5 16,15-1-1-16,14-5-2 0,4-4 2 16,6-9 0-1,0-10 1-15,0-9 0 0,-2 0-1 16,-2-13-2-16,2-12-2 15,-6-5-16-15,-9-5-12 16,-10-6 10-16,-4-4 1 16,-9-4 2-16,-7-1-3 15,-3 6 11-15,0 8 7 16,0 13 4-16,-12 10 0 16,3 7 13-16,-2 6 13 15,-3 0-7-15,-1 10-17 16,0 11 2-16,4 4-4 15,8-3 1-15,3 0 1 0,0 3 1 16,0-3-3 0,11 3-1-16,5 0 1 0,2 2 0 15,1 1 0-15,1-2 0 16,-5 1 0-16,-1-1 0 16,-3-4 0-16,-3-5-1 15,-4-5 0-15,-2-3 1 16,-2-6-1-16,0-3 1 15,0 2 0-15,0-2 1 16,0 0 1-16,0 0 3 16,1 0 2-16,11-12 1 15,5-12 4-15,6-7-12 0,9-6-2 16,4-3 1-16,-2-4 0 16,1 2-1-1,-3 1 1-15,-8 4-4 0,-5 8 3 16,-8 6 1-1,-7 11-2-15,-4 4 3 0,0 5 3 16,0 3 2-16,0 0-3 16,0 0-2-16,0 7-6 15,-4 14-7-15,4 4 11 16,0 4 2-16,0 2-5 16,10-1 3-16,-1 0 0 15,-2-3 1-15,-2-2-1 16,-5-3 0-16,0-2 2 0,0 0 0 15,-6-3 1-15,-6-1-1 16,-6 0 5-16,3-5-3 16,0 3-2-16,3-7-27 15,1-7-138-15,6 0-134 16,5-11-435-16</inkml:trace>
  <inkml:trace contextRef="#ctx0" brushRef="#br0" timeOffset="47138.7">31002 3190 1206 0,'0'0'0'0,"0"0"0"0,-2 119 14 0,2-63 80 0,5 0-48 15,6 0-36-15,5-8-1 16,-4-7-9-16,-3-12 0 15,0-10-2-15,-6-14 2 16,0-5-11-16,0-24-38 16,-3-15 23-16,0-18-30 15,0-8 9-15,-8-6 41 16,-7-10 5-16,-1 1 1 16,0 7 3-16,5 15-2 15,2 20 5-15,5 20 31 16,2 11 35-16,1 7 3 15,-1 21-41-15,2 14-34 16,0 9-1-16,0 3 1 16,8 0 4-16,10-7 3 0,5 2-6 15,4-9-1-15,4-6 4 16,2-11-4-16,2-9-4 16,1-7 0-16,-4-2-4 15,-2-22-17-15,-1-11-22 16,-9-8 10-16,-5-10 19 15,-7 0 14-15,1 4 2 16,-8 12 2-16,-1 17 2 16,0 13 2-16,0 7 44 0,0 13 4 15,-4 20-52 1,-5 12 1-16,6 8-1 16,3-2 19-16,0 1-9 15,18-5 10-15,3-6-7 0,6-7-11 16,4-8 1-16,6-8-1 15,5-11 1-15,4-4-3 16,3-3 0-16,-1-11-6 16,-6-13-22-16,-8-12-3 15,-7-5 8-15,-12-7 9 16,-8 4-7-16,-7 5 13 16,-1 11 8-16,-17 12 0 15,-6 11 6-15,-4 5-1 0,-3 4 11 16,-1 21-8-16,6 6 4 15,6 5 2-15,11-1-7 16,6-3 2-16,3-5-3 16,0-3-2-16,15-6-1 15,7-5-1-15,4-4 0 16,5-6 1-16,2-3-2 16,2 0 1-1,0-16-2-15,1-6-4 0,-6-3-3 16,-5 0 7-16,-12 7-3 15,-5 6 3-15,-8 10 1 16,0 2 5-16,0 0-2 16,0 0-4-16,0 11-4 15,0 10-6-15,0-1 10 0,0 0 3 16,3-2 2-16,10-4-2 16,2-4 2-16,5-2-3 15,3-6 3-15,4-2-1 16,1 0-2-16,2-17-2 15,-5-8 0-15,-5-12-12 16,-2-13-3-16,-9-12 0 16,-3-14-7-16,-4-5 5 15,-2-5-2-15,0 9 15 16,0 18 4-16,0 19 2 16,0 24 2-16,0 13 5 15,-2 3 26-15,1 28-35 16,-1 15-1-16,2 14 1 15,0 4 2-15,0 3 11 16,0-1-6-16,9 0-2 0,1-7 6 16,1-3-9-1,0-13-1-15,-1-10-1 0,-6-11-2 16,-2-11 2-16,-2-8 0 16,0 0 2-16,0-11 1 15,-8-18 8-15,-7-10-11 16,3-9-4-16,1 0-2 15,6 0 6-15,4 2 1 16,1 12-1-16,0 5-5 16,7 13 5-16,11 3 5 0,0 5-2 15,3 8 0-15,1 0-3 16,2 8-5-16,-1 13-1 16,-1 6 1-16,-6 1-3 15,-5 2 6-15,-11-2-1 16,0-3 3-16,-13-2-2 15,-16-4 0-15,-10-5 2 16,-6-3 7-16,-4-9-1 16,1-2-1-16,5 0 2 15,7 0-6-15,17-7 3 16,7 0 0-16,12 0 3 16,3-3 7-16,28 3-5 15,14 3-2-15,8 4-7 16,-3 0-9-16,-1 12 4 0,-6 5 2 15,2 2 1-15,-5 2 2 16,2 5 0-16,1-3 1 16,-1 1 8-16,3-6-3 15,-2-4 8 1,-2-6-7-16,-5-6-2 0,-4-2-4 16,-3-5 4-16,-4-12-2 15,-7-8 1-15,-8-8-1 16,-5-6-3-16,-5-6 0 15,0 0 0-15,-18 4-1 16,-6 13 2-16,2 9-2 16,-2 11 1-16,1 8 0 15,-1 6 0-15,4 18-3 16,8 7 1-16,10 4 2 0,2 1 6 16,20 2 12-16,15-3 19 15,9-2-10-15,9-6 0 16,5-4-13-16,2-8-5 15,-4-7-6-15,-4-8-2 16,-10 0 1-16,-10-19 5 16,-3-10-4-1,-7-11-3-15,-4-10-3 0,-6-5-8 16,-6-4 11-16,-3 2 0 16,-3 8 1-16,0 8-2 15,0 16 2-15,-8 11-1 16,-1 11 0-16,-1 3 0 0,-1 17-3 15,1 14-11 1,5 7 9-16,5 0 2 16,0 1 3-16,14-2 2 15,5-3 1-15,-2-2-1 0,-1-7 1 16,-7-3-3-16,-7-5-1 16,-2-3 0-16,-33-3-2 15,-41-2-1-15,-39-4-76 16,-34-5-163-16,-22 0-201 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4T08:23:20.06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1332 2616 541 0,'0'0'72'0,"0"0"69"0,0 0-36 16,0 0-26-16,0 0-26 16,0 0 0-16,0 0 9 15,0-6-9-15,0 3 3 0,0 3-3 16,0-4-10 0,6-4-1-16,1-4-14 0,-1-2-10 15,3 2 2-15,-1-1-3 16,2 1 9-16,1-3-7 15,-1 0-6-15,-1 3-4 16,-3 1-2-16,3-2 2 16,1 6-5-16,-4 1 2 15,-3 2-5-15,2 3 3 16,-5 1 1-16,0 0-4 16,0 0 0-16,0 0 0 15,0 15 5-15,-18 21 0 0,-5 10-3 16,-11 11 4-16,-6-4-2 15,1 1-2-15,6-7 0 16,5-7-1-16,6-10-2 16,11-7 0-16,8-9 0 15,0-10-3-15,3-4-3 16,0 0 1-16,6 0 2 16,12 0 3-16,6 0 1 15,1 0 1-15,5 0-2 16,0-1 1-16,0 1-2 15,1 0 3-15,-4 0-2 16,1 0 0-16,-4 0-2 16,-4 0-14-16,-4 0-65 15,-1 0-49-15,1 0-52 16,-7 0-114-16,-1 0-410 0</inkml:trace>
  <inkml:trace contextRef="#ctx0" brushRef="#br0" timeOffset="431.31">1581 2744 616 0,'0'0'118'0,"0"0"-117"0,0 0 90 0,0 0-69 0,0 0-22 0,0 0 0 16,-4-8 0-16,4 8 0 15,0 0 1-15,0 0-1 16,0 0 3-16,0 0-1 16,0 0 2-16,0 0 1 0,0 0 2 15,0 0 0-15,0 0 0 16,0 0-3 0,0 0-3-16,0 0 3 15,0 0-4-15,0 0 6 16,0 0-2-16,0-2 1 0,0 2 3 15,0 0-4-15,0 0 0 16,0 0-1-16,0 0-2 16,0 0-1-16,0 0 1 15,0 0 0-15,0 0-1 0,0 0 0 16,0 0 2 0,0 0-2-16,0 0 0 0,0-1-2 15,0 1 2-15,0 0-10 16,0 0-137-16,0 0-292 15</inkml:trace>
  <inkml:trace contextRef="#ctx0" brushRef="#br0" timeOffset="1068.96">1483 2427 776 0,'0'0'68'0,"0"0"-26"0,0 0 94 16,0 0-71-16,0 0-46 15,0 0 2-15,-6-4-1 16,6 1-12-16,9-3 3 15,7 0 16-15,-1-2-13 16,-2 2-9-16,-5 4-5 16,-7 0 0-16,-1 2 1 15,0 0 11-15,0 0 25 0,-12 2 30 16,-13 8-64 0,-5 11-2-16,0 0 5 15,-1 6 11-15,1 8 6 0,0 1 7 16,5 3 11-1,1-3-6-15,6-3-10 0,8-6 0 16,5-6-12-16,5-3-7 16,0-5-6-16,0-2-1 15,15-2 1-15,9 0 0 16,6 4 3-16,4-2 0 16,5 3-3-16,1 6 0 15,-5 6 2-15,-4 2-1 16,-7 4-1-16,-12 2 1 0,-5 0 1 15,-7 3 1 1,-10-3 6-16,-20 1 1 0,-6-5 36 16,-6-4-4-1,-1-6-10-15,0-3-9 16,7-11-10-16,0-6-6 16,14 0-6-16,-2-18-1 0,12-13-9 15,3-9-74-15,9-11-90 16,0-10-67-16,15-4-80 15,7-2-332-15</inkml:trace>
  <inkml:trace contextRef="#ctx0" brushRef="#br0" timeOffset="1277.92">1583 2382 869 0,'0'0'85'0,"0"0"-46"0,0 0 102 0,0 0-82 0,0 0-46 16,0 0-7-16,104-55-2 15,-68 49-3-15,0-2-1 16,-5 2-6-16,0 1-116 16,-10-1-178-16,-3-2-489 15</inkml:trace>
  <inkml:trace contextRef="#ctx0" brushRef="#br0" timeOffset="1716.81">1665 2058 759 0,'0'0'67'16,"-129"30"45"-16,52 1 12 15,-10 14-38-15,-1 15-7 16,-9 12-17-16,-1 26 38 15,14 16 1-15,4 18-41 16,11 16-12-16,12 3-1 16,17 4-9-16,21-4-20 15,19-11-16-15,22-12-2 16,29-24-2-16,31-20-2 16,18-25 1-16,24-31 0 0,20-28 3 15,13-15 2-15,11-41 0 16,0-27-1-16,-13-19-1 15,-17-11-31-15,-30-8-9 16,-26-8 35-16,-28-5 5 16,-23-10 8-16,-24-13 9 15,-14-6 19-15,-45 4-3 16,-30 4 1-16,-24 23-9 16,-17 30-6-16,-2 40-12 15,6 35 7-15,4 27-14 16,13 30-1-16,7 26-2 0,10 16-1 15,21 10-6-15,25 4-8 16,24 5-159 0,15-1-148-16,18-3-249 0</inkml:trace>
  <inkml:trace contextRef="#ctx0" brushRef="#br0" timeOffset="2654.97">4998 2569 126 0,'0'0'444'0,"0"0"-443"0,0 0 110 0,0 0-29 16,0 0-11-16,0 0-17 15,13-43 6-15,-13 43 16 16,0 0-14-16,-12 8-37 16,-3 12 59-16,-10 1 7 15,-5-1-23-15,0 1-7 16,-3-7-12-16,2 0-12 0,3-8-14 16,-1-5-5-1,4-1 3-15,4-3-2 16,5-15-1-16,8-9 2 15,8-12-7-15,0-6-13 16,8-8 0-16,17 4-3 0,2 11 1 16,4 11-1-16,-3 13 1 15,5 14-2-15,2 0-10 16,2 29 9-16,2 16 3 16,-6 16 2-16,-8 20 0 15,-15 13 0-15,-10 8 1 16,-19 2 3-16,-23-4-2 0,-18-10 0 15,-9-13 3 1,-9-12 3-16,-1-13 2 0,10-11 5 16,8-14 3-16,22-14-3 15,11-13-7-15,9-5 0 16,8-23 2-16,5-16-10 16,6-12 0-16,0-4-3 15,6-2 2-15,16 13-1 16,-2 14 1-16,8 19-1 15,5 16-8-15,4 6 3 16,8 24 1-16,0 9 5 16,1 5 1-16,3 1 0 15,-4 2 1-15,7-6-4 16,1-5 3-16,3-9-2 16,7-11-21-16,11-13-183 15,4-3-68-15,4-22-99 0</inkml:trace>
  <inkml:trace contextRef="#ctx0" brushRef="#br0" timeOffset="3500.24">5903 2819 954 0,'0'0'110'0,"0"0"-109"0,0 0 167 0,0 0-110 0,0 0-8 16,0 0-22-1,-71-20-19-15,69 20 10 0,-7 0 20 16,-6 4-7 0,-16 19-12-16,-8 15 14 0,-6 6 23 15,-1 6 1 1,7 3-16-16,8-1-7 0,17-4-7 16,14-1-11-16,6-9-13 15,30-7-1-15,21-9-4 16,13-7 2-16,18-14 0 15,12-1-1-15,12-10-1 16,9-16 1-16,1-5 0 16,5-12 3-16,-9-6-2 15,-12-8-1-15,-20-1 1 0,-26 8-2 16,-29 7-3-16,-26 11 4 16,-10 11 3-1,-35 8 1-15,-12 10-2 0,-8 3 3 16,-6 7 4-16,4 19 8 15,5 3 1-15,10 5-2 16,14 3-7-16,13-1-7 16,10-2-2-16,10-4-1 15,3-4-3-15,24-10-4 16,11-6 6-16,7-10 2 16,7 0 0-16,2-13-4 15,0-17-10-15,1-3-5 16,-3-3-1-16,-4 3 14 15,-12 9 1-15,-11 10 2 0,-12 10 1 16,-10 4 1 0,-3 26-11-16,0 12 12 15,-1 10 4-15,-12 4 10 0,7-1 1 16,6-3-6-16,0-6-8 16,17-5 0-16,12-12-2 15,5-12 1-15,8-13 0 16,7 0 1-16,8-28 1 15,10-17 1-15,3-14-2 16,2-15-2-16,-1-16-1 16,-10-14-7-16,-10-15 2 15,-9-18-3-15,-11 0 4 16,-8 9 4-16,-10 28-3 16,-10 43 4-16,-3 33 1 0,0 24 0 15,-13 41-3-15,-8 23 3 16,-6 28 1-16,5 13 25 15,8 4 4-15,4-2-15 16,2-7-5-16,1-4-8 16,2-14-2-16,-2-12-1 15,1-12-5-15,0-18-89 16,3-15-175-16,0-21-213 16</inkml:trace>
  <inkml:trace contextRef="#ctx0" brushRef="#br0" timeOffset="3688">7447 2832 1321 0,'0'0'6'0,"0"0"92"0,0 0-67 16,0 0-31-16,124-36-6 15,-60 36-24-15,-4 0-328 16,-17 9-455-16</inkml:trace>
  <inkml:trace contextRef="#ctx0" brushRef="#br0" timeOffset="4953.54">7734 3204 1144 0,'0'0'9'16,"0"0"84"-16,0 0 78 15,0 0-111-15,0 0-44 16,118-55-1-16,-73 26-8 16,-4-5 2-16,-8-3-1 15,-2-5-1-15,-11-3 3 16,-7-2 6-16,-8 6 10 16,-5 11 0-16,0 9 1 15,-18 17 19-15,-5 4-39 16,-10 20-7-16,-5 15-3 0,5 12 3 15,5 5 5 1,8 2 3-16,7 1-1 0,10-5-3 16,3-3 0-16,6-7-3 15,21-10 1-15,10-8 0 16,12-11-2-16,23-11 2 16,23 0 4-16,17-18-6 15,6-14-4-15,1-8-11 16,-17-8-49-16,-11-8-12 15,-24-9 1-15,-18 5 22 16,-16 5 41-16,-19 13 12 16,-10 14 0-16,-4 11 14 0,-9 12 49 15,-11 5-25 1,-2 0-21-16,1 13-4 0,5 4 3 16,3-1-8-16,5-4-4 15,2-2-4-15,6-2 1 16,-2-4 0-16,2-1-1 15,0-1 0-15,0-2 1 16,0 0 2-16,0 0 8 16,-3 0 2-16,0 0 1 15,-8 0 0-15,-9 0-14 16,-2 0 0-16,-11 8 0 16,0 9 0-16,-3 5 4 15,1 4 0-15,5 4 3 16,4-1 3-16,7 2-9 15,10-4 2-15,9-4-3 0,0-4-1 16,9-4 0-16,21-10-2 16,6-5 3-16,13 0-1 15,3-18-9-15,3-10-40 16,-1-6 6-16,-9-6 11 16,-2-2 21-16,-6-1 10 15,-7 8 2-15,-9 4 2 16,-12 12 1-16,-6 10 5 15,-3 9 47-15,0 17-18 16,-14 21-32-16,-6 19 7 0,-1 18 29 16,3 15 3-1,8 16 4-15,5 18-20 0,2 14-13 16,-3 11-8-16,-2 1-4 16,-6-6-1-16,-6-13-1 15,-8-20-1-15,-9-24 0 16,-7-19 2-16,-5-21-2 15,-8-16 0-15,-4-19 8 16,-9-12-3-16,-3-8-4 16,-3-25 7-16,0-16-7 15,10-17-1-15,22-12-1 16,30-16 1-16,14-15-3 16,45-5 2-16,29 2 0 15,17 9-3-15,20 10-1 16,11 12-4-16,12 6-4 0,4 6-28 15,-1 0-1 1,-7 0 0-16,-8-1 9 0,-7-4-13 16,-18-1 25-16,-18 6 6 15,-27 13 8-15,-30 14 7 16,-19 15 2-16,-6 15 4 16,-26 9 7-16,-13 3-3 15,-4 15 2-15,-5 10 10 16,6 10 4-16,9 0-15 15,14 3 11-15,10-1-7 16,11-1-2-16,1-1-4 16,7-1-4-16,13-2 0 0,3-1 1 15,0 0-5 1,5-5 0-16,-7-1 0 0,-2-1 0 16,-5-3-1-16,-7-5-1 15,-5-2 0-15,-2-2-2 16,0-3 0-16,4 0-29 15,4-5-125-15,14-4-97 16,12 0-55-16,11-9-293 16</inkml:trace>
  <inkml:trace contextRef="#ctx0" brushRef="#br0" timeOffset="5330.94">9951 2977 1113 0,'0'0'109'0,"0"0"-95"0,0 0 164 0,0 0-48 15,0 0-68-15,0 0-50 16,-108 30 10-16,86 14 17 16,7 1-15-16,11-2-7 15,4-2-9-15,11-7-5 16,12-9 3-16,7-9-3 16,11-8-3-16,3-8 3 15,3-4 1-15,-3-21-2 16,-5-7 0-16,-6-11 0 15,-13-5 2-15,-9-4-2 16,-11 0 1-16,-3 3 1 0,-21 10-1 16,-15 8-2-1,-4 16-1-15,-6 13-1 0,2 5 0 16,3 25-3-16,9 12-1 16,9 8 4-16,12 1-6 15,14 1 5-15,0-2-3 16,14-6-8-16,14-9-95 15,8-11-76-15,8-14-23 16,6-8-14-16,5 0-77 16,2-19-156-16</inkml:trace>
  <inkml:trace contextRef="#ctx0" brushRef="#br0" timeOffset="5703.91">10364 3046 509 0,'0'0'108'0,"43"-77"77"15,-34 53 0-15,-7 14 15 16,-2 10-10-16,0 0-59 0,-3 23-107 15,-15 14 38-15,0 9 43 16,0-1-33-16,9 0-26 16,3-5-13-16,6-1-22 15,0-10-4-15,12-5-5 16,6-12-2-16,10-8 0 16,8-4 0-16,6-8 3 15,7-18-3-15,3-6 0 16,2-5-8-16,-3-6-1 15,-8 1-7-15,-7 4 6 16,-17 10 10-16,-7 11-1 16,-12 17 2-16,0 0-2 0,-13 27 2 15,-12 9-1 1,-4 10 12-16,5-3 2 0,5-1-3 16,4-5-5-16,5-5-2 15,5-5-4-15,2-8-1 16,3-9 0-16,0-7-9 15,5-3-63-15,9-7-123 16,3-20-83-16,4-10-129 16,-2-10-465-16</inkml:trace>
  <inkml:trace contextRef="#ctx0" brushRef="#br0" timeOffset="5840.98">10898 2674 978 0,'0'0'48'0,"0"0"-17"0,0 0 36 0,0 0-32 0,0 0-28 16,-61 84-7-16,61-37-13 16,0 0-200-16,3 0-347 15</inkml:trace>
  <inkml:trace contextRef="#ctx0" brushRef="#br0" timeOffset="6479.03">11191 3051 694 0,'0'0'36'0,"0"0"108"15,53-87 23-15,-51 67-34 0,-2 7-18 16,-11 7-4 0,-20 6-24-16,-8 1-32 0,-5 18 7 15,0 9-17-15,6 4-19 16,6 2-4-16,10 0-8 15,5-1-6-15,14-8-4 16,3-4-1-16,0-4-3 16,11-7 0-16,11-5-4 15,10-5 4-15,3 0-5 16,4-9-55-16,-5-9 6 16,4-6 12-16,-7-1 19 15,-3 3 9-15,-8 3 5 16,-8 9 8-16,-11 6 1 0,-1 4 1 15,0 4-1-15,0 18 0 16,-6 5 20-16,-1 0 7 16,4-1-5-16,3-5 0 15,0-3-6-15,3-3-2 16,16-7 0-16,8-5 2 16,9-3-2-16,6-3-1 15,7-16-10-15,3-8 0 16,-1-9-3-16,1-7 0 15,-1-7 2-15,-6-13-1 16,2-11 0-16,0-19-1 16,0-16 0-16,3-27 0 0,-12-3 0 15,-17 15 0-15,-14 35-1 16,-7 43 1-16,-14 43 0 16,-21 24-11-1,-12 42 9-15,-3 36 2 0,7 21 22 16,12 2 11-16,14 3 3 15,7-10-15-15,3-15-8 16,7-8-10-16,0-12-2 16,0-11-1-16,10-10-34 15,6-12-245-15,14-13-367 16</inkml:trace>
  <inkml:trace contextRef="#ctx0" brushRef="#br0" timeOffset="7110.57">13642 3499 634 0,'0'0'54'0,"0"0"12"0,0 0 144 0,-94 8-77 0,79-6-8 0,9 2-30 15,6-2-33-15,0-1-22 16,5 0-12-16,23-1 38 16,26 0 53-16,17 0-50 15,22-2-31-15,19-11-18 16,8 3-9-16,10 0-8 15,6 5 0-15,-6 1-3 0,-5 4-2 16,-16 0-18 0,-18 0-155-16,-25 0-129 0,-28 0-86 15,-30 0-389-15</inkml:trace>
  <inkml:trace contextRef="#ctx0" brushRef="#br0" timeOffset="7313">14662 3298 772 0,'0'0'33'16,"0"0"107"-16,0 0-49 16,0 0 23-16,97 5 8 15,-54 18 17-15,1 5-27 16,-1 6-35-16,-3 2-21 16,-11 4-20-16,-11-2-18 15,-17 5-10-15,-1 1-2 0,-42 9-3 16,-25 9 2-16,-25-2-5 15,-14-4-3-15,0-10-196 16,-3-16-325-16</inkml:trace>
  <inkml:trace contextRef="#ctx0" brushRef="#br0" timeOffset="8624.32">17642 2944 353 0,'0'0'192'0,"0"0"-118"0,0 0 62 0,0 0-16 0,0 0-47 16,0 0 2-16,7-80-5 15,-14 61-7-15,-8 0 8 16,-2 6-12-16,-2 3-7 15,-6 10 10-15,-5 0-11 0,-6 26-24 16,-4 23-18 0,-2 18 8-16,3 11 8 15,10 7 8-15,9-1-9 0,14-7-12 16,6-8-4-16,12-8-8 16,22-12 1-16,14-9-1 15,6-9 1-15,10-11-1 16,7-9 0-16,7-11 3 15,4 0 0-15,4-18-1 16,-2-13-2-16,-6-10-36 16,-11-9-67-16,-20-10-17 15,-22-14 32-15,-18-10 41 16,-7-14 32-16,-22-6 12 16,-10 6 3-16,-1 15 4 15,8 26 0-15,7 28 18 0,11 20 45 16,4 14-7-16,3 34-60 15,0 22 0-15,0 21 8 16,10 2 8-16,8 4 8 16,1-1 26-16,4-6-35 15,1-10-12-15,0-14-1 16,-2-16-2-16,-1-12 0 16,-3-12 1-16,-5-12 0 15,4-5 2-15,3-11 16 16,10-20 13-16,3-9-12 15,0-9-8-15,0 5-4 16,-10 6-2-16,-4 11 0 0,-10 13 2 16,-4 9 20-16,-3 5 3 15,-2 0-31-15,4 17-21 16,1 6 21-16,4 6 3 16,3 1-1-16,4-7 0 15,8-1 1-15,6-3-3 16,6-7 3-16,3-7-1 15,7-5 7-15,-4 0-7 16,-1-11 2-16,-2-10 2 16,-8-9-2-16,-4-8 1 15,-9-5-2-15,-6 0 0 16,-7 7 4-16,-5 11-2 16,0 13-1-16,0 9 1 15,0 3-2-15,-4 11-3 0,-6 17-15 16,6 9 15-16,2 4 4 15,2-3-2-15,0-4 0 16,16-5-1-16,4-3-1 16,4-8-1-16,1-6 1 15,-1-5-3-15,-3-7-4 16,1 0-142-16,-1-12-139 16,-6-13-101-16</inkml:trace>
  <inkml:trace contextRef="#ctx0" brushRef="#br0" timeOffset="8964.58">18746 2624 1068 0,'0'0'14'0,"0"0"44"15,0 0 37-15,0 0-64 0,-32 96-6 16,57-67-13-16,10-8 0 15,4-9-2-15,-2-3-3 16,-1-6-1-16,-6-3 4 16,-6 0-2-16,-7-15 4 15,-6-8 15-15,-9-7 40 16,-2-1-12-16,-6-1-37 16,-14 7-5-16,-3 6-8 15,0 7-5-15,-1 12-3 0,3 0-6 16,3 23-6-16,10 16-8 15,4 5-92-15,4 9 4 16,20 0-35-16,10 4-70 16,7-6-144-16</inkml:trace>
  <inkml:trace contextRef="#ctx0" brushRef="#br0" timeOffset="9428.54">20600 2729 1049 0,'0'0'60'15,"15"-79"130"-15,-8 53-43 0,-5 9-13 16,-2 13-42-16,0 4-44 16,0 0-22-16,0 0-10 15,-24 21-5-15,-9 9-8 16,-6 7-1-16,-2 5-1 15,8-1 5-15,8 4-5 16,10 2 0-16,9 0-1 16,6 2-2-16,12-3 1 15,22 3-1-15,15-4 2 16,12 4 2-16,17-2 0 16,7 0-2-16,-1-3-2 15,-8-6-2-15,-20-6 1 0,-24-12-2 16,-23-7 2-16,-9-3 3 15,-41-5 5-15,-27-5 7 16,-28 0-4-16,-14 0 1 16,-11-13 4-16,2-4-6 15,0-5 12-15,9 2-19 16,19 5-3-16,35 2 3 16,26 7 0-16,27 3-1 15,3 3-28-15,33 0-82 16,23 0-56-16,26 0-48 15,11 3-87-15,-1-3-53 16</inkml:trace>
  <inkml:trace contextRef="#ctx0" brushRef="#br0" timeOffset="10089.94">21566 3212 580 0,'0'0'159'0,"0"0"-2"0,76-80-4 0,-66 49 11 15,-4 0-65-15,-6 0-23 16,0 3-28-16,-16 7 16 16,-16 4-15-16,-9 8-14 15,-9 7-14-15,-3 2-4 16,2 0 9-16,8 15-8 16,8 6-6-16,10 6-8 15,6 1-4-15,13 2-1 0,6-2-2 16,0 0 3-16,22-4 0 15,11-5 0-15,4-6-1 16,9-8 1-16,5-5 0 16,3 0-2-16,-4-12-26 15,-8-11-4-15,-7-1 22 16,-15 0 10-16,-9 5 0 16,-6 7 5-16,-5 5 9 15,0 7 11-15,0 3-4 16,-13 23-16-16,-9 18 2 0,-2 20 13 15,-3 16 12 1,3 19 5-16,-1 23-21 0,0 20-6 16,5 12-9-16,12 4 1 15,8-13-2-15,16-19 0 16,21-20 0-16,4-25 0 16,-6-24 1-16,-2-22-1 15,-6-21-4-15,1-14 2 16,2-18 1-16,0-19 0 15,-8-16 1-15,-7-14-3 16,-11-9 2-16,-4-13 1 16,-13-13 1-16,-15-6-1 15,-11-6 0-15,-6 2 0 16,-5 5 2-16,-2 19-1 16,10 13-1-16,9 26 1 0,12 16 0 15,15 13-1-15,6 6 0 16,0 4-10-16,12-1-67 15,18-1-28-15,16-2-23 16,6-6-48-16,7-5-26 16,0-7-41-16,-4-1-146 15</inkml:trace>
  <inkml:trace contextRef="#ctx0" brushRef="#br0" timeOffset="11175.59">21979 3069 625 0,'0'0'166'0,"0"0"27"0,0 0 11 0,0 0-81 0,0 0-10 15,0 0-54-15,-7-37-36 16,-1 54-12-16,-1 7 1 16,6 1 2-16,3 3-9 0,1-5-3 15,19-1-2 1,8-4-1-16,11-7 1 0,4-7 2 16,6-4 0-16,-1 0-1 15,-3-19 0-15,-8-11 0 16,-4-6-1-16,-11-7-2 15,-10 8 2-15,-8 2 1 16,-4 15 4-16,0 6 0 16,0 7 4-16,-7 5 0 15,1 1-9-15,-4 19-4 16,4 7 4-16,3 3-1 16,3-2 1-16,6 1 0 15,16-5 6-15,8-4-6 0,6-6 1 16,6-4-1-16,3-6 7 15,4-4-4-15,-1 0-2 16,2-11 2-16,-3-7 0 16,-9-7-2-16,-9-7 1 15,-10 0-1-15,-16-3 5 16,-3 4-2-16,0 5-2 16,-18 4 2-16,-6 7-4 15,-4 7-1-15,1 8-1 16,-1 0-1-16,3 11 1 15,3 13-6-15,6 1 6 16,7 3-4-16,5-3 3 0,4-1 0 16,0-3-2-16,15-4 5 15,8-3-2-15,9-5 2 16,4-9 1-16,4 0 1 16,2 0-2-16,-4-12-3 15,-2-5-4-15,-6-4 0 16,-9 2 7-16,-9 6 0 15,-9 7 1-15,0 6 3 16,-3 0-1-16,0 2-3 16,0 18-17-16,-3 2 16 15,3 9 1-15,0-4 0 16,0-1 0-16,19-3 1 16,7-5 1-16,3-6 1 15,6-7 1-15,2-5 1 0,2 0 0 16,-2-8 2-16,-3-11-3 15,-4-6-2-15,-4-7 3 16,-10-4-4-16,-5-2 2 16,-8 0-3-16,-3 7 0 15,0 7 6-15,0 11-6 16,-6 9-1-16,-3 4 0 16,-2 4-12-16,-4 17 5 15,2 5 4-15,6 2 0 16,7-1 3-16,0 2 1 15,13-3 0-15,9-1 5 0,8-1-2 16,6-3-2 0,4-7-1-16,5-2 5 0,6-6-5 15,5-6 0-15,-4 0 0 16,4-3 0-16,-7-14 2 16,-6-10 1-16,-7-3-1 15,-15-8 0-15,-9-4 5 16,-12 2-2-16,0 1 1 15,-15 13 3-15,-5 10-6 16,-5 10 13-16,0 6 11 16,1 16-21-16,6 14 19 15,9 7 5-15,9 2 0 16,2 1-7-16,20-3-9 16,6-5-3-16,4-5-11 15,4-5 2-15,-2-7-4 0,7-10 1 16,4-5-52-16,10 0-205 15,2-28-214-15</inkml:trace>
  <inkml:trace contextRef="#ctx0" brushRef="#br0" timeOffset="11891.57">25285 2657 971 0,'0'0'11'0,"0"0"115"0,0 0 62 0,0 0-134 0,0 0-8 16,0 0-31-16,-27-22-8 15,65 21 8-15,26-6 77 16,28 0-22-16,23-9-25 16,7 4-15-16,2 1-14 15,-14-1-16-15,-22 2-4 16,-26 3 0-16,-28-1-7 15,-25-2-87-15,-15 2-31 0,-42-2-6 16,-14 0-45 0,-9 3 87-16,7 4 65 0,8 3 22 15,15 0 2-15,11 0 4 16,11 6 2-16,10 11 6 16,5 8 2-16,4 8 48 15,0 9 55-15,4 8-4 16,13 1-12-16,2 8 14 15,3 4-50-15,1 0-1 16,1-1-18-16,-2-2-19 16,-3-8-19-16,-2-4-4 15,-2-12 0-15,0-5-5 16,1-12-10-16,5-9-222 16,6-10-120-16,3 0-242 15</inkml:trace>
  <inkml:trace contextRef="#ctx0" brushRef="#br0" timeOffset="12485.97">26191 2945 312 0,'0'0'729'0,"0"0"-711"0,0 0 162 0,0 0-149 16,95-61-15-16,-53 51-15 15,0-4 0-15,-8-4 1 16,-7-5 2-16,-9-2 0 15,-12-2 3-15,-6 2 0 16,0 3 43-16,-11 5-29 0,-11 5 9 16,-5 12 4-16,-4 0 0 15,-1 10-17-15,3 15-12 16,5 11-1 0,7-2 0-16,9 9-3 0,8-4 4 15,0 2 0-15,17-3-4 16,15-5-1-16,9-8 1 15,10-5 0-15,6-9-1 16,-1-8 0-16,-2-3-8 16,-3-10-21-16,-11-15-19 15,-6-12 29-15,-11-8 19 16,-5-9 2-16,-6 2 2 16,-6 8 7-16,-4 12 11 0,-2 12-2 15,0 7 28 1,0 9 11-16,0 4-26 0,0 0-33 15,8 3-14-15,6 17-8 16,9 10 22-16,6 6 2 16,0 1 3-16,-3 0 0 15,-10-4-2-15,-5-4-3 16,-8-5 1-16,-3-6 0 16,-7 0 0-16,-16-3 10 15,-7-5-3-15,-4-6-3 16,7-2-3-16,1-2-2 15,7 0 0-15,4 0-3 0,5-4-7 16,5-6-73 0,5-1-58-16,2-2-47 0,20-4-86 15,8-6-133 1</inkml:trace>
  <inkml:trace contextRef="#ctx0" brushRef="#br0" timeOffset="12701.59">27225 2402 1178 0,'0'0'11'0,"0"0"87"0,0 0 89 15,0 0-163-15,0 0 5 16,-41 86 36-16,41-25-31 16,17 7 14-16,10 2-23 15,4-1-18-15,-1 4-5 16,-5-6-2-16,-7-7-1 15,-3-12-8-15,-8-14-162 0,-2-15-167 16,-5-17-223-16</inkml:trace>
  <inkml:trace contextRef="#ctx0" brushRef="#br0" timeOffset="12854.11">27254 2707 1141 0,'0'0'9'0,"0"0"64"15,0 0-17-15,115-74-56 0,-45 68-8 16,5 6-1-16,3-3-82 16,-4-1-218-16,4-4-310 15</inkml:trace>
  <inkml:trace contextRef="#ctx0" brushRef="#br0" timeOffset="13687.61">28496 2396 1187 0,'0'0'1'0,"0"0"147"16,0 0-45-16,0 0-27 16,0 0-46-16,-93 30-13 0,65 15 54 15,1 12-17-15,6 4-6 16,6 2-26-16,11-1-8 15,4-3-3-15,4-3-8 16,23-7-2-16,7-8 2 16,8-15-2-16,4-7-1 15,3-13 0-15,1-6 0 16,-1-6 1-16,-9-22-1 16,-7-12-3-16,-9-8-4 15,-15-15 5-15,-9-2 1 16,-4-1-3-16,-25 7 0 15,-7 15 4-15,-9 13 1 16,-1 19-1-16,1 12-2 16,3 9 2-16,7 19-6 0,14 9 3 15,9 2-5-15,12 5 6 16,0 0-1-16,15-4 4 16,16-7-1-16,7 0 0 15,4-9-1-15,5-9-2 16,3-7-1-16,5-8-30 15,1-4-51-15,3-19-13 16,-3-11-28-16,-3-15 31 16,-6-12 22-16,-8-20 44 15,-8-15 19-15,-5-12 10 16,-7-2 1-16,-8 13 4 16,-2 19 10-16,-6 27 40 15,-3 23 43-15,0 18 15 16,0 10-62-16,-6 25-45 15,-6 23 8-15,-3 21 50 16,3 19-2-16,9 19-21 16,3 18 9-16,0 19-11 15,0 12-26-15,-3 10 13 16,-10 11 1-16,-6 2-14 0,0-2-5 16,2-10-7-16,3-16 2 15,3-20-2-15,1-20-1 16,1-27 0-16,-2-26 0 15,2-25-1-15,2-25 1 16,3-8 1-16,-1-35 9 0,5-26-7 16,0-26-3-16,11-21 1 15,18-23 1-15,17-19-2 16,10-7 0-16,3 5-1 16,0 21-1-16,-4 21-8 15,-8 27-17-15,-8 21-35 16,-7 18-39-16,-12 14-111 15,-12 9-2-15,-8 11-191 16</inkml:trace>
  <inkml:trace contextRef="#ctx0" brushRef="#br0" timeOffset="14176.59">24432 4379 1054 0,'0'0'49'0,"0"0"-17"0,0 0 105 0,0 0-101 0,0 0 0 15,-11 101 120-15,-1-32-85 16,-3 9-38-16,5 4 23 16,1 6-24-16,2-1-19 15,7-8-7-15,0-13-4 16,0-16-2-16,16-12-3 16,9-14-3-16,5-19-37 15,10-5-123-15,2-17-38 16,1-20-9-16,-7-13-66 15,-8-7-265-15</inkml:trace>
  <inkml:trace contextRef="#ctx0" brushRef="#br0" timeOffset="15112.49">24719 4732 805 0,'0'0'80'0,"0"0"65"16,0 0 1-16,0 0-95 16,0 0 16-16,-41 81 28 15,29-33-36-15,1-2 10 16,4-2-37-16,3-6-4 15,1-2-7-15,3-9-14 16,0-9-2-16,0-9-3 16,0-3 0-16,0-6-2 0,9-1 10 15,11-24 10-15,10-14-8 16,9-8-5-16,0-2-5 16,-5 9-1-16,-1 6 0 15,-11 10-1-15,-7 8 1 16,-6 8 2-16,-3 8-3 15,1 0-6-15,6 15-1 16,4 10 7-16,1 6 31 16,8-1-25-16,2 1-1 15,8-5-4-15,10-2 6 16,5-9-6-16,6-5 2 16,2-10 0-16,1 0-3 0,-4-10 2 15,-12-12 1 1,-8-13-1-16,-11-10 1 0,-10-8 2 15,-11 2-5-15,-4 6 5 16,-6 13-3-16,-21 14 1 16,-10 10-3-16,-10 8-4 15,-1 5 2-15,1 17 2 16,4 9 2-16,9 5-2 16,8-2-2-16,12 3 1 15,8-4 0-15,6-5-1 16,1-5 0-16,23-8-1 15,10-3-2-15,10-10 2 16,5-2-33-16,3-11-67 16,-4-23-7-16,-4-12 31 0,-5-21 16 15,-7-15 48-15,-7-14 14 16,-10-13 1-16,-6 0 1 16,-9 6 0-16,0 21 0 15,-6 26 2-15,-8 29 17 16,-3 23 34-16,-3 8-8 15,-5 35-40-15,-2 16 1 16,5 16 13-16,11 4-3 16,11 3 4-16,0 5 8 15,8-4-13-15,22-7-9 16,7-3 0-16,7-10-2 16,12-18-5-16,-1-11 1 15,5-20 3-15,2-10-3 0,1-4 0 16,-2-21-1-16,-4-15-2 15,-10-9-15-15,-12-12-29 16,-17-8-5-16,-12 8 31 16,-6 11 17-16,-9 16 3 15,-14 12 16-15,1 14 4 16,-2 6 2-16,2 2 18 16,4 4-24-16,3 17-10 15,8 7-6-15,7 3 0 16,0 9 0-16,13 2 0 0,15-2-1 15,8-5 1 1,4-5 0-16,8-8-5 0,6-9-22 16,3-6-84-16,-2-7-54 15,-6 0-65-15,-7-14-22 16,-13-10-222-16</inkml:trace>
  <inkml:trace contextRef="#ctx0" brushRef="#br0" timeOffset="16154.47">26413 4673 751 0,'0'0'203'0,"0"0"-21"0,0 0-81 0,0 0-22 0,-36 104 42 16,24-30-8-16,3 19-24 16,2 13-16-16,-2 8-22 15,-2 3-8-15,-5-6-24 16,1-11-12-16,0-14-6 16,6-17 5-16,6-18-6 0,0-20-1 15,3-18 1 1,0-13-6-16,8-13 6 0,9-27-10 15,2-19-31-15,0-17-10 16,-6-19 33-16,-2-22-33 16,-4-21 1-16,-4-14 34 15,-1-3 8-15,4 17-3 16,4 30 10-16,5 37 1 16,7 30 7-16,7 17 6 15,2 15-2-15,6 9-3 16,1 0-6-16,5 25-2 15,-7 7 0-15,-8 9 0 16,-13 6 1-16,-10 2 0 16,-5-2 0-16,-14-2 0 0,-19-9 4 15,-7-9 0-15,-6-5-4 16,4-11 0-16,3-6 4 16,11-5-4-16,7 0 0 15,12 0 0-15,5 0-1 16,4-4-6-16,13-3-23 15,18-2 4-15,11 3 8 16,7-1 15-16,2-5-5 16,1-2-6-16,0-7-4 15,0-3-3-15,-4-6 9 16,1-6 2-16,-7-7 9 16,-9-2 0-16,-6-1 3 15,-13 5-2-15,-10 8-1 0,-4 8 5 16,-12 9 0-16,-16 10 1 15,-7 6 7-15,0 4 8 16,0 16 7-16,10 8-8 16,7 5-6-16,12 0-9 15,6 8-3-15,0-2 3 16,25 1-4-16,7-8 2 16,4-6 0-16,5-12-3 15,1-8-5-15,1-6 2 16,5-6-56-16,1-19 16 15,-1-11 8-15,-3-5-3 16,-5-3-40-16,-7-2 38 0,-9 8 27 16,-9 7 12-16,-9 11 1 15,-5 9 6-15,-1 9 32 16,0 2-8-16,-3 6-15 16,-10 15-8-16,-5 7 42 15,3 3-24-15,2 1-15 16,4 0 0-16,1-1 2 15,3-4-7-15,5-5-1 16,0-4-1-16,0-11-1 16,3-7-2-16,13 0 5 15,6-11 5-15,6-19-9 16,2-7-1-16,-2-2 0 16,1 1-5-16,-4 3 5 15,-7 11 0-15,-3 10-2 0,-9 6 4 16,-3 6-2-16,0 2 0 15,1 10-5-15,4 13 5 16,4 3 34-16,0 3-6 16,1-2-14-16,-1-4-8 15,7-1 2-15,-1-4-5 16,6-7 4-16,8-5-7 16,5-6-1-16,10 0-3 15,3-1-132-15,2-15-97 16,-3-8-178-16</inkml:trace>
  <inkml:trace contextRef="#ctx0" brushRef="#br0" timeOffset="17188.73">28062 4417 949 0,'0'0'2'0,"0"0"11"0,0 0 72 0,0 0-19 0,0 0-19 16,0 0-25-16,0 0 9 16,-42-44 0-16,9 44 0 15,-9 0 51-15,-3 18 24 16,2 8-55-16,3 8 4 16,9 3-17-16,8 0-13 15,11 2-6-15,11-1-15 16,1-8 0-16,3-2-2 15,21-9 1-15,7-10 0 16,9-9-3-16,5-2-18 0,1-23-52 16,-1-10-16-16,-5-15-1 15,-1-11 60-15,-3-11 13 16,1-12 13-16,-4-14 1 16,-2-13 0-16,-7-9 0 15,-4 3 1-15,-11 18-1 16,-9 34 6-16,0 30 11 15,-5 31 60-15,-22 11-63 16,-10 39-8-16,-4 23 2 16,6 17 28-16,12 9-6 15,14 2-3-15,9-6-3 0,0-8-4 16,9-11-9-16,18-9-10 16,9-12 0-16,8-12 4 15,8-14-4-15,1-16 0 16,4-9 0-16,-5-1-1 15,-1-24 0-15,-4-8-11 16,-5-9-15-16,-7-9 6 16,-8-4 8-16,-15 10 3 15,-8 10 7-15,-4 13 2 16,-9 11 1-16,-21 11-1 16,-6 0-2-16,2 19 2 0,3 10 11 15,8 5-1-15,10 0-2 16,7 0-2-16,6-3 3 15,0-6-5-15,6-2 0 16,17-7-4-16,8-4 3 16,7-8-1-16,7-4-2 15,4 0 0-15,4-12-8 16,3-12-23 0,1-3 4-16,-5-2 0 0,-8 3-3 15,-15 6 27-15,-12 8 3 16,-13 9 2-16,-4 3 2 15,0 0 7-15,-6 3 11 0,-13 14-7 16,0 2 27-16,2 2-14 16,8-1-8-16,3-4-6 15,5 0-2-15,1-5 3 16,0-2-8-16,5-4-2 16,12-1-1-16,8-4 4 15,8 0-2-15,6-8-2 16,7-9-3-16,4-7 1 15,2-3 1-15,-3 2-2 16,-9 5 0-16,-11 5-2 16,-14 10 2-16,-8 5-2 15,-7 3-4-15,0 16 5 16,0 7 26-16,0 4 2 16,0-3-8-16,0-2-10 15,0-2-8-15,0-6-1 0,1-3-1 16,10-1-1-16,8-5-41 15,5-2-127-15,18-6-136 16,3 0-146-16</inkml:trace>
  <inkml:trace contextRef="#ctx0" brushRef="#br0" timeOffset="17604.43">29901 4196 1042 0,'0'0'23'0,"0"0"170"0,0 0-74 0,-113-26-6 16,75 48-46-16,9 5-18 0,8 6 22 16,13 0-14-16,8 3-19 15,8-1-4-15,30 0 4 16,18-5-23-16,18-4 0 16,14-9-7-16,6-3-7 15,6-8 2-15,0-4 1 16,-10-2-3-16,-14 0 0 15,-21-22 1-15,-13-7 0 16,-19-10-1-16,-12-1 2 16,-11 3-3-16,-9 9 1 15,-22 14-3-15,-15 14 0 16,-2 1-1-16,-3 28 2 16,12 6 1-16,15 7 2 15,20 1 3-15,4-3 1 0,34-3 0 16,21-6 1-16,14-12-1 15,9-3-3-15,8-12-2 16,7-4-1-16,1 0-15 16,-2 0-85-16,-1-8-212 15,6-7-253-15</inkml:trace>
  <inkml:trace contextRef="#ctx0" brushRef="#br0" timeOffset="53262.39">9079 4788 971 0,'0'0'0'0,"0"0"-5"0,0 0 5 15,0 0 32-15,0 0 9 16,0 0-27-16,0 0-7 16,-11 101 100-16,8-36-31 15,-2 10-32-15,-4 12 21 16,2 11-19-16,-7 4-10 16,5-2 5-16,2-9-18 15,4-5-14-15,3-13-3 16,0-11 13-16,0-12-5 15,10-9-8-15,4-6-4 16,5-5 4-16,-1-7-2 16,5-8-4-16,0-8 0 0,9-7-2 15,5 0 2-15,6-9-19 16,7-14-120-16,2 0-46 16,-9-3-84-16,-4 3-151 15</inkml:trace>
  <inkml:trace contextRef="#ctx0" brushRef="#br0" timeOffset="53519.21">9469 5610 1066 0,'0'0'18'15,"0"0"-4"-15,0 0 80 16,0 0-59-16,0 0 45 0,0 0-18 15,64 85-36-15,-31-60-12 16,3 3 8-16,-11-1-2 16,-7 4-8-16,-15 4 0 15,-6 4 16-15,-31 6-21 16,-24 8-1-16,-17-3-6 16,-9 1-30-16,1-8-154 15,17-9-178-15</inkml:trace>
  <inkml:trace contextRef="#ctx0" brushRef="#br0" timeOffset="54846.92">17348 3642 536 0,'0'0'0'0,"0"0"-5"0,0 0 5 0,0 0 20 16,0 0 9-16,0 0-17 16,0 0-11-16,-17 6-1 15,17-2 14-15,0 1 15 16,0 0-6-16,8-4-4 16,28-1 17-16,26 0 18 15,31-4-16-15,29-10-10 31,20-4-4-31,22 4-12 0,17 0-6 0,16 4-4 16,8 8-2-16,-5 2-4 16,-19 0 0-16,-33 15-86 15,-37 2-234-15</inkml:trace>
  <inkml:trace contextRef="#ctx0" brushRef="#br0" timeOffset="55075.68">18346 3992 397 0,'0'0'232'0,"0"0"-228"0,0 0-4 16,85 10 27-1,-25-10 19-15,20-4-15 0,8-5-17 16,15-1-11-16,4 0-3 15,3 2 0-15,3-2-82 16,3-4-408 0</inkml:trace>
  <inkml:trace contextRef="#ctx0" brushRef="#br0" timeOffset="56283.27">2000 11046 598 0,'0'0'152'0,"0"0"-151"0,0 0 94 0,0 0 9 0,0 0-21 16,0 0 6-16,-67-84-2 15,54 73-38-15,-4 3 15 16,-2 5-5-16,-8 3-7 16,-13 18-20-16,-15 29-21 15,-14 18-1-15,-4 21 19 16,-2 9 12-16,8 5-3 15,9 0-11-15,19-7-15 16,20-11-1-16,19-14-10 16,3-19-1-16,37-18-5 0,11-18 5 15,19-13 0 1,9-11 0-16,12-22 2 0,-3-15 0 16,-8-4-2-16,-24-1 1 15,-25 4-2-15,-24 9 2 16,-11 10 3-16,-33 6 5 15,-16 16-4-15,-18 8-5 16,1 6-3-16,-6 30 0 16,7 11-1-16,11 10 2 15,15 5-1-15,14-3-4 16,14-3 3-16,15-9-4 16,5-7-31-16,23-13-142 15,8-12-9-15,9-15-119 16,4-8-238-16</inkml:trace>
  <inkml:trace contextRef="#ctx0" brushRef="#br0" timeOffset="56762.49">1847 10329 993 0,'0'0'9'0,"-145"18"-8"0,79 23 46 0,1 21 27 16,-4 25 6-16,-7 23-27 0,-9 30-18 0,-21 27 20 15,-12 16 0-15,-6 25 24 16,8 8-45-16,19 3 5 16,27-9-9-16,40-28-14 0,30-32-11 15,30-32-5-15,43-27-4 16,28-28-4-16,20-24 8 15,24-29-2-15,22-14 2 16,24-45 4-16,16-27 0 16,8-23-1-16,-9-19-3 15,-33-11-2-15,-40-6-4 16,-33-20 6-16,-39-11 9 16,-28-18 4-16,-21-26 10 15,-12-19 26-15,-36-23-4 16,-37 8-25-16,-36 31-13 0,-34 51 2 15,-14 62-1-15,-16 56-5 16,-9 44-1-16,-10 63-2 16,-2 51-12-16,15 46 1 15,22 23 3-15,45 13-7 16,42-7-72-16,37-12-135 16,30-24-129-16,3-12-454 15</inkml:trace>
  <inkml:trace contextRef="#ctx0" brushRef="#br0" timeOffset="61298.71">4865 10307 507 0,'0'0'115'0,"0"0"-103"0,0 0 75 16,0 0-6-16,0 0-53 0,0 0 3 15,0 0 22 1,0 0-8-16,4 53 9 0,-4-39-22 15,-7 5-5-15,-11-1 26 16,-5 0-18-16,-8-2 21 16,-6-5-9-16,-5-5 9 15,-4-6-29-15,6 0-4 16,4-6-5-16,9-13 7 16,13-7 19-16,3-9-20 15,9-4-14-15,2-7-10 16,5 2-1-16,17 3-2 15,9 7 2-15,2 8 0 16,2 6-1-16,-1 12 0 16,3 8-2-16,3 0 0 0,4 28 1 15,2 15 3-15,-3 15 16 16,-8 20-4-16,-10 16 3 16,-12 16 0-16,-13 10-2 15,0 3-3-15,-18-4 0 16,-16-9 0-16,-12-10-2 15,-8-11 1-15,-10-11 2 16,-11-9 0-16,-4-10 5 16,8-14-4-16,8-14-2 15,15-14 1-15,14-13-6 16,5-4 7-16,7-28-6 16,3-22-3-16,10-10-6 15,9-9 0-15,4 0-6 0,22 12 4 16,5 18 2-16,3 15 3 15,4 12-4-15,3 12-5 16,6 0 2-16,5 22 0 16,4 2 7-16,4 1 9 15,0 3 0-15,-1-1 4 16,-3-3-11-16,-1-3 2 16,-3-5-4-16,-5-2-5 15,-3-3-32-15,-2-7-148 16,4-1-160-16,-1-3-218 15</inkml:trace>
  <inkml:trace contextRef="#ctx0" brushRef="#br0" timeOffset="63172.1">6585 11032 537 0,'0'0'0'0,"0"0"0"0,0 0 32 0,0 0 67 16,0 0-20-16,0 0 25 16,0 0-42-16,60-47-17 15,-48 21-1-15,-5-1 28 16,-4-6-22-16,-3-2-15 15,0-1-4-15,-13 4-19 16,-11 8 15-16,-7 5 29 16,-10 16-21-16,-8 3 7 15,-9 18-28-15,5 21-11 16,0 13 1-16,8 11-4 16,5 4 0-16,10 2-1 0,12 2-2 15,3-6 3-15,9-12-1 16,6-10-2-16,0-12 3 15,6-9-5-15,9-14-4 16,6-8-1-16,4 0 10 16,7-26 20-16,2-10-13 15,-1-13-5-15,5-7-1 16,-6-7-1-16,-4-11-3 16,-5-9 1-16,-4-9-13 0,-5-12-25 15,-3-5 15-15,0 6-15 16,-2 12 3-1,1 22 16-15,-4 23 17 16,-4 24 2-16,-2 11 2 0,0 6 8 16,0 2-7-16,0 3 5 15,0 0-6-15,0 0-1 16,3 12-5-16,3 18 2 16,1 19 4-16,-1 17 18 15,-3 13 9-15,-3 7-9 16,0 7 4-16,0-3-1 15,0-5-11-15,6-12-6 16,12-13-4-16,3-16-3 16,13-9-2-16,12-15-3 0,8-14 8 15,7-6 12-15,8-14-7 16,1-20-5-16,2-12 0 16,-7-12-25-16,-9-7-27 15,-18-4 9-15,-17 5 2 16,-14 15 15-16,-7 18 24 15,-2 17 2-15,-12 14 32 16,-8 7 8-16,2 27-35 16,-7 13 12-16,5 9 16 15,7-2-7-15,8-1 10 16,7-8-26-16,0-10-7 16,7-5-3-16,8-10-2 0,6-4-7 15,0-12 2-15,1-4-35 16,2-12-126-16,-3-20-226 15</inkml:trace>
  <inkml:trace contextRef="#ctx0" brushRef="#br0" timeOffset="63389.17">7132 10506 1179 0,'0'0'2'0,"0"0"-2"0,0 0 7 0,0 0-7 15,0 0-20-15,0 0 11 16,47 37 2 0,5-27-114-16,6-7-24 15,0-3-15-15,-2-7-107 16,2-17 35-16,-6-9 75 0</inkml:trace>
  <inkml:trace contextRef="#ctx0" brushRef="#br0" timeOffset="63734.18">7619 10337 272 0,'0'0'170'0,"25"-122"-20"16,-23 66-28-16,-2 16-36 15,0 17 23-15,0 14 24 16,0 9 22-16,-6 19-127 16,-5 26-23-16,-3 19 15 15,0 18 53-15,9 18-17 16,2 20 24-16,3 22 8 16,0 23-69-1,0 16 11-15,0 17-10 0,-2 11-9 16,-9 1-4-16,-7-11-5 15,0-20-2-15,-2-32-2 16,0-25 2-16,-2-29 0 0,-4-21 2 16,-2-21-2-16,-5-22 4 15,-7-24 2-15,-9-12 7 16,-5-41 1-16,2-33-11 16,1-31 3-16,14-34-6 15,11-32-1-15,17-9-3 16,9 3-12-16,41 20-25 15,24 27 22-15,20 19-14 0,12 15-26 16,9 13-18 0,8 5-17-16,7 7-63 0,7 1-44 15,3 0-193-15</inkml:trace>
  <inkml:trace contextRef="#ctx0" brushRef="#br0" timeOffset="64075.28">8204 10103 940 0,'0'0'8'0,"0"0"52"0,0 0 0 0,-73 113-25 15,70-22 57-15,3 26-10 16,9 20-39-16,13 18 60 16,5 11-51-16,-2 9-27 15,-2-1-9-15,-10-2 3 16,-7-7-11-16,-6-19-8 0,-3-17 1 15,-16-25 0-15,-4-18 0 16,-5-19-1-16,4-20 1 16,-3-22 1-16,0-19 2 15,-4-12 6-15,0-39 10 16,1-31-18-16,6-32-2 16,9-35 3-16,12-21-3 15,3-14-3-15,12 6-2 16,27 35-16-16,13 31-2 15,8 34-5-15,2 21-46 16,4 13-50-16,1 7-99 16,0 4-175-16</inkml:trace>
  <inkml:trace contextRef="#ctx0" brushRef="#br0" timeOffset="66312.5">9751 10716 1128 0,'0'0'3'0,"0"0"4"16,0 0 95-16,0 0-60 0,0 0-42 0,0 0 8 0,-7 68-8 15,7-12 39-15,-11-3-7 16,5-6 3-16,-6-9-9 0,8-11-8 16,-1-8-3-16,2-11-11 15,3-8-2-15,0 0-4 16,11-4 8-16,26-27 14 15,17-17-6-15,10-19-8 16,7-3-4 0,-8 2-2-16,-12 12 1 0,-11 17-1 15,-16 16 0-15,-15 16 0 16,-6 7-5-16,-3 25-11 16,0 15 16-16,0 14 6 15,-11 4 4-15,1-1 1 16,7-9-5-16,3 0 1 0,0-15-7 15,8-10 0 1,11-4 0-16,6-15-2 0,8-4 2 16,9-7 7-16,7-20-4 15,3-14-3-15,-2-13-7 16,-6-9-8-16,-5-5-18 16,-11 10-2-16,-11 17 17 15,-7 16 13-15,-8 18 5 16,-2 7 12-16,0 14-12 0,-14 19 2 15,-4 15-2 1,1 4 12-16,7 4 0 0,7-5 6 16,3-6-8-16,5-6-5 15,19-9-3-15,7-4-1 16,8-14 1-16,13-8 2 16,4-4 1-16,3-15-5 15,1-16-1-15,0-11-1 16,-10-11-48-16,-11-9 12 15,-11-1 3-15,-11 6 0 16,-11 15 28-16,-6 15 7 16,0 16 12-16,0 11 22 15,-15 7 4-15,-3 24-34 16,-6 11-1-16,3 6 9 16,14-2-3-16,7-2 9 0,12-7-11 15,18-4-7 1,10-7-3-16,9-9 3 0,12-10 2 15,12-7 9-15,5 0-7 16,2-20-4-16,-2-6 0 16,-7-11-5-1,-8-6-41-15,-18-6 1 0,-9 10 10 16,-18 11 23-16,-11 14 12 16,-7 14 12-16,0 0 25 15,-4 24-25-15,-17 13-8 16,-4 13 19-16,0 4 12 15,5-3-14-15,2-2-3 16,9-6-5-16,3-3-7 16,6-11-6-16,0-11 0 0,0-8-1 15,0-10-1-15,15 0 2 16,10-16 15-16,7-18-2 16,2-15-7-16,4-11-6 15,-2-11 0-15,-1-2-8 16,1 9-12-16,-5 16 5 15,-6 22 9-15,-8 18 2 16,-6 8-3-16,-3 26-33 16,0 16 40-16,-5 7 14 15,-3 3-12-15,0-4 3 16,0-5 2-16,0-7-5 16,0-9-1-16,-2-6-1 0,-1-10 0 15,3-6 0-15,0-5 2 16,0 0-1-16,0-3 11 15,10-17 6-15,13-15-14 16,8-12-4-16,1-7-4 16,5 1-5-16,-2 4-15 15,-3 11 1-15,-7 13 7 16,-4 15 5-16,-11 10 4 16,-4 10-28-16,-4 16 35 15,1 6 7-15,-3 4-2 16,0-1 3-16,0-3 10 0,0 3-10 15,0-2-2 1,3-4 0-16,5-4-1 0,2-2-1 16,0-5-3-16,1-6 1 15,8-2-2-15,5-6 2 16,6-4 7-16,10 0 1 16,8-18-6-16,7-4 0 15,3-9-4-15,-2-10-8 16,-1-10-18-16,-7-12-5 15,-7-5-5-15,-13 8 0 16,-12 13 23-16,-9 23 13 16,-7 12 13-16,0 12 45 15,-20 16-33-15,-9 19-25 16,-9 14 14-16,8 4 33 16,10 7-14-16,9-5-15 15,11 2 4-15,0-6-12 0,0-4-8 16,15-8 1-16,6-9-2 15,0-9-1 1,9-9 0-16,8-11 1 0,6-1 9 16,9-8-4-16,0-20-6 15,1-12-2-15,-5-13-24 16,-9-11-14-16,-4-13 7 16,-11-3-7-16,-10 7-15 15,-15 15 43-15,0 21 12 16,-15 16 3-16,-7 11 8 15,2 10-5-15,0 0-6 16,-1 10-2-16,7 11 1 0,8 5-5 16,6-3-1-16,0 1 1 15,15 0 3 1,12-3 1-16,6 3-6 0,1 1 8 16,2 1 0-16,-2 1 0 15,-10 5 0 1,-6 3 0-16,-12 1 0 0,-6 3 7 15,0-1-3-15,-9-4 7 16,0-4 30-16,2-2-22 16,7-10-9-16,0-3 0 15,0-3-2-15,11-8-2 16,12-4-5-16,10 0 9 16,8-16-5-16,6-11-2 15,-1-7-3-15,2-15-6 0,-2-6 4 16,-4-12-33-16,-2 0-7 15,-13 9 22-15,-6 16 17 16,-12 21 3-16,-7 17 10 16,-2 4 17-16,-5 28-25 15,-13 16 2-15,-4 9 43 16,4 0-11-16,9-7-19 16,7-3-9-16,2 0-7 15,0-9-1-15,12-4-1 16,3-11-4-16,-1-8-69 15,2-11-136-15,1 0-166 16</inkml:trace>
  <inkml:trace contextRef="#ctx0" brushRef="#br0" timeOffset="66631.14">13621 10319 1232 0,'0'0'0'0,"-92"-4"1"0,60 14 35 0,13 11-6 16,7 3 0-16,12 6-30 16,0 1 1-16,28-3-1 15,11-7 4-15,10-7-1 16,5-7-3-16,-3-7 0 16,-2-2-41-16,-12-15-29 0,-10-10 41 15,-16-4 26-15,-11-2 3 16,-5 4 11-16,-25 4-6 15,-7 9 25 1,-4 12-26-16,-3 4-4 0,10 14-2 16,7 23-6-16,15 17-7 15,10 11-15-15,2 4-141 16,21-1-57-16,10-5-160 16</inkml:trace>
  <inkml:trace contextRef="#ctx0" brushRef="#br0" timeOffset="67427.92">14334 10741 821 0,'0'0'177'0,"0"0"-110"0,0 0 127 16,-113-57-122-16,61 57 26 15,-7 23-34-15,7 14-11 16,7 6-23-16,13 10-19 15,11-2-7-15,13 0 1 16,8-6-5-16,3-4 0 16,24-7 0-16,7-7 5 15,11-13-1-15,4-8-1 16,10-6-2-16,8 0-1 16,12-14-11-16,7-11-13 0,-2-6-54 15,-7-7-48-15,-16-6 22 16,-16 3 48-1,-18 7 33-15,-14 14 23 0,-13 9 4 16,-1 10 41-16,-29 1-2 16,-11 8-5-16,-3 12 13 15,5 3 12-15,11 4-25 16,10-1-22-16,11-2-12 16,7-3-4-1,0-8 1-15,3 1-1 0,12-6 0 16,10-5 1-16,3-3 1 15,5 0-2-15,0-9-10 0,-2-12-48 16,1-1 27-16,-1-4-12 16,-6 3 13-1,-5 5 17-15,-13 6 13 0,-4 7 0 16,-3 5 9-16,0 0-9 16,0 17 3-16,-1 8-2 15,-1 3 29-15,2-2-18 16,0-4 7-16,12-2 2 15,12-5-7-15,10-7-1 16,12-6 9-16,10-2-3 16,8-7-15-16,3-16 1 15,5-6-2-15,-8-12-3 16,-7-14 2-16,-8-17 0 16,-9-21-1-16,-3-27 7 15,-4-22-8-15,-6-18 5 0,-5-16-4 16,-5 1 4-16,-2 30-3 15,-8 45 0-15,-4 48 13 16,-3 52 66-16,0 26-81 16,-15 48 8-16,-7 34 47 15,-3 22 1-15,-1 14-29 16,8 5 9-16,8 3-9 16,10 3-27-16,24-10 1 15,26-11-1-15,18-13 0 16,5-16-23-16,1-28-203 15,-10-32-359-15</inkml:trace>
  <inkml:trace contextRef="#ctx0" brushRef="#br0" timeOffset="67949.6">17288 10806 1029 0,'0'0'124'0,"0"0"-124"0,0 0 44 0,0 0 133 0,0 0-37 0,0 0-115 0,0 0 13 16,-54 10 35-16,105-16-35 15,42-14 2 1,38-5-12-16,25 3-13 0,18 5-7 16,12 4-5-16,4 6 3 31,0 4-6-31,-19 3-5 0,-33 0-2 0,-39 3-12 15,-44 7-130-15,-38 0-139 16,-17-5-79-16,-39-5-306 16</inkml:trace>
  <inkml:trace contextRef="#ctx0" brushRef="#br0" timeOffset="68220.47">18341 10380 957 0,'0'0'18'0,"0"0"57"16,0 0 66-16,0 0-40 15,0 0-61-15,0 0-22 16,102-10 51-16,-49 53 9 16,7 13 1-16,3 8-7 15,-5 6-23-15,-2 2-17 16,-14 0-11-16,-17 1-4 0,-20-6-10 15,-12-1-2 1,-50-7-1-16,-35-3-4 16,-25-5-3-16,-13-10-184 15,-5-11-370-15</inkml:trace>
  <inkml:trace contextRef="#ctx0" brushRef="#br0" timeOffset="69435.47">22292 10165 754 0,'0'0'5'0,"0"0"57"0,0 0 62 0,-15-80-17 16,11 70-34-16,-4 2 43 15,-5 0-75-15,-2 5 11 16,-7 1 45-16,-10 2-49 16,-11 11-33-16,-9 23 4 15,-6 18 18-15,-3 18-4 16,2 16 3-16,7 14-7 16,10 5-14-16,13 1-5 15,20-8-10-15,9-15 0 0,26-14-1 16,26-15-1-16,19-18 0 15,12-16 1-15,17-14-1 16,6-6-2-16,9-22-24 16,0-18-83-16,-9-8-47 15,-14-10-40-15,-19-11-15 16,-20-11-26-16,-20-5 21 16,-17 9 118-16,-15 13 100 15,-1 24 250-15,-9 19-46 16,-7 17-13-16,-5 6-62 15,-1 28-72-15,-1 16 1 16,3 8 12-16,4 4 0 16,10 0-5-16,6-1-43 15,2-5 4-15,23-5-7 16,16-8-13-16,11-7-6 0,10-17 7 16,12-10-3-16,0-6 2 15,1-17 0-15,-14-15-5 16,-16-15 2-16,-17-12-2 15,-19-20 2-15,-9-13 1 16,-18-5-2-16,-26 5 0 16,-12 22 3-16,-8 24 0 15,-3 26-3-15,6 20-4 16,1 9 2-16,9 31-5 16,10 10-3-16,15 6-3 15,17 10 4-15,9 0-55 16,23-1-103-16,14-11-49 15,9-11-67-15,1-17-516 0</inkml:trace>
  <inkml:trace contextRef="#ctx0" brushRef="#br0" timeOffset="69764.19">23456 10332 1230 0,'0'0'2'0,"33"-96"92"0,-1 66 46 15,9 15-96-15,9 15-37 16,4 5-4-16,8 30 21 16,-7 12 5-16,-5 12 4 15,-14 8-9-15,-15 3-21 16,-14-3-2-16,-7-2 1 0,-12-12-1 16,-19-11 2-16,-6-11-2 15,3-13 4-15,8-15-2 16,7-3 4-16,4-27 3 15,11-23-6-15,4-22-4 16,1-14-2-16,23-6-1 16,7 0-8-16,7 14-27 15,0 18-38-15,1 17 11 16,-5 20 3-16,-1 23-42 16,-5 0-55-16,2 29-72 15,6 11-236-15</inkml:trace>
  <inkml:trace contextRef="#ctx0" brushRef="#br0" timeOffset="70137.28">24221 10374 960 0,'0'0'54'0,"-4"-93"-45"15,7 55 149-15,18 6-83 16,2 8-29-16,3 9 20 15,4 14-24-15,4 1-3 16,2 20 17-16,-3 14-4 16,-2 9-5-16,-7 10-27 15,-8 6-2-15,-4 6-7 16,-12-7-8-16,0-6-3 0,-18-10 2 16,-8-11 0-16,-4-8 4 15,4-15-3-15,10-8 1 16,4-6 3-16,2-28 2 15,10-17-9-15,0-18-2 16,23-12 2-16,9-8-2 16,2-2-5-16,0 6-8 15,2 11-49-15,-4 19-5 16,0 20-51-16,-3 22-6 16,-2 13-64-16,1 17-47 15,0 20-135-15</inkml:trace>
  <inkml:trace contextRef="#ctx0" brushRef="#br0" timeOffset="72122.95">24966 10344 123 0,'0'0'893'16,"0"0"-874"-16,0 0 134 16,0 0-22-16,0 0-114 15,86-50-14-15,-44 27 9 16,-3-4-3-16,-5 1 3 15,-7-7-7-15,-8-2 0 16,-13-3 3-16,-6 8 5 16,0 5 2-16,-13 14 54 15,-13 8-9-15,-11 3-49 16,-8 14-1-16,4 16-1 16,1 9 7-16,10 6-4 0,12 2 1 15,12 0 1-15,6 1-10 16,3 1 2-16,21-7-5 15,11-6 0-15,6-10 1 16,5-12 4-16,11-12-2 16,10-2-4-16,12-13 5 15,3-17-2-15,-3-12-2 16,-5-13-2 0,-11-13 0-16,-9-18-13 0,-11-15-9 15,-12-15 8-15,-12-18 4 16,-11-7 4-16,-8 3 6 0,0 20-1 15,-11 32 2 1,-5 33 0-16,2 33 7 16,-3 24-2-16,-7 49-5 0,-5 27-16 15,-4 27 16-15,12 7 5 16,9 9-1-16,7-2-1 16,5 0 4-16,0-13-6 15,24-7 0 1,12-13 3-16,16-13-4 0,17-12 0 15,10-20 0-15,14-22 2 16,4-18-2-16,-5-3 0 16,-7-27 4-16,-18-17-4 15,-19-11 2-15,-20-10-2 16,-19-6 0-16,-9 10 0 0,-13 8 0 16,-19 19 1-16,-8 16 0 15,-5 16 7-15,-4 2 1 16,1 27-6-16,4 10 2 15,12 5 0-15,16 4-5 16,7-3 0-16,9 3-1 16,0-9 1-16,15-7-1 15,7-10 0-15,2-12 2 16,6-8 3-16,7-5-4 16,3-18-3-16,5-12 1 15,0-9-13-15,-3 1 3 16,-8 5-5-16,-8 10 13 15,-12 14 4-15,-8 10 0 16,-6 4 0-16,0 11-12 0,-4 15 12 16,-6 8 2-16,5 7 6 15,5 1 1-15,0 0 3 16,19-5-6-16,5-8-5 16,2-7 1-16,4-12 0 15,3-10 2-15,2 0 4 16,-1-22-6-16,-2-16-2 15,-3-14 0-15,-4-15-4 16,-2-14-10-16,-2-19-10 16,-2-16-17-16,-5-12 15 15,-6-5-13-15,-7 19 24 0,-1 30 15 16,0 35 3 0,-1 32 5-16,-7 17 4 0,-4 30-12 15,-1 34 3-15,2 24-3 16,8 12 6-16,3 6 4 15,0-4 8-15,15-6-10 16,6-7-1-16,7-9-4 16,8-12-3-16,6-9 1 15,10-15-1-15,6-17 3 16,0-19-3-16,-6-8-1 16,-8-25-18-16,-11-22-33 15,-8-12 18-15,-10-10-10 16,-6 1 28-16,-6 7 15 0,-3 15 1 15,0 20 10 1,0 19 36-16,-3 7 22 0,-12 19-64 16,0 19 8-16,0 7 2 15,9 7 0-15,6-1-7 16,0-2 4-16,9-1-7 16,8-10-4-16,-2-9 1 15,4-15 1-15,6-9-1 16,5-5 3-16,6-16-4 15,1-18-1-15,1-11-37 16,-5-10 10-16,-4 0 1 16,-6 4-1-16,-10 10 21 15,-4 16 7-15,-8 13 7 16,-1 12 4-16,0 4 1 0,-11 20-8 16,-4 10 24-16,4 2-14 15,9 3 1-15,2-3-4 16,0-2-1-16,14-4-1 15,7-8-7-15,7-8 1 16,13-7 4-16,8-7 0 16,15 0 0-16,2-8-5 15,-5-16-2-15,-12-11 7 16,-13-13-4-16,-11-7 0 16,-13-7-1-16,-12 1-2 15,0 8 2-15,-27 13 4 16,-9 17 7-16,-8 14-9 0,-7 9 14 15,5 11-8-15,5 16 0 16,12 9-2-16,11 3-7 16,12-2 2-16,6 2-1 15,0-6-2-15,13-2 0 16,14-6 2-16,5-7 0 16,5-7 2-16,3-9-4 15,3-2 0-15,3-9-19 16,-2-12-23-16,-2-11-12 15,-1-9 3-15,-6-8 23 16,-6-1 12-16,-5 6 16 16,-9 9 0-16,-5 12 4 15,-5 12 3-15,-3 7 7 0,-2 4 18 16,0 5-32-16,0 17 0 16,0 5 5-16,0 1 5 15,4-4-9-15,5-3 5 16,0-6-5-16,4-5 0 15,6-7 2-15,7-3 4 16,7 0 2-16,7-14-3 16,1-10-5-16,1-9-2 15,-1-3-2-15,-3-1-5 16,-3 2-6-16,-8 12 5 16,-10 11 9-16,-7 7-1 15,-4 5 0-15,2 0-7 16,8 13-2-16,2 5 10 15,6 0 1-15,1-2 0 16,2-2 5-16,3-5-3 0,4-6 1 16,2-3-3-16,-2 0-1 15,-4-6-44-15,-9-11-155 16,-17-13-118-16,-4-11-357 16</inkml:trace>
  <inkml:trace contextRef="#ctx0" brushRef="#br0" timeOffset="72285.56">26498 9639 1112 0,'0'0'0'0,"0"0"0"0,0 0 32 0,0 0-32 0,131 0-51 0,-53-15-139 16,4-8-141-16</inkml:trace>
  <inkml:trace contextRef="#ctx0" brushRef="#br0" timeOffset="72592.48">27477 9285 1064 0,'0'0'24'16,"-111"-7"101"-16,74 7 66 15,16 0-92-15,14 1-54 16,7 9-36-16,10 2 0 16,23 6 27-16,15-7-13 0,15-1-12 15,5-9-9-15,-7-1 0 16,-10-9-1-16,-13-20 6 16,-18-14 4-16,-14-13-5 15,-6-4 18-15,-30 1 26 16,-19 6-33-16,-17 17-6 15,-13 14-10-15,-12 22-1 16,-1 12-7-16,1 41-38 16,10 26-165-16,10 19-148 15,3 7-579-15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0T05:46:51.657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2957 2379 512 0,'0'0'81'0,"0"0"8"0,0 0 32 0,0 0-10 0,0 0-46 16,0 0-19-16,10-6 55 16,-7 3-36-16,1-4-13 15,4 1-11-15,-2-3 7 16,0-1-12-16,-1-2 6 15,-5 5 3-15,0-2-2 16,0-1-16-16,0 4 3 16,-11 0-14-16,-7 1-12 0,-6 2 10 15,-4 3-7 1,-11 0-4-16,2 4-1 16,-5 8 1-16,3 5-3 0,-1 3 2 15,4 1-1-15,3 2 0 16,8 0-1-16,8-4-1 15,10 0 1-15,7 2-5 16,0 3-2-16,18 5 5 16,13 5 2-16,7 2 1 15,5 3 1-15,2 0-1 16,7-1 0-16,-6-2-1 16,3 0 0-16,-13-3 0 0,-9-4-1 15,-15-4 1 1,-12-4 0-16,-9 0 1 0,-33-1 7 15,-13-6 0-15,-18-2 0 16,-12-4 49-16,-11-4 4 16,1-3-16-16,-8-1-15 15,9 0-5-15,12-13-7 16,10-7-10-16,21-6 2 16,16 0-4-16,14 2-4 15,9 7-1-15,6 4-2 16,6 7-3-16,0 1-6 15,8 2-32-15,17 3-43 16,12 0-26-16,8 0-37 16,10 10-58-16,6 1-48 15,6 2-143-15</inkml:trace>
  <inkml:trace contextRef="#ctx0" brushRef="#br0" timeOffset="276.51">3464 2483 1164 0,'0'0'52'0,"0"0"93"0,0 0 22 16,0 0-145 0,0 0-22-16,0 0 0 0,-6 84 8 15,16-31 17 1,-5 2 1-16,-4-4 1 0,1 1-17 15,-2-4-6-15,0-4-4 16,0-5 1-16,0-6-2 16,0-8-1-16,0-9-107 15,1-9-134-15,1-7-82 16,-2-7-337-16</inkml:trace>
  <inkml:trace contextRef="#ctx0" brushRef="#br0" timeOffset="443.89">3300 2736 202 0,'0'0'792'16,"0"0"-779"0,0 0 222-16,0 0-177 0,0 0-58 15,0 0-7-15,43-16 6 16,0 22 1-16,2 1 0 16,0-1-6-16,-3 1-162 15,1-3-152-15,-3-2-286 16</inkml:trace>
  <inkml:trace contextRef="#ctx0" brushRef="#br0" timeOffset="841.11">3746 2756 900 0,'0'0'166'0,"0"0"-161"15,0 0 170-15,0 0-166 0,0 0-9 16,0 0 0-16,16 0 2 15,14 0 0-15,3 0 3 16,0-7-2-16,4-2-2 16,-3-1 0-16,-4 0 0 15,-6 0-1-15,-9-2 0 16,-12 1 0-16,-3-3 3 16,0 4 1-16,-21 1-4 15,-10 6 0-15,-5 3 1 16,2 3 6-16,-2 18 15 15,1 8 5-15,7 9 5 16,7 1-3-16,11 1-13 0,10 1-7 16,0-5-6-1,25-3-2-15,9-8 4 0,10-5-4 16,5-8 0-16,5-9-2 16,4-3-20-16,3 0-69 15,-1-13-17-15,-2-7-46 16,0-5-90-16,-13-4-64 15,-11-4-167-15</inkml:trace>
  <inkml:trace contextRef="#ctx0" brushRef="#br0" timeOffset="1312.85">4374 2794 478 0,'0'0'245'0,"0"0"-54"15,0 0 18-15,0 0-70 16,0 0-92-16,0 0-36 16,0 35 34-16,0 20 34 15,-6 6-37-15,4 11 15 0,-2 2-24 16,-3 1-4-16,1-4-12 15,0-5-3-15,-2-9-12 16,-2-8 4-16,4-12-6 16,1-12-2-1,-1-9 2-15,3-11 1 0,3-5 0 16,-3-5 11-16,0-25-4 16,-1-17-8-16,3-17-8 15,1-17 4-15,0-15-10 16,16-9-14-16,-1 8 6 15,7 18 0-15,-1 17 21 16,-1 21 0-16,2 14 1 16,-1 13 0-16,-1 4-1 0,0 10 1 15,2 0-10-15,2 18 7 16,4 13 3-16,1 7 2 16,-7 4-2-16,-4 2 0 15,-6-3 0-15,-10-6 1 16,-2-4 3-16,-11-6 1 15,-19-7 4-15,-7-6 10 16,-3-8 6-16,-5-1 1 16,0-3-12-16,-4-5-8 15,3-12-1-15,7-5-1 16,11-5-4-16,11-4 0 16,14-2-51-16,3-3-93 15,28 2-104-15,19 2-94 0,6 2-443 16</inkml:trace>
  <inkml:trace contextRef="#ctx0" brushRef="#br0" timeOffset="1568.95">5168 2494 1002 0,'0'0'125'0,"0"0"-111"0,0 0 133 0,-15 88 4 0,10-43-74 15,5 2-5-15,0-5-22 16,5-2-32-16,8-5-9 0,-1-3-5 16,-3-6-3-1,0-4-2-15,-6-1-2 0,3-4-144 16,-6-7-247-16</inkml:trace>
  <inkml:trace contextRef="#ctx0" brushRef="#br0" timeOffset="2878.19">6912 2809 1281 0,'0'0'16'0,"0"0"64"0,-100-30 111 0,89 29-122 0,11 1-53 16,11 0-16-16,26 0-4 16,23 4 4-16,20 2 3 15,17-3-3-15,9 0 0 16,5-1 2-16,-3-2-2 15,-14 6-3-15,-22-3 2 16,-23 0-3-16,-23-2-19 16,-14-1-123-16,-12 0-24 15,0 0 45-15,-3 0-148 16,-12-7-287-16</inkml:trace>
  <inkml:trace contextRef="#ctx0" brushRef="#br0" timeOffset="2879.71">7613 2640 1031 0,'0'0'165'15,"0"0"-116"-15,0 0 139 16,0 0-90-16,0 0-71 16,0 0-6-16,66 14 45 15,-29 9-16-15,-6 4-26 16,-4 1-2-16,-6-2-12 0,-10 4-4 15,-11 1-1 1,-6 4-3-16,-35 2 1 0,-17-2-3 16,-6-1-22-1,0-6-187-15,4-14-166 0,6-8-590 16</inkml:trace>
  <inkml:trace contextRef="#ctx0" brushRef="#br0" timeOffset="3907.24">6933 2733 591 0,'0'0'271'0,"0"0"-271"0,0 0 61 0,0 0 46 0,0 0-74 0,0 0-11 15,-11 11-3-15,22-5 37 16,9 6 17-16,10-4-15 15,8 0 11-15,12-3-16 16,10 3-7-16,9-5-4 0,4 2-20 16,4-1-10-1,-5 0-1-15,-2-3-6 0,-13 0-2 16,-15-1-2-16,-15 0 0 16,-13 0 2-16,-9 0-2 15,-4 0 0-15,-1 0 18 16,0 0-1-16,0 0 6 15,-1 0-9-15,-8 0-15 16,-3 0-7-16,0 0 0 16,1 0-34-16,-2 0-47 15,1-1-24-15,-1-6-2 16,4 0-41-16,0-2-14 0,-1 1-40 16,-1-2-90-1</inkml:trace>
  <inkml:trace contextRef="#ctx0" brushRef="#br0" timeOffset="3909.24">7467 2695 226 0,'0'0'419'16,"0"0"-380"-16,0 0 152 16,0 0-84-16,0 0 15 15,0 0-21-15,-56-65-21 16,51 62 14-16,2 3-1 16,3 0-42-16,-2 0-9 15,2 0-15-15,0 0-11 16,0 0-7-16,0 0-6 15,0 0-3-15,0 3-3 16,12 12 3-16,9 5 1 16,6 2 7-16,9 0 0 0,-1 1 2 15,-2 1-2 1,-3-3 1-16,-10-4-6 16,-7 2-2-16,-9-6 5 15,-4 6-5-15,-3 0 11 16,-22 1 19-16,-9 7-3 0,-4-3-21 15,0-2-7-15,5-2-3 16,13-6-4-16,9-4-24 16,9-6-103-16,2-4-111 15,24 0-18-15,12 0-134 0</inkml:trace>
  <inkml:trace contextRef="#ctx0" brushRef="#br0" timeOffset="3952.96">8759 2486 976 0,'0'0'20'0,"0"0"-6"0,0 0 204 0,0 0-127 0,0 0 6 0,0 0-11 15,-27-63-18-15,27 63 4 0,0 0-25 0,0 0-23 0,0 0-18 0,0 9-6 0,0 22 0 0,0 10 1 0,0 9 22 0,0 3 5 0,3 3-3 0,6-3-5 0,1-3-9 0,-1-3-4 0,-1-6-5 0,-4-3-2 0,-1-4 0 0,-3-8-1 0,0-5 1 0,2-9-4 0,-2-3-71 0,3-8-117 0,4-1-62 0,5-15-69 0,0-17-464 0</inkml:trace>
  <inkml:trace contextRef="#ctx0" brushRef="#br0" timeOffset="4979.05">9277 2776 923 0,'0'0'104'15,"0"0"-98"-15,0 0 104 16,0 0-29-16,0 0-54 16,0 0 4-16,20 0 23 15,-18 0 17-15,-2-9 14 16,0-8-45-16,0-4-19 15,-12-4 0-15,-9 2-18 0,-4 2 3 16,-2 5 2 0,-3 5 0-16,0 11-1 15,-3 0-2-15,-1 15 1 16,3 16-4-16,-4 9-1 16,7 8 0-1,6 4 0-15,8 2 2 16,11-2 0-16,3-6-3 15,0-9 0-15,15-4 0 0,6-14 0 0,10-9 1 16,4-10 0-16,5 0 3 16,6-26 4-16,1-10-5 15,-1-12 0-15,-4-11-3 16,-8-13 0-16,-9-11-2 0,-6-19 2 16,-8-10-5-1,-8-1 4-15,-3 11-5 0,0 29 5 16,0 25 1-16,0 26 7 15,-3 14-3-15,0 8-4 16,-3 23-3-16,-2 27-17 16,1 21 20-16,1 19 1 15,5 9 4-15,1 6 4 16,0 5 5-16,0-8-7 16,10-7-4-16,17-15-3 15,6-14 4-15,13-15-4 16,6-11 4-16,11-17 4 15,7-10 0-15,2-13-7 16,2-15 1-16,-11-22 5 0,-11-12-6 16,-19-14 2-1,-14-15-2-15,-19-6 0 0,0 4 0 16,-9 15 0-16,-10 23 3 16,1 17 1-16,-4 23 0 15,-2 4 5-15,-1 34-3 16,-1 18-3-16,8 13 3 15,12 4 1-15,6-1 5 16,0-9-9-16,20-9 1 16,2-7-5-16,6-6 0 0,-1-11-1 15,1-7-6 1,2-13-89-16,0-8-313 0</inkml:trace>
  <inkml:trace contextRef="#ctx0" brushRef="#br0" timeOffset="26846.19">6727 2581 722 0,'0'0'35'0,"0"0"40"0,0 0 44 0,-5-75-11 0,5 63-13 0,0 1-10 0,0 4-17 0,0 2 3 0,0 3 11 0,0 2-26 0,0 0-2 0,0 0-10 0,0 0-9 0,0 0-14 15,0 0-11-15,0 13-10 0,0 22 3 0,5 17-3 0,2 20 7 0,-7 6 0 0,0 6 6 0,0 4-4 0,0 1-3 0,-3-6-2 0,-1-13-3 0,1-8-1 0,1-16 0 0,2-12 0 0,0-11 0 0,0-11-1 0,0-6 0 0,0-5-1 0,0-1-3 0,0-5-13 0,15-22-61 0,3-10-105 0,3-9-85 0,1-3-129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0T06:08:54.082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1588 2476 851 0,'0'0'212'0,"0"0"-199"0,0 0 63 0,0 0 21 16,0 0-64-16,0 0-18 15,0 0-8-15,66-3 16 16,-13 3 25-16,15 0-11 16,11-2 4-16,17-6-8 15,6 2-18-15,6-2-2 16,10 0-5-16,-2 5-5 31,-2 0-1-31,-7-3 5 0,-19 5-6 16,-15-1 0-16,-27 0 0 15,-20 1-1-15,-16-1 0 0,-7 2 2 0,-3 0 0 16,0 0 9-16,-9-1-3 16,-12 1-8-16,-10 0-6 15,-2 0-68-15,-4 6-21 16,-2 3-19-16,-3 2-41 16,3 1-28-16,2-4-65 15,6 2-199-15</inkml:trace>
  <inkml:trace contextRef="#ctx0" brushRef="#br0" timeOffset="296.63">2472 2486 571 0,'0'0'234'0,"0"0"-136"16,0 0 39 0,0 0-48-16,0 0-59 0,0 0-18 15,0 52 23-15,6-15 59 16,1 5-20-16,-7 10-4 15,0-1-23-15,0 6-21 16,0-2 4-16,0-9-4 16,0 2-14-16,-3-7-1 15,-4-6-6-15,-2-6-3 16,6-8-1-16,-3-7-1 16,3-4 0-16,1-7 0 0,2 1-4 15,0-4-67 1,0 0-86-16,0-4-14 0,14-16-64 15,2-8-253-15</inkml:trace>
  <inkml:trace contextRef="#ctx0" brushRef="#br0" timeOffset="846.3">3415 2567 781 0,'0'0'46'0,"0"0"98"0,0 0-14 0,0 0-50 16,0 0-39-16,0 0-22 15,0 0-1-15,58-8-17 16,3 8 16-16,12-2 40 16,-4-1-37-16,-1 1-11 15,-15 2-7-15,-10 0-2 16,-15 0-1-16,-11 0 0 0,-11 0-18 15,-6 0-85 1,-8 0-76-16,-19 0 14 16,-10 0-57-16,1 2-283 0</inkml:trace>
  <inkml:trace contextRef="#ctx0" brushRef="#br0" timeOffset="1049.08">3686 2555 469 0,'0'0'180'15,"0"0"-49"-15,0 0 68 16,0 0-100-16,0 0-54 15,0 0-33-15,-3 69 24 16,9-28 77-16,0 4-39 16,0 3-17-16,0 1 10 15,-3-7-40-15,1-2-7 16,-2-6-11-16,1-4-6 16,-3-5-3-16,3-5 0 0,-3-4-1 15,3-7-2-15,3-5-48 16,6-4-113-16,0 0-30 15,3-14-81-15,7-11-142 16</inkml:trace>
  <inkml:trace contextRef="#ctx0" brushRef="#br0" timeOffset="1456.52">3955 2823 816 0,'0'0'91'15,"0"0"-45"-15,0 0 58 0,0 0-89 16,0 0-15 0,0 0 0-16,25 6 4 0,-4-6 0 15,3 0 1-15,0 0-1 16,1-10 5-16,-1-2-7 16,-3-4 0-16,-6 1-2 15,-5 1 4-15,-7 2-2 16,-3 4 3-16,0 0 1 15,-7 0 11-15,-7 5 42 16,-3 3-34-16,-3 0-14 16,-1 7 4-16,-1 13 0 15,7 6 4-15,-1 0 14 16,8 1-2-16,5-2-8 16,3-1-9-16,0-1 4 15,14-5-7 1,6-4-6-16,7-2 2 15,6-6-5-15,6-4 1 16,5-2-1-16,9 0-4 0,-1 0-2 16,5 0-81-16,-5-8-94 15,-12-5-121-15,-1-3-149 0</inkml:trace>
  <inkml:trace contextRef="#ctx0" brushRef="#br0" timeOffset="1874.27">4598 2730 761 0,'0'0'52'0,"0"0"61"0,0 0 13 16,0 0-46-16,0 0-10 15,0 0-60-15,-70-13-5 16,44 25 12-16,1 1 15 16,7 1-1-16,0 3-3 15,8-2-6-15,5 6-8 16,5-4-9-16,0 5-1 15,15-4-4-15,12 0 0 16,4 0 0-16,7-1-2 16,5 3 1-1,2-1 0-15,4 3 1 0,-1-1-1 16,-8-3 1-16,-12-6-1 16,-16-6-3-16,-9-2-10 15,-3-4 4-15,-19 3 10 16,-17-3 1-16,-12 0 12 0,-7 0 37 15,0 0 16 1,4 0-10-16,5-5-29 16,5 1-14-16,7 0-9 0,12 0-3 15,7 4-1-15,9-2-9 16,3 0-22-16,3 0-75 16,0-5-65-16,14-5-53 15,11-5-56-15</inkml:trace>
  <inkml:trace contextRef="#ctx0" brushRef="#br0" timeOffset="2184.27">4954 2663 696 0,'0'0'148'0,"0"0"-75"0,0 0 103 0,0 0-67 0,0 0-76 15,0 0-23-15,21 44 3 16,-12-17 84-16,-3 1-42 16,0-2-1-16,-3-1-26 15,2 2-17-15,-5-4-7 16,0-2-4-16,0-4 0 16,0-3-2-16,0-3-11 15,0-2-132-15,0-8-43 0,0-1-103 16,0 0-250-1</inkml:trace>
  <inkml:trace contextRef="#ctx0" brushRef="#br0" timeOffset="2310.58">5023 2746 1032 0,'0'0'34'15,"0"0"74"-15,119-23-43 16,-59 23-52-16,12 0-13 15,5 0-1-15,4 6-38 16,-1 1-149-16,-9 3-483 0</inkml:trace>
  <inkml:trace contextRef="#ctx0" brushRef="#br0" timeOffset="2956.26">1893 3550 915 0,'0'0'64'0,"0"0"-31"0,0 0 62 16,0 0-57-16,-18 117 54 15,9-57-20-15,3 9-11 16,-1 4-9-16,2 3 1 16,-4-1-29-16,3-6-9 15,-3-7-6-15,0-10-6 16,2-13 1-16,-5-8-2 16,6-9-2-16,-3-8 0 15,4-8 0-15,4-6-2 0,-2 0-19 16,3-4-99-16,0-16-23 15,0-10-86-15,9-8-384 16</inkml:trace>
  <inkml:trace contextRef="#ctx0" brushRef="#br0" timeOffset="3406.25">2485 3766 962 0,'0'0'3'0,"0"0"60"15,0 0 38-15,0 0-50 16,0 0-1-16,0 0-21 16,0-23 3-16,-25 23 8 15,-8 10-35-15,-6 1-3 16,4 7 4-16,3-2 6 15,8 0 4-15,6 2-4 16,11-2-4-16,5 1-8 16,2 0-1-16,2 1-1 15,19 2 2-15,4-1-1 16,10 3 0-16,0 1 1 16,-2-1 0-1,0 0-2-15,-5-2 2 0,-4-1 0 16,-6-4-1-16,-9-1 1 15,-9-3 0-15,0-2 0 16,-3 1-1-16,-19-2 1 0,-14 2 4 16,-9 0 5-16,-4-1 4 15,-5-5 5-15,2 2 5 16,-2-6-8-16,9 0-6 16,7 0-9-16,15 0-2 15,11 0-1-15,12-7-53 16,0-5-61-16,18-2-121 15,18-2-179-15</inkml:trace>
  <inkml:trace contextRef="#ctx0" brushRef="#br0" timeOffset="3925.63">3076 4077 1032 0,'0'0'42'0,"0"0"86"0,0 0-44 16,0 0-63-16,0-81-9 15,0 58-12-15,-9 3 0 16,-10 1 7-16,-4 5-5 16,-8 4-1-16,-3 7 9 15,-2 3 7-15,0 0-7 0,6 17 6 16,5 10-5-16,4 7-8 15,6 4-3-15,9 3 0 16,6-3 0-16,0-6-3 16,15 0 3-16,9-13-1 15,1-5-3-15,6-8-4 16,2-6-28-16,5 0-40 16,-7-13 19-16,-1-6-4 15,-5-8 12-15,-1-1 15 16,-12-2 11-16,-3 2 17 15,-6 6 6-15,-3 4 1 16,0 8 15-16,0 4 31 16,0 6 14-16,-6 0 4 0,0 9-42 15,-3 10-23-15,7 4-8 16,1 1 7-16,1-2-1 16,0-5 2-16,6-1-3 15,9-6-1-15,9-4-1 16,6-3-57-16,4-3-41 15,9 0-32-15,-1-7-130 16,3-9-145-16</inkml:trace>
  <inkml:trace contextRef="#ctx0" brushRef="#br0" timeOffset="4516.99">3528 3957 593 0,'0'0'448'0,"0"0"-398"0,0 0 164 0,0 0-143 0,0 0-70 15,0 0 7-15,-51 98-8 16,48-62 2-16,2-7 0 16,-2-3 1-16,0-5-3 15,0-6 0-15,3-6 0 16,0-7 0-16,0-2-3 16,0 0 2-16,6 0 0 15,9-16-2-15,4-8 1 16,8-8-16-16,-4 0-9 15,-1 0-2-15,-3 1 11 16,-2 7 5-16,-6 7 7 0,-3 5 6 16,-5 8 1-16,-3 4 4 15,3 0 8-15,0 13-12 16,2 11 0-16,0 5-1 16,-3 0 6-16,-2-2-3 15,0-5 0-15,1-3 1 16,1-7-3-16,1-3-1 15,1-6 0-15,2-3-1 16,5 0 1-16,7 0 0 16,4-14 4-16,6-4-1 15,-1-5-2-15,-1-5-1 16,-1-1-11-16,0 2 3 16,-7 6-2-16,-4 6 3 15,-8 5 6-15,-5 6 1 0,-1 4 5 16,0 0 11-16,0 12-15 15,0 10-1-15,0 3-2 16,0-3 2-16,0 0 1 16,0-4 1-16,6-2-2 15,9-2 0-15,10 0-1 16,5-5 1-16,6-4-1 16,4 0-6-16,-2-5-67 15,-4 0-105-15,-10-5-55 16,-8-15-93-16</inkml:trace>
  <inkml:trace contextRef="#ctx0" brushRef="#br0" timeOffset="5566.68">4189 3942 663 0,'0'0'98'0,"0"0"6"0,0 0 27 0,0 0-85 0,0 0-34 15,-12 76-2-15,3-23 39 16,2 10 0-16,1 6-24 15,-2 5 8-15,1 2-3 16,1-2-12-16,1-3-4 16,2-9-8-16,0-4-1 15,3-15-5-15,0-8 0 16,0-14 0-16,0-10 1 16,0-11-2-16,0 0 1 0,0-28 0 15,2-13 18 1,7-16-18-16,1-14 0 0,1-7 3 15,1-14-2-15,1-6 0 16,-4 2-1-16,2 2-1 16,-3 17 1-16,-2 16 2 15,0 18-1-15,-1 18 4 16,-2 13 5-16,3 10 61 16,4 2-45-16,7 4-24 15,5 17-2-15,8 11-7 16,-2 6 6-16,-4 3 1 15,-6 0 0-15,-6-4-1 16,-6-6 0-16,-5-6 0 0,-1-6-1 16,-1-5 1-16,-17-4 0 15,-3-6-2 1,-6-1-5-16,2-3 5 0,-2 0-5 16,2-10-12-16,1-7 2 15,7-3 9-15,5 3 0 16,2 1 1-16,7 8 3 15,3 2 5-15,0 4 2 16,0 2 1-16,0 0 1 16,11 5-4-16,12 11-15 15,7 4 15-15,5-1 2 0,3-3-1 16,1-3 4 0,9-9-4-16,7-1 3 15,3-3 2-15,5 0-1 0,4-9 3 16,0-9-2-16,-3-10-6 15,-10-11 1-15,-11-12-2 16,-10-14 1-16,-15-6-14 16,-3-10-15-16,-12 4 8 15,-3 7 16-15,0 17 4 16,-5 18 2-16,-11 16 3 16,1 14 2-16,2 5 12 15,-7 19-8-15,-2 24-7 16,1 9 5-16,9 9 10 15,9 0 1-15,3 2 6 16,6-1 1-16,16-2 0 0,8-5-14 16,3-10-10-16,10-8 4 15,3-13-6-15,-1-8 2 16,1-10 0-16,-2-6 0 16,-4-10 5-16,-1-16-7 15,-8-7 0-15,-4-13-13 16,-6-3-11-16,-6 2-8 15,-12 6 17-15,-3 10 10 16,0 13 5-16,-9 9 3 16,-6 9-2-16,-1 0 2 15,-2 21 2-15,0 10 1 16,9 9 24-16,9 0 5 16,0 0 4-16,12-3-11 0,18-1-11 15,10-6-2-15,19-1-9 16,24-1-5-16,25-3-1 15,18-7-4-15,5-9-215 16,-7-9-306-16</inkml:trace>
  <inkml:trace contextRef="#ctx0" brushRef="#br0" timeOffset="14798.25">7770 2555 438 0,'0'0'90'0,"0"0"-70"0,0 0 101 16,0 0-48-16,0 0-30 15,0 0 25-15,0 0-31 16,-23-51 14-16,23 49 48 15,-4-1-42-15,4 3 30 16,0 0-41-16,-3 0 6 16,3 0-21-16,0 0-8 15,0 0-8-15,0 0-7 16,0 0-1-16,7 0-7 16,19 0 0-16,15 0 8 15,16-3 7-15,12-1 7 0,10-3-2 16,15-2-9-16,10 4-4 15,11-3 0-15,-1 3-3 16,-9 0-1-16,-21 4-3 16,-26 1 0-16,-25 0-2 15,-18 0 2-15,-15 0 1 16,0 0 18-16,-15 0-19 16,-13 0-17-16,-8 0-31 15,2 0-2-15,-2 9-36 16,6 3 2-16,0-2-5 15,5-1-22-15,-2-2 4 16,9-2 27-16,3-2 31 16,6-2 44-16,3-1 5 0,6 0 26 15,0 0 60-15,0 0 25 16,0 0-20-16,0 0-26 16,0 0-27-16,0 5-14 15,0 8 5-15,0 10 23 16,9 3 8-16,6 6 27 15,-2 2-36-15,5 2-11 16,-1 1-18-16,-3-1-6 16,-3 2-2-16,-2-3 0 15,-4 0-2-15,-1-5-5 16,-4-7-3-16,0-5-1 16,0-6-3-16,0-5 0 15,0-1-4-15,0-4-11 16,1-2-80-16,7 0-80 0,4-2 11 15,12-13-82-15,4-3-195 16</inkml:trace>
  <inkml:trace contextRef="#ctx0" brushRef="#br0" timeOffset="15392.92">9311 2441 718 0,'0'0'71'0,"0"0"-69"0,0 0 156 0,0 0-83 16,0 0-69-16,0 0 10 15,58-13 35-15,-10 13-1 0,1 0-9 16,6-1-6-16,-3-2-14 15,-4 0-16-15,-6 2-4 16,-11 0-1-16,-10 1 0 16,-6-2-4-16,-12 2-9 15,-3-1-64-15,0-1-35 16,-9 1 8-16,-13 0-9 16,-2 1 84-16,-1 0 23 15,5 0 6-15,1 0 5 16,-1 0 11-16,5 2 36 15,2 12 3-15,-5 10-3 16,7 6 5-16,1 9 12 16,4 4 5-16,6 0-20 0,0 1 7 15,0-4-27 1,16-5-18-16,3-5-3 0,0-4-12 16,0-5-1-16,-2-5 0 15,-5-6-5-15,1-4-116 16,-5-6-170-16</inkml:trace>
  <inkml:trace contextRef="#ctx0" brushRef="#br0" timeOffset="16092.77">9785 2713 597 0,'0'0'566'0,"0"0"-565"0,0 0-1 15,0 0 4-15,0 0 9 16,111 7-7-16,-67-7-4 16,-8 0-1-16,-11-7 1 15,-5-11 0-15,-5 2 2 16,-9-3 0-16,-6 3 0 16,0-1-2-16,0 7 2 15,-3 3 4-15,-9 4 0 16,-6 3 3-16,0 0 5 15,-3 0 7-15,2 17-2 16,-2 3 18-16,11 1-11 16,2 2-12-16,6 2 1 15,2-2-7-15,0-3 0 16,17 0-6-16,7-5-1 16,3-5-2-1,4-3 1-15,2-6 2 16,4-1-4-16,-1 0 0 15,-2-8 0-15,2-11-6 0,-8-5-34 16,-5-2-25-16,-4-8 40 0,-7 1 7 16,-3 6-7-16,-9 2 24 15,0 10 1-15,0 6 6 16,0 3 16-16,0 5 12 16,-3 1 10-16,-4 0-29 15,2 7-15-15,-1 8 0 0,3 5-3 16,3 0 6-16,0 1-2 15,14 2 3-15,5 2 0 16,11-2-3-16,1 7-1 16,7-2 9-16,-6 1-5 15,-2 0-4-15,-9-8 0 16,-13-6 0-16,-8-5 1 16,-2-3 5-16,-26-3 3 15,-7-2 4-15,-4-2 17 16,-2 0-10-16,7 0-5 15,2-9-12-15,4-2 0 16,14-2-3-16,7-1-2 16,7-2-32-16,0-6-88 15,10 1-47-15,17-7-42 16,3-5-107-16</inkml:trace>
  <inkml:trace contextRef="#ctx0" brushRef="#br0" timeOffset="16339.06">10591 2363 850 0,'0'0'156'0,"0"0"-107"0,0 0 37 0,0 0-39 0,3 83 72 0,12-33-67 16,7 0-11-16,-1-1 16 16,0-6-38-16,-6-7-12 15,-6-6-5-15,-2-8-2 16,-7-2-2-16,0-4-9 0,-4-8-215 15,-8-7-274 1</inkml:trace>
  <inkml:trace contextRef="#ctx0" brushRef="#br0" timeOffset="16442.75">10697 2564 1331 0,'0'0'0'16,"0"0"-2"-16,0 0-1 15,110-32 3-15,-38 32-6 16,10 0-62-16,4 0-214 0</inkml:trace>
  <inkml:trace contextRef="#ctx0" brushRef="#br0" timeOffset="17068.02">8956 3694 266 0,'0'0'576'0,"0"0"-573"0,0 0 179 0,0 0-95 0,0 0-83 15,0 0 1 1,45-59-4-16,-19 50 4 0,3 4 1 16,-4 3 4-1,-4 2 0-15,-5 2 3 16,-5 19-6-16,-4 10 6 0,-7 13 19 15,-3 5-2-15,-22 5-18 32,-11-1-3-32,-6 0-3 0,2-8-1 15,-2-7 8-15,12-6 20 16,5-6-4-16,9-8-10 0,8-8-7 16,7-3-12-16,1-2-3 15,4-2 1-15,23-1 2 16,10-2 7-16,17 0-3 0,7-3-4 15,14-10-3-15,7-2-67 16,4-2-102-16,4-2-108 16,-8 2-294-16</inkml:trace>
  <inkml:trace contextRef="#ctx0" brushRef="#br0" timeOffset="17528.24">9772 3842 1114 0,'0'0'4'16,"0"0"158"-16,0 0-79 16,0 0-50-16,0 0-23 15,0 0-3-15,-33-39 18 0,18 39 6 16,-7 0-25-16,-10 0-2 16,-2 3 13-16,4 5 11 15,5 4-15-15,4-1-3 16,9 1-9-16,9 2-1 15,3-1-4-15,0 1-9 16,12 0 12-16,16 2 2 16,7-1-2-16,5 3 1 15,2 0 0 1,0 3-1-16,-4 1 1 0,-5-2-16 16,-16-1-9-16,-6-7-12 15,-11 0 26-15,0-2 11 0,-22-4 0 16,-14-1 11-16,-10-1 1 15,-3-3 12-15,3-1 5 16,4 0-5-16,9 0-7 16,9 0-7-16,12 0-8 15,6-5-2-15,6-1-4 16,10-2-57-16,22-3-101 16,11 1 10-16,11 0-69 15,2 2-74-15,10 1-200 16</inkml:trace>
  <inkml:trace contextRef="#ctx0" brushRef="#br0" timeOffset="19439">10316 3903 372 0,'0'0'164'0,"0"0"37"0,-7-76-45 0,-14 60-29 0,-4 8-5 16,-5 6-59-16,-3 2-19 15,0 5-12-15,-1 15-8 16,1 0-13-16,11 4-6 15,2 2 1-15,8-2-6 16,8-2-1-16,4 2-6 16,0-5 1-16,22-6-4 15,6-2 10-15,7-8 0 16,4-3-12-16,0 0-56 16,-1-14-26-1,-5-6-9-15,-10-1 20 16,-4-2 55-16,-12 2 28 15,-5 4 4-15,-2 5 34 0,0 4 89 16,0 2-24-16,0 5-5 0,0 1-39 16,0 0-59-16,0 9-7 15,-2 9 1-15,2 2 6 16,0-2-4-16,2 1-1 16,17-3-4-16,5-1 7 15,6-4-2-15,4-3-27 16,5-5-77-16,0-3-45 15,-2 0-17-15,-13-8-117 16,-6-8-27-16,-14-3 314 16,-1-2 181-16,-3 5 64 15,0-1-70-15,0 3-29 0,0 4 9 16,0 5-41 0,0 5-12-16,0 0-56 0,0 0-46 15,-3 15 0-15,3 6 0 16,-3 4 2-16,2 1-1 15,1-1 1-15,-2-5-2 16,2-4 0-16,0-9 0 16,0-1-2-16,0-3-6 15,6-3 8-15,12 0-1 16,6-9 1-16,8-10 0 16,-1-8-4-16,-3-3-14 15,-4-3 5-15,-3-1 2 16,-6 7 11-16,-3 5 0 0,-9 10 3 15,-3 7 2-15,0 2 7 16,0 3-10-16,0 6-2 16,0 18-4-16,0 3 4 15,-5 3 2-15,2-3 1 16,3-5-1-16,0-2-2 16,0-7-2-16,8-3 2 15,8-6-1-15,8-4 1 16,4 0 4-16,2-3-2 15,0-15-2-15,-5-4 3 16,-8-2-1-16,-2-2 4 16,-6 2-6-16,-5 2 5 15,2 6 0-15,-4 7 2 16,-2 5 5-16,4 3 11 0,-4 1-23 16,1 0-3-16,-1 8-22 15,3 10 25-15,2 3 0 16,7-3 0-16,4-3 0 15,4-3-2-15,10-2 2 16,0-4-1-16,1-6-2 16,-1 0-5-16,-5-3-60 15,-4-15 26-15,-6-6 28 16,-5-1 12-16,-4-1 2 16,-3 3 4-16,-3 4 1 0,0 3 8 15,0 7 22 1,0 4 12-16,0 5 5 0,0 3-52 15,0 26 0-15,0 15 0 16,0 16 25-16,2 6-7 16,1 5-2-16,3-3-4 15,-2-4-6-15,2-10-3 16,-2-8-2-16,6-12-1 16,-4-9-1-16,-2-13 0 15,0-6 0-15,-2-6 1 16,-1 0 3-16,-1-20 5 15,2-12-8-15,-2-12 0 16,0-8-4-16,1-11 1 0,2-12-2 16,0-6-5-1,-1 5 0-15,1 3-5 0,-3 14 14 16,3 13 1-16,-3 13 1 16,1 10 3-16,1 11 3 15,-2 8 4-15,3 4-11 16,6 0-2-16,3 22-14 15,4 13 16-15,2 8 1 16,-2 1 0-16,-5-3 0 16,-5-3 0-16,-3-6-1 15,-3-8 0-15,0-6 0 16,-9-6 1-16,-15-6-1 16,-1-6 10-16,-4 0 0 15,1-6-1-15,2-10 0 16,3-5 4-16,5 4 4 0,6 3 8 15,6 5-10-15,4 7 12 16,2 1-14-16,0 1-13 16,3 0-3-16,21 1-14 15,7 12 16-15,2 4 2 16,3-4-1-16,-1 1 0 16,3-4 0-16,2-6 1 15,5 0-1-15,1-4 1 16,-1-2 1-16,-3-14-2 15,-3-11 0-15,-5-14-2 16,-10-16-5-16,-4-17-10 0,-7-10-20 16,-9-4 10-16,-4 4 22 15,0 18 1-15,0 16 4 16,0 22 0-16,-4 14 0 16,-3 9 6-16,-2 5-6 15,-5 22 0-15,-2 15-5 16,1 12 2-16,4 10 6 15,11 6-1-15,0 4 3 16,0-1 0-16,21-6 0 16,9-11-3-16,6-9 0 15,10-11-2-15,3-11 0 16,2-12-2-16,-3-8 2 16,-4-1-2-16,-6-21-12 0,-10-10-30 15,-9-11-18 1,-11-4 56-16,-8 1 3 0,0 4 3 15,0 13 3-15,-12 12 16 16,2 9 33-16,-2 8-6 16,-2 7-25-16,1 22-16 15,5 14 5-15,4 1 7 16,4 3-1-16,10-2-2 16,14-5-4-16,7-3-8 15,13-7 1-15,20-7-3 16,21-3-2-16,20-3-3 15,6-6-128-15,-3-11-191 16</inkml:trace>
  <inkml:trace contextRef="#ctx0" brushRef="#br0" timeOffset="21152.01">8623 4873 1184 0,'0'0'7'0,"0"0"13"0,0 0 120 0,0 0-138 0,-11 87-1 0,11-27 3 0,0 5 1 0,5 4 5 0,-2 0 0 0,3-2-1 0,-1-9-5 16,-4-4-2-16,-1-14-2 15,0-6 0-15,0-12 0 16,0-11-4-16,6-7-10 16,6-4-132-16,6-6-35 15,9-19-36-15,4-15-307 0</inkml:trace>
  <inkml:trace contextRef="#ctx0" brushRef="#br0" timeOffset="23411.15">8920 5111 940 0,'0'0'44'15,"0"0"164"-15,0 0-48 16,0 0-129-16,0 0-30 16,0 0 5-16,-18 96-1 15,12-52 1-15,1-4 2 16,-2-4 4-16,1-3-4 15,3-9-2-15,0-8-5 16,3-6 0-16,0-7-1 0,0-3 0 16,0 0 0-16,0 0 8 15,11-21-2-15,8-5-3 16,11-11-3-16,1-2 2 16,-1 1-2-1,1 7-1-15,-4 8 1 0,-10 6-1 16,-4 10 1-1,-2 3-1-15,-5 4 1 16,4 0-13-16,0 20 8 0,1 7 5 16,2 5 5-16,1 3 1 15,0 1-5-15,3-1 1 16,5-4-1-16,7-6 1 16,11-5 1-16,6-9-3 15,5-5 1-15,6-6 0 0,-4 0 0 16,-5-10-2-16,-12-14 2 15,-11-6-1-15,-7-6 6 16,-9-2-2-16,-7 0 2 16,-2 9-3-16,0 7 2 15,-11 5 1-15,-7 7-2 16,-7 6-2-16,-4 4 16 16,-3 0-13-16,2 17 4 15,-2 8-4-15,6 4-1 16,2 10-1-16,7-1-2 15,7 0-2-15,10-4-2 16,0-8-4-16,0-3 1 0,18-9 1 16,0-6 0-16,9-8-1 15,1 0-17-15,5-17-21 16,1-9-7-16,1-9 5 16,-3-9-23-16,1-14 21 15,-3-12 10-15,-6-9 9 16,-2-7 19-16,-6 4 8 15,-5 5 2-15,-8 15 3 16,-3 19 9-16,0 16 28 16,0 13 42-16,0 12-12 15,0 2-6-15,0 8-58 16,-3 27-6-16,-5 18 0 16,0 11 7-16,3 1-3 15,4 1 1-15,1-1 11 0,0-2-12 16,1-7-2-16,14-6-2 15,12-13 4-15,7-5-2 16,11-10-2-16,7-11 1 16,3-11 0-16,-1 0-1 15,-3 0-4-15,-5-21-21 16,-12-9-41-16,-11-7 34 16,-10-7 18-16,-11 7 12 15,-2 1 2-15,0 12 5 16,-11 6 5-16,-1 4 24 15,-3 10 23-15,-1 4-26 16,-2 0-17-16,-3 22-11 0,2 8-1 16,2 8-2-16,4 2 0 15,4-1-1-15,9-2 1 16,0-8-3-16,0-5 2 16,21-7-5-16,3-7-10 15,16-7-8-15,5-3-18 16,10-4-60-16,0-16-10 15,-5-7-74-15,-6-6 15 16,-11-4 20-16,-8 0 129 16,-10 6 22-16,-7 5 91 15,-8 11 44-15,0 3 9 16,0 10 19-16,0 2-44 16,0 18-75-16,0 26-33 0,-9 18 74 15,-2 14-48-15,4 6 19 16,-3 4-35-16,2 2-5 15,0-7-12-15,1-3-1 16,-3-7-3-16,2-14 0 16,4-17-1-16,1-15 1 15,3-18-3-15,0-7-4 16,0-15-36-16,0-23-58 16,7-15 36-16,4-11 8 15,-1-15 14-15,-4-6 20 16,-3-9 12-16,5-6 6 15,3 6 4-15,1 11 1 16,5 14 2-16,5 21 1 0,-1 12 6 16,4 17 4-1,2 10 2-15,3 9-11 0,-1 0-3 16,-1 24 3-16,-1 10-2 16,-8 7-1-16,-8 1 4 15,-11 0-3-15,0-7 4 16,-22-6 2-16,-6-4 3 15,-10-8 15-15,3-5 1 16,-1-6-17-16,7-6 7 16,6 0 18-16,5 0-23 15,5-2-2-15,8-2 6 16,2 0-10-16,3 4 16 16,0 0-21-16,0 0-1 15,15 0-8-15,15 0 8 0,12 0 0 16,8 0 1-16,3-6 1 15,5 0-2-15,3-5-2 16,5-2 1-16,-2-5-2 16,-6-7-5-16,-9-4-34 15,-19-10-29-15,-13-5 38 16,-14 6 30-16,-3 3 3 16,0 8 1-16,-20 10 13 15,-1 7 32-15,-4 6 5 16,2 4-9-16,1 12-32 15,4 17-1-15,11 11-5 16,4 0 0-16,3 7-4 16,0-7-1-16,15-7 1 0,6-3-2 15,4-11 2 1,9-7-2-16,7-8-3 0,5-4-6 16,2 0-75-16,2-15-11 15,-6-4 0-15,-6-7-23 16,-11-1 34-16,-6-3 55 15,-8 3 29-15,-10 6 2 16,-3 5 33-16,0 11 78 16,0 3 22-16,0 2-42 15,-4 6-64-15,-8 11-21 16,0 10 6-16,3-1-7 16,2-1-5-16,4-4 3 0,0-4-2 15,3-6-1-15,0-2-1 16,0-8-3-16,16-1 4 15,4 0 2-15,5-21-2 16,5-3-4-16,0-3-10 16,-2 0-7-16,-1 5 11 15,0 2 2-15,-8 8 5 16,-6 7 3-16,-5 5-1 16,-5 0 1-16,-3 5-6 15,6 14 6-15,1 6 3 16,1 2 4-16,4-1-4 15,6 2 5-15,8-6-1 16,9-1-6-16,2-8 4 16,4-3-5-16,5-10 4 15,-4 0-4-15,-2-2-3 0,-10-17 1 16,-5-8-9-16,-9-4 4 16,-8-2 3-16,-8 4 4 15,0 7 3-15,-5 4 2 16,-11 8 6-16,-1 5 5 15,-3 5 7-15,-4 0 2 16,6 20-14-16,-1 4 1 16,2 2-1-16,7 4-10 15,8-3 0-15,2-3-2 16,0-5 0-16,0-4-7 16,15-8 0-16,5-5-36 15,6-2-56-15,3-4-37 0,1-17-32 16,-1-12 19-16,-3-12-93 15,-3-8-69-15</inkml:trace>
  <inkml:trace contextRef="#ctx0" brushRef="#br0" timeOffset="24361.94">12016 4788 620 0,'0'0'93'0,"0"0"87"0,0 0 1 0,0 0-94 15,0 0-43-15,0 0-21 16,-60 83 9-16,51-18 13 15,1 2-1-15,7 0-8 16,1-2-8-16,0-5-18 16,0-8-6-16,9-10-4 0,5-10 0 15,6-11 2 1,6-10-2-16,3-5 0 16,7-6-5-16,2-4-23 0,-2-20-32 15,-5-9-31-15,-3-11 44 16,-10 1 5-16,-6-1 9 15,-6 6 26-15,-3 8 7 16,-3 10 25-16,0 11 46 16,0 5 15-16,-4 4-9 15,-5 12-46-15,-4 19-31 16,5 5 6-16,2 3 0 16,6 0-5-16,0-2-1 0,0-6-1 15,0-6 0 1,13-9-2-16,4-3 3 0,9-10-6 15,6-3 3-15,2 0-55 16,-1-17-20-16,-3-10-13 16,-3-5 2-16,-5-6 55 15,-7-1 31-15,0 5 2 16,-9 8 2-16,-5 7 9 16,2 9 53-16,-3 7 5 15,0 3 2-15,0 0-22 16,-3 8-32-16,-9 10-8 15,0 6 9-15,0-1-13 0,3-4 5 16,2 0-9-16,4-6 1 16,3-4-1-16,0-2 0 15,0-1 1-15,18-6 0 16,6 0-1 0,7-2 3-16,0-13-3 0,5-2 0 15,-6 0-6-15,0 0-1 16,-12 9 4-16,-3 2 0 15,-6 3 3-15,-5 3 0 16,-1 0 0-16,0 14-6 16,-3 6 6-16,6 5 31 15,-5-1-19-15,2 1-1 16,5-6-7-16,-2-4-2 16,6-5-2-16,0-5 0 15,4-5 2-15,2 0 0 0,3-1-2 16,1-18 0-16,-4-8-7 15,2-8-6-15,-7-10-7 16,0-10 5-16,-2-6 5 16,-3-8-9-16,-2-1 13 15,-1-6 6-15,1 6-1 16,-3 18 1-16,2 17 0 16,-5 19 3-16,0 12 11 15,0 4 16-15,0 36-26 16,-2 14 4-16,-7 16 36 0,2 3-28 15,7 2 5 1,0-1-1-16,0-7-16 16,0-1-2-16,0-8-2 0,7-11-2 15,-2-10-1-15,-4-10-101 16,1-14-99-16,-2-9-151 16</inkml:trace>
  <inkml:trace contextRef="#ctx0" brushRef="#br0" timeOffset="24515.35">12866 5029 1155 0,'0'0'13'0,"0"0"13"0,0 0 7 0,118-36-28 0,-69 29-5 0,2-6-5 15,-2-16-235 1,-1-8-504-16</inkml:trace>
  <inkml:trace contextRef="#ctx0" brushRef="#br0" timeOffset="26002.05">14112 2466 133 0,'0'0'690'0,"0"0"-685"0,0 0 162 0,0 0-89 0,0 0-32 16,0 0-17-16,-6-38-15 15,31 31 4-15,13-2-8 16,12-3-2-16,8 0 4 15,6 1-2-15,2 3-2 16,-3-1-7-16,-8 6-1 16,-13 0 0-16,-12 1-3 15,-15 2 1 1,-7 0-14-16,-8 0-86 0,0 0-45 16,-11 0-23-16,-16 5-83 15,-6 1-283-15</inkml:trace>
  <inkml:trace contextRef="#ctx0" brushRef="#br0" timeOffset="26216.29">14407 2382 263 0,'0'0'195'16,"0"0"-115"-16,0 0 88 16,0 0-51-16,0 0-56 15,0 0-17-15,-22 46 55 16,31-17-13-16,3 2-29 16,1 1-2-16,-1 2-5 15,0-1-34-15,-4 0-8 16,-2-2 1-16,1 0-6 15,-4-4-3-15,0-3 0 16,-2-5-2-16,1-1-2 16,1-5-95-16,1-2-125 15,1-3-62-15,10-7-400 0</inkml:trace>
  <inkml:trace contextRef="#ctx0" brushRef="#br0" timeOffset="26926.41">14843 2354 599 0,'0'0'182'0,"0"0"-161"0,0 0 85 0,0 0-56 0,0 0-31 0,0 0-9 15,128-15 5-15,-62 13 10 16,1-3 12-16,1 0-6 15,-5 4-11-15,-10-2-17 16,-12 1-1-16,-16 0-2 16,-11 0-1-16,-9 1 0 15,-5-2-2-15,0 3-15 16,-14-3-88-16,-10 3 24 16,-3 0 62-16,2 0 7 15,5 0 8-15,3 0 5 16,5 0 0-16,3 0 1 0,4 0 12 15,-1 3 35-15,0 10 23 16,0 12-2-16,1 4-6 16,2 8 17-16,3 3-19 15,0-1-8-15,0 4 2 16,7-3-41-16,0-2 0 16,1-5-9-16,-1-4-3 15,4-5-2-15,-4-7-2 16,1-1 2-16,-1-6-41 15,2-6-122-15,2-2-89 16,1-2-141-16</inkml:trace>
  <inkml:trace contextRef="#ctx0" brushRef="#br0" timeOffset="27638.1">15595 2654 880 0,'0'0'80'0,"0"0"-73"0,0 0 106 16,0 0-63-16,0 0-48 16,0 0-2-16,15-21 0 15,3 9 2-15,4 1-2 0,-3-4 3 16,-4-3-2-1,0-5 1-15,-6 1-2 0,-4-3 1 16,-5 8 0 0,0 3 1-16,0 7 0 0,-5 4 0 15,-10 3-2 1,-6 0 0-16,-1 20-3 16,0 10 3-16,7 9 0 0,4 1 4 15,7 0 1-15,4 0-3 16,0-8 1-1,18-3 0-15,5-7-2 0,7-6 0 16,5-9 2-16,4-7 0 16,-4 0-3-16,5-12 3 0,-7-8-2 15,-3-6-1-15,-6-6 2 16,-1-4-2-16,-9 0 5 16,-6-1-1-16,-7 4-3 15,-1 10 5-15,0 7 2 16,0 5 30-16,-3 8 23 15,-3 3-19-15,-4 0-34 16,4 11-8-16,-1 8-8 16,3 4 3-16,4-1 4 15,0 5 0-15,7-5 1 16,8 2-1-16,7-5 1 16,2 1 1-16,-2-2-1 15,-2 0 0-15,-9-5 0 16,-3-6-1-16,-8-2-1 0,0-3 2 15,-8 1 3-15,-14-2 8 16,-5 1 0-16,0-2-3 16,4 0-4-16,5 0-4 15,1 0 0-15,5 0 0 16,3 0-2-16,5 0-27 16,1 0-59-16,3-10-88 15,3-12-81-15,13-7-167 16</inkml:trace>
  <inkml:trace contextRef="#ctx0" brushRef="#br0" timeOffset="27878.95">16193 2326 638 0,'0'0'406'0,"0"0"-396"0,0 0 53 0,0 0-21 0,0 0 43 15,5 101-12-15,5-49-43 16,3 3 1-16,-2 0-7 15,-2-9-18-15,-6-4-3 16,-3-6-2-16,0-9-1 16,-3-5-4-16,-11-7-142 15,1-10-167-15,3-5-443 16</inkml:trace>
  <inkml:trace contextRef="#ctx0" brushRef="#br0" timeOffset="27972.35">16208 2545 1081 0,'0'0'11'16,"0"0"-3"-16,0 0-7 15,109-38-1-15,-63 38-19 16,14 0-256-16</inkml:trace>
  <inkml:trace contextRef="#ctx0" brushRef="#br0" timeOffset="28623.06">14630 3851 649 0,'0'0'43'0,"0"0"-23"0,0-74 129 0,9 50-94 0,7 3-35 16,5 4 1-16,3 0-6 15,7 3 15-15,2 3-22 16,0 2 6-16,-2 7-2 16,-4 2 1-16,-5 0-4 0,-6 12-5 15,-8 12-4 1,-8 7 3-16,-2 9 1 16,-26 2 11-1,-15 2-5-15,-3-3 9 0,-3-3-10 16,7-7 3-16,9-5 1 15,11-8 7-15,9-6-7 0,7-5-13 16,6-3-4-16,0-2-5 16,19-2 9-16,15 0 4 15,15 0 1-15,11-6-5 16,8-8-3-16,4 2-30 16,6-5-63-16,-2-3-64 15,-3-3-104-15</inkml:trace>
  <inkml:trace contextRef="#ctx0" brushRef="#br0" timeOffset="29088">15402 3732 986 0,'0'0'36'0,"0"0"13"16,0 0 68-16,0 0-91 15,0 0-15-15,0 0-10 16,-12-44-1-16,11 44 0 0,-6 0 5 15,-2 0 23 1,-10 0 11-16,-7 0-36 0,-6 7 6 16,1 5-2-16,4 1 2 15,5 2-6-15,7-1-2 16,3 4-1-16,8-3-2 16,4 3-11-16,0-1 2 15,17 5 5-15,13-1 6 16,6-1 0-16,3 2 0 15,-2-1 0-15,1-2 0 16,-3 2-2-16,-8-2-5 16,-7-5-5-16,-11-6-6 15,-9-6 7-15,0 1 11 16,-11-3 3-16,-16 0 4 16,-7 0-1-16,-2 0 15 0,0 0-3 15,6-3-10 1,4 1-3-16,8 0-5 0,7 1 0 15,7-2 0-15,4 3-18 16,0-3-61 0,12 0-123-16,18-1 38 0,9-3 11 15,5-3-104-15</inkml:trace>
  <inkml:trace contextRef="#ctx0" brushRef="#br0" timeOffset="29986.49">15860 3792 558 0,'0'0'3'0,"0"0"113"0,0 0 37 0,24-72-40 0,-31 63-27 16,-16 5 1-16,-2 4-51 15,-8 0-17-15,-1 3 24 16,-1 14-25-16,1 2-11 16,6 5 3-16,2 2-9 15,9-2 1-15,8-3-2 16,9-3-6-16,0-4 3 15,10-1-1-15,17-7 3 16,9-2 1-16,7-4-1 16,-3 0-6-16,1-6-33 15,-1-11-16-15,-4-5-13 16,-3-1 8 0,-8-1 26-16,-10 4 27 0,-5 3 8 15,-7 7 7-15,-3 2 29 16,0 7 37-16,0 1-2 15,0 0-53-15,0 0-18 16,-3 6-2-16,-1 7-3 0,4 0 1 16,0-2 2-16,0-1 0 15,12-2 0-15,6-3 2 16,7-5 1-16,5 0 3 16,6 0-4-16,7-1 0 15,-3-6-2-15,-2-3 0 16,-9 2 0-16,-6-3-6 15,-10 3 5-15,-4-1 3 16,-6 6 5-16,-2-1 6 0,-1 4 8 16,0 0 1-16,0 0-19 15,0 0-1-15,0 10-8 16,0 4 8 0,-1 1-1-16,-1-1 1 0,2-6 0 15,0 4-1-15,0-9-1 16,10 0 2-16,7-1 2 15,3-2 4-15,4 0-6 16,3-5 2-16,-2-10 3 16,2-3-4-16,0 1-1 15,-3-3 3-15,-2 3-2 16,-7 4-1-16,-2 5 0 16,-8 4 3-16,-4 4-3 15,-1 0 1-15,0 0-2 16,0 0-6-16,0 0-4 0,0 10 10 15,3 2 1-15,0-2 1 16,3 1 0-16,1-2-1 16,1-1 1-16,1-3 1 15,4 3 1-15,1-2-3 16,4 4 1-16,-3-2-4 16,2 1 6-16,-3 0-3 15,-2-3 0-15,-6-3 0 16,-2-1 0-16,-1 0-1 15,-3-1 1-15,3 1 0 16,2-2 3-16,1 0-1 16,3 0 0-16,0 0-2 0,0 0-2 15,-2 0-22-15,-3 0-233 16,-2-2-241-16</inkml:trace>
  <inkml:trace contextRef="#ctx0" brushRef="#br0" timeOffset="30995.41">16889 3615 1114 0,'0'0'66'0,"0"0"-65"0,0 0 23 16,0 0-23-16,-14 96 26 15,14-41-8-15,0 5 8 0,0 3 38 16,-3 5-30-16,-3 3 3 15,3-1 13-15,-1-2-20 16,4-5 0-16,0-8-17 16,0-8-7-16,0-14-6 15,4-11-1-15,-3-9 0 16,1-8-3-16,1-5 1 16,1 0 0-16,4-15-24 15,4-13-86-15,0-10 35 16,0-8-1-16,4-10-92 15,-4-8-21-15,4-8 30 16,-4-4-46-16,-2-1-53 16,-6 8 260-16,-4 9 91 15,0 10 104-15,0 12-41 0,0 8 1 16,3 12-46-16,0 7 0 16,0 6-19-16,0 2-53 15,4 3-17-15,3 0-20 16,3 0 0-16,2 12-1 15,-2 6 1-15,-1 6-7 16,-2 3 7-16,-5 1 0 16,-5-3 1-16,0 0-1 15,-6-4 0-15,-15-6 7 16,-4-3 0-16,-5-4 3 16,-2-6-4-16,6-2 2 15,0 0-1-15,8 0 0 16,5 0-3-16,8 0 2 0,5 0 2 15,0 0-8-15,0 0-6 16,21 0-7-16,11 0 7 16,6-2 3-16,3-2-7 15,2-2-16-15,-3-6-26 16,5-6 2-16,1-9-37 16,5-7 30-16,-2-11 11 15,-1-10-1-15,-6-9 27 16,-11-2-2-16,-12 4-9 15,-10 8 31-15,-9 15 3 0,0 14 15 16,-4 8 64 0,-11 10 29-16,-1 7-32 0,-4 0-38 15,4 16-34-15,-2 13-3 16,4 10 4-16,7 6-6 16,5 5 7-16,2 0-2 15,5-2-2-15,13-5 0 16,7-9-5-16,4-9 5 15,8-9-3-15,4-7 4 16,6-6-5-16,2-3 0 16,-7-1-1-16,-3-18-1 15,-11-11-48-15,-9-3-4 16,-8-3 47-16,-8 5 6 16,-3 10 2-16,0 7 8 15,0 10 41-15,-8 4 8 0,-2 6-24 16,1 19-33-16,0 11 2 15,6 3 11-15,3-3-5 16,0-1-5-16,9-1 0 16,10-7-3-16,7 2-2 15,5-5 0-15,3-1-1 16,-5-5-166-16,-13-10-724 16</inkml:trace>
  <inkml:trace contextRef="#ctx0" brushRef="#br0" timeOffset="31528.05">15238 4889 915 0,'0'0'35'0,"0"0"99"16,0 0-29-16,0 0-104 0,0 0 6 0,0 0-7 15,-11 116 40-15,9-53 2 16,0 10 26-16,2 6-1 15,-1 1-52-15,-1-4 8 16,2-5-19-16,0-11-3 0,0-10-1 16,0-15-2-16,0-11 2 15,0-12-4-15,2-10-23 16,7-2-118 0,1-8-92-16,2-19-47 15,-2-9-329-15</inkml:trace>
  <inkml:trace contextRef="#ctx0" brushRef="#br0" timeOffset="31782.81">15326 4932 899 0,'0'0'214'16,"0"0"-207"-16,0 0 194 16,0 0-201-16,0 0-3 15,103-39-8-15,-48 49 11 0,0 9 0 16,-7 3-2-16,-10 5-2 15,-13-3 4-15,-10 4-2 16,-14-3 0-16,-1-3 2 16,-19-3 12-16,-18-2-1 15,-11-4 1 1,-1-3-4-16,-2-4-7 0,8-2 3 16,3-4-4-16,7 0 0 15,8 0-1-15,6 0-13 16,12 0-78-16,5-8-110 15,2-2-149-15</inkml:trace>
  <inkml:trace contextRef="#ctx0" brushRef="#br0" timeOffset="33192.97">15960 4960 1068 0,'0'0'30'0,"0"0"110"15,0 0-37-15,0 0-93 16,0 0 0-16,0 0-9 16,2-61 3-16,-2 57-2 15,-14-2 0-15,-14 1-2 16,-8 5-2-16,-5 0 2 16,-6 0 3-16,3 8-1 15,3 11 5-15,5 4-7 0,10 7-2 16,6-2-9-16,14 3 6 15,6-4-6 17,5-3 1-32,14-4 5 0,9-8-11 0,4-7 13 15,4-5-2-15,-1 0-18 0,5-12-27 16,-1-8 3-16,-4-2 7 16,-2-6-3-16,-8-3 27 15,-6 0 6-15,-8 3 10 16,-7 6 3-16,-4 8 8 15,0 4 26-15,0 6 24 0,-1 4-1 16,-5 0-42 0,-2 15-18-16,-2 9-7 0,4 7 3 15,4-2-1-15,2 2 4 16,0-2 1-16,12-3 0 16,9-6 0-16,4-5 1 15,5-13-1-15,3-2 2 16,3 0 0-16,0-7-2 15,0-12 0-15,-3-6-33 16,-5-1-20-16,-4-5 1 16,-8-2 22-16,-5-1 22 15,-7 9 7-15,-2 9 2 16,-2 5 6-16,0 5 13 16,0 6 2-16,0 0-2 15,0 6-20-15,-3 14-8 0,-5 10 8 16,3 2 0-16,5 0 3 15,0 2-1-15,0-2-1 16,7-4 0-16,9-3 1 16,5-7-1-16,4-7-1 15,4-3 2-15,2-8-2 16,2 0 2-16,1-1-2 16,-4-13 0-16,-2-8-4 15,-4-3-9-15,-7-7-46 16,-6 0 26-16,-6-7 19 15,-4 7 14-15,-1 3 2 16,0 4-2-16,-1 8 1 0,-5 4 5 16,-1 7 8-1,2 6 8-15,2 0-1 0,0 0-21 16,-1 6-2-16,-1 5-2 16,5 3 1-16,0 1-5 15,0 0 5-15,0-1-2 16,8 3 4-16,-2-3 0 15,0 1 1-15,-1 0-2 16,-2 2 2-16,-1-1 0 16,-1 0 3-16,2 0-3 15,2 0-1-15,-1-1 1 16,7 0 5-16,2-6-4 16,4-1 1-16,8 0 8 0,5-4-1 15,10-1-3 1,3 2-2-16,4-4 2 0,-1-1-5 15,-6 0-1-15,-10-7 3 16,-9-17-2-16,-9-5 3 16,-9-4 3-16,-3 0-2 15,0 2 4-15,-1 13 1 16,-12 4 47-16,-3 5-10 16,1 6-13-16,-4 3-1 15,2 0-8-15,1 0-15 16,5 12-7-16,4 3-1 15,1 2-1-15,6 7-2 0,0-3 1 16,7 2-1 0,11-7 2-16,6 2-1 0,5-6 1 15,9-2 3-15,10 0-3 16,7-3 0-16,8 0-1 16,2-7-1-16,1 0-3 15,-5-8-11-15,-7-16-154 16,-14-5 87-16,-14-5 12 15,-16-5 9-15,-10 11 61 16,0 1 6-16,-9 7 52 16,-7 6 26-16,-4 3-38 15,1 5 22-15,0 4-25 16,1 2-32-16,-2 0-5 16,4 8-2-16,3 6-1 15,4 5-3-15,4-1-3 0,2 3 2 16,3 1-7-16,0-3 3 15,15-1 1-15,6-5 0 16,1-2-93-16,1-9-117 16,-2-2-83-16</inkml:trace>
  <inkml:trace contextRef="#ctx0" brushRef="#br0" timeOffset="33479.83">17513 4374 943 0,'0'0'6'0,"0"0"139"0,0 0-83 0,0 0-55 0,-23 85 5 0,23-24 13 16,0 5-6-16,0 9 13 15,9 2-6-15,2-2-8 16,0-4-4-16,-4-11 4 15,-2-6-17-15,-3-10-1 16,-2-10 0-16,0-9-3 16,0-12-11-16,-13-10-183 15,-6-3-181-15</inkml:trace>
  <inkml:trace contextRef="#ctx0" brushRef="#br0" timeOffset="33659.49">16530 4586 1141 0,'0'0'102'15,"0"0"-88"-15,0 0 87 16,0 0-101-16,0 0-16 16,0 0 3-16,20 6 12 15,5-2-203-15,-6-4-263 16</inkml:trace>
  <inkml:trace contextRef="#ctx0" brushRef="#br0" timeOffset="34546.5">19244 2370 537 0,'0'0'154'0,"0"0"-149"0,0 0 150 0,0 0-102 0,0 0-20 15,0 0-12-15,34-41 1 0,7 35 35 0,12-4 1 16,12 3 7-16,12 1-20 16,8 0-22-16,13 2-9 15,4 2-10-15,1 2-4 16,-12-2-1-1,-12 2-2-15,-22 0-20 0,-25 0-225 16,-18-3-125-16</inkml:trace>
  <inkml:trace contextRef="#ctx0" brushRef="#br0" timeOffset="34839.41">19832 2290 469 0,'0'0'141'0,"0"0"-68"16,0 0 69-16,0 0-62 15,0 0-25-15,0 0-16 16,-66 49 14-16,66-31 2 16,5 9-22-16,5 2-3 15,7 2 10-15,-4 4 2 16,-1 0-13-16,-3 2-7 16,-1-5-12-16,-2-2-7 15,-1-5-1-15,1-6-2 16,0-2 0-16,2-8-2 15,-2-4-2-15,-1-2-28 16,2-3-142-16,-3 0-35 16,5 0 22-16,-3-6-225 0</inkml:trace>
  <inkml:trace contextRef="#ctx0" brushRef="#br0" timeOffset="36323.37">19823 2317 302 0,'0'0'11'0,"0"0"21"0,0 0 19 0,0 0-27 0,0 0 0 0,0 0 34 0,-2-4-18 16,2 1 4-16,0 3-2 16,0-2 29-16,0 2-29 15,0 0-8-15,0 0-17 16,0 0-2-16,0 0-5 16,0 0 1-16,0-2-4 15,0 2 8-15,0-4 6 16,0 2-4-16,6-2 1 15,3 2-6-15,-1-1-5 16,-5 2 4-16,1-1 4 16,-2 2 14-16,-2 0 8 15,3-2 10-15,0-1 1 16,-3 2-18-16,4-1-5 16,-4-1-13-16,3 3 0 0,0-3 12 15,2 0 2 1,-2 2-22-16,2-2 6 15,-5 3-3-15,0-3 8 16,3 3 4-16,1-2 1 16,-1-2-7-16,3 3-8 0,-2-3-2 15,2 0-1-15,3-1-1 16,0-1 9-16,3-1 0 16,-2 0-5-16,4 2 6 15,-1-6 19-15,2 1-18 16,3 1 7-16,-3 0-8 15,0 2 0-15,-3 0 3 16,-6 4 0-16,-2 2 10 16,-1-1 14-16,-3 2-15 0,0 0-4 15,0 0-4-15,0 0-6 16,0 0-1-16,0 0-4 16,0 0 10-16,0 0-3 15,0 0 0-15,0 0-5 16,0 0 4-16,0 0-5 15,0 0-2-15,0 0-3 16,0 0 0-16,0 0-2 16,0 0 1-16,4 6-5 15,4 10 6-15,3 6 12 16,-4 6-2-16,5 4-1 16,-2 6 5-16,4 5 8 15,-4 6-10-15,1-2-1 0,0 6-1 16,2-8-3-1,0-3 1-15,2-7-1 0,-4-10 0 16,-3-6 0-16,1-4-6 16,-4-8 0-16,-1-2 1 15,-2-4-1-15,-2-1 1 16,0 0 2-16,0 0-3 16,0 0 3-16,0 0-3 15,0 0 0-15,0 0-1 16,0 0-16-16,0-1-63 15,0-9-97-15,-2-2-92 0,-13 1 23 16,-7 1-135-16</inkml:trace>
  <inkml:trace contextRef="#ctx0" brushRef="#br0" timeOffset="36563.11">19823 2567 862 0,'0'0'46'0,"0"0"73"0,0 0 40 0,0 0-132 16,0 0-27-16,0 0 2 15,84-33 2-15,-40 25 3 16,6 1-5-16,3 0 3 16,2 1-4-16,1-1-1 15,0 4-3-15,-8-3-2 0,-5-1-190 16,-9-5-226-16</inkml:trace>
  <inkml:trace contextRef="#ctx0" brushRef="#br0" timeOffset="37190.56">20476 2249 201 0,'0'0'707'0,"0"0"-702"16,0 0 114-16,0 0-85 15,0 0-32-15,0 0 18 16,0 88 19-16,2-52 14 0,4 3 18 16,-4-2-22-1,-1 0 6-15,-1-4-5 16,0-6-17-16,0-6-16 16,0-3-7-16,0-8-9 15,0-3-1-15,0-5 1 0,0-2-1 16,0 0 6-16,0 0 6 15,0-3 4-15,0-17-8 16,0-12-8-16,0-7 0 16,-3-2 0-16,0-2 0 15,0 5 0 1,3 7 0-16,0 9 1 0,0 7 1 16,0 5 0-16,0 6-2 0,0 0 5 15,0 2-5 1,0 2 0-16,0 0-3 0,11 0-9 15,5 13 12-15,6 7 0 16,2 4 5-16,3 9 4 16,3 4-1-16,4 2 6 15,2-1-5-15,1-3 4 16,-6-5-7-16,2-7 2 16,-6-8-4-16,-6-3-3 15,-2-10 2-15,-5-2 1 16,-1 0 1-16,-5 0 7 0,2-11 12 15,-1-10 15 1,-3-9-16-16,-6-6-7 0,0-11-8 16,0-2-1-16,0-1-3 15,-1 6-3-15,-10 7 1 16,4 12 1-16,-1 8-3 16,4 9 1-16,2 6-1 15,2 2-1-15,0 0-6 16,-3 0-15-16,3 8-47 15,0 10-69-15,0 3-41 16,0 1-78-16,3-8-27 16,8-2-428-16</inkml:trace>
  <inkml:trace contextRef="#ctx0" brushRef="#br0" timeOffset="37608.75">21257 2284 1083 0,'0'0'25'0,"0"0"49"0,0 0 80 0,0 0-123 0,0 0-31 16,-80 40 0-16,69-7 0 16,2 4 1-16,4-2 6 15,1 5 15-15,4-5-8 16,0-5 9-16,1 0-10 15,16-7-12-15,7-6 4 0,5-2-3 16,4-10 2-16,3-2-4 16,2-3 7-1,-3 0-4-15,-5-13 1 0,-3-9 3 16,-5-6-1-16,-7-10-1 16,-4-3 1-16,-11-9 1 15,0 4-5-15,0 2 0 16,-13 7 2-16,-9 12-4 15,3 6 3-15,-5 12-3 16,-3 4-3-16,0 3-1 16,-3 0-5-16,1 13 0 15,3 8-41-15,9 4-70 16,4 1-51-16,7 2-98 0,6-5-93 16</inkml:trace>
  <inkml:trace contextRef="#ctx0" brushRef="#br0" timeOffset="38049.11">21633 2310 978 0,'0'0'184'0,"0"0"-181"0,0 0 169 0,0 0-161 0,0 0-11 0,0 0-4 16,19 63 4-16,2-23 9 16,-1 0-3-16,2 3 10 15,0-5 13-15,2-3-3 0,0-2 8 16,-2-11-15-16,4-5-11 16,-6-6-2-16,-5-6-3 15,-1-2 2-15,-8-3-3 16,0 0 8-16,3-6 3 15,-2-10 10-15,4-15-1 16,-5-5-3-16,-2-9-11 16,-1-8-8-16,0 1 8 15,2 0-7 1,-3 9-1-16,0 11 0 0,-2 11 0 16,0 10-1-16,3 6 1 0,-3 5-6 15,0 0-15-15,0 0-85 16,0 13-91-16,-3 7 54 15,-4 3-145-15,2-4-191 16</inkml:trace>
  <inkml:trace contextRef="#ctx0" brushRef="#br0" timeOffset="38562.24">22265 2353 1079 0,'0'0'34'0,"0"0"22"16,0 0 113-16,0 0-150 15,0 0-17-15,0 0-2 16,-33 108 2-16,23-67 5 16,-2-1 3-16,5-5 12 15,-4-8 14-15,2-4-7 16,5-6-17-16,1-7-5 15,3-4-6-15,0-3 0 16,0-3-1-16,0 0 0 16,0 0 2-16,0-6 8 15,16-13-2-15,2-12-8 16,4-9-2-16,2-10 0 16,-3-6 0-16,2-3 1 15,-1 9 2-15,-2 4 1 0,-1 13-1 16,-3 13 0-16,-4 9 1 15,-6 7-1-15,0 4-1 16,1 0-1 0,7 11-11-16,2 16 12 0,-1 13 7 15,0 4-1-15,-4 9 10 16,-2-3 2-16,-3 0-6 16,1-6-8-16,-4-9-1 15,0-3-2-15,-2-10-1 16,-1-5 0-16,0-7-3 15,0-4 1-15,3 0-13 16,-1-3-206-16,-2-3-66 0,3 0-219 16</inkml:trace>
  <inkml:trace contextRef="#ctx0" brushRef="#br0" timeOffset="38743.11">22404 2569 1156 0,'0'0'34'0,"0"0"133"0,0 0-42 0,0 0-117 0,0 0-8 16,133-14-8-16,-82 14-2 15,-4 2-122-15,-9-2-275 16</inkml:trace>
  <inkml:trace contextRef="#ctx0" brushRef="#br0" timeOffset="40330.44">19832 3832 794 0,'0'0'5'0,"0"0"39"0,0 0 52 0,0 0-96 0,0 0-3 15,0 0-5-15,0 63 8 16,0-29 6-16,0 0-6 16,0-5 4-16,0-3 2 15,0-6-2-15,0-7-2 16,0-5 2-16,0-6-4 15,0-2 1-15,0 0 2 0,0 0 6 16,0 0 2-16,0-2 38 16,8-16 37-16,3-7-70 15,0-9-15-15,1-3-1 16,1 1 5 0,-1 2-2-16,0 10 1 15,-5 8-1-15,-4 10 1 0,-1 4 14 16,-2 2-11-16,0 0-7 15,3 0-4-15,-2 14-12 16,6 8 13-16,-3 1 3 0,2 1 0 16,-2-2 3-1,5 1-2-15,0-5-1 0,3-3 0 16,-1-7 0-16,2-1 0 16,6-6 0-16,4-1 1 15,2 0-1-15,5-6 0 16,-6-10-2-16,-2-5-7 15,-2-3-2-15,-5-4-7 16,-8 4 13-16,-3 4 2 16,-1 8 3-16,-3 7 8 15,0 3 5-15,0 2-4 16,0 0-9-16,0 13-1 16,0 10-9-16,-7 4 9 0,4-1 0 15,3 0 1-15,0-3-1 16,0-3 0-16,10-3 0 15,6-4-2-15,3-6 1 16,6-4-27-16,2-3-143 16,2 0-8-16,0-6-159 15</inkml:trace>
  <inkml:trace contextRef="#ctx0" brushRef="#br0" timeOffset="40644.44">20436 3882 721 0,'0'0'26'0,"0"0"139"0,0 0-33 0,0 0-112 0,0 0-20 0,0 0-1 16,-22 55 0-16,20-31-3 15,2-3 3-15,0-1 1 16,3-5 0-16,11-4 2 16,5-1 1-16,9-7-1 0,2-3 3 15,0 0-3-15,-2-3-1 16,-6-9 1-16,-9-8 0 15,-7-4 9-15,-6-5-5 16,-2 2 2 0,-18 1 4-16,0 8-6 15,-1 6 1 1,2 8-3-16,4 4-1 0,-1 0-3 16,-1 9-6-16,1 8-1 0,2 4-28 15,1 5-83-15,8-2-15 0,5-5-139 16</inkml:trace>
  <inkml:trace contextRef="#ctx0" brushRef="#br0" timeOffset="40996.58">20682 3875 888 0,'0'0'38'15,"0"0"-25"-15,0 0 156 16,0 0-150-16,0 0-13 0,100-43-6 15,-76 64-2 1,-1 2 1-16,-6 4 1 16,-6 2 3-16,-2-4-3 0,-9-6 3 15,0-3-1-15,0-2 0 16,0-6 2-16,-14-4 2 16,2-2 7-16,2-2-6 15,4 0 7-15,2-4-6 16,4-14 3-16,0-5-1 15,1-7-9-15,14 1-1 16,6-7-2-16,3 5 1 16,0 2-1-16,-1 9 0 15,-5 4-1-15,-1 12-10 16,-4 4-25-16,-5 0-66 16,-7 11-26-16,5 11 13 15,-5 4-154-15</inkml:trace>
  <inkml:trace contextRef="#ctx0" brushRef="#br0" timeOffset="41445.11">21185 3884 410 0,'0'0'401'0,"0"0"-391"15,0 0 152-15,0 0-90 0,0 0-57 16,0 0-14 0,0-21-2-16,0 21-1 0,0 0 1 15,0 0 1 1,0 0 7-16,0 0 12 0,6-4-12 16,12-2 0-16,2-1-2 15,0-2-5-15,-6-2 0 16,-1-4 0-1,-7 0 0-15,-4 3 2 0,-2 1 2 16,0 2 3-16,-9 4-5 16,-8 3-1-16,-2 2-1 15,-2 0 0-15,-4 17 4 16,6 5-3-16,5 5 1 16,6 3-2-16,8 1 1 15,0-5 1-15,5-1-3 0,12-1 2 16,9-10-1-1,3-3 0-15,2-6-1 16,2-5-10 0,0 0-165-16,-5-4-138 15</inkml:trace>
  <inkml:trace contextRef="#ctx0" brushRef="#br0" timeOffset="41686.11">21570 3507 851 0,'0'0'33'0,"0"0"84"16,0 0-42-16,0 0-75 0,0 0 0 16,-6 114 1-16,6-59-1 15,0-4 2-15,0-5 2 16,0-5-4-16,-1-2 0 16,-1-6-1-16,-2-9 1 15,1-6-2-15,0-9-202 16,-4-9-270-16</inkml:trace>
  <inkml:trace contextRef="#ctx0" brushRef="#br0" timeOffset="42639.9">21511 3784 768 0,'0'0'31'0,"0"0"-21"0,66-79 27 15,-33 52-34-15,-6-3-2 16,0 3 0-16,-6-2-2 15,-6 3 1-15,-8 2 0 16,-2 5 1-16,-1 6 0 16,-4 6 0-16,0 5 30 15,0 2 11-15,0 0-28 16,0 8-14-16,-10 18 0 16,-3 10 0-16,2 7 1 15,6 3 7 1,4-1-1-16,1-2-1 15,0-7 0-15,0-3-4 16,1-9 4-16,9-8-6 0,-4-7 1 16,2-5 1-16,1-4 1 0,2 0 5 15,4 0 3-15,0-11-2 16,1-7-8-16,2-3-1 16,-2 2 0-16,-2 2 0 15,-2 10 0-15,-8 1 1 16,-1 5 2-16,-3 1-3 15,0 0-1-15,0 9-6 16,0 8 7-16,5 4 1 16,-2-3-1-16,1-2 2 15,2-4 0-15,0-6-2 0,0 0 0 16,8-5 4 0,2-1 4-16,6 0 8 15,1 0-10-15,1-10 1 0,-7-5-6 16,-3-5 2-16,-4-4 4 15,1-1-4-15,-8 5-2 16,-2 7 4-16,-1 5-2 16,0 6 39-16,0 2-7 15,0 0-33-15,-1 7-2 16,-7 13-5-16,-1 4 5 16,2 0 3-16,7-3-2 15,0-3 0-15,0-4 2 16,0-3-3-16,4-3 2 15,8-2-2-15,-1-6 4 16,8 0-4-16,-1 0 3 0,3-10-2 16,-1-9-1-16,2-2 0 15,0-7-1-15,-3 4-7 16,-2 3-6-16,-6 6 7 16,-6 9 7-16,-3 4-1 15,-2 2 1-15,0 0-2 16,0 0-7-16,0 8 2 15,0 5 7-15,0-1-1 16,0-3 1-16,0-1 0 16,0-3 0-16,0 0-1 0,4-2 0 15,5-2 1 1,6-1 2-16,3 0 3 0,6 0-4 16,4-10 1-1,3-2-1-15,2-2-1 0,-3 3 1 16,-6 1-1-16,-9 5 0 15,-6 0 0-15,-8 4 0 16,-1 1 0-16,0 0-2 16,0 0-6-16,5 4 7 15,5 9 1-15,-1-2 5 16,3-1-3-16,-3-2-1 16,2-4 0-16,8 0-1 15,5-4-12-15,3 0-236 16,-2 0-525-16</inkml:trace>
  <inkml:trace contextRef="#ctx0" brushRef="#br0" timeOffset="43435.5">22662 3482 325 0,'0'0'0'0,"0"0"-76"0,0 0 65 15,0 0-25-15,0 0 36 0,0 0 15 16,12 16 161 0,-12-16-53-16,0 0-76 15,-1 0-8-15,1 0-8 0,0 0-28 16,0 0-3-16,0 0-1 15,0 0 1-15,0 0 0 16,0 0 4-16,0 0-1 16,0 0 18-16,0 0 12 15,0 0 4-15,0 0-4 16,0 0-2 0,0 0 9-16,0 0-16 15,-3 0 11-15,3 0-3 0,0 0-7 16,0 0-2-16,0 0-6 15,0 0 3-15,0 0 0 16,0 0-3-16,0 0-2 16,0 0 4-16,0 0-1 15,0 0 3-15,0 0-7 16,0 0-1-16,0 0-2 16,0 0 2-16,0 0 2 0,0 0-3 15,0 0-2-15,0 0 4 16,0 0-8-16,0 0 8 15,0 0-3-15,0 0 0 16,9-6 2-16,4 2-13 16,4-2-1-16,2 3-5 15,3 3 4-15,-2 0 2 16,4 0-2-16,-7 0-2 16,1 8 2-16,-3 4 1 15,-3 12-1-15,-6 5-3 16,-3 7 5-16,-3 3 0 15,0 0 0-15,-13-5 0 16,-5-5 3-16,0-4 4 16,2-8-2-16,8-4 0 0,3-7-2 15,5-4 2-15,0 0-5 16,7 0 0-16,21 2 4 16,15-1 9-16,14-2-8 15,3-1-5-15,5 0 0 16,3 0-4-16,1-10-110 15,2-4-199-15,-6-2-322 0</inkml:trace>
  <inkml:trace contextRef="#ctx0" brushRef="#br0" timeOffset="44156.65">20863 4584 719 0,'0'0'15'0,"0"0"11"0,0 0 56 0,98-53-62 16,-70 43-10-16,-6 0 6 0,-6 5 5 16,-12 2 19-16,-4 1 31 15,0 2 13 1,-6 0-12-16,-20 0-11 0,-10 0-61 16,-7 2 0-16,-1 9 3 15,8 0 5-15,5 0 4 16,6 1 0-16,9-6-2 15,6 6-10 1,7-6-1-16,3 4-4 0,0-3-3 16,6 0 3-16,17 4 5 15,4-1 0-15,5 0 0 16,1 1-1-16,0 2 1 16,-2 1 0-16,1 3 0 15,-8-1-1-15,-9 0 0 16,-11-1-1-16,-4 1 2 0,-1-2 1 15,-22 0 2-15,-10 1 4 16,-10-2-3-16,-2-3 0 16,-1-3 0-16,4 1-2 15,6-6-2-15,10 1 1 16,6-3-2-16,10 0 1 16,8 0-4-16,2 0-64 15,6-3-118-15,20-15-7 16,11-4-53-16,8-2-127 15</inkml:trace>
  <inkml:trace contextRef="#ctx0" brushRef="#br0" timeOffset="46224.45">21503 4517 268 0,'0'0'533'0,"0"0"-509"0,0 0 96 0,0 0-67 15,-103-27-24-15,67 35 7 16,0 8-7-16,1 1 13 16,2 0-20-16,3-1-8 15,7 0-1-15,7-4-6 16,7-2-7-16,6-1 0 16,3-3-5-16,0-3 1 15,21-1 4-15,8-2-3 16,5 0-5-16,7-2-89 15,0-11-10-15,-2-2-10 16,-2-3-33-16,-10 1-11 16,-6 2 9-16,-11 4 152 0,-6 5 115 15,-4 4 63-15,0 2-65 16,-8 0-54-16,-6 5-19 16,-1 8-7-16,5 0-8 15,5 2-9-15,4 0-9 16,1-5 1-16,0 0-7 15,6-1 0-15,11-4 4 16,3-3-3-16,7-2-1 0,3 0 2 16,1 0-3-16,0-4-22 15,-2-10-54-15,-4-2 17 16,-4-1-31-16,-3 1 47 16,-7-1 33-16,-6 6 10 15,-5 6 49-15,0 2 52 16,0 0-28-16,0 3 9 15,0 0-48-15,-1 7-29 16,-5 8-1-16,3 2-4 16,3-7-1-16,0-1 1 15,0-1 0-15,7-2 2 16,7-6 0-16,8 0 2 16,3 0-3-16,-2 0 2 15,2 0-3-15,-4-4 0 0,0-6-1 16,-3-2-8-16,0 3-17 15,-5-3 21-15,-1 2-1 16,-3 2 6-16,-6 4 3 16,-1 2-1-16,-2 2 2 15,0 0 1-15,0 0-5 16,0 0-1-16,3 8 1 16,1 0 5-16,2-3 0 15,3 4 0-15,0-6 0 16,3-2-1-16,1-1 3 15,5 0-4-15,2 0-3 0,-7 0 0 16,0 0 0-16,-7 0 0 16,-1 0-1-16,0 0 0 15,-4 0-3-15,2 4 3 16,3-4 1-16,3 1 1 16,3-1 3-16,6 0-4 15,0 0 1-15,4 0-1 16,0-1-1-16,-1-7 0 15,2-1-12-15,-1 7-47 16,2-3 22-16,-1 1 32 16,0 0 3-16,-5 0 0 15,-6 0 3-15,-5 1 0 16,-5 2 0-16,-2 1 17 16,0 0 19-16,0 4 5 0,-12 19-8 15,0 13 69-15,2 10-77 16,4 9 12-1,1 7-3-15,1 5-26 0,2-2 21 16,2 7-19-16,0 0 0 16,0 1 24-16,0-4-32 15,0-7 1-15,0-8-2 16,0-13 1-16,0-15-2 16,-3-9 0-16,3-14 0 15,0-3 8-15,0-8 3 16,0-14-11-16,8-18-13 15,-1-7 6-15,0-14-2 16,-1-12-2-16,0-15 10 0,4-15-6 16,1-9-6-16,3-4-2 15,4 9 1-15,-5 22 8 16,2 26 6-16,-6 23 0 16,-1 19 2-16,-2 9-1 15,1 7-2-15,5 1-3 16,1 0-2-16,2 15 6 15,0 6-2-15,-2 4 1 16,-5 2 1-16,-2 2 0 16,-6-2 0-16,0-3 1 15,-3-11-1-15,-14-1 2 16,-3-6 2-16,-6-4-1 16,3-2 4-16,1 0-5 0,3 0 0 15,9-2 2-15,2-4-3 16,7 6 2-16,1 0-2 15,0 0-1-15,0 0-6 16,0 0-3-16,16 0 4 16,9 0 5-16,7 0 0 15,2 0 1-15,2 0-1 16,3-6 2-16,1-1-5 16,-3-10 3-16,-2 2-1 15,-4-9 1-15,-3-9 0 16,-4-4-2-16,-6-12-2 15,-2 2-12-15,-10 1 7 0,-3 14 6 16,-3 13 0 0,0 9 3-16,0 10 4 0,0 0-4 15,-9 12-2-15,-7 15-1 16,6 5 3-16,0 9 3 16,8-1-1-16,2-5 5 15,0 2-2-15,4-7 0 16,13-5-3-16,0-7-2 15,6-4 1-15,2-7 1 16,2-7 1-16,3 0-2 16,-2-6 2-16,1-10-3 15,-6-7 1-15,-3-4-1 0,-4-4-11 16,-5-1-12 0,-8 4 0-16,-3 10 15 15,0 9 7-15,0 5 1 0,-2 4 6 16,-10 0-6-1,-4 16 2-15,2 8 7 0,4 3 7 16,3 0-7-16,7-5-8 16,0 4 11-16,0-9-9 15,0-4 2-15,8-5-4 16,3-5 2-16,7-3 4 16,1 0-5-16,4 0 1 15,3-8-2-15,3-5-1 16,2-9 0-16,-1-3-4 15,0-4-20-15,-5 0-3 16,-10 6-2-16,-4 9 22 0,-7 9 7 16,-4 3 1-16,0 2 7 15,0 0-3-15,0 0-5 16,0 2-1-16,0 11 1 16,0 5 4-16,4 7 5 15,1 7 9-15,1 1 13 16,3 3 12-16,-4-2-25 15,-1-2-7-15,-4-2 1 16,0-7 7-16,-18-5 8 16,-22-6 4-16,-16-6-8 15,-11-6-23-15,-6 0-10 16,2-14-214-16,2-12-378 16</inkml:trace>
  <inkml:trace contextRef="#ctx0" brushRef="#br0" timeOffset="47625.43">24833 2042 648 0,'0'0'41'0,"0"0"54"0,0 0 7 0,0 0-42 0,0 0-15 0,0 0 10 16,0 0 60-16,0-65-64 15,-21 65-32-15,-6 8 11 16,-6 12-4-16,3 7-16 16,2 5 15-16,4 6 0 15,9 4-14-15,5 2-3 16,10-1-6-16,0-4-1 16,13-7-2-1,16-1-2-15,9-7 2 0,10-5 2 16,6-5 1-16,1-8 1 15,0-6-2-15,-5 0 0 16,-9-2 0-16,-6-15 1 0,-9-7 0 16,-7-5-1-16,-6-9 0 15,-4-4-1-15,-8-6 5 16,-1 4-4-16,0 8 2 16,0 11-2-16,0 11 2 15,0 10 1-15,0 2-1 16,0 2-3-16,0 0-7 15,0 18-13-15,0 8 13 16,0 5 4-16,0 1 2 0,3 1 0 16,12-2 0-16,2-6-1 15,2 2-2-15,5-8 4 16,-3-3-1-16,0-4 1 16,-1-8-4-16,-1-4 0 15,-3 0-3-15,-1-3-19 16,-2-8 14-16,-2-7 10 15,-2-4 0-15,-3 2 1 16,1 6 2-16,-4 3 1 16,-2 7-2-16,-1 3 6 15,0 1-5-15,0 0-1 0,0 0-8 16,3 13-7 0,1 7 15-16,2 0-1 0,0-4 0 15,4 1 1 1,0-3-1-16,4-7 2 0,-2-1-2 15,1-3 2-15,2-3-1 16,0 0 3-16,1-3-1 16,-4-9 0-16,3-4 2 15,-4-4-1-15,-2-3-2 16,-1 0 2-16,-5 4-1 16,0 5 3-16,-3 8 6 15,0 4 4-15,0 2 5 16,0 0-20-16,0 2-3 15,0 16-15-15,0 1 18 16,0 0 0-16,0 0-2 0,2-2-3 16,3-4 4-1,2-1 0-15,-1-5-1 0,1 0 0 16,4-5-21-16,-4-2-184 16,4 0-98-16,-5-9-425 15</inkml:trace>
  <inkml:trace contextRef="#ctx0" brushRef="#br0" timeOffset="47961.32">25539 2020 768 0,'0'0'103'0,"0"0"-89"0,0 0 154 0,0 0-154 0,0 0-8 0,0 0-1 0,-48 32 3 0,48-20-2 16,0-3-2-16,3 0-2 15,12-6 2-15,7 3 14 16,0-6-18-16,5 0 7 16,-7 0-6-16,-2-6 4 15,-8-8 2-15,-5-5 0 16,-5-1-4-16,0 1 6 16,-2-2-5-16,-11 6 1 15,-2 7 9-15,-2 5-14 16,-5 3-3-16,3 1-4 15,-2 17-3-15,4 6-12 0,7 3-73 16,7 6-62 0,3-6-37-16,0-2-212 0</inkml:trace>
  <inkml:trace contextRef="#ctx0" brushRef="#br0" timeOffset="48392.42">26250 2026 857 0,'0'0'12'0,"0"0"142"0,0 0-46 16,0 0-69 0,0 0-12-16,-101-32-7 0,71 39 11 15,0 5 6 1,5 1-4-16,5-1-13 0,4 4-6 15,7 3-13-15,7 2-1 16,2 4-2-16,5 2-3 16,17 3-6-16,7-1 11 15,3-1 0-15,3-1 1 16,2-4-4 0,-1-4 4-16,-2 0-2 15,-2-3-1-15,-8-5-1 16,-10-2-3-16,-6-3-7 0,-8-5 9 15,0-1 4-15,-2 0 6 16,-20 0 14-16,-8 0-18 16,-6 0 5-16,-1 0 6 0,0 0 2 15,4 0-11-15,3-1-1 16,9-2-3-16,8 3-2 16,7 0 0-16,6 0-15 15,0 0-135-15,4 0-94 16,20 0-41-16</inkml:trace>
  <inkml:trace contextRef="#ctx0" brushRef="#br0" timeOffset="50282.32">26701 2195 909 0,'0'0'23'0,"0"0"15"0,0 0 114 0,0 0-136 0,0 0 9 16,-84-49-23-16,50 55-1 16,-2 8 8-16,2 0 27 15,2 2-1-15,7 2-22 16,10 1-5-16,5 0-8 16,8-1-4-16,2-2 0 15,5-2 3-15,17-1 1 16,5-3 0-16,4-7 0 15,2-3-17-15,2 0-40 16,-3-2-16-16,-3-12 6 16,-7-2 33-16,-5-4 26 15,-6 0 8-15,-5 3 5 0,-6 4 6 16,0 3 56-16,0 7 32 16,0 1 20-16,0 2-50 15,0 0-35-15,-9 15-34 16,-4 12-5-16,-1 10 3 15,1 8 2-15,1 14 7 16,2 10 16-16,-2 12-16 16,0 1-1-16,3-2-5 15,-1-7-1-15,8-10-3 0,2-11 3 16,0-11 0 0,15-12-1-16,6-13-1 0,7-9 2 15,8-7 0-15,4 0 3 16,-3-7-3-16,-5-15-31 15,-11-11-5-15,-5-8 29 16,-10-12 7-16,-6-2 5 16,0-5 7-16,-6 3 2 15,-13 3 4-15,-5 3 30 16,-3 7-13-16,-3 9 2 16,-3 8-7-16,-1 8-19 15,1 8-10-15,5 1-1 16,7 6-3-16,10 2-3 15,8 2 4-15,3 0-11 16,0 0-36-16,11-4-46 16,17 2-65-16,10-8 56 0,4-4-90 15,-2-4-15-15,-5-3-72 16,0-3 62-16,-4-1 219 16,-6-3 29-16,-4 3 156 15,-9 4-57-15,-7 4 64 16,-5 8-31-16,0 3-25 15,0 4 13-15,0 2-37 16,-2 0-75-16,-7 2-34 16,-5 16-3-16,-2 2-2 15,3 5-2-15,7-2 4 16,6-1-4-16,0-4 2 0,0 3-6 16,6-9 8-16,10-2 0 15,3-2 0-15,4-8 0 16,4 0 0-16,3-1-39 15,1-16-12-15,-1-8 0 16,-1-3 4-16,-6-6 13 16,-6 0 24-16,-2 4 8 15,-8 10 2-15,-2 8 8 16,-4 6 10-16,-1 6 16 16,0 0 10-16,0 0-44 15,0 11-2-15,-1 9 2 16,-2 2 1-16,3 0 2 15,0-1 0-15,0-3-3 0,4-4 2 16,12 0 4-16,3-6-3 16,6-2-2-16,3-6 7 15,4 0-7-15,0 0 1 16,0-6 0-16,-2-10 2 16,-5-6-3-16,-3-3 0 15,-7-1 0-15,-6 1-1 16,-5 1 0-16,-4 10 0 15,0 1 6-15,-1 7-5 16,-14 4 4-16,-1 2 1 16,-7 0-6-16,0 4 0 15,0 11 0-15,4 3-4 16,4 0-1-16,6 2 5 16,6-4 0-16,3-1-6 0,0-3 2 15,1-2 4-15,16-4-1 16,4-3 1-16,4-3 0 15,0 0-2-15,1 0-17 16,-2-7-7-16,0-4 16 16,-7 0-2-16,-5 1 2 15,-6 3 10-15,-3 4 2 16,-3 3 2-16,0 0 6 16,0 0-10-16,0 0-3 15,0 8-7-15,0 4 10 16,4 3 6-16,3 1-3 15,3-4 1-15,2 0 0 0,6-4-2 16,3-2 3-16,-2 1 0 16,7-7-1-16,-1 0 8 15,-1 0-9-15,-1-5-3 16,-3-7 5-16,1-4-2 16,-3-1-3-16,-3-3 2 15,-6-6-1-15,-8 0 0 16,-1 3-1-16,0 5 0 15,0 5 5-15,-1 3-5 16,-4 8 3-16,-1 2-3 16,-1 0-3-16,-3 0-7 15,-1 2 5-15,2 8 2 16,0 1 1-16,3 2-2 0,2 2 3 16,2 0 0-16,2 1-2 15,0 2 1-15,0-4 2 16,3 1 0-16,8-3 0 15,5-1 2-15,5-2 2 16,5-1-2-16,2-6 1 16,10-2-1-16,0 0-2 15,1 0 0-15,-2-13 0 16,-3-2 0-16,-4-6 4 16,-6-3-3-16,-8-5-1 15,-8-3 1-15,-7 3 1 16,-1 9 0-16,0 4-1 15,-10 7 13-15,-5 9 10 0,0 0-1 16,-1 0-8 0,2 14-12-16,2 6 0 0,6 5 1 15,6-2-4-15,0 1 0 16,12-3 5-16,11-1-1 16,3-3 1-16,4-3-2 15,3-3-3-15,4 2-15 16,3-1-102-16,-7 2-160 15,-11-3-380-15</inkml:trace>
  <inkml:trace contextRef="#ctx0" brushRef="#br0" timeOffset="50908.52">25128 3237 831 0,'0'0'20'0,"0"0"-13"0,0 0 150 0,0 0-69 16,0 0-65-16,0 0 7 15,-31-18 27-15,31 18-24 16,0-2-8-16,5-2-1 15,18-2-10-15,13-1 0 16,6-1-10-16,7 1-2 16,3-1-2-16,-2 2 0 15,-4 1-3 1,-10-1-27-16,-13 3-178 0,-12-3-2 16,-11 1 75-16,0 0 63 15,-14 1 47-15,-2 0 25 16,1 3 65-16,2 1 43 15,2 0-42-15,0 12-17 0,2 9 21 16,4 6 2-16,3 4-14 16,2 5-23-16,0-1-8 15,4-2-13-15,3 0-2 16,5-5-10-16,-3-4-2 16,0-7-1-16,0-5 1 15,1-5-1-15,7-4-95 16,4-3-118-16,8 0-53 15,-3-11-320-15</inkml:trace>
  <inkml:trace contextRef="#ctx0" brushRef="#br0" timeOffset="51483.1">25643 3310 479 0,'0'0'257'16,"0"0"-239"-16,0 0 127 16,0 0-95-16,0 0-31 15,105-45 5-15,-77 39-1 16,-4-2-10-16,-8-1-8 15,-4 2-3-15,-11-1 8 16,-1-3 8-16,0-1 28 16,-14 3-7-16,-7 3-9 15,-8 5-8-15,-2 1 2 16,1 0 6-16,3 10-4 16,4 6-13-1,10 4-1-15,5 1-7 0,6 1-5 16,2 2-2-16,3-2 2 0,17-4 0 15,9-5 0-15,4-3 1 16,5-4-1 0,5-5 2-16,-1-1-4 0,-2 0 2 15,1-16-2-15,-3-4-20 16,-5-3-24-16,-5-7 9 16,-7-3 15-16,-9 0 18 15,-9-1 4-15,-3 7 0 16,0 5 4-16,-3 9 6 0,-5 4 22 15,1 6 6-15,4 2-13 16,0 1-12 0,0 0-13-16,2 10-7 0,-1 8 6 15,2 2-1-15,0 5 1 16,11-1 1-16,3 4 0 16,0-1 1-16,-1-4-1 15,-2-2 0-15,-4-3-2 16,-4-4 0-16,-3-4 2 15,0-3 0-15,0-2 0 16,0-2 4-16,0-3-4 16,0 0-8-16,0 0-56 15,6 0-53-15,8-12-89 16,5-9-102-16,0-8-34 0</inkml:trace>
  <inkml:trace contextRef="#ctx0" brushRef="#br0" timeOffset="51697.83">26274 3057 551 0,'0'0'90'0,"0"0"79"0,38-83 13 0,-35 79-23 16,-3 4-48-16,2 6-108 16,0 26 9-16,2 11-4 15,4 6 68-15,-1 0-48 16,1-2-11-16,-1-5 0 16,-1-3-17-16,-4-7 0 15,-2-11-2-15,0-6 2 16,0-8-25-16,0-7-156 15,0 0-102-15,0-1-91 16</inkml:trace>
  <inkml:trace contextRef="#ctx0" brushRef="#br0" timeOffset="51829.42">26411 3160 953 0,'0'0'2'0,"0"0"9"16,0 0-8-16,96-11-3 15,-59 11-1-15,4 3-13 16,-4 3-110-16,0-4-158 16</inkml:trace>
  <inkml:trace contextRef="#ctx0" brushRef="#br0" timeOffset="52636.57">26916 3096 960 0,'0'0'60'16,"0"0"-27"-16,0 0 119 0,0 0-108 16,-87 41-21-16,83-15-10 15,4-1-4-15,0-3-1 16,0-3-7-16,6-3 3 16,11-2-2-16,9-4 3 15,7-6-2-15,6-2-1 16,-1-2-1-16,4 0-1 15,-8-4 0-15,-4-12-2 0,-9-7-14 16,-6-5-7 0,-7-1-1-16,-8-4 19 15,0 2-1-15,-2 10 5 0,-17 4-1 16,-7 11 1-16,-5 3 1 16,-8 3 1-16,3 0 10 15,4 12 7-15,5 6-13 16,10 2 1-16,8-1-3 15,8 5 0-15,1-5-3 16,1-1 1-16,19-5-1 16,5-4 1-16,5-2-3 15,1-4-18-15,5-3-38 16,1 0-53-16,-1-3 5 16,0-13 8-16,0-2-6 15,-5-8-47-15,-7-9 30 0,-2-5 90 16,-7-9 31-16,-7 1 55 15,-5 5 24-15,0 8 30 16,-3 10-16-16,0 8-8 16,0 10 11-16,0 5 17 15,0 2-42-15,-3 1-54 16,-6 18-16-16,-3 10 22 16,1 8 4-16,7 10-14 15,-1 11 13-15,4 12 11 16,1 11 5-16,0 11 24 15,0 14-21-15,12 11-33 0,2 2-9 16,0 0-1-16,-2-9 0 16,-2-12-2-16,-4-15-2 15,-6-17 0-15,0-20-2 16,-16-18-2-16,-8-15-5 16,-6-13 11-16,-4 0 2 15,0-19 1-15,0-9 1 16,1-9-1-16,4-10 10 15,10-10-7-15,7-8-1 16,11-1-3-16,1-7 0 16,17-2-2-16,12 4-2 15,3 12-1-15,1 15-20 0,-3 26-46 16,-6 12-16 0,-4 6-12-16,-4 16-36 0,-7 14-13 15,-9 11-68-15,0 3-212 16</inkml:trace>
  <inkml:trace contextRef="#ctx0" brushRef="#br0" timeOffset="54722.23">25943 4201 366 0,'0'0'620'0,"0"0"-607"0,0 0 232 0,0 0-102 16,0 0-120-16,0 0-20 15,-3 60 62-15,2-16-40 16,-2 3 10-16,1 4-1 16,-1-2-15-16,0-1-15 15,1-7 2-15,2-10-6 16,0-9 1-16,0-9-1 16,0-7-1-16,0-6-6 15,14 0-6-15,8 0-40 0,4-17-29 16,2-7-31-1,0-3 24-15,-1-4 17 16,-4 3 26-16,-4 6 40 16,-8 9 6-16,-5 5 6 15,-2 6 20-15,-3 0 52 0,-1 2-11 16,0 0-24-16,0 3-26 16,0 12-6-16,0 8 55 15,-8 0-24-15,0-3-26 16,0-2-2-16,1-5-4 15,1-3-2-15,3-2-7 16,2-4 0-16,1-2 1 16,0-2 0-16,3 0-2 0,16-4 6 15,9-10-5-15,5-5-1 16,5-1 1-16,-1-1-3 16,-2 5 2-16,-2 4 0 15,-4 4 0-15,-5 5-1 16,-3 2 1-16,-8 1 0 15,-1 0 0-15,-5 0-3 16,2 10 3-16,3 2 0 16,0 0 2-16,6 3-2 15,2-4 1-15,5-2 0 16,2-2 0-16,3-4-1 16,1-3 0-16,-3 0 1 0,-3 0-1 15,-6-8 1-15,-5-8 2 16,-3-3-1-16,-3-9 0 15,-1 2-2-15,-6 1 0 16,-1 4 2-16,0 7-2 16,0 6 0-16,-8 5 1 15,-9 3 0-15,-5 0 0 16,-4 2-1-16,2 11 0 16,0 6 2-16,7 3-2 15,4-1 1-15,6 4-1 16,3-4 0-16,4-2-3 0,0-7 0 15,7-2 0-15,10-6-5 16,3-4-34 0,6 0-72-16,-4-3 6 15,4-12 14-15,-4-8-43 0,2-7 21 16,-3-6 18-16,0-12-23 16,-5-10 48-16,2-11 9 15,-2-7 23-15,-2-1 41 16,-3 11 2-16,-3 17 98 15,-7 19 35-15,-1 19-22 16,0 8 19-16,0 3-2 16,-13 18-88-16,-2 15-22 15,-1 15 25-15,2 6-14 16,7 1-6-16,1-3 11 16,2-3-19-16,4-5-10 0,0-8-6 15,0-6 1-15,7-9-4 16,9-5 4-16,8-10-2 15,8-4 4-15,9-2-4 16,12 0 0-16,3 0-2 16,-2-11-7-16,-14-5-76 15,-7-6-32-15,-14-6-4 16,-11-3 83-16,-8 7 38 16,0 4 11-16,-3 7 90 15,-12 5 41-15,-2 6-48 16,-3 2-35-16,3 0 3 15,-2 8-37-15,0 9-7 16,2 6 7-16,4-2-14 0,5 7-9 16,5-5 0-16,3 1 1 15,0-6-3-15,2-3-2 16,14-5 2-16,2-4-3 16,3-6-2-16,3 0-45 15,0 0-60-15,6 0 15 16,4-8 28-16,4 0 47 15,1-4-75-15,-7 4 43 16,-7-1-7-16,-13 3 23 16,-6 3 36-16,-4 1 9 15,-2 2 58-15,0 0 64 16,-11 14-46-16,-10 10 23 0,2 10-37 16,-4 7-4-16,1 6-29 15,1 4-12-15,-1 1-7 16,-2 6-9-16,3 11-4 15,5 4 2-15,3-8-2 16,3-10-4-16,6-17-2 16,2-15-1-16,2-6-1 15,0-9-23-15,0-8-70 16,0-1 35-16,6-25 22 16,10-14 9-16,3-11 25 15,1-16 3-15,3-6 0 16,-2-5-1-16,3-3 1 15,-2 11 1-15,0 5-2 0,-2 19 4 16,-6 15-2-16,0 14 11 16,-1 8 5-16,1 6-12 15,4 3-2-15,-2 0-2 16,2 3 0-16,-4 10-2 16,-1 0 2-16,-7 5-3 15,-5 6 3-15,-1 1 1 16,0 0 3-16,-14-3-4 15,-5-2 0-15,-4-6 3 16,-3-3-3-16,1-3 2 16,4-7 0-16,3 0 1 15,8-1 0-15,5 0-1 16,5 0 4-16,0 0-1 0,5-2-5 16,18-4-6-1,6-3-1-15,10 0 1 0,-2 0-6 16,2-2-20-16,2-3-43 15,-5 0 32-15,-1 2 13 16,-7 2 23-16,-3 0 7 16,-5 3 1-16,-1 0-1 15,-5 4 5-15,-4 0 3 16,-4 2 6-16,-1 0 17 16,-2 1 6-16,1 0-19 15,2 0-6-15,4 0 0 16,4 0 7-16,2 0-12 15,-1 5 1-15,3 1-8 0,-3-2 1 16,1 1-1-16,3-4 1 16,3-1 0-16,5 0-1 15,2 0-85-15,6-9-201 16,5-7-336-16</inkml:trace>
  <inkml:trace contextRef="#ctx0" brushRef="#br0" timeOffset="57234.34">29958 2046 368 0,'0'0'97'0,"0"0"-46"0,0 0 44 0,0 0-34 0,0 0-2 16,0 0-14-16,26-25-3 15,-23 21 14-15,-3 0 9 16,0 1 29-16,0 2 0 16,0 1-5-16,0 0-22 0,-14 0-43 15,-13 0-23 1,-6 16-2-16,-4 5 2 0,8 6 3 16,3 3 5-1,4 3 4-15,6 1 2 0,7 0-6 16,6-3-5-16,3-2 3 15,0 3-5-15,21-4 1 16,8-4-1-16,5 1 0 16,7-2-1-16,1-5-1 15,4-3 0-15,-2-6-1 16,-4-6-33-16,2-3-56 16,-3 0-83-16,-3-15 21 15,-2-9 23-15,-6-1-1 16,-7 0 47-16,-7-1 81 15,-4 7 2-15,-6 3 26 0,-2 5 38 16,-2 4 60 0,0 4-27-16,0 0-27 0,0 3 1 15,-5 0-54-15,-9 7-12 16,-3 7 7-16,-1 4 16 16,9 2 3-16,2-4-3 15,7 5-10-15,0-1-3 16,0-3-4-16,16 0-6 15,10-5 2-15,6 0 1 16,4-4-4-16,2-4-3 16,-1-4 4-16,-6 0-4 15,-4-9 1-15,-3-9 0 0,-8-12 4 16,-7-3 4 0,-9-1-1-16,0-1 6 0,-3-1 22 15,-16 10-2-15,-1 2-13 16,-7 8-14-16,1 8 4 15,-4 4-11-15,-1 4-1 16,-1 0-7-16,2 8 3 16,5 9-4-16,4 3-2 15,9 4-37-15,8 0-80 16,4-3-88-16,1-2-30 16,17-5-329-16</inkml:trace>
  <inkml:trace contextRef="#ctx0" brushRef="#br0" timeOffset="57645.47">30572 2241 818 0,'0'0'12'0,"0"0"133"0,0 0-40 0,80-57-58 0,-49 57-32 15,2 0-5-15,4 7 9 16,-3 11 5-16,-3 5 6 15,-4 2-13-15,-4 6-3 16,-7 2-6-16,-5 0-4 16,-5 1-2-16,-6-3-1 0,0-6-1 15,-2-3 0 1,-13-5 0-16,-3-6 2 16,-1-9 4-16,-2-2 1 15,5 0 0-15,4-6-3 0,3-11 1 16,9-5 4-1,0-3-9-15,0-5 0 0,19 1-1 16,7 0 0-16,3 1-3 16,1 0 2-16,2 3 1 15,-4 1-1 17,-3 10 0-32,-7 2-8 0,-4 9-35 15,-8 3-95-15,-3 0-80 0,-3 15-53 16,0-2-185-16</inkml:trace>
  <inkml:trace contextRef="#ctx0" brushRef="#br0" timeOffset="58046.42">31063 2264 755 0,'0'0'22'0,"0"0"80"16,0 0-12-16,0 0-33 15,94-45-33-15,-70 45 2 16,0 0 2-16,-5 2 2 16,0 12-6-16,-5 2-3 15,-3 3-7-15,-3 5-5 0,-5 1-3 16,-3 1-2 0,0-1-4-16,0-1 1 15,-11-2 1-15,-1-9-2 16,-3-1 0-16,0-7 1 0,0-5 3 15,3 0 3-15,1-2-5 16,4-13 0-16,4 0 4 16,3-5-1-16,0-1-4 15,12-4 0-15,12 1-1 16,5-4 0-16,4 3-1 16,2-2 0-16,-1 4 1 15,-1 4-1-15,-5 5-3 16,-6 8-11-16,-8 4-47 15,-5 2-86-15,-6 0-38 16,-3 8-104-16</inkml:trace>
  <inkml:trace contextRef="#ctx0" brushRef="#br0" timeOffset="60152.78">31472 2296 590 0,'0'0'46'0,"0"0"30"0,0 0 11 16,0 0-59-16,83-12-12 15,-57 11 8-15,1-2 8 16,0-1-1-16,-3-5-5 0,-4 2-5 16,-5-2 16-16,-4-4-19 15,-2 0-2-15,-8-1 5 16,-1 2 4-16,0 1-12 15,-6 3 2-15,-7 2-11 16,-2 5-4-16,-3 1-1 16,-3 0-1-16,3 15 2 15,1 6 0-15,6 3 5 16,5 0-5-16,6-1 0 16,0-3 0-16,3 0 0 15,14-3 0-15,5-3 1 31,5-5 0-31,1-5-1 0,2-4 0 0,-2 0-1 16,2-4 1-16,-3-11 2 16,-2-9-1-16,-1-6 4 15,-2-8-4-15,1-8 3 16,-4-5-3-16,5-4 2 0,1-2-3 16,-1 1 1-16,-4 6-1 15,-5 8 2-15,-9 13 0 16,-6 12 8-16,0 11 21 15,0 6-18-15,-21 6-13 16,-3 18 0-16,-5 9 3 16,7 8 3-16,11 3 0 15,6 0-1-15,5 3-4 0,0 2 2 16,21-1 1-16,7-7-2 16,5-5 0-16,4-5-2 15,1-9 1-15,-2-6 0 16,-4-4 0-16,-2-8-1 15,-2-4 0-15,-1 0 0 16,-5-5 2-16,1-13-1 16,-8-5 4-16,-3-6-4 15,-6 3-1-15,-5-1 3 16,-1 8-1-16,0 6 1 16,-4 5-1-16,-13 7-2 15,-2 1-2-15,-2 1-3 16,-1 16 5-16,7 3 0 15,1 2 2-15,7 2 2 16,5-7-2-16,2 0-1 0,0-2-1 16,2-4 1-16,11-2 0 15,2-2-1-15,3-3 3 16,-2-4-2-16,7 0-1 16,0-2 2-16,-1-9-2 15,-2 0-1-15,-3-2 1 16,-7 7 1-16,-4 0-1 15,-4 2 2-15,-2 4 4 16,0 0-6-16,0 0-12 16,0 10-1-16,0 6 13 0,0 0 1 15,0 0-1 1,0-1 0-16,0-5 1 16,3 0-1-16,10-1 3 15,4-3-1-15,2-2-1 0,6-4 1 16,-2 0-1-1,1-2 0-15,-4-16 2 0,0-7-2 16,-1-10 1-16,-1-8 0 16,-3-6-1-16,0-5 1 15,-3-3-4-15,-1 6 7 16,-4 8-7-16,-4 13 4 16,-2 14 0-16,-1 10 1 15,0 6-3-15,-6 4-12 16,-10 21-1-16,-3 11 13 15,5 5 2-15,6 5-2 16,5 1 2-16,3 1-1 16,0 0 1-16,7-3 0 0,5-4-4 15,4-5 5-15,1-7-3 16,0-10 0-16,1-3-2 16,2-9-8-16,-1-7-16 15,2 0-24-15,1-9 10 16,1-13-4-16,-4-6 22 15,0 2 16-15,-2-2 4 16,-5 9 2-16,-5 2 4 16,-4 7 4-16,-3 4 44 15,0 6-4-15,0 0-28 0,-9 6-20 16,-6 14 0 0,-3 2 3-16,5 6 2 0,1 2 9 15,6 0-7-15,3 1-3 16,3-3-3-16,0-5 1 15,0-3-1-15,5-7 3 16,5-5-3-16,3-5 0 16,4-3 2-16,5 0 2 15,2-8-5-15,1-13-6 16,0-6 4-16,-3-3-3 16,-4 2 3-16,-5 6-1 15,-5 6 3-15,-3 10 4 16,-5 1-1-16,0 4 5 15,0 1-8-15,0 1-1 0,-7 16-7 16,-2 6 8-16,2 6 0 16,0-1 1-16,6-2 0 15,1-4 0-15,0-2-1 16,5-5 3-16,7-1 3 16,4-5-4-16,4 0 2 15,0-8 1-15,6-1-5 16,0 0 2-16,-1-13-1 15,-3-7 1-15,-3-15 5 16,-5-3-3-16,-4-3-3 16,-7 2 0-16,-3 6 1 15,0 7-2-15,-9 10 8 16,-7 2 1-16,-5 8-4 0,-4 6-5 16,2 0 0-16,1 8-4 15,2 11 3-15,7 2-3 16,5 2 3-1,3-1 0-15,5-4 1 0,0 1 0 16,0-4 2-16,8-5 0 16,6 0-1-16,3-6 2 15,6-4 2-15,6 0-4 16,2-2 4-16,3-13-2 16,2 0-2-16,3-5 2 15,-1 1-2-15,-3-4 0 16,-7 11 3-16,-10 4-2 15,-11 2 2-15,-2 3 8 16,-5 3 14-16,0 0 6 0,0 0-23 16,0 0-9-16,0 0-5 15,0 3 3-15,0 6 2 16,3 0 1-16,0-3 0 16,6 0 2-16,0 0-1 15,4 0 1-15,5-4 4 16,3-2-3-16,0 0 0 15,3 0-1-15,-2 0-1 16,-7-6 1-16,-2 4 0 16,-7-2 5-16,-1 2-6 15,-2-2 6-15,0 4-5 0,0 0-3 16,6 0-3 0,-2 0-2-16,1 4 1 0,-2 4-2 15,-2-2-8-15,-4 0-44 16,0-5-158-16,-7-1-135 15</inkml:trace>
  <inkml:trace contextRef="#ctx0" brushRef="#br0" timeOffset="60372">32512 2069 905 0,'0'0'17'0,"0"0"69"0,0 0 68 16,0 0-121-16,0 0-33 0,82-7-8 16,-22 23-47-16,1-3-170 15,-1-5-121-15</inkml:trace>
  <inkml:trace contextRef="#ctx0" brushRef="#br0" timeOffset="60486.25">33197 2152 656 0,'0'0'18'0,"0"0"91"0,0 0-74 0,0 0-35 15,0 0-3 1,0 0-3-16,-84 32-96 0,42-8-381 16</inkml:trace>
  <inkml:trace contextRef="#ctx0" brushRef="#br0" timeOffset="61045.4">30961 3377 696 0,'0'0'155'0,"0"0"-83"15,0 0 172-15,0 0-112 16,0 0-29-16,0 0-16 15,1-31-53-15,-1 31-15 16,0 0-9-16,6 14-10 16,0 11 16-16,3 9 61 15,4 7-42-15,2 9-7 0,-1 13-7 16,-1 5-4-16,-6 1-13 16,0-3 4-1,-7-8-6-15,0-6 0 16,0-10-2-16,0-9 1 15,0-10-1-15,0-11 0 16,0-4 3-16,0-6-2 16,0 1 6-16,0-3 1 0,0 0 4 15,1 0-2-15,4 0-2 16,5 0-2-16,5 0-4 16,3-6-2-16,-2-1-1 15,-1 2-7-15,-5 0-28 16,-3 4-65-16,-6 0-42 15,-1 1-48-15,0-2-64 0,-15 1-88 16</inkml:trace>
  <inkml:trace contextRef="#ctx0" brushRef="#br0" timeOffset="61395.44">30857 3885 953 0,'0'0'17'0,"0"0"145"0,0 0-67 0,0 0-59 0,0 0-26 16,0 0-3-16,49-3 9 15,-39 13-2-15,-3 4-2 16,1 1-1-16,0-1 3 15,0-1-4-15,1 0-2 16,0-5-2-16,4-1 1 16,2-2-5-16,6-2-1 15,9-3 1-15,1 0-2 16,8 0-1-16,-3-8-9 16,1-7-52-16,-4-4-92 15,-5 3-128-15,-8-1-290 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0T06:14:21.416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4598 2935 285 0,'0'0'225'0,"0"0"-203"0,0 0 121 0,0 0-52 0,0 0-52 0,0 0-1 0,0 0 28 16,0 0-31-16,0-4-3 15,0 4 3-15,0 0-3 16,0 0-6-16,0 0-1 15,0 0 3-15,0 0-4 16,0 0 0-16,0 0-2 16,0 0 2-16,0 0-2 15,0 0-2-15,0 0-2 16,0 0-2-16,0 0 0 0,0 0-1 16,0 0 3-1,0 0 5-15,0 0 3 0,0 0-8 16,0 0 5-16,0 0-6 15,0 0 0-15,0-2-4 16,0 2 0-16,0 0 1 16,0 0-3-16,0 0-3 15,0 0-3-15,0 0 1 16,0 0-2-16,0 0 0 16,0 0-2-16,0 0 1 15,0 0 1-15,0 0-2 16,0 0-1-16,0-2 0 15,0 2 0-15,0 0 1 0,0 0-1 16,0 0 3-16,0 0-1 16,0 0 2-16,0 0 6 15,0 0 0 1,0 0 0-16,0 0-2 0,0 0-1 16,0 0-4-1,0 0 3-15,0 0-2 0,0 0 2 16,0 0-4-16,0 0 2 15,0 0-1-15,0 0-1 16,0 0 0-16,0 0 0 16,0 0-2-16,0 0 0 15,0 0-1-15,0 0 0 16,0 2-3-16,0 17-3 16,0 9 6-16,0 10 11 0,0 5 0 15,0 8 2 1,0 6 5-16,0 10-5 0,0 2 5 15,0 7-2-15,0 3-7 16,-3-3-2-16,-6-1 0 16,1-5-3-16,4-4 3 15,-5-3-1-15,6-12-1 16,0-6 1-16,0-12 1 16,0-9-3-16,3-8-2 15,0-6 1-15,0-7-3 16,0-2 0-16,0-1 0 15,0 0 0-15,0-3-5 16,0-16-49-16,3-6-65 0,3-4-56 16,6-2-65-1,-3 0-75-15,-3-3-243 0</inkml:trace>
  <inkml:trace contextRef="#ctx0" brushRef="#br0" timeOffset="264.52">4589 3525 36 0,'0'0'1105'0,"0"0"-1100"0,0 0 112 0,0 0-31 0,0 0-74 15,0 0-12-15,12-15 0 16,21 10 2-1,10-2 4-15,0-2-5 0,0 1 0 16,-1 0-1-16,-6-1 0 16,-3-1-10-16,-2-1-132 15,-4-6-74-15,-5-2-51 16,-5-6-224-16</inkml:trace>
  <inkml:trace contextRef="#ctx0" brushRef="#br0" timeOffset="523.99">4993 3137 597 0,'0'0'138'16,"0"0"-66"-16,0 0 102 16,0 0-62-16,0 0-80 0,0 0-32 15,3 43 103-15,-3 6-3 16,0 10 1-16,0 5-1 16,-6 8-34-16,-6 6-6 15,-3 2-24-15,0 1-8 16,-1-1-15-16,-1-6 6 15,1-6-10-15,4-16-7 16,2-13-2-16,4-11-1 16,6-9-8-16,0-10-53 15,0-7-84-15,6-2-45 16,9-14-26-16,7-11-71 16,-4-4-247-16</inkml:trace>
  <inkml:trace contextRef="#ctx0" brushRef="#br0" timeOffset="882.17">5139 3745 1137 0,'0'0'19'0,"0"0"70"16,0 0 35-16,0 0-81 15,-56 96 6-15,48-59-9 16,2 1-14-16,2-9-7 15,4 2-6-15,0-9-7 16,0-6 2-16,7-6-4 0,10-4-3 16,5-4 0-16,8-2 4 15,1-8-1-15,-1-12-1 16,-3-5-2-16,-9-6 3 16,-3-7 0-16,-6-2 1 15,-8-2 2-15,-1 2 2 16,0 9 0-16,-1 3-1 15,-13 9 0-15,-1 5-8 16,3 6 0-16,-2 4-9 16,0 4-39-16,3 0-56 15,3 7-89-15,2 6-64 16,4-3-80-16</inkml:trace>
  <inkml:trace contextRef="#ctx0" brushRef="#br0" timeOffset="1097">5845 3402 1310 0,'0'0'20'16,"0"0"2"-16,0 0 87 15,0 0-109-15,0 0-31 16,0 0-130-16,-24 7-40 15,27 13-184-15</inkml:trace>
  <inkml:trace contextRef="#ctx0" brushRef="#br0" timeOffset="1248.28">5817 3662 727 0,'0'0'446'0,"0"0"-403"16,0 0 122-16,0 0-93 15,0 0-72-15,0 0-28 16,18-21-143-16,-8 7-270 16</inkml:trace>
  <inkml:trace contextRef="#ctx0" brushRef="#br0" timeOffset="1781.66">7800 3237 875 0,'0'0'116'0,"0"0"-116"0,0 0 171 16,0 0-105-16,0 0-61 15,0 0 32-15,-16 101 81 16,6-36-40-16,-5 11-7 16,-6 18 5-16,-7 13-22 15,-2 5-28-15,-4 5-13 0,4-13-10 16,7-15-3-1,4-18 0-15,7-15 0 16,5-17 0-16,5-15-4 16,2-11-20-16,0-13-75 0,2 0-54 15,14-29-7-15,2-15-15 16,3-18-21-16,3-13 2 16,-2-16-166-16</inkml:trace>
  <inkml:trace contextRef="#ctx0" brushRef="#br0" timeOffset="2164.55">7777 3409 28 0,'9'-81'521'0,"-6"24"-372"16,0 21 10-16,-3 17-15 0,0 10-4 16,0 9-6-1,0 3-88-15,0 26-46 16,0 16 21-16,-3 12 37 16,-3 5-7-16,3-1-7 0,1 0 5 15,2-4-20-15,0-10-13 16,6-9-6-16,8-11 2 15,5-11-7-15,1-15-3 16,10-1-2-16,5-26 10 16,3-11-7-16,-1-12 5 15,-4-8-7-15,-6-3 8 16,-4-1-9-16,-7 11 3 16,-6 13 1-16,-6 19 0 0,-4 11 9 15,0 7 28 1,0 10-34-16,0 22-1 0,-7 13-6 15,3 5 6-15,4-1 5 16,0 1-10-16,16-4-1 16,12 1-2-16,8-9 0 15,16-9-9-15,8-13-58 16,10-10-101-16,9-6-108 16,8 0-5-16,4-18-175 15</inkml:trace>
  <inkml:trace contextRef="#ctx0" brushRef="#br0" timeOffset="2655.52">9742 3220 918 0,'0'0'38'0,"0"0"112"0,0 0 7 0,0 0-70 0,0 0-36 15,0 0-6-15,-30 18 7 0,-9 13 19 16,-4 3 6-16,-12 7-22 15,-3 3-17 1,-11 0 4-16,5-3-4 16,6-4-9-16,12-5-8 0,19-3-9 15,12-8-9-15,15-2-2 16,0-4-1-16,16 1 0 16,24 1 0-1,15 0 4-15,8-1 3 16,3-3-7-16,-2 2-1 15,-1-4-1-15,-4-1 1 0,-9-2 1 16,-3 0-1-16,-14-2 0 16,-9-2-2-16,-10-1-30 0,-1-3-52 15,-1 0-36 1,4 0-60-16,4 0-44 0,5 0-30 16,3-6-6-16</inkml:trace>
  <inkml:trace contextRef="#ctx0" brushRef="#br0" timeOffset="2922.97">10367 3354 1124 0,'0'0'151'0,"0"0"-148"15,0 0 205-15,0 0-119 16,0 0-67-16,0 0-22 15,-15-20 5-15,47 24-5 16,12 3 1 0,3-1 1-16,-3-2-2 15,-5 1-1-15,-5-1-85 0,-10 1-112 16,-9 1-16-16,-10 1-90 16,-5 0-235-16</inkml:trace>
  <inkml:trace contextRef="#ctx0" brushRef="#br0" timeOffset="3067.88">10473 3529 880 0,'0'0'96'0,"0"0"-66"15,0 0 114-15,133 6-94 16,-56-6-46-16,1 0-4 16,4-3-102-16,-10-14-632 15</inkml:trace>
  <inkml:trace contextRef="#ctx0" brushRef="#br0" timeOffset="3835.74">11947 3032 690 0,'0'0'115'0,"0"0"-111"0,0 0 179 0,0 0-98 0,0 0-69 0,0 0-13 0,-63 39 16 15,63-16 18-15,0-3-1 16,6-2-11-16,20-5-11 16,5-6-1-16,11-7 2 15,4 0-3-15,2-4 6 16,1-15-3-16,-7-4-6 16,1-4 0-16,-13-4 15 15,-11 2 37-15,-4 4 11 16,-12 4 0-16,-3 11-9 15,0 5 12-15,0 5-10 16,-7 20-64-16,-17 25 2 0,-12 20-3 16,-7 12 7-1,1 4 2-15,8 1-8 0,7-3-1 16,3-7 0-16,10-9-6 16,4-10 0-16,4-6-81 15,2-12-80-15,4-16-65 16,0-11-36-16,0-8-210 15</inkml:trace>
  <inkml:trace contextRef="#ctx0" brushRef="#br0" timeOffset="3993.18">11814 3467 1106 0,'0'0'12'15,"0"0"167"-15,0 0-98 0,0 0-81 16,0 0-6-16,138-48 4 15,-71 36-8-15,0-1 6 16,12-4-81-16,0-6-102 16,-3-3-104-16,-4-4-289 15</inkml:trace>
  <inkml:trace contextRef="#ctx0" brushRef="#br0" timeOffset="4350.12">12720 3060 1094 0,'0'0'25'16,"0"0"37"-16,0 0 88 16,-85-19-106-16,71 30-32 0,-3 13-6 15,0 6 11 1,-1 1 16-16,3 1 13 0,3 1-19 16,6-3-6-16,3 2 2 15,3-1-6-15,0-2-8 16,11 2-2-16,11 1-4 15,0-2-2-15,2-1 0 16,0 1-1 0,-1-5 0-16,-10-1 2 15,-3-3-3-15,-8-1 1 16,-2-4-3-16,-5-3 3 0,-15-3 5 16,-12-2 0-16,-5-5 1 15,6-3-3-15,-4 0-3 16,5 0 0-16,8-5-1 15,3-14-61-15,17-3-67 0,2-10-64 16,11-11-68-16,18-6-81 16</inkml:trace>
  <inkml:trace contextRef="#ctx0" brushRef="#br0" timeOffset="4514.67">12748 3198 791 0,'0'0'195'15,"0"0"-74"-15,39-78 99 16,-24 56-111-16,0 7-50 15,0 3-38-15,1 8-21 16,3 4-4-16,-2 0-2 16,2 4-13-16,-2 15-123 15,-2 8-70-15,-3 2-55 16,1 0-234-16</inkml:trace>
  <inkml:trace contextRef="#ctx0" brushRef="#br0" timeOffset="4861.54">13248 3316 991 0,'0'0'226'0,"0"0"-185"15,0 0 172-15,0 0-154 16,0 0-45-16,-88 3-6 0,68 24 16 16,1 4 4-1,7 1-14-15,5 0-5 0,7-3-4 16,0-4-5-16,6-4 2 15,15-5-2-15,7-8 0 16,8-6 2-16,7-2-1 16,0-7 1-16,0-18-1 15,-7-7 0-15,-6-8 2 16,-10-7 4-16,-6 0 3 16,-12 1-7-16,-2 13-3 15,-5 10 0-15,-17 18-28 16,-5 5-53-16,-1 12-43 15,-2 24-28-15,2 9-63 16,8 6-58-16,6-3-171 16</inkml:trace>
  <inkml:trace contextRef="#ctx0" brushRef="#br0" timeOffset="5021.58">13518 3695 800 0,'0'0'271'16,"0"0"-205"-16,0 0 75 15,0 0-60-15,0 0-71 16,0 0-8-16,2 54-2 16,-2-33 0-16,-8-3-57 15,2-2-109-15,0-6-102 16,5-7-168-16</inkml:trace>
  <inkml:trace contextRef="#ctx0" brushRef="#br0" timeOffset="6037.44">14082 3221 1262 0,'0'0'19'0,"0"0"-17"16,0 0 60-16,0 0 3 15,-61 91-32-15,58-55-27 16,3-2-3-16,0-6-3 15,3-6 0-15,10-6 0 16,-1-7-3-16,6-5-8 16,3-4-4-16,3 0-13 15,0-7-22-15,-2-9-3 16,-4-6 10-16,-5 0 24 0,-5-2 12 16,-8-2 7-16,0 3 7 15,-5 3 12-15,-11-4 25 16,-1 6 7-16,-3-2-12 15,2 5 14-15,3 4-22 16,4 2 0-16,4 3-10 16,4 4-11-16,3 2-2 15,0 0-8-15,0-1 0 16,16 0-9-16,13-3-2 16,8 0 11-16,5 0-2 15,7-2 2-15,-1 1 3 0,0 3-2 16,-5-1 2-16,-3 3-3 15,-12 0-2-15,-7 0 0 16,-7 3 2-16,-7 8 1 16,-2 5-1-16,-5 5 4 15,0 4-2-15,0 4 8 16,-2 1-9-16,-5-1 0 16,2-4-2-16,4-3 3 15,1-3-4-15,0-8 2 16,6-1-6-16,10-7 2 15,7-3 1-15,3 0-5 16,4-7-9-16,-2-11-10 16,-2-2 14-16,-5-3 6 0,-5-2 6 15,-5-1 1-15,-5 1 4 16,-6 3-3-16,0 2 6 16,0 2-4-16,-12 4 2 15,0 1 0-15,-3 3 4 16,3 2-4-16,0 6-1 15,8-2-1-15,1 2-1 16,3 2 0-16,0-5-2 16,4 0-3-16,18-2-9 15,8 0 5-15,5 1-2 16,0 1 1-16,0 0 4 16,-4 3 2-16,-3 2 2 0,-5 0-2 15,-7 0 0 1,-7 2-1-16,-1 12 3 0,-5 1 2 15,-3 2 4-15,0 6 10 16,0-2 0-16,0 1-6 16,0 2-2-16,0-6-5 15,0 0-2-15,0-4 2 16,11-4-3-16,9-5 1 16,11-5 2-16,8 0 3 15,10 0 7-15,5-10 0 16,-1-6 23-16,-5-6 3 15,-9-3 3-15,-10-5 5 16,-12-2 11-16,-9 0-9 16,-8-2-13-16,-9 7-13 15,-24 2-17-15,-16 11-6 0,-15 3-8 16,-21 9-42-16,-21 2-208 16,-23 0-351-16</inkml:trace>
  <inkml:trace contextRef="#ctx0" brushRef="#br0" timeOffset="7253.07">7706 6145 531 0,'0'0'95'0,"32"-78"16"0,-20 32 70 0,0-1-83 15,-3 5 17-15,0 11-36 16,-6 12-6-16,-2 15-26 16,-1 4 44-16,0 13-43 15,-7 38-40-15,-20 24 3 16,-3 17 21-16,-7 9 9 0,0 0-9 16,7 1-7-1,5-2-20-15,7-10-5 0,7-15-2 16,11-21-1-16,0-19 2 15,0-18-7-15,0-15-55 16,14-2-58-16,5-32 35 16,2-15-22-16,3-18-52 15,0-14 51-15,-5-17-47 16,-1-12 35-16,4-17 35 16,-5-11 78-16,1 11 8 15,-3 18 55-15,-2 29 52 16,-4 36 23-16,-6 22 1 0,-1 14-43 15,-2 6-11-15,0 22-76 16,0 20 6-16,0 10 59 16,0 12-31-16,-5-3-5 15,5-1 9-15,0-5-26 16,0-12-5-16,3-9 10 16,12-8-13-16,3-11-2 15,10-9 2-15,10-6 0 16,8-8 1-16,10-25-2 15,1-8-1-15,-8-16-1 16,-10-8 0-16,-9-6 3 16,-9 5-2-16,-8 18 5 15,-7 18-3-15,-6 17 24 0,0 11 83 16,0 2-54 0,0 20-58-16,-10 20-7 0,2 12 7 15,4 5 6-15,4-2-6 16,3-4 0-16,25-6-1 15,8-8-5-15,16-7-10 16,11-12-54-16,10-10-111 16,6-8-66-16,-3-3-114 15</inkml:trace>
  <inkml:trace contextRef="#ctx0" brushRef="#br0" timeOffset="7620.57">9300 5517 1296 0,'0'0'31'0,"0"0"-21"0,-92-29 242 0,84 27-161 16,5 1-62-16,3 1-29 16,0 0-2-16,0 13 2 15,18 6 4-15,8 2 7 16,11 2 7-16,14 0 2 15,7 4-8-15,9 1-6 16,13 3-3-16,4-2-1 16,0 2-2-16,-14-2 0 15,-18 0-1-15,-24-3-1 16,-25-1 2-16,-7 2 2 0,-39-2 5 16,-21-1 11-16,-10 0 9 15,-9-3 8-15,7 0-18 16,5 2-13-16,13 0-3 15,17 0-1-15,18 0-2 16,13-4-20-16,10 3-110 16,10-8-147-16,26-10-151 15,9-4-463-15</inkml:trace>
  <inkml:trace contextRef="#ctx0" brushRef="#br0" timeOffset="8613.7">11679 5214 957 0,'0'0'15'0,"0"0"3"0,0 0 35 0,0 0-40 0,83-79-4 0,-52 67 3 0,-4 4 9 0,-3 2 13 0,-9 6-4 16,-4 0 2-16,-3 7-7 16,-5 22-4-16,0 10 59 15,-3 15 1-15,0 2-37 16,-13 3-13-16,0-3-31 15,2-4 0 1,1-6 0-16,2-2-47 0,-2-9-132 16,-7-8-116-16,-2-12-227 15</inkml:trace>
  <inkml:trace contextRef="#ctx0" brushRef="#br0" timeOffset="8819.11">11608 5507 1319 0,'0'0'1'16,"0"0"58"-16,0 0-27 16,0 0-32-16,105-84-1 15,-41 64-2-15,4-1-3 16,-2 0-63-16,-3-1-122 16,-10-1-107-16,-6-3-201 15</inkml:trace>
  <inkml:trace contextRef="#ctx0" brushRef="#br0" timeOffset="9103.02">12283 5139 866 0,'0'0'145'0,"0"0"-99"15,0 0 170-15,0 0-178 16,0 0-13-16,0 0-15 16,-91 4 2-16,64 25 17 15,3 0 19-15,7 1 3 16,3-2-17-16,6-1-17 15,8 3-5-15,0-4-6 16,6 1-3-16,13-4-3 16,8 2-1-16,2-4 1 0,0 5 0 15,-3-4-2 1,-8-2 2-16,-3-3-1 16,-9-4-3-1,-6-2-6-15,0-1-1 16,-21-2 8-16,-9-3-12 0,0-2-89 15,2-3-20-15,4 0-31 16,6-6-64-16,3-10-1 0,9-11-199 16</inkml:trace>
  <inkml:trace contextRef="#ctx0" brushRef="#br0" timeOffset="9283.67">12335 5194 874 0,'0'0'50'16,"0"0"197"-16,0 0-107 0,81-88-80 15,-58 76-32-15,-2 3-24 16,-6 8-4-16,1 1-8 16,1 0-49-16,5 15-146 15,5 5-25-15,0 2-334 16</inkml:trace>
  <inkml:trace contextRef="#ctx0" brushRef="#br0" timeOffset="10371.26">12923 5217 858 0,'0'0'462'0,"0"0"-452"0,0 0 189 16,0 0-160-16,0 0-39 16,0 0-5-16,-72 12 5 15,56 15 4-15,-1 3 4 16,7-3 1-16,4 1-4 15,6-2-5 1,0-1 0-16,6-1 0 0,12-6-3 16,6-5 3-16,3-1-3 15,1-7-18-15,0-5-31 16,-1 0-37-16,0-5 25 16,-6-16 22-16,-6-1 24 15,-8-8 18-15,-7 3 6 16,0-5 3-1,-6 3 15-15,-10 1 13 0,-1 3 21 16,-2 3-16-16,4 3-7 0,0 5-7 16,5 2-19-16,4 7-5 15,1 0-2-15,5 4 7 16,0 1-5-16,0-3-4 16,5-1-5-16,16-2-5 15,10 0 6-15,11 3-3 16,4-1 7-16,6-2-8 15,3 2-3-15,0 1-9 16,-2 0-12-16,-6 3 3 16,-8 0 16-16,-10 0 10 15,-9 4 1-15,-7 6 0 0,-7 3 2 16,-3 3 0-16,-3 6 4 16,0 3-3-16,0 2 14 15,-8 1-2-15,2-1-12 16,6-3-1-16,0-4-1 15,0-5-1-15,0-4 2 16,0-3 0-16,11-7-1 16,3-1-1-16,4 0 2 15,5-1 2-15,-1-13-2 16,-2-2 0-16,-1-3-1 16,-3-3 1-16,-5-2 0 15,-5-2 0-15,-6 6 2 0,0-3 1 16,0 3 2-16,-11 7 0 15,-5-4-2-15,-2 2 12 16,-6 4 5-16,5 1-8 16,-1 1-4-16,2 4 0 15,9-1-4-15,5 4 4 16,4-2-3-16,0 2 0 16,1-6-5-16,19-3-7 15,11-3-2-15,5 3-2 16,7 0-4-16,-1 4 0 15,1 1 3-15,-1 3 3 0,-3 2 0 16,-2 1 3 0,-5 0-3-16,-7 0 0 15,-6 7 8-15,-7 3 1 0,-3 5-2 16,-6 4 2-16,-3 2 2 16,0 1 6-16,0 2 22 15,0 1-8-15,0-3-8 16,0-1-7-16,3-1-2 15,8-6-3-15,6 0 1 16,10-7-1-16,10-1 5 16,8-6 4-16,6 0-2 15,-3 0-4-15,-2-12 3 16,-9-3-3-16,-7-7 17 16,-8-6 18-16,-11-1 34 15,-8-8-13-15,-3 0-15 16,-15 4-18-16,-16 2-17 15,-12 12-11-15,-8 8-5 0,-11 8-6 16,-5 3-84-16,-6 14-252 16,-1 5-448-16</inkml:trace>
  <inkml:trace contextRef="#ctx0" brushRef="#br0" timeOffset="17995.43">16961 8899 600 0,'0'0'99'0,"0"0"-90"16,0 0 122-16,0 0-29 0,0 0-14 15,0 0-3-15,0 0 1 16,0 0-19-16,-33 14-8 16,33-14-16-16,0 0 3 15,0 0-13-15,0 0-10 16,0 0-6-16,3 0-8 15,16 0-7-15,15 0 1 16,11-9 2-16,20 0-3 16,16-1-2-16,14 0 5 0,16 1-3 15,8 0-1-15,10 1 2 16,11 0 3-16,13 0-4 16,10 1 1-16,11-1-3 15,10 1 0-15,1-3 0 16,4 4 0-16,4 0 0 15,10 1 0-15,7 2 4 16,8-2-4-16,4 4 0 16,4 1-3-16,5 0 2 15,2 0 2-15,11 0 4 16,4 0-5-16,-3 0-1 16,9 0 1-16,0 4 2 0,3 4 5 15,4-1-7-15,-4 3 0 16,-1-1 2-16,1 3 2 15,-4 1 0-15,4-2-3 16,-6 3-1-16,-2-1 1 16,3 2 0-16,-4-1 0 15,1 2-1-15,-12 1 0 16,-1-1 0-16,-7 4 2 16,0-4 2-16,-2 1-4 15,-4 0-2-15,-6 0 1 16,-3-3 0-16,-1-1 1 15,2 1 4-15,3-3-4 16,-5 2-4-16,-3-1 4 0,-1-4 0 16,-4 4 1-1,-1-1 2-15,1-3-3 0,-11 4-3 16,-9-3 3 0,-4 1 0-16,-4-2 1 0,-4-1 2 15,-2-2-3-15,-2-1-2 16,-7-3 0-16,-4-1-1 15,-9 0 3-15,-7 0 0 16,0 0 3-16,-9 0-1 16,-3 0-1-16,-4 0-1 15,-11-3-4-15,-3-3 4 16,-11 2-1-16,-10 1 1 16,-9-1 0-16,-12-1 0 0,-7 2-1 15,-14-1 1-15,-14 1-1 16,-18-3-31-16,-12-1-69 15,-5-1-2-15,-12 0-40 16,-19 4-53-16,-11 0-35 16,-16 1-213-16</inkml:trace>
  <inkml:trace contextRef="#ctx0" brushRef="#br0" timeOffset="20621.4">17697 8044 538 0,'0'0'188'0,"0"0"-177"16,0 0 84-16,0 0-55 0,0 0-8 16,0 0-16-1,0 0 3-15,0 0 8 0,10 0 34 16,4 0-16-16,1 0-6 15,0 0-3-15,4 0-7 16,6 0 15-16,4 0-14 16,5 0-12-16,6-3 8 15,8-3-3-15,3-1-21 16,6-3 10-16,1 1 6 16,0-5-14-16,-1 0 7 15,-4-1-10-15,4-2 4 16,0-2-1-16,-1-1 3 15,-3-2 1-15,-5 3-5 16,-4 1 2-16,-4-1-1 0,1 1 5 16,-3 1 6-1,0-1 7-15,-4 2-13 0,-1 2 0 16,0-4 7-16,4 3-4 16,8-2 12-16,1 0 8 15,6 0-23-15,-4 1-4 16,-6-1-2-16,-2-1 0 15,2-2-2-15,-3 1 1 16,1-6 1-16,0 2 0 16,-1-1 6-16,-5-1 3 15,-1-1-3-15,-2-1 3 16,-1-1 2-16,0-2-2 16,4-2-2-16,2-4-5 15,2-3 3-15,5-4-4 16,0-2 3-16,2-3-4 0,3-2 2 15,2 0-3-15,-3 0 3 16,5-5-4-16,-3 3 3 16,-3-4-3-16,0-2 0 15,1-3 2-15,0 0 0 16,0-3-3-16,-1 2 2 16,-1-1 1-16,-1 0-2 15,-2 2 3-15,2 0-3 16,3-2 2-16,0-3-2 15,5-3 1-15,0-4-2 16,-4 1-2-16,4 3 2 0,-3-2 1 16,2 0-1-1,3-1-1-15,-2-2 1 0,3 1 0 16,-3-1-1-16,-1 0 1 16,-5-2 0-16,5 1 1 15,-6 1-1-15,1-1 0 16,-1-1 1-16,-1 0-1 15,0 3 0-15,0 1 0 16,0 2 1-16,-4-3-1 16,2 2 1-16,-3-1-1 15,-2 1 1-15,3-2 1 16,0 0-1-16,-1 0 0 16,3 1-1-16,1 4 0 15,-2 0 0-15,2 1 0 0,-1-1-1 16,1-4-5-16,5 1 6 15,1 5-2-15,3 3 2 16,5 7 0-16,-2 3 1 16,-2 3-1-16,-1 2 0 15,0 3 0-15,-2 4 0 16,0 2 0-16,0 2 0 16,7 0 0-16,-3 5 1 15,6-2-1-15,-1 6 0 16,1 0 0-16,0 2 0 15,-1 2 1-15,1 2 1 16,2 6-1-16,1 3-2 16,-2 2-4-16,0-1 5 0,4 4-1 15,2 2-2-15,3 1 2 16,0 4 1-16,0 1 1 16,-4 0-1-16,4 0 0 15,-8 2 0-15,-3 8 0 16,1 0 0-16,-4 3 1 15,-1-1-1-15,3 3 0 16,-1-1 1-16,3 0 0 16,4 0 1-16,0 4 0 15,2-1-4-15,-3 3 2 16,-4-3-4-16,-1 1 3 16,-3 0 0-16,-1-2 0 0,0 3 2 15,-2 0 0-15,-4 2 0 16,1 4-1-16,-4 0 1 15,0 3-1-15,-3 2 1 16,1 2-1-16,-1 3 3 16,-1 4-3-16,2 0 1 15,-2 2 2-15,-1 1 1 16,-1 5-2-16,-5 5-1 16,5 2 3-16,-3 1-1 15,3 0 1-15,-1-3-3 16,3 3 3-16,-1 0-2 15,2 0 2-15,-4 1-3 16,1 1 1-16,-1-3-2 0,-1 1 0 16,-3 0 3-1,0-2 0-15,1-1 2 0,-2 2-3 16,4-1 1-16,-3 0-2 16,1 4 3-16,0 0-3 15,0 8 4-15,-3 2 0 16,3 4-1-16,2-2 0 15,-1 2 0-15,6-1 0 16,-2 3 1-16,2 1-2 16,1 0 1-16,0-2 1 15,3 0-2-15,-2 0 2 16,2-2 0-16,-1-1-1 16,0 0 1-16,4 2-2 15,3 6 0-15,5-1 0 0,-3 3 1 16,5-5-4-1,-1 3-1-15,-2-2 1 0,0-3 0 16,1 1 1-16,4-1 0 16,0-6-1-16,0 1 2 15,-4-5-2-15,1-1 1 16,-2-2 4-16,-1 0-4 16,0 3 0-16,-4-2 2 15,4 7-2-15,-3-4 2 16,-4-4-2-16,0-4 0 15,-5-4 3-15,0-2-4 16,0 1-1-16,2-4 1 16,-2 0 6-16,1-3-6 0,0-3-3 15,-3-1 3 1,-1-2-1-16,2-4-1 0,-3-2 1 16,-2-3 1-16,4-1 1 15,1 2-1-15,3-4 0 16,3 1-1-16,4 1 1 15,-4-1 0-15,3 3 0 16,-3-4 0-16,2 4 3 16,1-1-3-16,4-2 1 15,-1 4 0-15,2-1-1 16,0-1 1-16,-3-2 0 16,3-1 0-16,-1-1-1 0,-2-6 1 15,4-3-1-15,0-3 0 16,-5-7 0-16,2-5 0 15,-2 0-6-15,-1-9-12 16,4-19-65-16,6-5-86 16,2-8-205-16,-5-8-348 15</inkml:trace>
  <inkml:trace contextRef="#ctx0" brushRef="#br0" timeOffset="22385.99">7698 4382 201 0,'0'0'0'0,"0"0"-189"0</inkml:trace>
  <inkml:trace contextRef="#ctx0" brushRef="#br0" timeOffset="23670.44">7538 4301 531 0,'0'0'10'0,"0"0"-9"16,0 0 49-16,0 0 5 15,0 0-46-15,0 0-8 16,0 0 1-16,0 0 5 16,0 0-4-16,0 0 3 15,0 0 4-15,2 0 8 16,-2 0-7-16,0 0-5 16,1 0 0-16,1 0-1 15,-1 0-1-15,4 0 3 16,1 0-2-16,1 0 5 15,2 0-1-15,-1 0 3 16,1 0-9-16,2 0 2 0,0 0-3 16,7 0 1-16,3 0-2 15,6 0 2-15,4 0-4 16,5 2 2-16,5-2-2 16,6 0 0-16,8 2 1 15,12-2-1-15,12 0 1 16,12 0 0-16,5 0 0 15,2 2-6-15,2 0 5 16,7 0-1-16,4 0-1 16,-2 0 1-16,0 0 1 15,-5 2 1-15,-11 0-2 16,-10-1 1-16,-7 1-9 0,-5-2-3 16,-6-2 8-16,4 0 3 15,-8 0 2-15,0 0-2 16,-3 0 1-16,8-3 1 15,-2-5 2-15,2 1-2 16,-4 0 0-16,-2 1 2 16,0 1-2-16,-4 2 1 15,-3 1 3-15,3 0-3 16,1 0-1-16,4 1 0 16,2-2 0-16,1 0 0 15,5 0 0-15,4 0 2 16,3-2-2-16,3 0-1 15,-1 0 1-15,0 1 0 0,0-3-1 16,1-1 1-16,-4 0 0 16,2 0 0-16,-5 2 0 15,1 2 0-15,-4 1-1 16,1 0 1-16,-3 3 1 16,0-3-1-16,-1 3 0 15,-8 0-1-15,-1 0 1 16,-2 0 2-16,-2 0-1 15,4 0-1-15,-1 0 0 16,-1-2-1-16,3 2 1 16,3-2 0-16,-1 0-1 15,5-1 1-15,3-3 0 0,1 2 2 16,2 0-2 0,0-1 0-16,-1 4 0 0,0-1 1 15,-2-1-1-15,0 3-1 16,-3 0 1-16,-3-3-1 15,-1 3 2-15,4-3-1 16,1 2 1-16,2-5-1 16,-1 0-1-16,0-2 0 15,5-1 1-15,1 0 0 16,0-3 0-16,1-1 0 16,0 2-1-16,-3 0 0 15,2 3-10-15,-3 2 11 16,1-1-5-16,-4 0-37 15,0-2 20-15,0 3-27 16,2 0 17-16,-1 6 30 0,4-4-109 16,-4 2 3-16,1-1 85 15,1-2 12-15,5 1 10 16,2-1-81-16,4-2-125 16,1 0 163-16,0-3 44 15</inkml:trace>
  <inkml:trace contextRef="#ctx0" brushRef="#br0" timeOffset="24916.7">15680 3838 256 0,'0'0'18'16,"121"-40"18"-16,-65 21 18 0,-2 0 4 0,-2 1-34 0,4-1-1 16,-4 6-11-1,-3-3-5-15,-3 0-6 0,-7 1 9 16,-1-3-7-16,-2-2 2 15,-3-1-5-15,-3-5 8 16,-2-2-1 0,-2-3 1-16,-1-1-3 0,1-1 4 15,-3 2-6-15,-4 0-1 16,1 0 1 0,-3 0 2-16,-7 2-5 15,-1 1 9-15,-3 0 10 0,-2 2-14 16,-4-1 4-16,0 4-3 15,0-2 5-15,-1 2 2 16,-12 0-6-16,-1 1 2 16,-2 0 1-16,-2 1 3 0,-5-1-9 15,0-4 0-15,-6 1 1 16,0 0 2-16,0-1-4 16,-2 5 11-16,-2 0-1 15,-4 2 0-15,-8-3-9 16,-4 4-2-16,-8-5 0 15,-4 2 0-15,-6-3-1 16,-9-3 0-16,-8-1-1 16,-9-3 1-16,-11-2-1 15,-5-1-1-15,-12-7 1 0,-3-3-1 16,-9-3 1 0,-3 0-1-16,0 2 1 0,-1 5 0 15,-1 1 1-15,-2 1-1 16,-6 3 1-16,-9 1-1 15,-9 1 0-15,-9-3 1 16,-4 1 0-16,-2-2 5 16,3 0 3-16,5 2-3 15,-4 1 2-15,-4 5-8 16,-4 2 1-16,4 5-1 16,5 3 1-16,12-1-1 15,7 5 1-15,4 0-1 16,-1 3 0-16,-6 0 0 15,3 2 0-15,-3 0 0 16,11 1 0-16,2 2 1 0,7-2 1 16,7 1 0-16,-2 2-2 15,-4 2-1-15,1 4 0 16,-3 0 1-16,3 0-3 16,8 0 6-16,4 0-3 15,8 0 0-15,7 0 0 16,6 4 1-16,1 1-1 15,1 0 0-15,-3 4 0 16,-1 0 0-16,2 4 0 16,0 4 0-16,3 1-1 0,3 4-1 15,6 0 2 1,5 3 0-16,7 1 2 0,1 2-1 16,8 3 0-16,3-1-1 15,6 2 0-15,1 2 0 16,3 2-1-16,0 4 0 15,-4 4 1-15,2 2 1 16,-4 4-1-16,5 4 0 16,-3 7-3-16,1 5 3 15,2 1 0-15,6 0 0 16,5-7 0-16,7 0 5 16,7-1-5-16,6 1-3 15,5 4 3-15,10-1 0 16,0 2 0-16,5-1 0 15,2-2 1-15,-1 4-1 0,6-4 2 16,0 5-2-16,0-5 1 16,5 7 0-16,8 1 0 15,8 2 1-15,6-6 0 16,4-3-1-16,2-5 3 16,4-1-1-16,-1-1-1 15,2 1 1-15,3 2-1 16,-2-3 2-16,6 0-3 15,4-2 6-15,11-2-3 16,10-2-3-16,16-7 0 16,16-4-1-16,29-9 1 15,21-9-1-15,26-11-1 0,26-10-54 16,8 0-124 0</inkml:trace>
  <inkml:trace contextRef="#ctx0" brushRef="#br1" timeOffset="29781.46">8672 4260 496 0,'0'0'21'0,"0"0"-21"0,0 0 0 15,0 0 6-15,0 0 18 16,0 0 18-16,-4-4 62 15,4 4-14-15,0-2-23 16,0 1-36-16,0 1-17 16,0 0-13-16,0-1-1 15,4-5-30-15,11-10-282 16</inkml:trace>
  <inkml:trace contextRef="#ctx0" brushRef="#br1" timeOffset="30523.22">11786 2284 603 0,'0'0'22'0,"0"0"99"0,0 0-10 0,0 0-33 0,0 0-45 0,0 0-24 0,3-14-4 0,-3 15-4 15,0 11 28 1,0 1 8-16,1 1-19 16,5-1 8-16,0-1-6 15,-1-2-6-15,4-1-4 0,-5-3-4 16,4-2-4 0,-1-2 11-16,6-2 2 0,6 0 9 15,4-6 4-15,6-9-12 16,8-3-12-16,-1-2 2 15,8-4-4-15,-3-2-2 16,-1 0-1-16,-1-1 0 16,-3 1 0-16,-7 4-11 15,-9 5-60-15,-7 7-93 16,-11 6-6-16,-2 4-160 16</inkml:trace>
  <inkml:trace contextRef="#ctx0" brushRef="#br1" timeOffset="30959.47">12016 2313 499 0,'0'0'8'16,"0"0"41"-16,0 0 56 15,0 0-56-15,0 0-21 16,0 0-4-16,0 8-4 15,0 0 16-15,0 0 22 16,0 0-19-16,0 0-21 0,0-1 6 16,0 3-10-1,0-3 16-15,0 0-6 0,3-2-1 16,5-4 15 0,9-1-13-16,7 0-1 15,10-6 17-15,10-12-10 16,6-3-9-16,8-3-1 15,0-3-4-15,1-5-2 0,-8 1 4 16,-5-1 0-16,-10 4-2 16,-11 6-5-16,-10 4-2 15,-8 8-7-15,-4 4 1 16,-3 4-4-16,0 2 0 16,0 0-9-16,0 0-13 15,0 6 5-15,0 6-11 0,5 3-43 16,-2 1-44-16,3 2-11 15,0-2-108-15,4-3-259 16</inkml:trace>
  <inkml:trace contextRef="#ctx0" brushRef="#br1" timeOffset="32792.82">9782 10682 527 0,'0'0'345'0,"0"0"-332"0,0 0 27 0,0 0 78 15,0 0-65-15,0 0-32 16,3-1 17-16,-3 1 22 0,0 0 4 16,0 0-17-16,0 0 5 15,0 0-8-15,0 0 1 16,0-3-15 0,0 3-11-16,0 0-6 15,0 0-1-15,0 0-3 16,0 0-2-16,0 0-3 0,0 0 0 15,0 0-3-15,0 0 2 16,0 0 1-16,0 0 0 16,0 0 5-16,0 0 1 15,0 0 1-15,0 0 3 16,0 0-3-16,0 0 0 16,0 0-3-16,0 0-4 15,0 0-1-15,0 0-2 16,0 0-1-16,0 0 2 15,0 0 0-15,0 0-2 0,0 0 2 16,0 0-1 0,0 0 3-16,0 0-1 0,0 0 2 15,0 0 1 1,0 0 0-16,9 0-3 0,3 0 3 16,9 0 3-16,4 0 3 15,5 0-8-15,9 0 1 16,7 0 0-16,5 0 1 15,7 0 1-15,0-2-2 16,-4 1 0-16,-6 0-3 16,-8 1-2-16,-10 0 0 0,-11 0 0 15,1 0-3-15,-10 0 3 16,-1 0 1-16,-3 0-1 16,-5 0 0-16,1 0-1 15,-2 0 1-15,0 0 1 16,0 0 0-16,0 0-1 15,0 0 1-15,0 0-1 16,0 0-2-16,0 0-1 16,0 0-25-16,0 0-29 15,0 0-46-15,0 0-19 16,0 1-55-16,0 2-39 16,0 1-73-16,0 1-180 0</inkml:trace>
  <inkml:trace contextRef="#ctx0" brushRef="#br1" timeOffset="34635.75">11241 10482 508 0,'0'0'58'0,"0"0"14"0,0 0 32 0,0 0-51 0,0 0-5 0,0 0 3 15,2-8 12 1,-2 8-14-16,0 0 3 0,0 0-16 16,0 0 3-16,0 0-1 15,0 0-3-15,0 0-5 16,0 0-5-16,0 0-5 16,0 0-8-16,0 0 0 15,0 0-1-15,0 0 0 16,0 0-1-16,0 0-1 15,-6 6-2-15,-6 6 3 16,0 2 12-16,-3-2-2 16,-1 3-6-16,-1 1 0 15,-1 3 1-15,1-5-2 16,3 3-5-16,-5-2-5 16,2-1 1-16,-1 2 2 0,3-5-2 15,-2 1 0 1,3-3-2-16,-4-3 1 15,2 2 1-15,-2-1-2 16,0-1 2-16,3-2-1 16,-1-1-1-16,2-1 0 0,-2-2 8 15,4 0-7-15,0 0 2 16,-1 0 4-16,2 0 0 16,0-6-1-16,-2-3-4 15,1 2 2-15,2-5-2 0,1 1 4 16,4-5-3-16,1 0 5 15,2 0 5-15,2-2-9 16,0-1 1-16,0 2-6 16,2-3 0-16,5 7 1 15,1-1-2-15,2 3 0 16,-1 3 0-16,0-1 0 16,3 1 0-16,0 0-1 15,0 3 1-15,4-1 0 16,-4 3-2-16,3 2 4 15,-4 1-4-15,2 0 0 16,-1 0 2-16,0 0-1 0,0 9 1 16,-2-3 0-16,-4 2 2 15,5 2-2-15,-1-1 0 16,-1 3 0-16,-1 0-1 16,5 0 2-16,-4 0-1 15,4 0 3-15,-2-2-3 16,-1 0 1-16,2-1 6 15,0 1-3-15,3 0-4 16,-3-1 3-16,6-2 3 16,-5 2-2-16,5 0-3 15,-1-2 1-15,-1 1-1 16,-1 0 0-16,-3-1 1 16,4-3-2-16,-2 2 2 0,2-2-1 15,-1 2 1-15,3-3 3 16,0 1 1-16,0-1 1 15,3-1 2-15,1-2-1 16,-1 0-1-16,-3 0-2 16,0 0 1-16,-3 0 0 15,-2-6 1-15,0-1-1 16,-2-2 4-16,5 0-5 16,-5-1 0-16,-2-4 5 15,4 2-2-15,-8-3-3 0,2 1 2 16,-4-2 11-1,-3-3-9-15,0-1 1 16,0-2-5-16,0 6 1 0,-3-5-3 16,-6 4 5-16,-4 0-2 15,1 1-2-15,-2 2-2 16,-2 4 0-16,-5 3 1 16,-7-1-2-16,4 5-1 15,-8 2-1-15,6 1 1 16,-6 0 0-16,2 0-3 15,-1 0 2-15,3 4 0 16,3 11-3-16,1 3-4 16,3 7-66-16,0 2-95 15,0 3-145-15,6-3-253 16</inkml:trace>
  <inkml:trace contextRef="#ctx0" brushRef="#br1" timeOffset="35593.11">14844 9513 734 0,'0'0'20'0,"0"0"121"0,0 0-32 0,0 0-28 15,0 0-33-15,0 0-13 16,0 0 3-16,0 0-11 16,-9-14-9-16,27 14 4 15,11 0 63-15,8 2-50 16,8 3-13-16,1-5 15 16,5 5-20-16,1-5-14 0,-1 4-2 15,-2-1-1 1,-7 1-7-16,-5 2-56 15,-8-1-151-15,-4-2-118 16</inkml:trace>
  <inkml:trace contextRef="#ctx0" brushRef="#br1" timeOffset="36287.97">15977 9509 403 0,'0'0'550'0,"0"0"-543"16,0 0-1-16,0 0 40 15,0 0-36-15,0 0 28 16,7 2 28 0,-7 5-8-16,-17 3 9 0,-9-5 3 15,-7 5-25-15,3-4-11 16,0-4-7-16,0 1-7 15,1-3-15-15,2 0 2 16,5 0 8-16,5 0-3 16,5-3-1-16,3-6-3 15,5-1 1-15,2-1-7 16,2-4 9-16,0 2-1 16,15-5-2-16,9 3-8 15,0 1-3-15,-1 6 3 16,0 2-1-16,3 6-1 15,5 0 0-15,3 0 2 0,2 0 0 16,1 11 0 0,-1 2 0-16,0 2-1 0,1-1 1 15,2 0 0-15,1 2 1 16,-6-5-1-16,1 0 0 16,-4-2 0-16,1-5 0 15,0-3 1-15,-2-1 0 16,0 0 5-16,-3 0-4 15,-3-8 1-15,-5-6 2 0,-3-2-2 16,-5-2 7-16,-8-5 17 16,-3-2-11-16,0 0-3 15,-14-1-10-15,-11 6 13 16,-8 2-13-16,-6 4 1 16,-4 0-4-16,0 8 1 15,-3 3-1-15,2 3 1 16,2 0-1-16,6 8-1 15,6 10 1-15,6 4 0 16,3 8 0-16,3 3-1 16,9-2-3-16,9 1 0 15,2-2-7-15,29-5-112 16,18-5-135-16,9-10-201 0</inkml:trace>
  <inkml:trace contextRef="#ctx0" brushRef="#br1" timeOffset="37604.05">26474 8842 610 0,'0'0'78'0,"0"0"60"0,0 0-8 0,0 0-1 0,0 0-26 0,0 0-13 16,6-7-27-16,-6 7-16 15,1 0-19-15,1 0 3 16,4 11-12-16,2 11 33 16,2 9 35-16,-3-1-47 15,-1 0-25-15,-3-1-5 16,-3 2-7-16,0-1-2 0,0 0-1 15,-1 1-2 1,-16 0-12-16,-3-3-214 0,0-9-200 16</inkml:trace>
  <inkml:trace contextRef="#ctx0" brushRef="#br1" timeOffset="38085.68">25965 9554 199 0,'0'0'739'0,"0"0"-728"15,0 0 180-15,0 0-60 16,0 0-74-16,0 0-45 16,24-10-4-16,7 9-4 15,7 0-3-15,-1-1-1 16,2 0 1-16,-6 1 2 15,-4 0-2-15,-4 1-1 16,-8 0 1-16,-6 0-1 16,-2 2-1-16,-6 17 0 0,-3 8 1 15,0 6 12-15,0 1-4 16,-11 2 9-16,-2-1-7 16,-2 0-6-16,3-4-4 15,0-2 0-15,2-5-2 16,-2-6-4-16,0-2-74 15,-3-5-125-15,0-7-113 16</inkml:trace>
  <inkml:trace contextRef="#ctx0" brushRef="#br1" timeOffset="38275.83">26004 9779 821 0,'0'0'172'16,"0"0"-153"-16,0 0 73 15,0 0-71-15,0 0-21 16,94-36-12-16,-57 31-5 16,-2 0-126-16,-4-4-89 15,2-2-227 1</inkml:trace>
  <inkml:trace contextRef="#ctx0" brushRef="#br1" timeOffset="38624.96">26468 9597 880 0,'0'0'28'0,"0"0"45"0,0 0 29 15,0 0-81-15,0 0-11 16,-84 27 12-16,70-8 10 16,3 4-2-16,4-3 5 15,1 0-14-15,4 0 2 16,2 0-3-16,0 3-6 15,5 4-7-15,8-4-2 16,5 3-2-16,-1-3-1 16,0-1-2-16,1-2 0 15,-3-5-1-15,-6-3-3 0,-4-6 3 16,-5-5 1 0,0-1 0-16,0 0 0 0,0 0 4 15,-18 0-4-15,-8 0-1 16,-1-7-6-16,4-4-21 15,5 0-66-15,4-3-18 16,7-1-32-16,5-3-99 16,2-5-156-16</inkml:trace>
  <inkml:trace contextRef="#ctx0" brushRef="#br1" timeOffset="38760.15">26519 9659 896 0,'0'0'24'0,"0"0"150"15,0 0-82-15,91-72-77 16,-63 65 4-16,-1 5-19 0,-3 2-1 16,-6 0-23-16,-5 4-123 15,-7 11-77 1,-6 0-125-16</inkml:trace>
  <inkml:trace contextRef="#ctx0" brushRef="#br1" timeOffset="39131.44">26799 9740 1141 0,'0'0'5'0,"0"0"171"0,0 0-62 16,0 0-62-1,0 0-52-15,0 0-8 0,-4 5-2 16,-4 18 10-16,-2-1 15 15,4 2-8-15,6 0 0 16,0-3-3-16,0-1-1 16,5-5 1-16,11-3-3 15,3-6 1-15,5-3 1 16,3-3 3-16,1 0-1 16,2-16 3-16,-6-8-2 15,-2-2-3-15,-7-2 3 16,-7 0-6-16,-7 3 0 0,-1 3 0 15,-1 9-3 1,-16 6-19-16,-5 7-60 0,-3 0-46 16,-2 12-32-16,3 7-44 15,1 4-69-15,6 1-140 16</inkml:trace>
  <inkml:trace contextRef="#ctx0" brushRef="#br1" timeOffset="39345.28">27007 9937 886 0,'0'0'55'0,"0"0"71"15,0 0-25-15,0 0-67 16,0 0-23-16,0 0 3 16,22 41-10-16,-22-27-4 15,0 1-1-15,-13-3 0 16,-1-5-23-16,-1 3-133 0,3-5-54 15,5-5-234 1</inkml:trace>
  <inkml:trace contextRef="#ctx0" brushRef="#br1" timeOffset="40314.14">27253 9729 926 0,'0'0'46'0,"0"0"44"0,0 0 10 16,0 0-92-16,0 0 1 15,0 0-7-15,-70 68 13 16,59-46-8-16,5 0 1 16,2-7-4-16,4 1-2 15,0-2-2-15,0-3 0 16,3-2 2-16,12-1-2 15,0-4 1-15,1-4-1 16,2 0-7-16,0 0-6 16,0-3 4-16,-2-6 0 15,-2-7 7-15,-4 1 2 16,-4-1 4-16,-1 0-1 0,-5-2 5 16,0 3-6-1,0-1 34-15,0 1-28 0,-5 1-1 16,-3 2 5-16,1 2 10 15,4 0-9-15,2 3 5 16,1 5-10-16,0-3 7 16,0 4-3-16,0-5-2 15,6 0-10-15,10-1-2 16,5 1-5-16,3 1-7 16,1 4 11-16,1 1 0 15,-1 0 2-15,0 0-4 16,1 0-2-16,-4 0 7 0,-1 0 0 15,-8 7-1 1,-1 3-1-16,-6 1 1 0,-4 0-1 16,-2 6 0-16,0-3 2 15,-5 3 1-15,-5 2 1 16,1-2-2-16,1-1 2 16,4-1 0-16,2-5 0 15,2 0-1-15,0-3-1 16,0 0 0-16,0-3 0 15,9-1 4-15,0-2 1 16,8-1 7-16,-4 0-3 16,3 0-4-16,0-1-3 15,1-9-2-15,-5 1 7 16,-1-5-6-16,-2 3 2 16,-6-3 3-16,-2 0 1 0,-1-2 5 15,0 1 13-15,0-2-10 16,-9 0-15-16,1 3 2 15,1 2 1-15,3 1-2 16,2 2 1-16,2-2 6 16,0 3-2-16,0 2-2 15,5-2-4-15,7 1 0 16,3 4-12-16,2 0 4 16,2 3 3-16,-2 0 0 15,-2 0 2-15,2 6 0 16,-5 5-6-16,-1 5 7 15,-3 2 2-15,-5 0-4 16,-3 3-1-16,0-2 3 0,0-2 1 16,0-2 1-16,0-1 0 15,-1-1-1-15,1-2 0 16,0 1-3-16,-2-1-52 16,-3 2-60-16,-3-2-38 15,-3 0-15-15,-2 0-37 16,-4-2-267-16</inkml:trace>
  <inkml:trace contextRef="#ctx0" brushRef="#br1" timeOffset="43292.89">26498 8988 683 0,'0'0'83'0,"0"0"-81"0,0 0 51 0,0 0-41 15,0 0-10-15,0 0-2 16,0 0 10-16,16-31 21 16,-11 25 21-16,-4 1-19 15,-1-2 20-15,2 1 4 16,-2-1-37-16,0-1-7 16,1 0 18-16,1-1-15 15,-2-1-9-15,0 0-5 16,3 3 0-16,-3-1 4 15,2 2 1-15,-1-1 12 16,2 0 6-16,-3-1 2 16,1-4-8-16,1 4 7 0,-2-3-5 15,1-1 22-15,-1-1-18 16,0-1-15-16,0-3 5 16,0 1 12-16,0 3 5 15,0-2-25 1,0 1 9-16,0 0 2 15,0-2-4-15,0 2-7 0,0-3 4 16,0 1 12-16,0-4-9 16,0 0-2-16,0 0-4 15,0-5 1-15,0 2 1 16,0 2-1-16,0-3 2 16,2-1-2-16,-1-1 3 15,1 0-2-15,-2-4-9 0,0 0 1 16,0 1 4-16,0-2-2 15,0 2 0-15,0-1 7 16,0 1-2-16,0 0-7 16,0-1-1-16,-2 2-1 15,-1 0 2-15,0 1-2 16,2 0 1-16,-2 0 2 16,2 3-3-16,1-2 1 15,0 0-1-15,0 2 0 0,0-2 0 16,0 1 6-1,0-2-4-15,0 0 0 0,4-1-1 16,-1-1-1 0,-2 0 1-16,1-1-1 0,-1 4 2 15,-1 4-2-15,2-5 8 16,-1 1-1-16,1-7-6 16,-2-2-1-16,0 3-2 15,0 4 2-15,0 0 2 16,0-2-1-16,0-1-1 15,0-1 1-15,1 2-1 16,2-1 0-16,0 0 0 16,-1-2 0-16,2 6 0 15,-2-3 0-15,2-2 0 16,-1 0 0-16,1-2-1 16,1 5 1-16,-2 1 0 15,0 1 0-15,-1-1-1 0,-2 6 0 16,3-3 1-16,0-6 0 15,-2-1-1-15,-1-1 1 16,0-4-2-16,0 3 2 16,0 1-3-16,0 2 2 15,0 7 1-15,-1 1 2 16,-1 1-2-16,-2-3 0 16,4 6 0-16,-2-3 0 15,1 1 0-15,-1-3 0 16,2 2-1-16,0-1 1 15,0 2 0-15,0-2 0 16,0 1 0-16,0 0 0 0,0-2-2 16,0-1 2-16,0 5 0 15,-1-7 0-15,-1 4 0 16,2 3-3-16,-2 3 3 16,2-2-1-16,-1 0 1 15,1-1-1-15,-2-2 1 16,1 0 0-16,1 5 0 15,-2-4-1-15,1 5-3 16,-1 0 6-16,1 0-3 16,1 2 2-16,-3 0-2 15,0-1 2-15,-1-4-2 16,4 2 1-16,-3 0-1 16,0 1 1-16,0 5 0 0,-2-3-1 15,2 2 1-15,0-2 0 16,-1 2-3-16,3 0 2 15,-1 1 1-15,-1 3 3 16,3-2-3-16,0 2 0 16,0 1 0-16,0-1 0 15,0-2 0-15,0 0-1 16,0-5-1-16,0 3 2 16,0-1 0-16,0-2 2 15,0-7-1-15,3 0-2 0,3-1 1 16,-2-2-1-1,1 0 1-15,-4 0 1 0,2-7-1 16,-1 0 0-16,-2 6 0 16,0 5 0-16,0 6-1 15,0-1 0-15,0 6 1 16,0-3-7-16,-5 3-73 16,-1-5-51-16,-4-7-138 15,-1-14-209-15</inkml:trace>
  <inkml:trace contextRef="#ctx0" brushRef="#br1" timeOffset="44655.78">18109 8074 320 0,'100'-73'57'0,"-5"10"-48"0,-8 10 29 0,-17 15 70 16,-10 11-63-16,-22 11-15 15,-20 9 9-15,-10 4-14 16,-8 3 33-16,0 0 18 16,-24 24 4-16,-19 8-15 15,-15 15-26-15,-16 13 8 16,-17 15-15-16,-19 21-6 15,-11 19-2-15,-12 11 2 16,-3 8-17-16,9-7-9 16,13-11-2-16,21-16-1 15,23-20 0-15,25-18-16 16,26-22-50-16,19-25-100 0,19-15-134 16,29-22-153-16</inkml:trace>
  <inkml:trace contextRef="#ctx0" brushRef="#br1" timeOffset="44977.89">20180 7034 852 0,'0'0'86'0,"0"0"-78"15,0 0 6 1,-61 95 48-16,-16-4 11 0,-31 27-9 16,-33 16-10-16,-26 13 4 15,-21 15-27-15,-12 6-16 16,-3-2-15-16,11-6 0 16,16-13 0-16,27-19-1 15,39-27 1-15,43-24-4 16,37-27-36-16,30-21-139 15,13-19-90-15,33-10-188 16</inkml:trace>
  <inkml:trace contextRef="#ctx0" brushRef="#br1" timeOffset="45273.13">21600 6302 1052 0,'0'0'4'0,"0"0"-4"16,-64 75 0-16,-11 14 47 16,-25 26 18-16,-28 21-18 15,-17 27-5-15,-19 20 9 16,-14 20-36-16,-5 9-12 15,2-12-3-15,16-18-3 16,28-26-2-16,25-25-16 16,31-27-17-16,27-20-61 0,23-25 26 15,22-22-86-15,9-23-103 16</inkml:trace>
  <inkml:trace contextRef="#ctx0" brushRef="#br1" timeOffset="45547.51">22859 6117 585 0,'0'0'386'0,"-160"144"-376"16,34-21-5-16,-30 21 76 15,-21 18 22-15,-19 24-47 16,-15 24-6 0,-15 12-46-16,-3-5-4 0,18-20-8 15,36-26-24-15,43-32-28 16,48-24-38-16,40-23-72 16,27-28-74-16,17-32-282 15</inkml:trace>
  <inkml:trace contextRef="#ctx0" brushRef="#br1" timeOffset="45821.45">24090 6661 1045 0,'-99'52'1'0,"-18"32"8"16,-24 29 80-16,-18 15 88 16,-19 19-66-16,-10 10-43 15,-9-2-31-15,0-3-35 16,18-15-2-16,27-16-7 16,31-15-2-16,30-14-29 15,29-17-84 1,26-22-55-16,25-23-27 0,11-23-55 15,41-9-131-15</inkml:trace>
  <inkml:trace contextRef="#ctx0" brushRef="#br1" timeOffset="46084.24">24711 7010 1011 0,'-90'51'27'0,"-14"22"26"16,-11 19 95-16,-9 6-12 16,-3 9-10-16,-4 9-48 15,-5 6-23 1,-1 0-16-16,5-2-33 16,10-3-5-16,13-16-1 15,18-11-16-15,24-21-86 16,27-22-84-16,27-19-74 15,23-23-62-15,42-5-228 16</inkml:trace>
  <inkml:trace contextRef="#ctx0" brushRef="#br1" timeOffset="46319.11">25704 7496 1305 0,'0'0'0'16,"-92"67"9"-16,19-8 60 16,-14 10 27-16,-10 7 72 15,-13 6-118-15,-14 12-32 16,-15 5-14-16,-1 0-4 16,4-5 0-16,14-7-43 15,20-12-179-15,17-11-154 16</inkml:trace>
  <inkml:trace contextRef="#ctx0" brushRef="#br1" timeOffset="46716.55">17152 10012 249 0,'0'0'0'0</inkml:trace>
  <inkml:trace contextRef="#ctx0" brushRef="#br1" timeOffset="49420.28">16999 10142 353 0,'0'0'501'0,"0"0"-499"16,0 0 2-16,0 0 63 0,0 0-57 16,0 0-4-1,4 36 34-15,-4-11 4 0,0 4-4 16,0 9 0-16,-4-1 9 16,-8 5 22-1,-6-3-19-15,6 4-21 0,-4 0 15 16,3-4-14-16,2-3-10 15,2-7 7-15,3-6-10 16,3-6-3-16,0-7-7 16,3-1-4-16,0-7 0 15,0-2-1-15,0 4 2 16,0-4 5-16,0 0 7 16,0 0 6-16,0 0-4 0,12 0-7 15,10 0 6-15,6 0-6 16,10 0-10-16,4-4-2 15,7 0 0-15,12 0-1 16,6 1 0-16,8 1 0 16,11 0 0-16,7 2 0 15,7 0 0-15,6 0 3 16,1 0-3-16,5 0 2 16,4 2 0-16,2 3-2 15,-3-1 0-15,3-2-3 16,-3 0 3-16,-4-2-3 0,-1 0 2 15,-7 0-1 1,-1 0 2-16,-3 0-1 0,-2 0 0 16,0 0 2-1,6 0 1-15,1-4-1 0,2 0-2 16,5 1-6-16,-3-1 5 16,1 1-2-16,3 1-2 15,-4 1 4-15,-3-3-2 16,-4 0-11-16,-3 0-5 15,-5-3 12-15,1-2-2 16,1 0 10-16,4-1 0 16,-1 0-1-16,-3 0-3 15,-2 4 3-15,2 0 0 16,-1 0 0-16,2 2 1 0,-2 3 3 16,0-2-1-1,0 0 3-15,-1 2-4 0,1 1 4 16,-2-3-1-16,2 3 0 15,-4-1-4-15,-3-3 1 16,0 0-1-16,-1 1 0 16,5 0-1-16,-1 1 1 15,-2 0-1-15,2 2 4 16,2 0-2-16,-4 0 0 16,0 0 0-16,0 0-1 15,-1 0 1-15,-8 0-1 16,0 0 0-16,-14 0-3 15,-8 0 2-15,-2-3 1 0,1-1-3 16,3 2 3-16,6 2 0 16,4 0 0-16,3 0 0 15,4 0 2-15,2 6-2 16,-2 1 0-16,-2-4 0 16,-5-3 0-16,-2 0 0 15,-4 0-1-15,1 0 1 16,3-7-4-16,-4 0 2 15,-6-1 2-15,1 0-6 16,-4 4 5-16,5-2 0 16,8-1-3-16,5-1 4 15,1 2 1-15,-3 0-1 16,-3 2-4-16,-4 4 4 16,-3-2 1-16,-2 1-1 15,-5 0 2-15,0-4-1 0,-7-2 0 16,-1 1-1-16,-2 0 0 15,-1-1 2-15,-1 0 0 16,-2 2-1-16,-3 1-1 16,0 0 0-16,-2 0 2 15,0 2-2-15,1 2-1 16,-4 0-1-16,-3-4 4 16,-3 2-4-16,-6 2 1 15,-1 0 1-15,0 0 1 16,-1 0-1-16,0 0 0 15,-2 0 2-15,-6 0-1 16,-3 0 0-16,3 0 2 0,-5 0-1 16,-1 0-1-16,2 0-1 15,-1 0-2-15,5 0 2 16,6 0 0-16,2 0 1 16,0 6-1-16,-3-6 0 15,-4 2 1-15,-2-2-1 16,-5 0 0-16,0 0 0 15,-2 0 2-15,-1 0 1 16,0 0 3-16,0 4 0 16,0-4 4-16,0 0-5 15,0 0 3-15,0 0 3 16,0 0-6-16,0 0 7 16,0 0-9-16,0 0 8 0,2 0-8 15,1 0 6 1,0 0-9-16,2-6 0 0,-2 0 5 15,2 0 0-15,0-2-1 16,-1-2 0-16,1 0 1 16,0 0 4-16,0-5 3 15,2 0-7-15,1-3 3 16,-4-2 1-16,7-4-1 16,-5 5 3-16,0-5 1 15,0-1-9-15,-3 3 10 16,0 2-5-16,-2 1-2 15,2 6 6-15,-2 2-10 0,2 1 4 16,-1 2 1-16,-1 3-7 16,1 0 3-16,-1 1-1 15,-1 4-3-15,2-1 1 16,-2 1 0-16,0-2 0 16,0 1-2-16,0-1 1 15,0 2-2-15,0 0 0 16,0 0-2-16,0 0 2 15,0 0-5-15,0 0 6 16,-2 0 2-16,-5 10 1 16,-5 1-1-16,0 1-1 15,-1-3 1-15,-1 1 3 16,-1-2-3-16,-3 1 0 0,-2-1 0 16,2 0 1-16,-2-4-1 15,10-2 0-15,1 0 0 16,6 1 0-16,3-3-1 15,0 0-2-15,0 0 3 16,0 0-1-16,0 0-4 16,10 0-1-16,7 0 3 15,10-8-9-15,3-3 4 16,1-1 7-16,-3 2-4 16,-6 1 5-16,-5 4-3 15,-7 2 3-15,-8 2 4 16,1-1-4-16,-3 2 0 0,0 0-4 15,0 0 4 1,3 0-1-16,1 0-3 0,4 13 3 16,5 4 1-16,-1 3 0 15,-1 3-1-15,-1-5-1 16,-4-2-1-16,0 0-103 16,-6-6-181-16,0-7-78 15</inkml:trace>
  <inkml:trace contextRef="#ctx0" brushRef="#br1" timeOffset="50437.85">17026 10078 372 0,'0'0'74'0,"0"0"-23"0,0 0 58 16,0 0-33-16,0 0-27 15,0 0-6-15,35-31 11 16,-35 31 35-16,0 0-31 16,0 0 13-16,-9 3-21 15,-11 14-34-15,-7 3-6 16,-3 5 6-16,0 0 11 15,5-5-3-15,7-1 1 16,5-7-4-16,6-5-2 16,7-6-16-16,0-1-3 15,3 0 3-15,17-5-3 16,5-14 3-16,2 0 3 16,-1-4-2-16,-4-1-4 15,-3 1 5-15,-4 1-3 16,-5 7-2-16,-4 5 15 0,-4 5 17 15,-2 5 9-15,0 0-7 16,0 0-9-16,0 13-19 16,0 5-3-16,0 3 3 15,0-3-4-15,15-4-2 16,15-10-7-16,13-4 6 16,13 0-75-16,6-1-157 15,-1-10-193 1</inkml:trace>
  <inkml:trace contextRef="#ctx0" brushRef="#br1" timeOffset="51426.74">27098 9369 168 0,'0'0'147'0,"0"0"-136"0,0 0 8 15,0 0 22-15,-108-9-37 16,68 9-4-16,-10 0-3 16,-5 0 2-16,0 1-7 15,-3 3 2-15,-8 5-2 16,-17-7 1-16,-19 5-30 16</inkml:trace>
  <inkml:trace contextRef="#ctx0" brushRef="#br1" timeOffset="51925.04">26006 9412 263 0,'-114'16'215'0,"4"6"-211"0,11 7 1 15,14 13 73-15,20 7-57 16,21 7-18-16,19 8-3 16,13 2 0-16,12-1-7 15,0-3-31-15,9-4-114 16,9-7 61-16,7-3-36 16,5-5 59-16,6-4 68 15,7-4 94-15,8-3 14 16,9-3-30-1,4-4 38-15,9 0-52 16,11-6 26-16,11-1-25 0,14-1-31 16,10-1-21-16,11 0 0 15,3-2-13-15,1 2 0 0,0-4-5 16,-2-4-48-16,-6-5 28 16,-9-3-19-16,-10 0 22 15,-7-14-3-15,-1-5 25 16,-1-8 0-16,3 1 7 15,3-2 4-15,-3 0-7 16,2 1-4-16,-6 0 13 16,-8 1-10-16,-12-2-3 15,-18 1 15-15,-16 0-15 16,-18-4 4-16,-17-5 16 16,-8-4 29-16,-4-1-2 0,-30-8-14 15,-14-6-11 1,-12-2-8-16,-7-8 11 0,-8 0 28 15,-2 0-37-15,-8 4 8 16,-14 7-24-16,-16 6 0 16,-14 5-1-16,-16 8 0 15,-3 6-4-15,5 6 1 16,4 11-23-16,17 12-36 16,17 7-27-16,16 24-52 15,19 6-115-15</inkml:trace>
  <inkml:trace contextRef="#ctx0" brushRef="#br1" timeOffset="53324.97">26534 10592 621 0,'0'0'61'0,"0"0"-45"0,0 0 108 16,0 0-16-16,0 0-71 15,0 0 9-15,-9-6 19 16,9 6-13-16,-2 4 9 15,1 12 29-15,-2 2-32 16,-3 7-35-16,0 4 17 0,-3 5-11 16,5 0-3-16,2-4-22 15,2 1 4-15,0-2-7 16,5-6 1 0,11-4-1-1,2-6-1-15,3-5 5 16,2-8-4-16,3 0 0 15,-1 0-1-15,-1-16 0 0,-3-3 2 16,-3-8-2-16,-6-3 0 0,-5 2 0 16,0-1 0-16,-6 3-1 15,-1 5 0-15,0 5-18 16,0 4 11-16,0 4-33 16,-6 6-8-16,-3 2-24 0,3 0-37 15,-2 6-16-15,1 10-6 16,3 0-24-16,1-1-73 15,1-1-131-15</inkml:trace>
  <inkml:trace contextRef="#ctx0" brushRef="#br1" timeOffset="53628.36">26850 10726 839 0,'0'0'143'0,"0"0"-71"0,0 0 133 0,0 0-92 0,0 0-90 16,0 0-4 0,0 0 33-16,0 14 7 0,0 10-15 15,0 5-2 1,-2-2-11-16,-4 3-27 0,2-4 6 16,3-3 4-16,1-4-13 15,0-5-1-15,13-7 2 16,17-3-2-16,9-4 3 15,4 0-6-15,3-15-2 16,-4-3-76-16,-2-3-74 16,1-6-45-1,-3-5-206-15</inkml:trace>
  <inkml:trace contextRef="#ctx0" brushRef="#br1" timeOffset="55120.3">23374 3814 853 0,'0'0'31'0,"0"0"-29"0,-116 55 42 0,53-1-12 0,-12 11 17 0,-8 10-4 0,-17 8-6 0,-17 13-4 16,-19 10-2-16,-24 10-12 16,-3 14-2-16,-1-1-12 15,10-2-6-15,20-10-1 16,25-18 0-16,25-17-5 15,29-23-23-15,28-21-52 16,26-22-27-16,8-13-90 16,35-3 17-16,22-26-327 15</inkml:trace>
  <inkml:trace contextRef="#ctx0" brushRef="#br1" timeOffset="55423.71">24129 4211 934 0,'0'0'2'15,"0"0"26"-15,0 0 46 16,0 0-24-16,-97 55 64 16,7 4 2-16,-25 10-47 15,-25 10 7-15,-17 17-10 16,-15 8-32-16,-6 9-8 15,2 2-9-15,7-7-17 16,20-6-4-16,12-8 2 0,34-18 2 16,28-21-4-16,33-15 1 15,33-14-5-15,9-14-104 16,41-9-42-16,25-3-18 16,20-25-30-16,17-14-40 15,10-14-253-15</inkml:trace>
  <inkml:trace contextRef="#ctx0" brushRef="#br1" timeOffset="55699.05">25036 4542 640 0,'0'0'138'0,"0"0"-32"0,0 0-49 15,0 0 69-15,-100 47 24 16,15 6-41-16,-15 15-21 15,-21 4 13-15,-15 1-19 16,-9 4-26-16,-7 0-23 31,3 3-13-15,5-1-20-16,9-4 1 0,19-5-2 16,19-5 1-16,28-12-1 15,29-17 0-15,22-8-20 0,15-10-146 0,6-3-45 16,34-12 27-16,27-6-136 15,18-27-377-15</inkml:trace>
  <inkml:trace contextRef="#ctx0" brushRef="#br1" timeOffset="55988.14">25683 5207 1076 0,'0'0'10'16,"-124"73"56"-16,46-21 120 16,-18 6-28-16,-12 11-66 15,-15 3-39-15,-10 6-19 0,-1 2-22 16,5 1-8-16,1 2-1 16,10-5-2-1,12-11-2-15,24-12-1 0,25-16-6 16,31-9-61-16,23-11-120 15,7-13-52-15,42-6-17 16,23-15-186-16</inkml:trace>
  <inkml:trace contextRef="#ctx0" brushRef="#br1" timeOffset="56222.04">26293 5957 1159 0,'0'0'9'0,"-104"79"56"16,42-17 99-16,-4 11 13 15,-9 10-84-15,-13 11-51 16,-16 2-17-16,-14-1-5 16,-8-9-3-16,0-10-17 15,8-11-1-15,11-9-6 16,17-11-6-16,29-5-149 15,22-12-177-15,27-12-307 16</inkml:trace>
  <inkml:trace contextRef="#ctx0" brushRef="#br1" timeOffset="58174.75">23002 5064 793 0,'0'0'120'0,"0"0"-111"0,0 0-4 0,0 0 104 0,0 0-26 0,0 0-42 0,0 0-21 15,-4 14 23-15,-2-13 17 16,-12 2 14-16,-9-1-31 16,-16-2-8-16,-17 0-6 15,-19-2 17-15,-21-14-21 16,-19-2-21-1,-19-4 2-15,-15-1 44 16,-11-4-2-16,-3-1-40 16,-5 3 48-16,5 1-30 15,3 3-17-15,3 3-1 0,9-2 8 16,13-3-11-16,10-1-5 16,21-5 7-16,17-3-5 15,20 6-2-15,18-2 0 16,14 3 0-16,8 1-1 0,5 2-2 15,6 7-4-15,1-1 5 16,2 0-13-16,-2 7-21 16,-1-3-33-16,1 2-23 15,-1 2 10-15,2 2-64 16,0 2-35-16,2 3-11 16,2-2-47-16,1 0-220 15</inkml:trace>
  <inkml:trace contextRef="#ctx0" brushRef="#br1" timeOffset="58454.41">20220 4298 721 0,'0'0'52'0,"0"0"-9"0,0 0 84 0,0 0-80 0,0 0-24 15,0 0-19-15,-36 30 4 16,24 5 37-16,0 6 5 15,0 3-2-15,3 8-1 16,3 1 2-16,5 0-18 16,1-4-7-16,0 0-14 15,3 0-8-15,7-4-2 16,5-3 0 0,-6-11-1-16,0-10-1 15,-3-7-5 1,-3-7-37-16,0-4-73 0,-3-3-50 0,0-3 31 15,0-21-62-15,-3-5-228 0</inkml:trace>
  <inkml:trace contextRef="#ctx0" brushRef="#br1" timeOffset="58724.68">20067 4331 641 0,'0'0'79'0,"0"0"-41"15,0 0 76-15,0 0-42 16,0 0-63-16,0 0 8 16,53-33 26-16,-19 33 4 0,8 0 5 15,4 3 4-15,6-3-10 16,-3 0-6-16,-1 0-31 16,-2 0-9-1,-7 0 0-15,-3 0-53 0,-4-12-102 16,-12-4-87-16,-14-7-278 31</inkml:trace>
  <inkml:trace contextRef="#ctx0" brushRef="#br1" timeOffset="59179.01">18895 3739 699 0,'0'0'34'0,"0"0"-1"0,0 0 108 0,0 0-56 0,0 0-53 0,0 0-32 16,-19 49 0-16,17 0 15 15,-3 3 19-15,1 0-13 16,4 2-11-16,-6-1-5 16,5-3-3-16,-2-2-4 15,0-9 1-15,-3-8-13 16,4-8-91-16,-2-9-43 16,-2-10-84-16,-5-4-219 15</inkml:trace>
  <inkml:trace contextRef="#ctx0" brushRef="#br1" timeOffset="59554.09">18770 3878 711 0,'0'0'50'16,"0"0"-45"-16,0 0 12 16,0 0 9-16,0 0-9 15,0 0 2-15,99 60-4 16,-73-31 5-16,-5 0 7 15,3-2-8-15,4-5-9 0,0-3-6 16,1-6-4-16,-3-5 0 16,-1-8 1-1,-5 0-1-15,-2-3 2 0,-6-15-2 16,0-8 1-16,-3-8 3 16,-4-5-2-16,-2-6-1 15,-3-8 17 1,0-7 18-16,0-5 3 15,-5 0 5-15,-7 9-4 0,0 12-22 16,3 17 2-16,3 15-11 16,1 6 6-16,2 6-12 15,-1 14-3-15,1 25-44 16,3 15-16-16,0 7-64 16,0-2-96-16,5-9-127 15</inkml:trace>
  <inkml:trace contextRef="#ctx0" brushRef="#br1" timeOffset="60388.16">19389 3742 988 0,'0'0'6'16,"0"0"-2"-16,0 0 41 15,0 0-18-15,0 0-25 16,0 0-4-16,-37 101 3 15,34-68-2-15,3-5 1 16,0-4-1-16,0-7 1 16,0-3 0-16,11-6-2 15,1-6 0-15,6-2 0 16,-1-2-7-16,2-12 0 16,1-10 7-16,-3-3-3 0,-3-6 3 15,-1-5-1 1,-8 1 3-16,1 5 0 0,-6 11 3 15,0 11-1-15,0 6 6 16,0 4 18-16,0 10-26 16,0 16-7-16,0 9 7 15,0 4 0-15,4-6 0 16,6-3 1-16,0-4 0 16,0-7-2-16,5-1 1 15,-1-10-1-15,2-3 1 16,2-5-1-16,3 0-3 0,1-5-1 15,3-13 2-15,-4-8-4 16,3-5 2-16,-5-8-9 16,-8-7 6-16,0-8 8 15,-8-11-3-15,-3-2 3 16,0-2 0-16,-8 2 3 16,-4 7-1-16,-6 12 1 15,6 17 0-15,0 15 15 16,6 12 12-16,-1 4 7 15,-2 25-37-15,3 16 3 16,-1 11-3-16,5 3 1 16,2-1-1-16,0 4-2 0,5-6 0 15,11-2 2-15,4-5 0 16,3-11-2-16,4-4 2 16,3-13-1-16,4-5-1 15,2-10-12-15,6-2-6 16,-8-6-12-16,0-17-2 15,-10-7-13-15,-7-11 18 16,-4-14 5-16,-6-5 12 16,-4-6 12-16,-3-1 1 15,0 4 3-15,-7 6 10 16,-6 13 10-16,2 18-3 16,4 14 17-16,4 12 11 15,-2 2-31-15,5 24-18 0,0 18 0 16,0 9 0-16,0 2 0 15,3 0 1-15,8 2 0 16,1 1-1-16,2-4 0 16,3-3-1-16,1-12-14 15,4-6-95-15,5-12-109 16,1-13-208-16</inkml:trace>
  <inkml:trace contextRef="#ctx0" brushRef="#br1" timeOffset="60830.93">20343 3459 837 0,'0'0'80'0,"0"0"-80"0,0 0-8 0,0 0 8 0,-14 89 3 0,15-59-2 15,5-4 1-15,1-7-2 16,-2-3 1-16,-2-7 1 15,2-1-2-15,-1-4 0 16,2-4 0-16,4 0 0 16,1 0 0-16,1-4 0 15,3-11-20-15,-3-9-42 16,-1-2 1-16,0-8 27 16,0 2 20-16,-3-6 14 15,0 2 3-15,-2 6 10 16,2 8 32-16,3 7 44 15,1 8-39-15,4 7-1 16,3 0-36-16,3 7 9 16,3 12 5-16,-2 4-10 0,-1 7-4 15,-4-1-2-15,-6 2-6 16,-6-1-3-16,-6 0-2 16,0-5 5-16,0-5-5 15,-17-2 5-15,0-5-5 16,-6-5-58-16,2-8-60 15,-4 0-95-15,0-8-158 16</inkml:trace>
  <inkml:trace contextRef="#ctx0" brushRef="#br1" timeOffset="61001.95">20388 3282 815 0,'0'0'25'0,"0"0"-23"16,0 0 79-16,0 0-81 15,0 0-19-15,0 0 4 16,-3 14-100-16,9-4-80 16,2-4-141-16</inkml:trace>
  <inkml:trace contextRef="#ctx0" brushRef="#br1" timeOffset="61233.1">20749 3046 961 0,'0'0'7'16,"0"0"11"-16,0 0 58 15,0 0-75-15,0 0-1 16,44 85 3-16,-23-41 7 16,-6-2 3-16,-1-2-5 15,-3-3-4-15,-3-5-4 16,-1-1-3-16,-3-6 3 15,-1-4-55-15,0-5-120 16,-3-9-132-16</inkml:trace>
  <inkml:trace contextRef="#ctx0" brushRef="#br1" timeOffset="61427.31">20769 3257 972 0,'0'0'0'15,"0"0"3"-15,0 0 23 16,0 0-26-16,0 0-6 16,0 0 0-16,94-31-61 15,-81 31-67-15,-4 0-72 16,-3-2-156-16</inkml:trace>
  <inkml:trace contextRef="#ctx0" brushRef="#br1" timeOffset="61769.35">20989 3166 828 0,'0'0'100'0,"0"0"-98"16,0 0 36-16,0 0-17 16,0 0-19-16,0 0 2 15,99-22 6-15,-78 33 8 16,-3 3-3-16,-7 1-4 15,-4-1-5-15,-4 4 3 0,-3-2-6 16,0-3-1 0,0 1 2-16,-7-7-1 0,-2-2 0 15,-1-3 3 1,3-2-2-16,0 0 10 0,1-4 2 16,1-13 2-16,5-3-1 15,0-5-10-15,0-3-5 16,16-3 1-16,3 0-3 15,-3 4 0-15,-1 6-1 16,-1 6-9-16,-4 9-32 16,-4 4-55-16,1 2-31 15,2 0-46-15,-5 6-58 16</inkml:trace>
  <inkml:trace contextRef="#ctx0" brushRef="#br1" timeOffset="62404.78">21303 3044 802 0,'0'0'34'0,"0"0"6"15,0 0 79-15,0 0-92 16,0 0-21-16,0 0 4 16,10-36 17-16,-10 42-19 15,0 12-3-15,0 2 13 16,0 1-7-16,0 4-2 15,5-3-6-15,1-1-2 16,4-5 1-16,-1-4-2 16,2-5 0-16,4-4-2 15,0-3 2-15,2 0 3 0,3-8-1 16,-5-8-2-16,4-8-3 16,-4-5-2-1,1-2-6-15,-4-3 1 16,1-2 10-16,-5 4-1 15,-3 8 1-15,-4 11 2 16,-1 8 1-16,0 5 27 0,0 0-30 16,0 14-3-16,3 7 1 15,0 5 2-15,2-3 0 16,5-2 1-16,1-4-1 16,2-3 0-16,3-4 1 0,4-4 1 15,1-6 0 1,3 0 7-16,2 0-3 0,4-10-5 15,0-7-1-15,1-3 3 16,-2-5-1-16,-7-4 0 16,-4-4 2-16,-7-4 13 15,-7 2 9-15,-4 2 18 16,0 8 6-16,-6 9-23 16,-6 8 38-16,1 8-4 15,-2 0-31-15,1 17-30 16,-1 10-1-16,2 4 1 15,8-2-2-15,3 1-1 16,0-7-1-16,23 0 4 16,11-6-1-16,17-5 0 0,22-7-20 15,22-5-95 1,25 0 27-16,14 0-233 0</inkml:trace>
  <inkml:trace contextRef="#ctx0" brushRef="#br2" timeOffset="68030.84">27689 6798 554 0,'0'0'53'0,"0"0"37"0,0 0-21 16,0 0-4-16,0 0-26 15,0 0-20-15,0 0-15 16,-62 55 25-16,19-2 61 16,-11 12-60-16,-13 9 22 15,-16 17-21-15,-14 15 5 0,-18 10-19 16,-12 8-2-1,-3 4 2-15,5-10-17 0,13-10-1 16,23-12 1-16,17-15-7 16,20-16 3-16,20-15-10 15,17-15-53-15,15-14-14 16,0-14-41-16,30-7-58 16,18-7-257-16</inkml:trace>
  <inkml:trace contextRef="#ctx0" brushRef="#br2" timeOffset="68341.17">27981 7422 757 0,'0'0'12'0,"0"0"-6"16,0 0 29-16,0 0 11 15,0 0 57-15,-93 123-35 16,32-58 1-16,-18 7 15 16,-13 7-38-16,-14 11-14 15,-14 12-17-15,-5 11 2 16,-3 3-10-16,3 1-6 16,9-9-1-16,15-11 0 15,20-13-2-15,23-15-4 16,21-15-9-16,15-16-29 0,16-11-61 15,6-10-53-15,19-15-66 16,24-2-110-16</inkml:trace>
  <inkml:trace contextRef="#ctx0" brushRef="#br2" timeOffset="68624.72">28705 7961 765 0,'0'0'87'15,"-130"95"-82"-15,51-26 73 16,-4 7 45-16,-11 5-38 16,-14 13-40-16,-9 2-33 15,-6 6-7-15,3-8-5 16,11-5-3-16,15-11-3 15,18-12 4-15,27-16-10 16,14-11-78-16,22-13 0 16,13-17-16-16,26-9-118 15,29-3 13-15</inkml:trace>
  <inkml:trace contextRef="#ctx0" brushRef="#br2" timeOffset="68864.83">29688 8385 813 0,'0'0'35'16,"-109"72"-3"-16,42-21 79 16,-5 8 20-16,-4 4-58 15,-2 6-29-15,-5 3-31 16,-5 1-8-16,6-4-5 15,0-6-1-15,8-7-2 16,15-13-35-16,19-11-109 16,23-10-18-16,17-14-46 15,17-8-204-15</inkml:trace>
  <inkml:trace contextRef="#ctx0" brushRef="#br2" timeOffset="69144.93">30489 8526 151 0,'0'0'481'15,"0"0"-386"-15,0 0 30 0,0 0-26 16,0 0-86 0,0 0 53-16,0 94 29 15,-38-40-51-15,-9 0 11 16,-10-1-10-16,-5 1-19 0,-1-2-16 15,2-4-10 1,8-7-2-16,9-4 1 16,14-9-35-16,19-10-144 15,11-7-52-15,19-9-31 0</inkml:trace>
  <inkml:trace contextRef="#ctx0" brushRef="#br2" timeOffset="69378.93">31332 8749 941 0,'0'0'18'0,"0"0"6"16,0 0 121-16,-94 94-54 16,70-56-26-16,2 2-20 15,2 1 19-15,4-2-43 16,-1-1-20-16,2-2-1 15,-2-1 0-15,-3-4-2 16,1-4-30-16,1-7-208 16,4-5-208-16</inkml:trace>
  <inkml:trace contextRef="#ctx0" brushRef="#br2" timeOffset="70036.67">29283 8674 667 0,'0'0'260'0,"0"0"-257"0,0 0 134 0,0 0-48 0,24-78-57 15,-4 39 17-15,8-10-13 16,11-15-18-16,13-18 12 16,14-15-14-16,11-19-6 15,19-15-2-15,10-8 1 31,12-8-2-31,5 1-6 0,0 9 0 0,-13 21 0 16,-21 21-2 0,-21 24 1-16,-20 11 0 0,-17 16 1 15,-12 11-1-15,-10 6-9 16,-9 9-10-16,0 4-82 0,-1 4-40 16,-17 3-40-16,-11 0-139 15</inkml:trace>
  <inkml:trace contextRef="#ctx0" brushRef="#br2" timeOffset="70347.86">30252 6875 1036 0,'0'0'1'0,"0"0"0"15,0 0 9-15,0 0-10 16,98-16 2-16,-44 30 2 15,-2 1-3-15,-7 6 2 16,-2-1 3-16,-6 5-2 16,-5-1 2-16,-7 0 3 15,-8-1 4-15,-6 1-5 16,-9-4 12-16,-2 2 6 16,0-2-2-16,-6 3-11 15,-9-3-2-15,0 0-7 16,0-2-3-1,3-1-2-15,8-6-4 0,4-2-126 16,0-3-92-16,6-6-197 16</inkml:trace>
  <inkml:trace contextRef="#ctx0" brushRef="#br2" timeOffset="71975.78">31302 6461 822 0,'0'0'0'0,"0"0"24"0,0 0 63 16,0 0-70 0,0 0-17-16,0 0-1 0,-12-17 1 15,12 17 4 1,0 0 4-16,0 0 3 0,0 0 0 15,0 0 22 1,0-2 51-16,0-8-21 0,0-2-53 16,-6 1 2-16,-7 2-5 15,-5 6-2-15,-11 3-1 16,-3 0 3-16,-7 7 0 16,-3 15 0-1,3 5 4-15,5 4-4 0,6 1-3 16,11-1-3-16,11-3-1 15,6 0-1-15,0-6 0 16,9-3 1-16,15-3 0 16,8-4 0-16,2-6 0 0,4-6 1 15,-3 0 3-15,-2-2-4 16,-4-15 2-16,0-6 0 16,-5-6 3-16,0-3-4 15,-7 1 2-15,-5 6-2 16,-7 9 1-16,1 11 2 15,-6 5 6-15,0 0-10 16,-7 15-8-16,-9 11 7 16,3 3 1-16,6 0-1 15,4 1 1-15,3-4 0 16,0-1-1-16,14-3 2 0,6-5-2 16,5-6-3-16,7-1 4 15,0-7 2-15,4-3-1 16,-1 0-1-16,-2-14 5 15,2-9-4-15,-2-11 3 16,1-8-3-16,-1-8 3 16,-5-12-4-16,-5-10 6 15,-1-9-6-15,-1-13 2 16,-4-10-1-16,0-1-1 16,-6 6 0-16,-2 12 0 15,-8 16 1-15,-1 18-1 16,0 18-1-16,0 15-1 0,0 17 4 15,-1 3-4-15,-13 33-14 16,-2 20 14-16,-2 15 2 16,-1 11 0-16,10 2 2 15,3 2-2-15,4 4-1 16,2-2 1-16,3 0 1 16,18-5-1-16,6-7 5 15,7-9-5-15,2-10 1 16,4-5-1-16,1-14 0 15,2-13-2-15,-6-11-1 16,-4-11-10-16,-3 0-22 16,-5-23 23-16,-3-10-1 15,-2-10 4-15,-1-10 8 16,1-7 0-16,-4-10 1 16,2-11-1-16,-3-5 1 0,-6-2-1 15,-3 10 1-15,-6 15 0 16,0 21 1-16,0 18 1 15,0 18 14-15,-10 6-2 16,-2 19-14-16,-5 19 0 16,2 7 3-16,2 8 6 15,7 0-4-15,6 5 8 16,0-6-10-16,0 2 0 16,12-7-1-16,6-3-1 15,3-7 0-15,1-8-1 0,-1-8 0 16,0-9 0-1,3-8 0-15,-3-4 1 0,3 0-1 16,-1-14 0 0,-1-7-2-16,0-10 0 0,-2-6 0 15,-2-6-3-15,-6 0 3 16,-4 2 0-16,-5 6 2 16,-3 11 0-16,0 11 0 15,0 6 0-15,0 7 0 16,-5 0 0-16,-5 14-13 15,-5 10 13-15,4 8-1 16,2 1 1-16,6 0 2 16,3-1-2-16,0-2 1 15,0-5-1-15,8-4 0 16,6-3 0-16,0-8 0 0,1-4 1 16,5-4 0-1,-4-2 3-15,7 0-4 0,-1-12 2 16,0-11-2-16,1-3-1 15,-1-5 1-15,0-1-1 16,-5-1 0-16,-2 5 0 16,-8 10 1-16,-2 9 0 15,-5 4-3-15,0 5 3 16,0 0 0-16,0 0-14 16,0 13 11-16,0 1 0 15,0 1 2-15,0-2 1 16,0-5 0-16,0 3 0 0,11-4 2 15,3-1 0 1,5 0-2-16,2-4 5 0,5-2-3 16,3 0 0-1,1 0-1-15,8 0-1 0,0-4 1 16,-2-6 1-16,-5-3-2 16,-5-3 1-16,-13-4 0 15,-2-2-1-15,-6-1-2 16,-5-1-37-16,0-1-61 15,-5 5-12-15,-15-2-59 16,-11 3-48-16,-11-3-186 16</inkml:trace>
  <inkml:trace contextRef="#ctx0" brushRef="#br2" timeOffset="72162.69">32412 6041 728 0,'0'0'49'0,"0"0"59"0,0 0 31 0,0 0-57 0,0 0-66 0,0 0-16 16,78-45-2-16,-38 45 0 16,1 5-28-16,-5 3-181 15,-1-4-242-15</inkml:trace>
  <inkml:trace contextRef="#ctx0" brushRef="#br2" timeOffset="73495.77">32103 6886 824 0,'0'0'35'16,"0"0"41"-16,0 0 62 15,0 0-125-15,0 0-13 0,0 0-5 16,6 46 5-16,-8-11 3 15,-2 0-1-15,4-3 4 16,0-7-5-16,0-6-1 16,0-5 2-16,0-3-2 15,0-8-1 1,0-3 1-16,0 0 2 0,7 0 10 16,7-14 7-1,5-11-10-15,4-7-1 0,1-6-3 16,-2 0-4-16,2-2-1 15,-4 13 2-15,-6 10 1 16,-5 7 7-16,-4 6 16 0,-4 4 11 16,-1 0-37-16,0 6-12 15,0 13 5-15,0 6 7 16,0-1 0-16,3 2 0 16,8-2 0-16,-1-2 2 15,8-5-1-15,2-6-1 16,2-4 2-16,3-5 0 15,2-2-1-15,1 0 2 16,-2-16 1-16,1-6-1 16,0-9-2-16,-4-5 0 15,-2 0-1-15,-6 5 1 16,-6 6 0-16,-5 9 1 16,-4 7-2-16,0 5 1 0,-5 4-1 15,-13 0-7 1,-3 4-7-16,-1 12 13 0,3 5-3 15,6-2 4-15,6 1 0 16,5-1-1-16,2-2 1 16,0-2-2-16,2-3 0 15,12-1 1-15,3-6-9 16,5-5 4-16,0 0-19 16,1 0 11-16,4-16-2 15,-2-1 3-15,2-3-2 16,-5 2 8-16,-5 2 7 15,-5 6 1-15,-8 3 0 0,-2 6 3 16,-2 1 12-16,0 0-16 16,0 6-15-16,0 10 11 15,-6 4 4-15,2 0 0 16,4-1 0-16,0-5 0 16,0 0 0-16,7-4-1 15,8-2 1-15,3-5 1 16,3-3 3-16,4 0-1 15,0-9 0-15,-1-12-3 16,0-6 0-16,-1-8 3 16,-1-5 1-16,-1-3-3 15,-2-8-1-15,0-4 0 16,-1 1 1-16,-7 10-1 0,-5 13 1 16,-3 17 2-1,-3 10 3-15,0 4 2 0,-17 14-8 16,-7 15-3-16,4 6 3 15,3 3 3-15,4-3-3 16,5 0 0-16,8-3 1 16,0-5-1-16,0 1 0 15,12-8-3-15,6-2 2 16,4-6 2-16,1-5-2 16,2-7 1-16,1 0-6 15,-3-7-4-15,3-10 1 16,-5-7-5-16,0-1 8 0,-2-2-4 15,-7 3 9-15,-4 4 0 16,-5 7-1-16,-3 8 4 16,0 5 5-1,0 0-7-15,-10 12-1 0,-2 10-2 16,-1-1 6-16,6 0 1 16,5-1-1-16,2-2 1 15,0-2-4-15,2-3 0 16,11-4 3-16,6-3-3 15,7-4 0-15,1-2-4 16,2 0-62-16,1-10-71 16,-2-9-39-16,-3-5-253 15</inkml:trace>
  <inkml:trace contextRef="#ctx0" brushRef="#br2" timeOffset="73688.28">33067 6634 639 0,'0'0'49'0,"0"0"30"0,0 0 43 0,0 0-116 15,0 0-6-15,0 0-1 16,121 10-31-16,-75-4-140 16,-3-4-316-16</inkml:trace>
  <inkml:trace contextRef="#ctx0" brushRef="#br2" timeOffset="74199.97">32290 7743 745 0,'0'0'88'15,"57"-74"-79"-15,-29 44 111 16,-7 9-43-16,-9 10-39 0,-8 7 17 16,-4 4-5-1,0 0-48-15,-6 13-2 16,-15 10 0-16,-3 7 12 15,3 1 1-15,8-1-7 16,4-3 1-16,9-1-6 0,0-5 0 16,0-3-1-16,18-4 2 15,6-6-1-15,4-6 1 16,5-2-2-16,1-2-1 16,-1-20-4-1,1-6 2-15,1-6 0 0,-1-6 2 16,-1-1 1-1,-5 6 3-15,-4 7 1 16,-8 11-3-16,-8 10 12 0,-7 5 18 16,-1 2-9-16,0 0-22 0,0 14-13 15,0 7 13-15,0 5 2 16,0-2 0-16,-1-3-2 16,-1-1 1-16,-1-2-1 15,-4-3 0-15,-3-4-2 16,-3-4-84-16,-4-5-126 15,0-2-174-15</inkml:trace>
  <inkml:trace contextRef="#ctx0" brushRef="#br2" timeOffset="74358.85">32578 7326 993 0,'0'0'8'0,"0"0"99"0,0 0-73 0,0 0-34 0,0 0-53 16,0 0-117-16,28 30-139 16</inkml:trace>
  <inkml:trace contextRef="#ctx0" brushRef="#br2" timeOffset="74699.2">31817 8430 600 0,'0'0'696'16,"0"0"-694"-16,17-83 134 15,10 68-81-15,9 5-54 16,14 5-1-16,6 1-2 16,4 4-2-16,4 0-3 15,-10 0-5-15,-9-3-46 16,-7-1-67-16,-14-2-58 0,-9-1-48 16,-13 0-126-1</inkml:trace>
  <inkml:trace contextRef="#ctx0" brushRef="#br2" timeOffset="74914.63">32090 8326 948 0,'0'0'22'0,"0"0"14"16,0 75 104-16,4-29-61 15,2 4-24-15,-3 2-46 16,-3-4-7-16,0-3-1 0,0-9 1 15,-10-3-4-15,-4-9-17 16,-2-5-93-16,7-5-55 16,3-8-85-16,6-6-259 15</inkml:trace>
  <inkml:trace contextRef="#ctx0" brushRef="#br2" timeOffset="75226.7">32285 8479 1039 0,'0'0'20'16,"0"0"173"-16,0 0-120 15,0 0-50-15,101-30-12 16,-68 46-9-16,0 6 7 16,-3 3 2-16,-6 1 10 0,-5 3 2 15,-9 1-21 1,-5 2 2-16,-5-3-3 0,0-5-1 15,0-5 1-15,-10-4-1 16,2-7 0-16,2-3-30 16,0-5-10-16,2 0 22 15,4-10 7-15,0-13-12 16,0-6 19-16,16-6 4 16,10-4 1-16,4 0-1 15,4-2-4-15,0 6 4 16,-2 8 3-16,-6 11-3 15,-10 9-18-15,-5 7-71 16,-5 0-95-16,-6 7-39 16,0 7-65-16</inkml:trace>
  <inkml:trace contextRef="#ctx0" brushRef="#br2" timeOffset="75827.42">32873 8444 74 0,'0'0'897'0,"0"0"-854"16,0 0 199-16,0 0-143 15,0 0-78-15,0 0-21 16,18-22-9-16,-18 43 9 0,0 3 3 16,0 0-1-16,0-2 3 15,3-3-3-15,8 3-1 16,8-5-1-1,0-1 3-15,4-10-3 0,2 1 1 16,2-7-1-16,0 0 0 16,1-13-9-1,-1-11-1-15,-2-7 2 16,-2-2 3-16,-4 3 4 16,-5 6 1-16,-6 9 1 0,-5 9 5 15,-3 4 28-15,0 2 13 16,0 0-47-16,0 0-2 0,0 13-12 15,-1 9 14 1,-1 2 13-16,2-1-9 0,0-1 10 16,12-5-1-16,7 0-7 15,11-8 7-15,3 0-5 16,3-8 2-16,-2-1-8 16,-4 0-1-16,-1-12 2 15,-4-12 2-15,2-5-3 16,-8-4-2-16,-4-4 6 15,-6 5-5-15,-6 2 1 16,-3 11 0-16,0 7 11 16,-4 6-5-16,-7 6-8 15,-4 0-1-15,2 8-2 16,1 14 3-16,9 4 0 0,3 7 0 16,16 0 2-16,20 0-2 15,18 3 0-15,14 0-12 16,17 8-119-16,-14 3-127 15,-21 3-518-15</inkml:trace>
  <inkml:trace contextRef="#ctx0" brushRef="#br2" timeOffset="146878.53">27078 10397 990 0,'0'0'0'0,"0"0"-33"15,0 0 33-15,0 0 67 16,0 0-28-16,0 0-29 16,33-4 5-16,-28 11 14 15,0 4-17-15,1 0-4 16,-1-1-1-16,1 1-3 15,-3-1 4-15,0 0 1 16,-1-3 6-16,-2-1-10 16,0 0 0-16,0 0 20 0,0-2-7 15,0-2-9 1,0 3-6-16,0-5-2 0,0 2-1 16,0 0-1-16,0-2-1 15,4 3 2 1,0-3-1-16,4 1-4 0,2 1 4 15,5 1-2-15,3-2 1 16,5 4-6-16,2-2-5 16,2 4-6-16,1-3 7 15,6 3 2-15,5-1 0 16,9 4-2-16,7 3 10 16,11 1-15-16,8 3 8 15,8-2-21-15,8 2-4 16,-2-1-20-16,3 4-13 0,-3-3 31 15,2 3 0-15,-4 0 25 16,-3-6 3-16,-6 1 6 16,-5-3 0-16,-1-1 2 15,-4-3 3-15,-1-5 0 16,-1 3-2-16,-2-5 1 16,0 1-1-16,-5-2-1 15,-6 3 1-15,-7-1 0 16,-4 4-1-16,-5 1 1 15,-4 1-1-15,-4-2 0 16,0 2 1-16,-2 0 2 0,-1 1 0 16,5 2-1-16,2-1-1 15,0-5 14-15,7 3-15 16,0-4-1-16,3-2-1 16,4 4 0-16,0-6-9 15,3 0-8-15,2 0-21 16,-2 0-2-16,2 0 35 15,0 0 0-15,1-6-96 16,-2 4 25-16,0-7 78 16,1 3-2-16,1-1-3 15,-1 0 2-15,2-2-4 16,1 0-23-16,-1 1 21 16,3 0 9-16,-1 2-5 15,-3 2 2-15,-4-2 3 16,-3 0 1-16,-5 1-1 0,-2 0 14 15,0 3 9-15,-2 1-10 16,3 1 22-16,1-3-23 16,0 3 1-16,-1 0-3 15,-3 0-8-15,-2 0 0 16,-2 0-1-16,-4 0 4 16,-1 3 8-16,-2-2-10 15,0 1 5-15,-2 1-3 16,-1-2-4-16,-3-1 0 15,0 0 4-15,-3 0-3 16,-1 0 0-16,1 0 2 16,-4 0-2-16,1 0 3 0,-6 0-4 15,-3 0 0 1,-2 0 2-16,-2 0-2 0,1-4-1 16,-1 2 0-16,0-2 0 15,0 1 2-15,0 0-2 16,0 0 0-16,-1-2 0 15,-2 3 0-15,3 0 0 16,0-2 0-16,0-3 0 16,0-1 0-16,0 2 1 15,4-3-1-15,5-3 1 16,4-6-1-16,1-6 1 16,5-9 11-16,3-11 20 0,5-10-17 15,2-5 57-15,6 0-47 16,-2 8-23-16,-6 9 15 15,-9 7-1-15,-5 6-10 16,-8 9-3-16,-5 5-3 16,0 4-32-16,-3 3-329 15</inkml:trace>
  <inkml:trace contextRef="#ctx0" brushRef="#br2" timeOffset="150415.38">27092 6511 975 0,'0'0'19'0,"0"0"-19"0,-112 52 0 16,52-14 41-16,-4 8 33 16,-2 5-33-16,1 4-27 15,5-4-5-15,5 4 0 16,4-10-4-16,11-1-5 15,4-7-2-15,8-8 2 16,4-8-4-16,10-6-14 16,8-10-91-16,6-1-38 15,3-4-131-15,26-8-143 16</inkml:trace>
  <inkml:trace contextRef="#ctx0" brushRef="#br2" timeOffset="150649.84">27192 6725 802 0,'0'0'0'16,"0"0"4"-16,0 0-2 16,-45 94 59-16,6-52-13 15,-7 6-26-15,-6 0 10 16,0-5-11-16,2-1 2 15,3-3-3-15,6-9-17 0,4-1-2 16,8-6-1 0,7-4-1-16,10 2-20 0,7-8-98 15,5-1-108-15,7-8-169 16</inkml:trace>
  <inkml:trace contextRef="#ctx0" brushRef="#br2" timeOffset="150869.5">27268 7172 941 0,'0'0'79'15,"0"0"-71"-15,0 0-8 0,0 0 134 16,-102 96-68 0,67-60-39-16,-3-2-14 0,-2 2-3 15,3-6-7-15,2-2-3 16,6-4-2-16,12-4 2 15,7 1-9-15,10 0-72 16,13-3-78-16,29-5 63 16,19-9-361-16</inkml:trace>
  <inkml:trace contextRef="#ctx0" brushRef="#br2" timeOffset="151123.76">27811 7561 943 0,'0'0'87'0,"0"0"-86"16,0 0 72-16,-88 46 81 0,33-21-92 16,-5 4-20-1,2 3-3-15,-1 3-19 0,3-2-15 16,2-1-5-16,5 5 0 16,7 0-2-16,12-7-5 15,14 5-89-15,10-11-21 16,6-8 25-16,22-6-179 15,19-8-46 1,19-2-112-16</inkml:trace>
  <inkml:trace contextRef="#ctx0" brushRef="#br2" timeOffset="151292.6">28238 7897 901 0,'0'0'28'16,"-99"53"49"-16,44-19 95 15,0 4-64-15,7 3-49 16,0 3-15-16,5-2-24 16,4-1-20-16,10-7 0 15,7-7-3-15,9-2-4 16,13-4-63-16,0 1-71 16,22-2-63-16,22-4 133 15,17-10-634-15</inkml:trace>
  <inkml:trace contextRef="#ctx0" brushRef="#br2" timeOffset="151516.25">28910 8331 1142 0,'0'0'19'16,"0"0"-18"-16,-89 65 44 15,53-36 43-15,-4 5-14 16,-3 0-52-1,5-1-21-15,1-5-1 0,7-3 0 16,9-7-11-16,8 3-57 16,13-5-94-16,0 0-65 15,25-3 0-15,26-2 73 16</inkml:trace>
  <inkml:trace contextRef="#ctx0" brushRef="#br2" timeOffset="151746.66">29744 8553 1245 0,'0'0'18'0,"0"0"-14"15,-113 67 2-15,80-41 63 16,2-1 15-16,1 0-59 16,6-2-17-16,6-4-8 15,7-1-6-15,7-5-4 16,4 2-72-16,7-4-96 15,26-1-19-15,15-6-48 16,14-4-221-16</inkml:trace>
  <inkml:trace contextRef="#ctx0" brushRef="#br2" timeOffset="151959.56">30601 8746 932 0,'0'0'64'16,"0"0"-54"-16,-54 76 92 15,29-49 44-15,3-2-56 16,2 0-16-16,4-3-50 16,3 0-19-16,7-3-4 15,5-5-2-15,1 0-2 16,1-1-36-16,22-3-80 0,13-1-45 16,15-6-72-1,14-3 86-15</inkml:trace>
  <inkml:trace contextRef="#ctx0" brushRef="#br2" timeOffset="152100.96">31265 8918 386 0,'0'0'578'0,"0"0"-574"0,0 0 32 16,0 0 102-16,-51 88-56 16,48-61-15-16,3 3-35 15,7-3-9-15,23-3-10 16,9 0-13-16,13-3-2 15,11 1-28-15,9-6-145 16,5-9-57-16,8-7-3 16</inkml:trace>
  <inkml:trace contextRef="#ctx0" brushRef="#br2" timeOffset="153605.46">33776 5548 483 0,'0'0'0'0,"-82"-77"1"0,27 42 2 0,-13 2 25 0,-15 5 27 0,-22-2-22 0,-23 1 0 15,-23 2 6-15,-20 2-7 16,-10 6-9-16,3 6 5 16,12 8-4-16,19 5-1 15,9 2 18-15,5 21-8 16,-1 9-3-16,-2 7-15 0,3 8 5 15,3 8 0-15,4 9-1 16,3 8 1-16,8 11-11 16,3 9-4-16,2 11 0 15,4 7-4-15,7 0 2 16,11 0-3-16,21-4 0 16,15-3 0-16,12-4 0 15,10-2 1-15,6-1-1 16,9 4 2-16,8 2-2 15,7 7 6-15,0 4-6 16,13 3 0-16,4 3 0 16,0-1 1-16,-5-4-2 0,-4-3-1 15,-5-8 1-15,-3-7 0 16,0-3-1-16,-12-1-7 16,-5-1-1-16,6-6 1 15,9-10 7-15,2-10-46 16,12-9 47-16,9 1 1 15,1 1 0-15,-1-4 0 16,0-1 0-16,3-2 4 16,1-2-4-16,7 0 0 15,3 9 0-15,10-2 0 16,3 0-1-16,2-1-8 16,-1-4 9-16,-3 0-3 0,-6-1 6 15,-4 9-3-15,-5 2 0 16,5-4 85-16,4-3-85 15,11-15 6-15,6-10-6 16,2-3 0-16,1 2 0 16,6-3 0-16,6 1 1 15,5-2-1-15,5-4-4 16,0-5 2-16,0-4-23 16,-2 2 24-16,0-2-8 15,-1 6 5-15,-5 3 0 16,-2-2 4-16,-10-1-3 15,-8 2 5-15,1-5-2 16,2-1 5-16,3-2-5 16,1-2 1-16,2 1 0 0,2-4 0 15,3-5 6-15,-3-1-6 16,7 0 3-16,-5-7 4 16,-2-5-4-16,3-4 0 15,-6 1 3-15,0-2 12 16,5-2 20-16,9-5-24 15,3 2 12-15,6-6-18 16,0-4 1-16,-3-8 12 16,2-3-14-16,4-12-1 15,-24-8 4-15,-18-13-11 16,-28-9 1-16,-18-2 2 0,0 6-2 16,0-2 7-16,0-3-1 15,0-8 15-15,0-6 6 16,0-7-2-16,0-4-11 15,0-3 3-15,0-5-3 16,0-10-9-16,0-3-4 16,0-5 2-16,0 3-4 15,0 12 0-15,0 7-1 16,0 8 1-16,0 6-4 16,0 2 3-16,0-2 0 15,0-9-3-15,0-6 0 16,0-1 0-16,0 4 0 15,0 13-3-15,0 12-2 0,0 13-46 16,0 4-90 0,0-4-136-16</inkml:trace>
  <inkml:trace contextRef="#ctx0" brushRef="#br2" timeOffset="170166.53">26156 2177 868 0,'0'0'13'0,"0"0"-11"0,0 0 42 15,0 0 114-15,0 0-88 16,0 0-53-16,0 0-11 0,-61 24 3 16,15 21 46-16,-8 9 10 15,2 6-21-15,6 9-2 16,4 6 18-16,6-2-30 15,12-9-19-15,11-7 6 16,13-9-15-16,0-3 8 16,25-7-5-16,10-9-2 15,3-10 5-15,5-14-6 16,4-5 1-16,0-12-1 16,-2-22 5-16,-2-14-1 15,-10-14 0-15,-6-18 5 16,-12-14 0-16,-6-9-5 0,-9 2-3 15,0 15-1 1,-9 23-1-16,-12 22 14 0,0 19 8 16,-3 13-4-16,-5 9-19 15,-9 12-1-15,-5 19-7 16,1 10 4-16,6 6 4 16,10 3-3-16,8 6-4 15,9 1 6-15,7-5 0 16,2-1-2-16,13-8 1 15,13-7-3-15,13-9 4 16,7-6 1-16,8-12-9 16,4-6 5-16,0-3-9 15,-1-13-8-15,-2-16 7 16,-7-7 0-16,-11-4 8 16,-10 2 6-16,-12 7 1 0,-6 10 3 15,-9 10 6-15,0 5 9 16,0 6 12-16,0 0-31 15,0 8-10-15,-2 15-5 16,-8 7 15-16,3-1 0 16,0 2 1-16,4-3 1 15,2-5-1-15,1-6-1 16,0-4 0-16,0-7-1 16,0-4 1-16,0-2-2 15,4 0 2-15,13-4 5 16,8-19 7-16,5-6-8 15,0-4-2-15,-5 2 1 0,-5 9-2 16,-8 6 2 0,-6 9-3-16,-5 7 3 0,-1 0-3 15,0 2-11-15,0 15-6 16,0 7 17 0,0 7-2-16,2-5 4 0,5-2-2 15,5 2 1-15,2-8-1 16,5-4 2-16,3-2-3 15,2-7 2-15,3-5 0 16,0 0 2-16,1-7-3 16,1-14 1-16,-4-12 6 15,-1-5-4-15,-9-4 2 16,-6 3-4-16,-4 10 2 16,-5 8-3-16,0 13 2 0,0 8-2 15,-5 0-2-15,-10 19-17 16,-8 12 9-1,1 1 8-15,7 0 1 0,9-2 1 16,6-4 2-16,0 0-2 16,1-6-2-16,18-3 0 15,7-3 1-15,7-4-12 16,4-4-62-16,4-6-87 16,-1 0-57-16,3-9-39 15,-1-19-364-15</inkml:trace>
  <inkml:trace contextRef="#ctx0" brushRef="#br2" timeOffset="170399.75">27400 2067 1140 0,'0'0'7'0,"0"0"10"0,0 0 130 0,0 0-101 0,0 0-43 15,0 0 52-15,-77 111-12 16,63-58-11-16,4 2-2 15,6 1-3-15,1 2-13 16,3-1-6-16,0-6-8 16,0-10-3-16,0-9 1 15,0-10-20-15,0-8-123 0,6-10-77 16,2-4-50 0,-2 0-192-16</inkml:trace>
  <inkml:trace contextRef="#ctx0" brushRef="#br2" timeOffset="170573.5">27248 2396 854 0,'0'0'73'0,"0"0"-46"0,0 0 147 15,0 0-140-15,0 0-34 16,0 0-3-16,97-43-13 16,-53 43-104-16,-3 0-44 15,-5 4-76-15,-8 8-158 16</inkml:trace>
  <inkml:trace contextRef="#ctx0" brushRef="#br2" timeOffset="171397.34">27627 2548 594 0,'0'0'56'0,"0"0"97"16,0 0-36-16,0 0-78 15,0 0 4-15,0 0 21 16,71-75-3-16,-71 50-17 15,0 1 19-15,0 2-6 16,-11 14-25-16,-7 3 35 16,-4 5-58-16,-5 0-9 15,-3 17-1-15,3 5 1 16,6 3 0-16,6 1-5 0,8-3 3 16,5-1 2-16,2-4-1 15,0-3 0-15,11-8-1 16,10-2 2-16,1-5-3 15,8 0 1-15,0 0-4 16,0-18-8-16,0-5 3 16,-5 1 9-16,-3-5 2 15,-10 9 0-15,-4 6 2 16,-8 4 6-16,0 8 10 16,0 0-11-16,0 3-7 15,0 16-15-15,-6 6 15 16,0 0 0-16,3 1 2 15,3-1 0-15,0-1-1 16,0-5 1-16,12-5 0 0,4 0-2 16,1-5 0-16,2-7 5 15,2-2-1-15,1 0 1 16,1-13-5-16,-1-13 2 16,2-6 2-16,-2-5-4 15,-1-7 0-15,-6 5 0 16,-3 11 0-16,-6 9 1 15,-5 13 2-15,-1 6-3 16,0 4-3-16,0 18-22 16,-7 8 22-16,-5 6 2 15,6-4 2-15,3 0 1 16,3-5 2-16,0-5-4 16,0-5 0-16,3-1 1 0,10-10-1 15,2-2 7-15,11-4-4 16,5 0 2-1,8-16-4-15,4-8-1 0,0-15 0 16,-1-9-2-16,0-17-10 16,-8-14-1-16,-1-6-7 15,-11 0 3-15,-11 14 8 16,-8 16 8-16,-3 28 2 16,0 15 15-16,-8 12 29 15,-12 22-45-15,-9 17 0 16,-2 14 10-16,4 8-7 15,9 2-2-15,6 3 4 0,8 5 1 16,4-4-6 0,0-5-2-16,8-8 2 0,9-11-7 15,-2-7-1-15,-2-13-101 16,-2-11-90-16,-5-12-164 16</inkml:trace>
  <inkml:trace contextRef="#ctx0" brushRef="#br2" timeOffset="171587.46">28054 2109 1153 0,'0'0'2'0,"0"0"62"0,0 0 14 0,0 0-78 0,0 0-27 0,0 0-105 0,54 16-193 16</inkml:trace>
  <inkml:trace contextRef="#ctx0" brushRef="#br2" timeOffset="172778.56">26887 3373 600 0,'0'0'82'0,"0"0"25"0,0 0 54 0,0 0-85 0,0 0 18 15,0 0 25-15,0-61-58 16,0 61-44-16,-3 23-16 16,-9 13 0-16,-7 13 48 15,1 8-9-15,2 5 14 16,-2 8-1-16,3-1-24 15,-1 2-7-15,2-9-12 16,-1-4-7-16,3-9-3 16,-1-6-1-16,2-8 0 15,4-10-3-15,-1-8-25 0,5-7-105 16,-1-10-61-16,4 0-44 16,0-27-134-16</inkml:trace>
  <inkml:trace contextRef="#ctx0" brushRef="#br2" timeOffset="173415.2">26783 3417 848 0,'0'0'143'15,"0"0"-142"-15,0 0 161 16,-9-82-37-16,25 75-125 16,16 5-2-16,7 2 0 15,7 0-2-15,0 12 4 16,-1 10 0-16,-7 5 2 15,-9 2 2-15,-11 3-1 16,-9 2 3-16,-9-1-3 16,0-2 5-16,-20 0-3 15,-12-7 4-15,-9-8 7 16,-3-4 6-16,-1-6 1 16,5-2 1-16,7-1-10 15,12-3 1-15,6 0 6 16,9 0-8-16,6 0-2 15,0 0 4-15,0 0 0 0,3-4 4 16,10-7-19-16,2 1 0 16,1 8-4-16,-2 2 1 15,2 0-1-15,1 20 4 16,2 8 2-16,-1 5 6 16,3 5 8-16,0-3-7 15,0-1 0-15,1-3 0 16,0-6-6-16,1-4-3 0,-2-9 2 15,1-2-2 1,2-10 0-16,0 0-1 0,1-12 1 16,2-12-12-1,0-8-10-15,-2-6 11 0,-2 1 9 16,-5-1 2-16,-4 12 2 16,-4 11 0-16,-9 6 5 15,-1 9 16-15,0 0-5 16,-3 11-18-16,-13 17 0 15,-2 8 5-15,-2 0 6 16,7-1-1-16,1-1-7 16,5-5-1-16,2-5-2 15,0-2-4-15,2-9-34 16,3-4-123-16,0-9-78 16,8 0-88-16,10-21-364 0</inkml:trace>
  <inkml:trace contextRef="#ctx0" brushRef="#br2" timeOffset="173605.28">27453 3396 1136 0,'0'0'31'0,"0"0"-8"0,0 0 168 0,0 0-166 0,0 0-25 16,0 0-29-16,-54 13 15 15,48 32-77-15,3 6-109 16,2 1-23-16,1 2-90 15</inkml:trace>
  <inkml:trace contextRef="#ctx0" brushRef="#br2" timeOffset="174026.95">27581 3820 735 0,'0'0'74'16,"0"0"77"-16,0 0 14 0,95-82-86 15,-76 54-11-15,-5 0-12 16,-9 5-13-16,-5 6 22 15,0 7 2-15,-5 1-31 16,-17 7-20-16,-9 2-15 16,-5 0-1-16,0 18 1 15,5 6-1-15,4 1 1 16,8 2-2-16,6-3 1 16,12 0-1-16,1-5 0 15,1-1-4-15,19-5-5 16,5-9-14-16,5-4-22 0,3 0-2 15,0-3 30-15,-2-8 13 16,-4-1 5-16,-8 3 1 16,-8 3 3-16,-7 4 16 15,-4 2 33-15,0 14-31 16,0 21-22-16,-9 18 56 16,-11 13 7-16,-3 10-27 15,-5 4 6-15,-1 3-19 16,1-4-15-16,3-3-6 15,2-8 1-15,5-9-3 16,4-9 0-16,3-14-1 0,5-15-2 16,4-9-20-16,2-10-118 15,0-2-22-15,17-12-2 16,14-24-166-16,11-14-280 16</inkml:trace>
  <inkml:trace contextRef="#ctx0" brushRef="#br2" timeOffset="174615.79">28163 3485 1132 0,'0'0'36'0,"0"0"35"0,0 0 42 0,0 0-94 16,-42 97 31 0,23-27 2-16,2 1-29 0,5-3-18 15,1-4 17-15,1-6-10 16,3-6-6-16,1-13-6 15,5-11 0-15,1-14-1 16,0-6 1-16,0-8-1 16,10 0 1-16,13-19 0 15,12-18-5-15,9-13-15 16,2-6-5-16,-3 1-9 16,-6 8 17-16,-8 14 9 15,-12 13 8 1,-7 10 3-16,-9 10 20 15,-1 0-11-15,0 16-12 16,0 15 0-16,0 8 37 0,0 1-15 16,0-4-17-16,0-2-1 15,0-2-1-15,8-6 4 0,5-9-7 16,2-9 0-16,7-5 1 16,2-3-1-16,9-11 0 15,4-21-7-15,2-10-7 16,3-15-6-16,1-14 3 15,-1-11-3-15,-1-7 11 16,-6 3 7-16,-10 14 2 16,-10 25 3-16,-9 21 8 15,-4 16 29-15,-2 10-3 16,0 0-37-16,-18 29-2 0,-11 15 2 16,-1 12 12-1,4 5-4-15,3 1-5 16,5 0 0-16,5-3-3 15,1-7 0-15,0-8-5 0,2-8-70 16,4-9-138-16,1-11-160 16</inkml:trace>
  <inkml:trace contextRef="#ctx0" brushRef="#br2" timeOffset="174772.22">28691 3702 1173 0,'0'0'8'0,"0"0"107"0,0 0-63 0,114-45-52 0,-61 45-25 15,4 0-117-15,-4 0-107 16,-5 0-198-16</inkml:trace>
  <inkml:trace contextRef="#ctx0" brushRef="#br2" timeOffset="175039.78">29531 3294 212 0,'0'0'930'16,"0"0"-923"-16,0 0-2 16,-92 36 112-16,68 11-39 0,3 12-13 15,7 8 2-15,7 7-20 16,1 0-29-16,0-4 1 15,0-9-16 1,0-8-3-16,0-10-5 16,0-11 1-16,-1-4-21 15,1-7-142-15,3-13-93 0,1-8-97 16</inkml:trace>
  <inkml:trace contextRef="#ctx0" brushRef="#br2" timeOffset="175217.81">29355 3673 1109 0,'0'0'49'0,"0"0"37"0,0 0 70 15,31-78-133-15,-2 75-23 16,7 3-5-16,2 3-5 16,-1 11-82-16,-4 4-90 15,-6 3-44-15,-7-2-91 16</inkml:trace>
  <inkml:trace contextRef="#ctx0" brushRef="#br2" timeOffset="176048.6">29828 3884 764 0,'0'0'38'0,"0"0"-12"16,0 0 45-16,0 0-55 15,21-90-11-15,-21 72 13 16,0 4 9-16,-12 1 25 16,-13 7-10-16,-5 5-28 15,-3 1 1-15,-1 4 19 16,5 13-13-16,7 4 1 16,7 2-18-16,6-1 0 15,6-2-1-15,3-2-3 16,3-3-3-16,16-5 2 15,7-2-4-15,2-5-27 16,5-3-8-16,0 0 10 0,0-11 10 16,-2-3 18-16,-3-5 2 15,-6 3 3-15,-8 2 17 16,-6 8 31-16,-7 3 23 16,-1 0 0-16,0 3-28 15,0 0-35-15,0 3-11 16,0 14 0-16,-4 3 0 15,2 1 7-15,2 1-2 16,0-2-3-16,5-5-2 16,9-2 0-16,3-6 0 15,4-3 0-15,2-4-7 16,3-2-15-16,-2-17 6 16,3-6 6-16,1-4 6 15,2-9 0-15,-2 3 4 16,-4 6 0-16,-9 13 4 0,-6 7 2 15,-8 6 23-15,-1 3-6 16,0 9-23-16,-1 20-1 16,-9 8 1-16,1 1 21 15,4-2-11-15,5-4-5 16,0-4-4-16,0-3 1 16,6-9-1-16,6-6 0 15,7-7 2-15,4-3-1 16,6 0-2-16,6-21-7 15,1-9-12-15,1-10 6 16,3-11 6-16,1-11 3 16,0-13-13-16,1-12 6 0,-3-10-1 15,-6 7 6-15,-13 18 5 16,-9 24 1-16,-9 24 8 16,-2 16 35-16,0 8-35 15,-26 22-8-15,-8 21 0 16,-5 16 37-16,3 12-14 15,9 11-4-15,7 3 6 16,9 0-4-16,2-5-12 16,6-9-7-16,3-3-2 15,0-12-4-15,0-13-3 16,6-16-79-16,3-14-71 16,-1-13-83-16,2-3-245 15</inkml:trace>
  <inkml:trace contextRef="#ctx0" brushRef="#br2" timeOffset="176240.84">30238 3330 1123 0,'0'0'25'0,"0"0"-20"0,0 0 146 0,0 0-126 0,0 0-25 16,0 0-20-16,22 29-16 15,6-4-161-15,3-5-246 16</inkml:trace>
  <inkml:trace contextRef="#ctx0" brushRef="#br2" timeOffset="176640.44">31211 3364 1044 0,'0'0'1'0,"0"0"27"15,121-60 93-15,-64 54-64 16,1 6-27-16,1 0-20 16,0 5-10-16,-9 1 0 0,-14-2-3 15,-13-4-16 1,-12 0-89-16,-11 0-38 15,0-3-2-15,-20-6-101 0,-10-1 1 16,0 0 97-16,3 2 114 16,9 6 37-1,5 0 73-15,5 2 44 0,2 0-2 16,-3 0-37 0,-6 16 16-16,-1 15 32 15,-6 12-32-15,-4 8-20 0,3 10-3 16,1 6-11-16,3 4-7 15,4-2-15-15,5-1-9 16,2-7-14-16,2-5-14 16,3-6-1-16,2-4-3 0,1-13-7 15,0-8-142-15,0-10-143 16,6-13-465-16</inkml:trace>
  <inkml:trace contextRef="#ctx0" brushRef="#br2" timeOffset="177355.8">31632 3757 869 0,'0'0'5'16,"0"0"-2"-16,0 0 65 16,0 0-39-16,98-46-13 0,-72 37-11 15,-3-5 1 1,-2 2 6-16,-4-4 17 15,-7 4-2-15,1 5 12 0,-8 1 42 16,-2 2-7-16,-1 0-23 16,0 4-13-16,0 0-26 15,0-1-12-15,0 1-1 16,0 0-7-16,-6 1-5 16,-7 18 8-16,-4 2 5 15,3 4 1-15,-2 4-1 16,5-1 0-16,3 3-1 15,4-1 0-15,4-3 1 16,0-1 1-16,1-4-1 16,15-5-3-16,6-6 1 15,6-1 0-15,9-10-1 16,5 0-5-16,4-7 0 0,2-17-6 16,-5-9 6-16,0-6 7 15,-7-5-3-15,-5 0 3 16,-8 3 2-16,-11 10 2 15,-6 10-3-15,-6 7 6 16,0 5-5-16,0 4 4 16,-6 3-5-16,-9 2-2 15,0 0 1-15,0 10-2 16,5 7 2-16,2-1 1 16,2 6 0-16,4 0 1 0,2 2-1 15,0 4 4-15,0 0-4 16,5 5 0-16,4 0 0 15,0 0 0-15,0-2 1 16,-3-3-1-16,-3-5-1 16,-2-5 0-16,-1-8 2 15,0-4-2-15,0-5 0 16,0-1 1-16,0 0 1 16,-13 0-1-16,-8-3 9 15,-1-7-4-15,5-2-4 16,7 0-1-16,7-2 0 15,3-6-12-15,15-1-118 0,21-6-82 16,13-7-123 0</inkml:trace>
  <inkml:trace contextRef="#ctx0" brushRef="#br2" timeOffset="177547.79">32640 3459 852 0,'0'0'70'0,"0"0"81"0,0 0 17 0,0 0-138 0,0 0-30 0,0 0 59 0,-49 91 0 0,29-40-40 0,4 0-8 16,3 7-6-16,1-6-5 15,4-3-10-15,5-5-24 16,2-11-194-16,1-15-177 0</inkml:trace>
  <inkml:trace contextRef="#ctx0" brushRef="#br2" timeOffset="177684.5">32872 3552 831 0,'0'0'0'0,"159"-14"-1"16,-64 10-12-16,16-7-52 15,13-9-384-15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0T06:57:54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5062 1686 852 0,'0'0'28'0,"0"0"-11"0,0 0 63 0,0 0-44 15,0 0-23-15,0 0 3 16,0 0 7-16,27-21 0 16,-24 19 23-16,-3-2-2 15,0 3 29-15,0-4-10 0,-14 0-46 16,-8 3-15-16,-11 2 4 15,-1 0-4-15,-8 0 5 16,-1 13 13-16,4 3-14 16,0 3-3-16,6 1-1 15,6 3-1-15,2 3 0 16,6-1-1-16,8 3-2 16,2 0 0-16,9 2-5 15,0-1 5-15,0 1-1 16,18 1-1-16,6-1 2 15,9-1-1-15,3 0-1 16,1-1 2-16,8-1 2 16,-8-3-1-16,2 1 1 15,-12-3 0-15,-8-4 1 16,-13-3-1-16,-6-1 2 0,0-2 7 16,-24-1-1-16,-15-2 6 15,-14-2 3-15,-10-1 30 16,-1-6 20-16,0 0-28 15,7 0 2-15,6-6-16 16,5-1-7-16,9-2-13 16,8 3-5-16,4 2 0 15,10 1-1-15,6 3-6 16,6-2-4-16,3 2-41 16,0 0-125-16,5 0-34 15,17 0-65-15,11 0-3 16</inkml:trace>
  <inkml:trace contextRef="#ctx0" brushRef="#br0" timeOffset="294.7">5563 2188 1038 0,'0'0'108'0,"0"0"-64"0,0 0 164 16,0 0-71-16,0 0-97 0,0 0-16 15,-6-10-14-15,6 24-7 16,0 7 8-16,0 7 18 16,0 4-11-16,0 3-11 15,0 2-5-15,0 1-1 16,-1-1-2-16,-8 0 1 15,0-2-60-15,7-10-318 16,-1-14-298-16</inkml:trace>
  <inkml:trace contextRef="#ctx0" brushRef="#br0" timeOffset="1206.1">13755 1064 511 0,'0'0'300'0,"0"0"-298"0,0 0 20 0,0 0 53 0,0 0-42 16,0 0-16-16,0 0 27 15,0 0 35-15,0 0 12 16,0 0 5-16,-10 0-16 15,-7-1-54-15,-11 1 0 16,-2 0-6-16,-7 0 6 16,-2 6 2-16,2 10-13 15,0 1-4-15,2 4-4 16,4 6-4-16,4 0-1 0,3 5 2 16,9 0-2-16,5 0-2 15,10-2-1-15,0 3-2 16,18 1 1-16,16 4 2 15,12 3 4-15,8 2 0 16,7 4-4-16,0-2 2 16,-4-2-2-16,-11-5 0 15,-12-7 0-15,-15-8-2 16,-11-7 2-16,-8-5 1 16,-4 0 4-16,-27-2 5 15,-13 0 13-15,-11-5 26 0,-3 0-3 16,4-4-22-1,5 0-14-15,7 0-4 0,9 0-4 16,8-7-2-16,9 2-1 16,8 0-6-16,7 2-30 15,1-3-124-15,3-5-114 16,22-2-96-16,11 0-251 16</inkml:trace>
  <inkml:trace contextRef="#ctx0" brushRef="#br0" timeOffset="1581.73">14094 1561 1076 0,'0'0'68'0,"0"0"-37"15,0 0 179-15,0 0-113 0,0 0-91 0,0 0-6 16,49-28 0-16,-26 32-1 15,-1 8-2-15,-6 6 0 16,-1 4-2-16,-7 3 4 16,-7 5 1-16,-1 1 2 15,-4 1 2-15,-17 0-2 16,-1 0 2-16,-1-2-1 16,1-5-3-1,8-9 2-15,5-3-2 16,8-7 0-16,1 0-2 0,10-6 2 15,24 0 9-15,16 0 17 16,21-6-22-16,15 2-3 16,12 2-2-16,6 2-4 0,4 0-80 15,-7 0-154-15,-13 0-384 16</inkml:trace>
  <inkml:trace contextRef="#ctx0" brushRef="#br0" timeOffset="3299.63">4826 1214 686 0,'0'0'0'0,"-113"-34"-3"0,47 25 3 0,-1 3 11 16,-9 6 6-16,-2 0 3 16,-13 22-8-16,2 5-8 15,-1 13 10-15,5 7 3 16,7 12-3-16,4 13-3 15,5 10 5-15,10 4-2 16,7 6 1-16,7-1-5 16,10 6-5-16,7 0 4 15,10 2-3-15,8-5 0 16,7-2-4-16,3-2 5 0,6-4-6 16,19 0 0-16,9-6-1 15,7 1 3-15,9-10-2 16,10-8 3-16,10-4 1 15,14-8-3-15,8-6 1 16,13-6 3-16,8-8-2 16,14-6-3-16,14-5-1 15,3-7 2-15,-1-4-2 16,-10-9 0-16,-20 0 2 16,-16-4 3-16,-6-15 7 15,-9-9 3-15,-6-5-7 16,0-6 20-16,-4-5-11 0,-6-5-2 15,-4-2 13-15,-5-8-19 16,3-3 4-16,1-10 8 16,6-10-5-16,10-1-6 15,-5-3 9-15,-11 3-15 16,-14-2 0-16,-15-3 13 16,-9-4-4-16,-7 3-7 15,-13 0-3-15,-3 7 7 16,-19 2-3-16,-20-2-3 15,-16-3 10-15,-15-4-4 16,-17 3-3-16,-10 5-4 16,-9 12 1-16,-9 13-1 0,-4 6-3 15,0 12 1-15,-4 8-1 16,1 11 0-16,-2 12 0 16,6 7-1-16,6 4 1 15,8 23-1-15,16 10 0 16,15 5-1-1,16 8 1-15,17 0-5 16,19 1-4-16,21 0-182 0,6-6-149 16</inkml:trace>
  <inkml:trace contextRef="#ctx0" brushRef="#br0" timeOffset="4361.04">12883 904 548 0,'0'0'0'0,"-86"0"0"0,42 4 59 0,-1 16 3 0,-1 10 4 0,5 10-17 0,0 8-24 0,2 12-2 16,-3 11 11-16,6 10-4 16,3 13-9-16,5 7-10 15,9 7 0-15,16 2-3 16,3-5-5 0,31-4 4-16,18-7 5 15,12-7-9-15,8-3 0 0,10-9-2 0,5-8 1 16,-1-6-1-16,2-12-1 15,2-11 1-15,2-7 2 16,4-11 2-16,1-11-2 16,6-9-1-16,-3 0-1 15,4-13 11-15,4-8-6 16,2-8 1-16,2 0 2 16,1-5-2-16,-3-3-2 15,-3-1 9-15,-6-1-3 0,-4-2 21 16,-4 0 4-16,-8 0-16 15,-6 1 16-15,-3-3 4 16,-9-2-20-16,-8-2 4 16,-9-5 4-16,-10-5-11 15,-11 0 23-15,-16-5-29 16,-7-5-4-16,-3-4-6 16,-13-12 10-16,-17-3-10 15,-15-1 0-15,-10 1-1 16,-12 10 0-16,-14 0-1 15,-13-1 1-15,-21 6 0 16,-21 4 0-16,-25 7-4 16,-22 5-1-16,-17 12 2 15,-7 17 1-15,-4 19 0 0,1 7-4 16,-2 43-20-16,-4 21-96 16,-4 20-118-16,-2 7-111 15</inkml:trace>
  <inkml:trace contextRef="#ctx0" brushRef="#br0" timeOffset="9661.31">8125 2645 676 0,'0'0'34'0,"0"0"-32"0,0 0 11 16,0 0 3-16,0 0-13 15,0 0 10-15,-2 15 6 0,14-12 6 16,7-3 25-16,7 0-16 15,5-8 18-15,5-6-29 16,4-6-11-16,1 1 4 16,-4-6-8-16,-3 0-5 15,-3-6 1-15,-5-4-2 16,-5-7 4-16,-5 0-4 16,-5 0-2-16,-8 5 5 15,-3 8-5-15,0 8 2 16,-15 6 1-16,-11 11 0 15,-5 4-3-15,-5 0 0 16,-5 19-2-16,2 4 2 16,3 8-2-16,6 5 2 15,8 3 0-15,7 3 0 0,10 3 3 16,5-2-3-16,9-6-1 16,24-2 1-16,16-9 8 15,12-10 0-15,11-8 3 16,10-7 0-16,3-1-6 15,3-1 0-15,-1-13-5 16,-11-7 4-16,1-6-3 16,-9-7 3-16,-12-8-3 15,-12-5 0-15,-13-1-1 16,-9 4 3-16,-14 8-1 16,-8 11 1-16,0 5-1 15,-5 10 9-15,-20 6 1 16,-8 4-2-16,-9 0-7 0,-5 12-1 15,3 7-1-15,7 5 1 16,4-1 0-16,11 6-2 16,4-1 0-16,12-1 1 15,6 0-2-15,0-4-1 16,16-5 2-16,11-6 0 16,7-4 6-16,4-6-6 15,-1 2 0-15,-1-4 1 16,-3 0-1-16,-9 0 0 15,-4 4-1-15,-6 6 1 16,-7 9-4-16,-1 11 3 16,-6 7 0-16,0 12 1 0,-6 10 2 15,-15 14-1-15,-10 17 6 16,-3 6-3-16,-1 1-2 16,5-5-2-16,10-9 1 15,11-9-1-15,4-11 0 16,5-10 1-16,9-11-1 15,13-9 1-15,6-15-1 16,9-8 1-16,0-10 3 16,6-6 0-16,2-19-3 15,-5-7 4-15,-1-8-3 16,-4-7-1-16,-13-9 4 16,-9-10 1-16,-10-5 2 15,-3-5 12-15,-21 4 16 16,-10 4 5-16,-2 9-9 15,-7 6-3-15,-2 11-10 0,0 6-10 16,5 9 0-16,4 7-6 16,9 4-2-16,10 7-1 15,9 0-2-15,5-2 2 16,5-5-12-16,21-6-62 16,16-4-19-16,3-1-8 15,4-4-28-15,-1-1 25 16,-1-1 10-16,-3 4 13 15,-4 2 81-15,-6 4 1 16,-8 9 25-16,-5 0 5 16,-14 7 35-16,0 5 18 15,-5 0 1-15,-2 2-11 0,0 0-55 16,0 5-15-16,-6 19-4 16,-4 11 0-16,1 0 8 15,6-1-6-15,3-4 2 16,0-10 1-16,3-3-2 15,12-3-2-15,4-8 0 16,6-6 2-16,2 0 1 16,4-6 2-16,-3-15-5 15,4-8-2-15,-6-8-1 16,-4-4-7-16,-4 0-12 16,-5 4 19-16,-5 13-4 15,-5 10 6-15,3 9 1 16,-6 5 4-16,0 0-5 0,0 3-5 15,0 17-5 1,-9 6 9-16,9 2 1 0,0 2 0 16,0-5 1-16,9-2 0 15,9-8 0-15,7-3 0 16,6-6 1-16,10-6 1 16,6 0 0-16,10-6-3 15,6-7 0-15,-1-6 0 16,-7-1 0-16,-7-5-2 15,-15-6-24-15,-12 0-7 16,-12 5 9-16,-9 3 24 16,0 6 1-16,-15 4 19 0,-12 5 7 15,-4 5 0-15,-1 3-3 16,0 0-9-16,0 3-3 16,7 12-5-1,6 5-2-15,4 0-5 0,7 4 1 16,4-4-1-16,4-1-1 15,0 0 1-15,21-5 3 16,-1-8 0-16,10-2 0 16,-1-4-1-16,0 0 0 15,4-4-2-15,-6-6-3 16,4-6-4-16,-6 3 0 16,-8 3 5-16,-6 3 2 15,-8 5 0-15,-3 2 5 16,0 0-5-16,0 13-5 15,0 9 2-15,0 5 3 0,0-5 2 16,0-1-2-16,0-9 2 16,12-2 2-16,1-2 0 15,8-6 7-15,3-2 12 16,0 0-4-16,4-14-9 16,-4-12 0-16,-3-11-3 15,-6-9-3-15,0-12 0 16,-8-10-1-16,-2-10-2 15,-2-10-1-15,-3-4-1 16,0 3 1-16,0 9 0 16,-5 21 2-16,-4 25 0 15,3 17 14-15,-1 17 31 16,-4 7-44-16,-4 35-3 0,-4 19 0 16,4 16 3-16,11 8 6 15,4 4 1-15,4 1 5 16,11 3-5-16,-4 3-10 15,2 3 0-15,-3 2-4 16,4-3-44-16,5-12-311 16</inkml:trace>
  <inkml:trace contextRef="#ctx0" brushRef="#br0" timeOffset="10278.85">9369 3527 869 0,'0'0'16'0,"0"0"63"0,0 0-6 0,0 0-58 0,0 0-11 16,0 102 11-16,-1-46 33 16,-4 0-24-16,2-1 7 15,0 0-13-15,3-3-14 16,0-2-3-16,0-5-2 16,0-11 1-1,0-5-2-15,0-6-3 0,0-11-116 16,0-6-162-16,-12-6-319 15</inkml:trace>
  <inkml:trace contextRef="#ctx0" brushRef="#br0" timeOffset="10544.26">9121 3989 757 0,'0'0'37'0,"0"0"23"15,0 0 1-15,0 0-50 16,0 0-7-16,0 0 3 15,114 28-5-15,-71-17-1 16,2-1-1-16,1-4 0 16,-1-4-1-16,-5-2-2 15,0 0-32-15,-10-12-36 16,-6-9 25-16,-6-4 39 16,-11 0 7-16,-5 1 6 15,-2 6 10-15,0 7 19 16,0 8 1-16,0 3-29 0,-2 10-7 15,-9 21-8-15,0 16 5 16,-3 4-4-16,1 5-166 16</inkml:trace>
  <inkml:trace contextRef="#ctx0" brushRef="#br0" timeOffset="11392.85">8862 4892 844 0,'0'0'14'0,"0"0"2"0,0 0 23 16,0 0-37-16,82-79-2 15,-51 63 1-15,-5 1-1 0,-6 4 0 16,-9 1 0-16,-5 8 1 16,-6 0 2-16,0 0 25 15,-11 2 1-15,-15 0-23 16,-13 0-6-16,-5 6 0 15,-2 10 8-15,3 0 24 16,1 4-10-16,6 1 4 16,8 4-19-16,4 0 1 15,14 2-8-15,5 4-5 16,5 5-2-16,3 1 1 16,19 1 5-16,8 0 0 15,2-6-25-15,5-1-81 16,-4-5 18-16,-6-1 9 0,-5-5 14 15,-13-4 49-15,-6-5 15 16,-3-2 2-16,-9 0 9 16,-27-1 47-16,-13-2 46 15,-18-4-58-15,-12 3 4 16,-2-2 39-16,-2 0-30 16,2-2-27-16,5 2-2 15,13 0-12-15,16 0-16 16,20 0 0-16,19-3-8 15,8 0-226-15,29 0-231 16</inkml:trace>
  <inkml:trace contextRef="#ctx0" brushRef="#br0" timeOffset="12411.4">9205 4979 1206 0,'0'0'70'0,"0"0"-69"0,0 0-1 16,0 0 0-16,0 0-9 16,0 78 8-16,0-32 2 15,-5-3-1-15,5-4 0 16,0-1-2-16,0-10 2 16,0-9 1-16,0-8-1 15,6-3-1-15,5-8-1 16,10 0-21-16,4-5-40 15,5-15-46-15,6-3-24 16,-5-7 18 0,0 4 21-16,-5 2 70 0,-11 4 24 15,-4 2 51-15,-8 6 58 0,-1 6 29 16,-2 2-20-16,0 4-50 16,0 0-41-16,0 0-27 15,0 14-8-15,-3 10 6 16,-9 5 2-16,6-2 1 15,2 1 1-15,-2-6-1 16,1-3-1-16,1-5 0 0,1-6 0 16,0-5 0-1,3-2 0-15,0-1 0 0,0 0 11 16,0-4 0-16,22-18-9 16,5-10-2-16,9-5-13 15,-2-1-9-15,-1 4-34 16,-5 8 19-16,-4 3 26 15,-7 8 9-15,-7 8 2 16,-4 3 0-16,-6 4 0 16,0 2-4-16,0 16 4 15,0 9 5-15,0 1 6 16,0 1 1-16,-6-3-10 16,0-6 3-16,2-3-2 15,1-4-3-15,1-6 1 16,-1-3-1-16,3-2 2 0,0-2 4 15,0 0 8 1,15-10 27-16,8-14-33 0,8-5-4 16,9-4-4-16,-3-1 0 15,4 1-1-15,-5 7 1 16,-5 4 0-16,-7 7 0 16,-10 9 0-16,-9 2 0 15,1 4-2-15,-3 10 1 16,-1 13 1-16,4 5 8 15,-5 5 1-15,-1-1-3 16,0 0 8-16,6-5-5 16,-2-3-7-16,2-6 2 0,2-7-2 15,2-3-2-15,5-8 3 16,7 0 1-16,7 0 4 16,5-9-3-16,-1-10-4 15,3-9 4-15,-3-3-4 16,-2-5 0-16,-1-3-1 15,-6 9 2-15,-9 6-2 16,-7 11 5-16,-6 6 7 16,-2 7 34-16,0 0 1 15,0 0-47-15,0 8 0 16,0 14-14-16,0 3 14 16,0 3 6-16,0-5-6 15,0 1 0-15,0-3-1 16,0-3 1-16,0-2 0 15,0-9-5-15,0 0-82 0,0-7-171 16,0 0-176-16</inkml:trace>
  <inkml:trace contextRef="#ctx0" brushRef="#br0" timeOffset="12598.74">10373 4692 1066 0,'0'0'115'0,"0"0"-107"0,0 0 25 0,0 0 7 0,0 0-40 0,0 0-12 0,-85-53-37 15,63 75-92-15,-11 3-119 0,-3-5-360 16</inkml:trace>
  <inkml:trace contextRef="#ctx0" brushRef="#br0" timeOffset="12774.9">9420 4759 897 0,'0'0'7'0,"0"0"26"15,0 0 76-15,0 0-78 16,0 0-27-16,0 0-4 16,26-2-5-16,6 2 1 15,-2 0-76-15,-1 4-119 16,3 0-215-16</inkml:trace>
  <inkml:trace contextRef="#ctx0" brushRef="#br0" timeOffset="13771.71">10643 4513 753 0,'0'0'477'0,"0"0"-472"16,0 0 41-16,0 0 8 16,0 0-54-16,0 0-4 0,-13 47 2 15,7 15 2 1,-2 4 2-16,1 5-1 0,1-2 1 16,3-2-1-16,-2-5-1 15,5-6 2-15,0-5-2 16,11-6 0-16,11-9 1 15,8-8-1-15,12-13 2 16,7-8 0-16,8-7-2 16,2 0 0-16,-2-11-6 15,-8-12-11-15,-1-9-14 16,-11-3-1-16,-8-6 13 16,-10 1 18-16,-10 5 1 15,-9 8 2-15,0 10 1 0,0 3 9 16,-16 8 1-1,-11 5-4-15,1 1-3 0,-9 4-3 16,6 13-3-16,1 9 1 16,4 0-2-16,6 3 2 15,9-4-1-15,3-1 0 16,5-3 0-16,1-7-1 16,0-2-2-16,13-6 3 15,8-4-1-15,9-2 1 16,1 0-15-16,5-14-11 15,4-9 13-15,2-2-11 16,-3-3 10-16,-6 2 4 16,-8 5 8-16,-11 7 2 15,-7 6 4-15,-3 7 23 0,-4 1 32 16,0 0-24-16,0 0-35 16,0 14-8-16,0 5 8 15,0 8 10-15,8-1-8 16,1-1 4-16,7-3-1 15,2-3 0-15,3-7 3 16,9-4-1-16,1-5 1 16,4-3 4-16,3 0-2 15,2-13-6-15,-4-4 0 16,-3-8-2-16,-6-4-2 16,-4-6 6-16,-7 1-5 15,-9 0 0-15,-5 4 0 16,-2 8 3-16,0 4-3 0,-18 2 0 15,-3 9 4-15,-1 4-5 16,1 3 0-16,0 0-2 16,3 2 0-16,6 6 0 15,4 4 0-15,5-1-9 16,3 3 9-16,0-2-2 16,8 0 4-16,10-2 0 15,6-3 0-15,1 2 4 16,-1-3-4-16,1 4-1 15,-5-1 1-15,-1 4 0 16,-4 4-2-16,3-1 2 16,-7 1 1-16,2-1 4 0,-4-2 15 15,3-1 29-15,4-1 8 16,2-4-4-16,5-2-18 16,5-2-12-16,8-4-11 15,4 0-8-15,-1-8-4 16,4-11 0-16,5-10-56 15,1-9-140-15,2-10-118 16,-2-16-521-16</inkml:trace>
  <inkml:trace contextRef="#ctx0" brushRef="#br0" timeOffset="14986.3">11898 4110 590 0,'0'0'38'0,"0"0"-23"16,0 0 118-16,0 0-46 0,0 0-37 0,0 0 1 0,-33-89-24 16,-4 69 7-16,-12-6-14 15,-14 2-1-15,-6 0 4 16,-16-1 22-16,-12 1-34 15,-15-1 4-15,-16 3-4 16,-12 1 4-16,-17 1-4 16,-10 1-5-16,-11 7 9 0,-8 2-9 15,-5 4-6-15,-1 6 2 16,2 0 4-16,10 6 3 16,8 14-2-16,8 7-3 15,7 8-4-15,10 7 0 16,0 9 0-16,4 4-1 15,7 4 3-15,7 7-5 16,9 8 4-16,11 8-1 16,11 6 0-16,8 11-4 15,21 7 2-15,19 8-4 16,15 5 6-16,19 2-5 16,13-3 5-16,3-12-1 15,16-8 0-15,16-11 2 16,11-11 0-16,12-1-1 15,17-6 1-15,10-2-1 0,15-6 0 16,15 3 0 0,7 2 0-16,9 3 0 0,8 0-2 15,6-1 2-15,-8-5 1 16,5-4 1-16,-2-6-2 16,0-15 3-16,5-9-5 15,3-10 2-15,1-5 0 16,8-4 0-16,-1-6 0 15,1-4 0-15,4 0 1 16,-1-4 0-16,3-14-1 16,-1-7-2-16,3-8-3 15,0-5-6-15,-4-11 5 0,-6-6 5 16,-4-9-2 0,-8-12 3-16,-3-6 3 0,-8-4-1 15,-8-3-2-15,-11-4 12 16,-7-5 17-16,-13-8 4 15,-13-8 5-15,-14-9 25 16,-21-4-14-16,-15-15-18 16,-26 10-23-16,-13 3 1 15,-46 9-9-15,-42 8-4 16,-42 1-5-16,-41 8 1 16,-44 8-82-16,-45 21-22 15,-41 18-66-15,-30 19-102 16,-17 19-232-16</inkml:trace>
  <inkml:trace contextRef="#ctx0" brushRef="#br0" timeOffset="16655.74">8044 2317 518 0,'0'0'0'0,"0"0"-6"0,0 0 6 0,0 0 4 16,0 0 1-16,0 0 4 16,-12-33-7-16,12 33-2 15,0 0-1-15,-6 0-8 16,-4 6-3-16,-2 4-65 15,-12 3-309-15</inkml:trace>
  <inkml:trace contextRef="#ctx0" brushRef="#br0" timeOffset="17019.56">7201 6601 868 0,'0'0'15'0,"0"0"-15"0,0 0-33 0,0 0 33 15,0 0-2-15,0 0-179 16,-34-54-244-16</inkml:trace>
  <inkml:trace contextRef="#ctx0" brushRef="#br0" timeOffset="17909.54">7996 1027 984 0,'0'0'48'0,"0"0"-48"0,0 0-1 0,0 0-1 16,0 0 2-16,-64 100 2 15,42-52 5-15,-2 1-3 0,3-3-1 16,3-7 1 0,5-9-4-16,5-11 1 0,4-10-1 15,4-5 0-15,0-4 2 16,0 0 1-16,3-19 19 16,9-12 15-16,10-13-32 15,-1-7 9-15,3-8 0 16,-3-12 1-16,0-5-11 15,-1 1 8-15,0 13 11 16,-2 21 6-16,-8 19 11 16,-5 15-29-16,-5 7 18 0,0 8-29 15,3 23-13-15,-3 11 13 16,4 9 5-16,-1 3-5 16,-1 2 0-16,-2 1 0 15,1-4 0-15,-1-6 0 16,0-10-9-16,0-6-33 15,0-9-60-15,-1-7-80 16,-11-9-71-16,-2-6-441 16</inkml:trace>
  <inkml:trace contextRef="#ctx0" brushRef="#br0" timeOffset="18768.32">7713 1207 1070 0,'0'0'2'0,"0"0"18"15,0 0 85-15,0 0-61 16,0 0-43-16,0 0 0 16,82-43-2-16,-21 29-1 15,5-6 0-15,1 1-10 16,1-6-9-16,-2 2-5 16,-6-2-17-16,-11 3 5 15,-13 4 5-15,-11 3 16 16,-13 5 17-16,-10 3 5 15,-2 4 16-15,-2-1 24 16,-14 3-18-16,-1 1-9 16,-8 0-9-16,-2 11-3 15,0 5 1-15,4 1 3 0,6 4-5 16,5 0-4 0,9 0 2-16,3 2-6 0,6 1 3 15,23-3 0-15,6 1 6 16,10 0-4-16,4-1 1 15,2 0-2 1,1-4 0-16,-4 3-1 0,-8-2 0 16,-13-1-1-16,-15-3 0 15,-4 1 0-15,-8 0 1 16,-11-4 0-16,-19 5 7 16,-10-5 3-16,-6-1-7 15,5-2-1-15,7 0 3 16,9-3-5-16,10-1 0 15,10-3 0-15,5-1-2 0,0 0-16 16,9-5-89 0,21-15-24-16,7-6 4 0,8-5 26 15,3-1-60-15,-6-2 46 16,2-1 102-16,-3 0 13 16,-4-2 59-16,-1 2 27 15,-2 2 50-15,-5 4-59 16,-10 5-28-16,-7 5 18 15,-9 7 1-15,-3 6 12 16,0 4 13-16,-9 2-38 16,-12 0-29-16,-3 0-26 15,-4 11 0-15,-1 5-2 0,4 2 2 16,9 2 1-16,5 0-1 16,5 4-5-16,6-1 5 15,0-1-6-15,2 1 4 16,17-2-1-16,1 0-1 15,2-1 3-15,0-3 1 16,-4 3 1-16,-5-2-1 16,-2-1-2-16,-5-5 1 15,-4-2-1-15,-2 3 0 16,0-7 2-16,-5 4 1 16,-9-4 4-16,1-2 1 15,1 0-5-15,-1-3-2 16,7 2-6-16,6-3-80 0,0 0-86 15,0 0 10 1,10-7-97-16</inkml:trace>
  <inkml:trace contextRef="#ctx0" brushRef="#br0" timeOffset="19312.74">8908 1089 822 0,'0'0'36'0,"0"0"86"0,0 0 30 0,0 0-90 15,0 0-60-15,0 0-2 16,0 14-4-16,0 11 4 16,0 2 0-16,5 0 0 0,6-2-1 15,0-5 0-15,2-3 0 16,7-5-2-16,-1-5 0 16,5-4 2-16,-3-3-9 15,4 0-13-15,-3-10-9 16,-3-10 4-16,-2-4 20 15,-6-1 7 1,-1-1 1 0,-7 6 3-16,0 9-1 15,-3 4 22-15,0 4 25 16,0 3-4-16,0 0-29 0,0 0-16 16,0 3-10-16,0 7 8 0,6 5 1 15,2-3-2-15,3-1 2 16,0-5 0-16,8 4-2 15,1-8 5-15,4-2-4 0,1 0 0 16,8 0-1-16,-3-4-3 16,-5-6-2-16,-7 0 2 15,-6 5 6-15,-6 0 1 16,-6 4 4-16,0 1 7 16,0 0 17-16,0 0 5 15,0 0-10-15,0 0-16 16,0 0-8-16,0 0 0 15,0 0-8-15,6 10 3 16,10-3 2-16,1 2 1 0,5-1-7 16,5-2-60-16,6-4-58 15,1-2-65-15,6 0-106 16</inkml:trace>
  <inkml:trace contextRef="#ctx0" brushRef="#br0" timeOffset="19508.91">9873 1132 1032 0,'0'0'40'0,"0"0"115"0,0 0-16 15,0 0-51-15,0 0-73 16,0 0-15-16,3-8-9 16,0 8-52-16,-1 6-142 15,-2 0-141-15</inkml:trace>
  <inkml:trace contextRef="#ctx0" brushRef="#br0" timeOffset="30429.44">15077 1948 265 0,'0'0'36'0,"0"0"-36"0,0 0 1 15,0 0 5-15,0 0 0 16,0 0-4-16,0 0-2 15,4 2 0-15,-1-2-3 16,-3 0-91-16</inkml:trace>
  <inkml:trace contextRef="#ctx0" brushRef="#br0" timeOffset="32063.6">17776 2294 825 0,'0'0'0'0,"0"0"-125"0,0 0 122 0,0 0 2 0,0 0 2 0,0 0-1 16,-1 6 1-16,1-4-1 15,0-2 3-15,0 0 26 0,0 0 21 16,0 0-6 0,0 0-15-16,0 0-8 0,0 0-9 15,0 0-2 1,0 0-2-16,0 0-6 0,0 0-2 16,0 0 0-16,0 0 0 15,0 0 1-15,0 0-1 16,0 0 1-16,0 0 0 15,0 0 5-15,0 0-3 16,0 0 1-16,0 0-2 16,0 4-1-16,0 0-1 15,0-1 1-15,0 5 5 16,6-2-1-16,5 0 2 0,4 2-6 16,8-7 2-16,8 2 10 15,6-3 4-15,11 0-4 16,10-7 13-16,9-5 3 15,5-4-21-15,0 0 3 16,-4-1-7-16,-8 0-2 16,-8 1-1-16,-4-4-1 15,-9-6-1-15,-8-2 1 16,-7-3 0-16,-9 0 1 16,-9 5-1-16,-6 6-1 0,-4 4 1 15,-24 5-1 1,-12 3 1-16,-9 7-3 0,-5 1-1 15,-4 0 3-15,3 14 1 16,0 4 0-16,4 4 1 16,5 1-1-16,7 5 0 15,8-1-1-15,10 3 1 16,9-4-3-16,10 2 2 16,2-6-1-16,6 2-4 15,17-6 6-15,8-5 0 16,11-5 3-16,7-2-3 15,7-2 1-15,10-4-1 0,3 0 0 16,4-5 1 0,5-6-1-16,3-2 1 0,2-4-2 15,0 0 2-15,-1-4-1 16,-4 0 2 0,-6-2-1-16,-13 3-1 0,-11 2-1 15,-18 4-3-15,-14 2-7 16,-10 2 4-16,-6 0 4 15,-12 0 2-15,-14 0-3 16,-12 4 4-16,-8 5 1 16,-3 1 0-16,2 0 0 15,3 0 4-15,5 7 4 16,6 7-6-16,5-2 1 16,5 6-4-16,10-1-1 15,4-1-1-15,9 1-1 0,0-2 1 16,7 0-3-1,13-2 4-15,8-3 1 0,3-2 0 16,5-1 1-16,6 6-1 16,-3-2-2-16,0 5 2 15,-2 3 0-15,-3 3 0 16,-8 3 0-16,-6 8 0 16,-10 5 1-16,-10 6 0 15,0 6 1-15,-22 7 5 16,-12 5 5-16,-8 1 7 15,-1 5-10-15,-1-4 38 16,5 0-22-16,6 0 2 0,7-3-3 16,13-8-18-1,8-5 0-15,5-6-1 0,0-7-5 16,22-8 0-16,4-4 0 16,6-11 0-16,4-8 0 15,5-4-1-15,2 0-4 16,3-16 0-16,-1-8 4 15,-9-2 2-15,-6-7-1 16,-9-7 0-16,-12-6 0 16,-9-6 2-16,0-2-2 15,-11-1 1-15,-15 4 1 16,-7 2 6-16,-5 4 4 16,-2 3 11-16,1 4-8 15,5 1-4-15,3 4 3 0,7 2-7 16,9 7-3-16,6 4-4 15,9 2 0-15,0-1-1 16,13 0-11-16,16-2-49 16,11 0-63-16,8 1-45 15,4-2-83-15,3 1-114 16</inkml:trace>
  <inkml:trace contextRef="#ctx0" brushRef="#br0" timeOffset="32304.44">19816 2461 1204 0,'0'0'0'0,"0"0"-87"0,0 0 87 0,0 0 64 0,0 0-64 15,0 0-10-15,132-32-39 16,-66 32-113-16,-5 0-25 16,-3 0-164-16</inkml:trace>
  <inkml:trace contextRef="#ctx0" brushRef="#br0" timeOffset="32750.35">20560 2054 951 0,'0'0'0'0,"0"0"0"15,0 0 69-15,0 0-17 16,0 0-52-16,0 0-4 15,0 6 4-15,26 16 0 16,5 9 1-16,4 1 3 16,1 3 1-16,3 4 8 15,-1 2-4-15,3-5 2 0,2-1-4 16,-2-9-1 0,2-1-1-16,-3-11-5 31,-4-4 1-31,-6-10 4 0,-6 0-2 15,-5-10-1-15,-4-15 6 16,-3-11-4-16,-3-9 2 0,-6-8-2 16,-2-6 13-16,4-4 5 0,0 0 1 15,1 5-15-15,1 8-2 16,0 18-6-16,-2 14 1 16,-2 12-1-16,3 6-8 15,2 4-96-15,6 21-6 16,7 10 39-16,0 5-110 0,4-2-151 15</inkml:trace>
  <inkml:trace contextRef="#ctx0" brushRef="#br0" timeOffset="33397.37">21673 2178 671 0,'0'0'72'15,"0"0"-71"-15,20-75 86 16,-20 48 16-16,0-3-25 15,-8 10-36-15,-10 4 11 16,-9 7 22-16,-7 7-46 16,-6 2-24-16,-2 3-1 15,3 12 3-15,3 6-3 0,11 4-1 16,8-3 0-16,10 6-3 16,7-3-1-1,0-1-4-15,15-4 4 0,12-4-1 16,7-3 1-16,6-5-1 15,4-8-11-15,-1 0-30 16,-1 0-18-16,-5-12 16 16,-4-11 25-16,-6-9 6 15,-8-1 9-15,-9-4 5 16,-8 7 2-16,-2 8 11 16,0 9 43-16,-6 9 25 15,-4 4-25-15,-2 0-39 16,0 19-15-16,0 11 0 15,7 2 7-15,5 0-4 0,0 0 0 16,18-2 4-16,9-5-3 16,6-3-4-16,7-8-1 15,11-6 2-15,-2-8-3 16,6 0 0-16,-4-8-2 16,-11-14-1-16,-1-4-1 15,-7-11 3-15,-7-6-1 16,-4-1 2-16,-8 2 1 15,-5 8 1-15,-4 13-1 16,-1 11 3-16,-3 6 19 0,0 4 13 16,0 0-28-1,0 3-8-15,0 15-4 0,-3 4 3 16,3 1 1-16,0-1-2 16,0-3 0-16,15-1-6 15,9-2 6-15,6-4-3 16,5-4-20-16,4-3-72 15,4-5-75-15,2 0-73 16,1 0-381-16</inkml:trace>
  <inkml:trace contextRef="#ctx0" brushRef="#br0" timeOffset="33575.65">22884 2013 866 0,'0'0'207'0,"0"0"-204"0,0 0-3 16,0 0 17-16,0 0-17 16,0 0-8-16,108-26-20 15,-84 37-151-15,-8-2-150 16</inkml:trace>
  <inkml:trace contextRef="#ctx0" brushRef="#br0" timeOffset="33741.58">22884 2103 818 0,'0'0'80'16,"0"0"-79"-16,0 0 90 15,0 0 23-15,0 0-102 0,88 0-12 16,-40 0-2-16,6 0-13 16,3 0-120-16,-1 0-39 15,1-8-211-15</inkml:trace>
  <inkml:trace contextRef="#ctx0" brushRef="#br0" timeOffset="34191.58">23857 1757 949 0,'0'0'23'0,"0"0"6"15,0 0 37-15,0 0-26 16,-33 83 50-16,25-25-32 15,6 2-17-15,2-2-11 0,0-3 2 16,13-5-18 0,-1-5-7-16,-3-9-7 0,-3-9 0 15,-1-11 0-15,-2-7-3 16,0-6-41-16,-3-3-24 16,4-13-26-16,-4-23-43 15,0-15-10-15,0-11 101 16,-4-12 31-16,-11-9 15 15,-2-9 2-15,1 3 3 16,1 3 19-16,2 15 38 16,5 17 28-16,7 18-11 15,1 14-25-15,0 12 32 16,0 8-41-16,14 2-36 0,12 0-8 16,14 14-1-16,4 4-2 15,0 4 1-15,-1 0 1 16,1-1-2-16,-1 2 2 15,-7 0-5-15,-6-1-23 16,-13 3-105-16,-8 4-45 16,-9 3-65-16,-6 0-355 15</inkml:trace>
  <inkml:trace contextRef="#ctx0" brushRef="#br0" timeOffset="34340.48">23913 1963 728 0,'0'0'91'0,"0"0"-70"0,0 0 59 0,0 0 1 0,95-12-57 16,-41 7-23-1,4 3-1-15,0-6-14 16,2-4-121-16,-5 0-220 16</inkml:trace>
  <inkml:trace contextRef="#ctx0" brushRef="#br0" timeOffset="35721.25">24822 1967 824 0,'0'0'11'0,"0"0"-10"15,0 0 77-15,0-72-13 16,0 58-50-16,0 2-3 15,-6-2-6-15,-8 1-2 16,-9 3 4-16,-7 1-6 16,-8 5 0-16,-3 4 7 15,4 0-1-15,-2 11 1 16,4 9 4-16,5 4-4 16,7 3-8-16,8-1-1 15,8 1-1-15,7 0-1 16,0-3 2-1,16-3 0-15,8-3 0 16,9-5-5 0,4-6-21-16,-1-4-41 0,0-3 7 15,-3 0 21-15,-4-15 29 16,-5-2 8-16,-7-2 2 0,-5 2 7 16,-11 3 11-16,-1 5 52 0,0 2 7 15,0 4-28-15,0 3 8 16,0 0-39-16,0 0-18 15,0 5 0-15,0 7 0 16,0 4 2-16,5 0 2 0,17-2 5 16,5-1-7-1,10-5-1-15,2-4-1 16,6-2 1-16,-4-2-2 0,0 0 0 16,-4-20-7-16,-4-9-15 15,0-11-8-15,-6-13 14 16,3-11-1-16,-4-9 2 15,4-8 2-15,-6 1 9 16,-4 1 5-16,-9 5 2 16,-6 12-2-16,-5 13 14 15,0 18-10-15,-8 17 24 16,-3 9 13-16,-8 5-32 16,-6 11-8-16,-5 25-1 15,-1 16 2-15,6 13-2 16,8 7 0-16,7 1 1 0,10-1 3 15,0-2 3-15,16 0-7 16,12-4 0-16,8-5 1 16,11-10-1-16,9-12 1 15,0-13 0-15,-4-14-2 16,-6-10 1-16,-4-2-1 16,-2-13 1-16,-1-14-6 15,-2-11 2-15,-1-6 1 16,-9-7 3-16,-3-5-3 15,-8 1 2-15,-7 5 1 16,-9 11 3-16,0 12-1 16,0 10 1-16,-12 3 2 0,-3 10 2 15,0 1-5-15,-1 3-1 16,1 0-1-16,0 4-5 16,4 10 5-16,7 2-5 15,4 4 5-15,0 3 0 16,0 3 0-16,14 4 0 15,5 3-1-15,3-1 1 16,4-1-2-16,4 3 1 16,-2-5 0-16,-4 0 1 15,-5-4-3-15,-5-4 1 16,-7-4-8-16,-4-5-9 16,-1-4-12-16,-2-2-9 15,0-2-2-15,-6-3 8 0,-13-1 21 16,-3 0 9-1,-5 0 2-15,-1-7 2 0,1-1 0 16,3-1 3-16,6 1 3 16,2 0 4-16,10 4 15 15,5 1 2-15,1 2 1 16,1-1-6-16,23-3-12 16,12 1-10-16,11 0 0 15,3-2-6-15,3-5 6 16,2 0-3-16,5-9-1 15,-2-2-1-15,5-6 1 16,-8-1 0-16,-7-4 4 0,-15 1 2 16,-14 6 3-1,-13 2 5-15,-6 5 4 0,-1 5 45 16,-22 2-31-16,-5 7-10 16,-5 5 7-16,-1 0 2 15,2 11-15-15,6 11-1 16,9 6-9-16,10 5 4 15,7 4 3-15,10 0-3 16,20 0-1-16,12-6 0 16,4-5-4-16,6-7 0 15,5-4 0-15,4-11-2 16,2-1 1-16,1-3-38 16,-1-3-143-16,-2-12-99 15</inkml:trace>
  <inkml:trace contextRef="#ctx0" brushRef="#br0" timeOffset="42439.05">12507 7565 457 0,'0'0'225'0,"0"0"-210"0,0 0 80 0,0 0-43 16,0 0-40-16,0 0 7 15,0 0 35-15,0 0-11 16,0 0 13-16,3 0-11 16,3-10-5-1,2-4-30-15,0 0-2 0,-1 0 10 16,-4 0 5-16,-1 1 11 15,-2 5 19-15,0 0-3 16,0 1-17-16,-11 1 17 16,-9 3-20-16,-2 3 9 15,-10 0-30-15,-14 13-6 16,-5 19 0-16,-6 7-1 16,-1 9 9-16,7 4 1 15,11 3-8-15,5-1-2 16,10-1 1-16,9-3-1 0,11-5-1 15,5-5-1-15,15-6 0 16,24-4-1-16,18-8 0 16,19-8 1-16,12-8 2 15,10-6-1-15,8 0 0 16,0-12 2-16,-7-8-2 16,-8-5 2-16,-14-9-2 15,-11-5 1-15,-13-4-2 0,-12 1 2 16,-16 7-2-1,-13 7 3-15,-10 10-3 0,-2 5 7 16,-12 5-6-16,-17 6 1 16,-10 2-1-16,-7 0-2 15,3 13 0-15,0 7-1 16,9 0 2-16,7-1-1 16,6 0 0-16,9-2 0 15,7-3-2-15,4-2-3 16,1-5 6-16,0-2-5 15,15-4 2-15,13-1 2 16,9 0 1-16,7-6 0 16,3-8-1-16,-2-1-1 15,0 3-2-15,-11 3-3 16,-10 2 3-16,-9 5 2 0,-10 2 1 16,-2 0-3-16,-3 3-13 15,0 14 16-15,0 8 1 16,0-3 0-16,1 4 3 15,4-5-1-15,3-4-2 16,3-3-1-16,4-6 1 16,4-4 4-16,5-4 1 15,9 0 0-15,4-12-2 16,4-11-1-16,2-6-2 16,-3-7 2-16,-4-7-1 15,-5-10-1-15,-4-9 4 16,-3-14-3-16,-6-13-1 0,-6-7 0 15,-3 3 1-15,-6 16-1 16,-3 25 2-16,0 24 5 16,0 17-1-16,0 9 4 15,-2 5 6-15,-14 28-16 16,-5 17-10-16,-4 15 10 16,6 5 1-16,8 3-1 15,8-1 5-15,3-1-2 16,1-8-3-16,22-2 0 15,3-9 0-15,6-4-1 16,4-11 0-16,-2-9 0 16,2-8-4-16,-3-12-59 15,0-6-76-15,6-3-95 0,-3-20-157 16</inkml:trace>
  <inkml:trace contextRef="#ctx0" brushRef="#br0" timeOffset="44563.02">14007 7602 996 0,'0'0'54'0,"0"0"44"0,0 0 61 15,0 0-119-15,-79 23-18 16,50 5 14-16,3-2 17 16,4 3-29-16,4-1-7 15,6-1-3-15,2-2-7 0,7-7 0 16,3-2-6-1,0-6-2-15,8 1 2 0,15-5 0 16,8-5 5-16,9-1-3 16,2 0-3-16,-1-14-8 15,0-6-18-15,-5-5-20 16,-3-5 8-16,-9 1 28 16,-9 5 7-16,-5 10 3 15,-6 8 1-15,-4 6 3 16,0 0 4-16,0 0-8 15,0 12 2-15,0 8-1 16,0 5 32-16,0-1-27 16,0-1-5-16,0-1 6 15,3-6-1-15,10-2-1 16,3-7-3-16,5-5 2 0,12-2 4 16,10 0-6-1,3-6 0-15,2-11-1 0,-8-6 0 16,-5-5 1-16,-10-4-2 15,-7 3 0-15,-8 7 0 16,-5 11 0-16,-4 8 2 16,-1 3-2-16,0 4 0 15,-12 17-5-15,-6 8 5 16,2 6 4-16,4-3-1 16,11-5-2-16,1 0 0 15,0-5-1-15,10-4 0 16,8-2 0-16,4-7 0 0,5-9 5 15,6 0 3 1,6-7-7-16,5-17 0 0,-2-7 1 16,-1-11-1-16,-1-15 1 15,-6-10-2-15,-3-19 0 16,-2-14 0-16,-4-9 0 16,-2 1-1-16,-9 16 0 15,-8 24 2-15,-6 29 0 16,0 22 1-16,0 14 3 15,-10 5-5-15,-16 31-6 16,-8 21-1-16,-4 15 7 16,6 12 0-16,11 2 1 15,9-1 2-15,9-5-2 0,3-8 0 16,8-6 0-16,14-10-1 16,7-6 0-16,5-12 1 15,3-11-1-15,5-12 0 16,-2-12 1-16,4-2 3 15,0-22 1-15,-2-9-5 16,-4-11 0-16,-3-9 0 16,-9-3 0-16,-10 2-1 15,-10 11-1-15,-6 13 2 16,0 13 0-16,-15 16 0 16,-14 1 0-16,-5 17-2 15,-6 8 1-15,4 3 0 0,13 2-1 16,4-2 1-1,9-1 1-15,4-2-2 0,6-5 2 16,0-5-1-16,0-4 1 16,0-4 0-16,9-4-1 15,7-3 1-15,10 0 5 16,2-1-3-16,2-13-2 16,0-2-2-16,-4 3 2 15,-7 3-5-15,-6 3 0 16,-9 4 2-16,-4 3 1 15,0 0-4-15,2 4 1 16,-1 12 0-16,1 4 4 16,1 5 1-16,3-1 0 15,0-3 1-15,4-2-1 16,1-3 1-16,2-4-1 0,2-6 0 16,4-6 2-16,8 0 2 15,3-3 1-15,3-17-4 16,-3-5 0-16,-3-8-1 15,1-13 2-15,-1-10 0 16,0-16-3-16,3-15 1 16,-4-8 0-16,-3-1-1 15,-8 11-2-15,-11 25 3 16,-4 26 0-16,0 21 1 16,-3 13-2-16,-19 15-2 15,-7 24-10-15,-5 18 12 16,6 12 1-16,8 6 0 0,10 0-2 15,4-4 2-15,6-6-1 16,0-11 1-16,10-4 0 16,10-7 1-16,11-11-1 15,2-9 0-15,3-12 0 16,-2-11 1-16,5 0 1 16,1-14-2-16,5-15-10 15,-3-9-22-15,-8-13-21 16,-7-11 25-16,-9-1 12 15,-11 6 13-15,-1 16 3 16,-6 23 3-16,0 10 5 16,0 8 36-16,-6 10-29 15,-12 22-15-15,-4 10 0 16,3 6 12-16,8-1-5 0,9-6 9 16,2-3-6-16,0-7-7 15,9-5-3-15,7-7 2 16,3-7-1-16,0-8 3 15,2-4 4-15,6 0-5 16,4-14-1-16,5-9-2 16,6-9-2-16,-5-2-6 15,-2-7-31-15,-10 6 21 16,-13 10 12-16,-2 10 6 16,-10 10 2-16,0 5-2 15,0 5-5-15,-13 17 2 16,-4 8 3-16,4 2 6 15,6-5-1-15,3-1 5 0,4-5 0 16,0-1-10-16,13-5 3 16,4-5-1-16,5-7 14 15,4-3-13-15,7 0 4 16,7-3-7-16,-1-13 0 16,0-6 0-16,-2-6 1 15,-1-12-1-15,-6-3-6 16,-11 0-5-16,-4 4-1 15,-15 10 12-15,0 12 2 16,-7 7 6-16,-13 9-3 16,-5 1 1-16,-3 6-4 15,2 11 3-15,8 1 2 0,5 1-5 16,7 0-1-16,4-2-1 16,2-6-1-16,2-1 1 15,17-2 2-15,5-6 3 16,8-2-2-16,2 0-1 15,3 0 1-15,5-10-2 16,7-5-2-16,0-5-1 16,4 1-1-16,-7 0-3 15,-14 6-1-15,-12 8 7 16,-7 2-3-16,-5 3 2 16,-1 0 0-16,3 6-5 15,1 6 4-15,1 1 0 16,1-1 2-16,3-2 1 0,4-1 0 15,3-5 1-15,5-4 1 16,6 0-3-16,2 0-9 16,-1-4-103-16,-9-10-49 15,-11-6-70-15,-13-5-468 16</inkml:trace>
  <inkml:trace contextRef="#ctx0" brushRef="#br0" timeOffset="44770.43">15467 7216 1050 0,'0'0'0'0,"0"0"0"0,0 0 35 0,0 0 18 0,0 0-18 16,0 0-35-16,123-16-4 15,-35 7-97-15,2-5-136 16,-1-4-317-16</inkml:trace>
  <inkml:trace contextRef="#ctx0" brushRef="#br0" timeOffset="44912.82">16435 7174 939 0,'0'0'12'0,"0"0"42"16,0 0 55-16,0 0-109 15,0 0-17-15,-20-86-235 0</inkml:trace>
  <inkml:trace contextRef="#ctx0" brushRef="#br0" timeOffset="45924.68">18100 7063 962 0,'0'0'110'0,"0"0"-99"16,-101 30-7-16,60 5 95 15,-2 5-39-15,3 7-17 0,8 2-2 16,11 0-13-16,10-5-11 16,11-1 2-1,0-10 1-15,25-5-8 0,9-7 10 16,12-12 7-16,12-9-21 16,3 0 1-16,4-12-4 15,-9-11 0-15,-12-5-4 16,-14-9 2-16,-18-5-1 15,-12-3-1-15,0 1 2 16,-19 9-3-16,-10 9 5 16,-11 12 11-16,-5 14-2 15,-4 0-13-15,1 24-1 16,5 9 2-16,10 0-2 16,13 3 0-16,10-3-3 0,10-2 2 15,0-2-1-15,10-6 4 16,17-7 1-16,12-6-2 15,16-10 5-15,15 0-6 16,12-14-6-16,4-15-6 16,-2-11-12-16,-6-9-6 15,-2-16-34-15,-9-17 18 16,-9-17 26-16,-13-9 3 16,-14 2 12-16,-19 18 5 15,-12 20 6-15,0 23 8 16,-3 20 25-16,-9 15 75 15,-10 10-71-15,-9 28-43 0,-11 26 1 16,-1 25-1-16,5 23 15 16,6 21 11-16,6 22-9 15,4 16-5-15,-3 13 0 16,-3 10-9-16,-4 2 0 16,-4-3-6-16,-1-14 3 15,1-13-3-15,2-25 1 16,2-22-11-16,-4-19-5 15,-2-23 4-15,-1-20 9 16,2-19 3-16,5-23 2 16,1-8 5-16,6-35-2 15,1-24 1-15,7-23-1 16,13-23 5-16,4-32-4 16,12-21-3-16,27-10 0 15,23-1 2-15,23 20-3 0,14 20-6 16,8 23-8-16,7 25-19 15,-3 21-15-15,1 14-44 16,-1 20-23-16,-2 9-65 16,-11 5-108-16,-8 6-430 15</inkml:trace>
  <inkml:trace contextRef="#ctx0" brushRef="#br0" timeOffset="48422.8">19631 7253 1052 0,'0'0'10'0,"0"0"4"0,0 0 101 0,38-79-97 0,-10 58-16 0,2-6 2 16,-2-2 6-16,-6-9 1 15,-8-3 7-15,-14 5 8 16,0 7 30-16,-17 8 5 15,-16 11 23-15,-9 10-59 16,-12 6-17-16,-5 25-2 16,-4 13 4-16,3 12 5 15,8 1-6-15,15 2-3 16,10-8-6-16,14-8-1 0,13-4-1 16,0-5 1-16,7-8 2 15,15-6 0-15,11-11 6 16,5-9-7-16,14 0-2 15,0-23-7-15,0-13-17 16,2-16 13-16,-5-17 4 16,2-20 5-16,0-17-1 15,-3-14-7-15,-4-10-6 16,-8 5-4-16,-11 19 21 16,-10 26 2-16,-10 32 1 15,-5 27 11-15,0 17 10 16,-11 4-23-16,-19 28 2 15,-10 20-2-15,-4 14 3 0,3 11 0 16,8 6 2-16,9 7 1 16,9 3-1-16,14-1-2 15,1-4-3-15,23-6 2 16,21-9-2-16,11-9 3 16,12-10 0-16,5-11 1 15,1-16-3-15,3-17 1 16,-5-6-2-16,-9-15 6 15,-5-21-5-15,-8-10-1 16,-10-18 0-16,-9-9 3 16,-11-8-3-16,-12 7 0 15,-7 13 0-15,0 20 1 16,-14 20 2-16,-13 15 11 0,-9 6-14 16,-9 18 1-16,1 18-2 15,3 10 2-15,10 6 5 16,16 0 8-16,5 0-5 15,10-6 1-15,0-3-4 16,16-3-4-16,9-4 9 16,8-8-3-16,4-6-3 15,11-10 2-15,4-10 2 16,9-2-4-16,5 0-2 16,15-18-1-16,-2-9 0 15,3-7-2-15,-9-5-4 16,-10-4-6-16,-14 1 1 0,-18 7 6 15,-10 7 3 1,-12 11 0-16,-9 3 2 0,0 5 1 16,-19 4-2-16,-13 5-1 15,-7 0-6-15,-2 4 4 16,-1 14 1-16,5 5 0 16,5 1 0-16,6 4-1 15,7-3 2-15,5-3-4 16,8-3-2-16,6-3-3 15,0-2 1-15,0-4 8 16,17-3 7-16,6-3-4 16,2-4-3-16,2 0-2 15,-2 0-1-15,-1 0-1 16,-7 0 1-16,-1 0 2 0,-5 4 1 16,-5 10-7-16,0 16-6 15,1 13 9-15,-1 18 4 16,0 10 22-16,-1 14-5 15,-5 11 2 1,-4 5 1-16,-21 5-13 0,-5 1-7 16,-4 1 1-16,1-11 0 15,3-12-1-15,4-16-3 16,1-19 3-16,0-16 2 16,-3-14-1-16,-2-13-1 15,0-7-2-15,0-4-6 16,2-21 6-16,4-13 2 15,6-10 1-15,6-21 0 0,12-14-1 16,5-16 0-16,28-13 0 16,14-4-2-16,14 1-2 15,4 6-2-15,3 11-5 16,-3 16 5-16,-1 10 4 16,1 9 2-16,-4 7 0 15,2 5 0-15,-11 7 5 16,-3 5-5-16,-16 5 4 15,-9 11-2-15,-12 8 0 16,-7 8 4-16,-5 4 14 16,0 3-8-16,-6 0-12 15,-20 0 0-15,-3 7 0 16,-3 5-2-16,7 0 1 0,10 1-1 16,7-1-1-16,4-2 0 15,4 3 1-15,0-2-8 16,6 5 10-16,10-3 1 15,4 1 3-15,2 1-2 16,-4 0-1-16,-2-2-1 16,-1 3-3-16,-5 0 1 15,0 6 2-15,-4 1-5 16,0 2 5-16,1-1 1 16,2 2 4-16,3-5-5 15,6-1 2-15,5-4 0 16,5-4 5-16,6-5-3 0,6-4 1 15,8-3-3-15,4 0-2 16,-1-11 2-16,-2-16-2 16,-3-10 0-16,-5-10-2 15,-4-9-7-15,-10-5 2 16,-11 1 4-16,-7 10 3 16,-7 13 0-16,-2 10 2 15,-5 15 0-15,-13 8-2 16,-7 4-2-16,-11 10-7 15,2 17 5-15,1 9 1 16,8 7-1-16,4 1 4 0,6 1 1 16,6 2 5-1,6-2-6-15,3-2 4 0,0-4-6 16,16-5 2-16,10-7 0 16,5-9 5-16,3-8 3 15,11-7-3-15,1-3-3 16,5-9-2-16,9-17-2 15,5-9-1-15,6-9-8 16,-4-12 3-16,-2-6-7 16,-11-7 1-16,-14 2 14 15,-19 7-4-15,-11 14 4 16,-10 15 3-16,0 12 4 16,-3 7 3-16,-16 7-5 15,-9 5-5-15,-7 0-4 0,4 0 0 16,1 17 2-16,8 0-3 15,5 5-1-15,3 4 6 16,5 1-3-16,4 2-1 16,5-1 0-16,0-1 2 15,3 3-2-15,9-1 3 16,1 0 2-16,4 3-2 16,-1-4 1-16,-1 2-2 15,5 1 0-15,2 2 1 16,5-4 1-16,1-3 0 15,7-3 0-15,0-8 1 16,1 0-1-16,-2-3 3 16,1-8-2-16,-5-2 2 15,-4-2-2-15,-2-3 2 16,0-17-1-16,-1-4 2 0,3-10 1 16,3-7-3-16,-5-8 0 15,-6-8 0-15,1-5 2 16,-4-1-4-16,-5 3 0 15,-7 7 0-15,-3 14 0 16,0 11-4-16,-14 8 4 16,-6 12-1-16,-7 1-2 15,-3 6-1-15,0 1 1 16,4 0 0-16,3 15-4 16,7 5 2-16,3 3 4 15,8 7-1-15,5 4 1 16,0 2-2-16,15 3 1 0,3 1 0 15,6-3 2-15,1-3 0 16,2 2-2-16,-1-1 2 16,0 0 0-16,0 1-4 15,-4-3 4-15,-7-4 2 16,-5-6-1-16,-7-5-2 16,-3-7 2-16,0-2 2 15,-11-3 4-15,-14-4 4 16,-11-2 4-16,-10 0-1 15,-6 0-11-15,-2-5-3 0,-4-10-1 16,1-2-57 0,4-11-213-16,8-9-170 15</inkml:trace>
  <inkml:trace contextRef="#ctx0" brushRef="#br0" timeOffset="49720.56">23720 6882 423 0,'0'0'329'0,"0"0"-328"0,0 0 121 16,0 0 68-16,0 0-115 0,0 0-8 16,0 0 17-16,3-39-15 15,-14 39-29-15,-8 7-23 16,-12 13-2-16,-8 8 37 15,3 9-27-15,-3 7 18 16,8 5-9-16,6-3-13 16,4-1 6-1,15-7-15 1,4-6-4-16,2-4-2 0,11-3 3 16,20-4-5-16,12-7 5 0,8-6-1 15,3-8-3-15,1 0-1 16,-7-10-2-16,-10-12 1 0,-8-9-2 15,-10-14 7 1,-10-10-4-16,-5-12-4 0,-5 3 3 16,-5 8 3-16,-17 13 24 15,-11 16-6-15,-1 9-13 16,-3 9-1-16,-4 9-5 16,4 1-5-16,-2 21 0 15,4 7-6-15,7 5 3 16,15 1 1-16,10 0-6 15,3 1 8-15,9-3 3 16,19-3-1-16,11-3 5 16,9-7-4-16,8-4-1 15,6-9-2-15,3-3-1 0,4-4 1 16,-3-4-9-16,-4-21-16 16,-6-13 7-16,-6-13 2 15,-11-19-7-15,-6-12 15 16,-11-11 5-16,-4 2-8 15,-6 5 11-15,-6 11 0 16,-3 18 0-16,-3 18 0 16,0 15 3-16,0 12 2 15,0 8 17-15,0 4-22 16,-14 23-3-16,-6 17-6 16,-4 17 9-16,1 10 0 15,7 10 4-15,5 13 5 0,8 22-3 16,3 15 2-16,0 17-4 15,0 11-4-15,0 3 0 16,0-2 3-16,0-13-3 16,-8-13 0-16,3-14-2 15,5-9 2-15,0-15-1 16,0-14 1-16,0-13-2 16,0-17 1-16,3-6-6 15,-1-14-6-15,-2-11-2 16,0-8 0-16,0-7-6 15,0-2 15-15,0-2 5 16,-6-17 1-16,-15-10 1 16,-5-8 0-16,-12-9 0 15,-7-4 1-15,-6-7 6 0,-8-1 12 16,-4-1-4-16,-3 5 0 16,2 4 1-16,10 11-9 15,19 7 6-15,18 7 1 16,17-1-10-16,10-2-3 15,40-3-2-15,23-7-4 16,22-4-7-16,22-10-24 16,8-10-20-16,6-11-34 15,6-10-58-15,7-9-59 16,2 1-83-16,-3 3-270 16</inkml:trace>
  <inkml:trace contextRef="#ctx0" brushRef="#br0" timeOffset="50298.12">25445 6961 692 0,'0'0'151'0,"0"0"-142"0,0 0 99 0,0 0-17 0,0 0-72 0,0 0-18 16,4-8 9-16,-2 8 16 15,-1-2 14-15,9-2 5 16,0-4-13-16,0-2-17 0,0 0-8 16,-5-5 6-1,-5-4 9-15,0-5-1 16,0 2 30-16,-15 1-40 15,-8 6-1-15,-5 4 8 16,-8 11-17-16,-7 0-1 16,-5 15 0-1,-4 17 0-15,5 13 5 0,9 0 6 16,10 5-3-16,17-5 8 0,8-6-11 16,3-5-1-16,3-9-4 15,18-1 3-15,3-7 6 16,8-6-4-16,-1-3-5 15,6-5-21-15,-4-3-45 16,-3 0-47-16,-1-8-18 16,0-12-56-16,-5-7-18 15,0-6-256-15</inkml:trace>
  <inkml:trace contextRef="#ctx0" brushRef="#br0" timeOffset="53388.86">25442 6652 661 0,'0'0'6'0,"30"-95"116"0,-11 47-53 0,2-2-24 15,1 0 21-15,-3 4-21 16,0 3 4-16,-5 8 15 16,-8 9 6-16,-4 7-26 0,-2 7 17 15,0 4-14 1,0 2-18-16,0 6-4 0,-2 0-25 16,-23 6-3-16,-9 16-6 15,-8 14 7-15,-3 9 0 16,5 13-3 15,1 8 5-31,2 8 7 0,11 6-3 16,5 7 0-16,8 11 1 15,3 13 4-15,5 8-5 0,2 11-2 16,0 1 1-16,-1 3 3 0,2 0-5 16,-1-4-2-16,-3-8 2 15,3-12-4-15,2-11 1 0,-1-17 1 16,2-17 1-1,0-19-2-15,0-20 2 0,0-12 0 16,0-6-2-16,0-8 0 16,-4 0 2-16,-10-10 5 15,-7-17-5-15,-5-13-1 16,-4-9-1-16,-1-9 2 16,-2-6 1-16,3-6 5 15,0-5-3-15,6 2 0 16,6-1 6-16,8 2 2 15,10 12-5-15,0 2 8 16,28 4 11-16,15 4-17 16,11 1-6-16,7 2-2 15,6 4 0-15,8-1-3 0,-2 0 0 16,0-1-7-16,0 1 1 16,-5 1 7-16,-7 2 0 15,-11 9-1-15,-14 6 3 16,-15 6 0-16,-12 9 1 15,-7 1 0-15,-2 2 3 16,0-1-2-16,-7 4-2 16,-10 1-2-16,-7 2-2 15,-5 2 0-15,1 0 1 16,6 6-2-16,2 6 1 16,10 1 0-16,7-2 1 0,0-1-11 15,3 0-3 1,0 1 15-16,10-3 2 0,14 3 7 15,6-4 0-15,1-1-7 16,2-1-1-16,-5-2-5 16,-5 0-2-16,-8 1 5 15,-2-1 1-15,-5 1 2 16,-4 0-4-16,1 3-5 16,-2 3 4-16,1 1 0 15,2 4 5-15,1 2 0 16,1-2 1-16,3-1-2 15,0 0 2-15,4-3 0 16,8-1 7-16,8-2-2 16,6-4-1-16,5-1-5 0,0-3 2 15,0 0-2-15,-1-5 3 16,-3-12-3-16,-7-8 0 16,-7-9 0-16,-5-7 0 15,-5-2-6-15,-11 1 0 16,-3 9 6-16,0 9 6 15,-10 8 0-15,-9 5-2 16,-1 7-4-16,-4 4-1 16,0 0 0-16,0 11-5 15,2 11 2-15,6 3-1 16,6 7 0-16,7 2 4 16,3 1 2-16,0-1-1 15,19 1 1-15,10-5 0 16,5-2-1-16,7-4 1 15,5-6-1-15,-3-7 0 0,3-6-2 16,1-5 2-16,-1 0-7 16,-4-19-3-16,-2-4-3 15,-7-12-15-15,-8-12 5 16,-9-9 4-16,-8 5 4 16,-8 5 15-16,0 10 1 15,-8 13 11-15,-9 7-8 16,-6 12-2-16,-2 4-1 15,-4 0-1-15,1 18-2 16,6 7 2-16,10 5-1 0,6 3 2 16,6 3 0-1,0-3 4-15,18 2 5 0,12-3-2 16,10-4 7-16,9-6-7 16,3-3-2-16,4-5-6 15,2-7 4-15,3-6-4 16,3-1 1-16,2 0-1 15,2-8 1-15,-4-13-3 16,-7-10-8-16,-8-7 0 16,-7-8 6-16,-11-1-8 15,-11 3 12-15,-12 8 0 16,-8 11 2-16,-2 6 2 16,-18 11 0-16,-13 2-4 15,-8 6-2-15,-4 0 1 16,-4 16 1-16,4 9 0 0,8 5-1 15,4 5 1-15,9-1 0 16,8 1-2-16,11-4-2 16,5-4 3-16,0-2-1 15,15-2 0-15,8-8 2 16,9-4 5-16,5-5 1 16,1-6-6-16,-4 0-2 15,4-5-17-15,-6-16 1 16,0-13-11-16,-4-12 1 15,-1-15 15-15,-3-10-2 16,-5-4 7-16,1-6 6 16,-4-1 2-16,-4-3 0 0,-6 11 10 15,-6 12 13 1,0 22-17-16,0 15 39 0,-9 18-17 16,-9 7-27-16,-3 0-1 15,-4 25-7-15,-1 10 7 16,7 9 0-16,10 2 14 15,9 2 2-15,0 4 10 16,8-4-20-16,17 4 10 16,11-1-11-16,10-1-2 15,3-6-1-15,2-7-2 16,-8-11 0-16,-4-14-1 16,-6-8-2-16,-2-4 0 15,-1-10-10-15,-3-16-21 16,-5-6-3-16,-4-8 30 0,-6 0 1 15,-5 3 5-15,-4 7 1 16,-3 12 3-16,0 8 4 16,0 9 13-16,0 1-12 15,-1 0-8-15,-15 16-9 16,2 8 4-16,-1 3 4 16,9 2 2-16,6 1 4 15,0-3 22-15,5-1-10 16,12-4-15-16,3-5 9 15,4-3-7-15,4-8-1 16,2-4 7-16,3-2-3 0,0 0-2 16,1-22-5-16,-3-6-1 15,-1-10 1-15,-4-6-11 16,-6-1 5-16,-9 2-1 16,-8 5 3-16,-3 9 3 15,-8 9 1-15,-21 7-1 16,-16 8 1-16,-9 4-8 15,-6 1 8-15,5 0 0 16,8 11 0-16,11 4-2 16,9 2 1-16,7 3 0 15,6-2-1-15,3 2-1 16,8-1-3-16,3 4 5 16,0 2 1-16,21 0-6 15,12 0 6-15,10 2 2 16,6-3-1-16,5-6-1 0,3-7-4 15,-1-6-33-15,-1-5-12 16,1 0-20-16,-7-16 7 16,0-9-7-16,-7-6 28 15,-4-7 14-15,-3-4 25 16,-9-3 2-16,-6 3 1 16,-2 9 8-16,-9 8 45 15,-6 9-22-15,-3 8 13 16,0 6 2-16,0 2-31 15,0 0-16-15,-10 15-5 16,-7 8 4-16,4 4 1 16,7 0 0-16,3 1 12 0,3-3 4 15,0-3-3 1,15-3-4-16,4-4 1 0,2-1 1 16,3-3-4-16,3-8 0 15,1-3-2-15,2 0 1 16,3-1-3-16,-2-12-2 15,2-5 0-15,3-8 1 16,-2 0-2-16,-1-1 0 16,-5 3 0-16,-7 7 0 15,-9 9 0-15,-6 4 5 16,-2 4 9-16,-2 0 15 16,-1 0-21-16,1 0-8 15,-1 2-8-15,-1 10-6 0,2 1 14 16,-1 2 0-1,1 4 1-15,0-5-1 0,1 3 1 16,0-5-1-16,3-4 1 16,4 4 0-16,0-5 2 15,8-2 6-15,6-5 1 16,12 0 2-16,7 0-5 16,11-18-6-16,0-2 0 15,-4-5 0-15,-9 5 3 16,-13 3-2-16,-9 6 4 15,-10 5 23-15,-4 4 29 16,-2 2-19-16,-3 0-39 16,6 0-5-16,1 7 0 15,5 8 5-15,4 2 0 0,3-3 2 16,1 0-2-16,6 0 1 16,2-6-1-16,0 2 0 15,1-5-2-15,-1-2-67 16,2-3-60-16,0 0-51 15,2 0-93-15,3-7-421 16</inkml:trace>
  <inkml:trace contextRef="#ctx0" brushRef="#br0" timeOffset="-128163.18">9175 11090 1084 0,'0'0'0'0,"0"0"0"0,0 0 63 16,0 0 91-16,0 0-123 16,0 0-24-16,-27 74 49 15,24 5 37-15,-4 10-41 16,-5 10 21-16,-2 18-13 16,-3 4-35-16,1 5-6 15,2-5-12-15,3-15-5 16,7-16 1-16,2-23-1 0,2-12-4 15,0-23 3 1,0-11-2-16,2-12 1 0,2-9-4 16,7-9-9-16,5-31-22 15,2-20-85-15,4-19-96 16,-4-21 24-16,-3-22-133 16,-3-22-288-16</inkml:trace>
  <inkml:trace contextRef="#ctx0" brushRef="#br0" timeOffset="-127971.7">9175 11028 806 0,'0'0'51'16,"-9"-75"-39"-16,9 48 94 16,0 2 25-16,20 7-92 15,9 6-24-15,13 3 0 16,1 9 6-16,9 0-1 0,-5 12-7 16,0 13-1-16,-8 1-2 15,-7 2-9-15,-4 3 1 16,-7 2-4-16,-9 4 0 15,-9 6-33-15,-3 3-173 16,-12 3-139-16</inkml:trace>
  <inkml:trace contextRef="#ctx0" brushRef="#br0" timeOffset="-127789.28">9139 11643 1082 0,'0'0'4'15,"0"0"100"-15,0 0-22 16,0 0-70-16,96-21 3 0,-28 5-2 16,8-3-13-16,-1 0 0 15,-5 2-7-15,0-1-54 16,2 4-189-16,-5-2-165 16</inkml:trace>
  <inkml:trace contextRef="#ctx0" brushRef="#br0" timeOffset="-127594.16">10407 11557 1280 0,'0'0'0'0,"0"0"-9"15,0 0 8-15,0 0 2 16,0 0-2-16,91 8-108 15,-77-1-207-15,-14 6-239 16</inkml:trace>
  <inkml:trace contextRef="#ctx0" brushRef="#br0" timeOffset="-127438.45">10258 11764 1020 0,'0'0'11'16,"0"0"65"-16,0 0 29 15,115-18-58-15,-39 0-43 16,20 1-4-16,14-1-2 0,17-3-9 16,1-3-270-1</inkml:trace>
  <inkml:trace contextRef="#ctx0" brushRef="#br0" timeOffset="-126721.35">13915 10667 797 0,'0'0'37'0,"0"0"-32"0,0 0 127 0,0 0-35 16,0 0-23 0,0 0-12-16,12-60 17 0,-12 56 9 15,-12 1-19-15,-13 3-36 16,-8 0-20-16,-9 0 9 15,-4 12-11-15,-5 4 5 16,5 3 0-16,5-1-6 16,10 1 8-16,12 0-14 15,10 2-4-15,6 1-2 16,3 0-6-16,12 6 0 0,19 6 7 16,11-2 1-16,9 1-1 15,1 0 0-15,0 1 0 16,-1-2 1-16,-5-2-2 15,-7-4 2-15,-11-2 0 16,-13-4 0-16,-13-5 2 16,-4-1 1-16,-37-3 10 15,-19 1-4-15,-15-2 23 16,-6-2 21-16,6 0-25 16,10-4-4-16,14 0-13 15,15 0-8-15,13-4-3 16,12 3-2-16,9-1-15 15,0 1-115-15,12 1-135 16,16 3 11-16,12-4-92 0</inkml:trace>
  <inkml:trace contextRef="#ctx0" brushRef="#br0" timeOffset="-126514.31">14128 11137 1026 0,'0'0'103'0,"0"0"45"0,0 0 59 0,0 0-138 0,0 0-45 0,0 0 32 16,-15 96 10-16,6-54-59 15,-3 1-7-15,-2 1 0 16,1-6-2-16,2 1-13 0,5-5-109 16,1 1-177-16,1-6-48 15,-8 1-550-15</inkml:trace>
  <inkml:trace contextRef="#ctx0" brushRef="#br0" timeOffset="-126190.5">12629 12096 1426 0,'0'0'0'0,"0"0"0"0,0 0 73 15,0 0-35-15,100-67-34 16,0 50 11-16,23 1 5 16,22 0 12-16,25 1 2 15,20 0-23-15,7 4-5 16,3-3-6-16,-6 5-1 15,-15 2 0-15,-26 1 0 16,-32 1-48-16,-41 3-179 16,-42-3-65-16,-32 4-83 15</inkml:trace>
  <inkml:trace contextRef="#ctx0" brushRef="#br0" timeOffset="-125646.58">13673 12461 918 0,'0'0'176'0,"0"0"-173"15,0 0 161-15,0 0-71 16,0 0-86-16,0 0-6 15,61-45-1-15,-38 31 1 0,-11 3 0 16,-6-1 3-16,-6 2 9 16,0 3 65-16,-5-1-22 15,-17 4-23-15,-9 4 1 16,-10 0-4-16,-5 0-11 16,-8 14-6-16,-2 3 4 15,2 4-8 1,6-1-3-16,8 6-1 0,19-3-1 15,9 1-4-15,12 0-1 16,0 1-1-16,25 1 1 16,14-2-2-16,13-2-3 15,8 1 6-15,3 2-14 16,-1-3-3-16,-2 4-6 0,-8 1-36 16,-10-7 50-1,-17-1 6-15,-13 0 0 0,-12-2 3 16,-7 3 2-16,-26 3 17 15,-19-3 7-15,-6 0 35 16,-8-1-22-16,-3 1-19 16,4-1-7-16,-1 1-11 15,5-1-2-15,12 1-4 16,14-2-2-16,22-4-68 16,13-3-87-16,7-7-112 15,25-4-140-15</inkml:trace>
  <inkml:trace contextRef="#ctx0" brushRef="#br0" timeOffset="-125417.64">14097 12943 1280 0,'0'0'37'0,"0"0"16"0,0 0 215 0,0 0-206 16,-70 105-5-16,56-57-43 0,5 6 8 15,3-5-22-15,2-1-2 16,1-6-2-16,2-13-33 16,1-8-76-16,0-10-50 15,0-9-106-15,1-2-61 16,9-12-508-16</inkml:trace>
  <inkml:trace contextRef="#ctx0" brushRef="#br0" timeOffset="-124698.2">14058 12975 772 0,'0'0'104'15,"0"0"-102"-15,0 0 100 16,0 0-18-16,0 0-25 16,0 0 18-16,-51-22-18 0,51 6-38 15,0-3 44 1,0-1 6-16,9 0-47 0,6 3 15 16,-1 3-10-16,-1 1 7 15,-1 6-13-15,-1 2 4 16,-4 5-15-16,-1 0-6 15,0 12 3-15,-2 16 17 16,-4 13-4-16,0 3-11 16,-4 11-4-16,-18 1-6 15,-5 0-1-15,-6-1 0 16,0 1 0-16,-3-6 1 16,0-6-1-16,2-9 1 15,-3-8 5-15,4-8-6 16,10-10 0-16,7-3 2 15,9-6 0-15,7-3 5 16,0-22-7-16,18-9-1 16,9-7-3-16,7 0 2 0,3 7 1 15,-1 11 1 1,-2 4 2-16,-4 15 0 0,1 4 9 16,5 0 27-16,2 18 10 15,5 6-28-15,2 3-3 16,2 4-7-16,3-1-8 15,-1-4-1-15,-4-4 0 16,-5-8-2-16,-8-6-52 16,-5-6-122-16,-4-2-115 15,-4-4-183-15</inkml:trace>
  <inkml:trace contextRef="#ctx0" brushRef="#br0" timeOffset="-113774.5">14276 10176 798 0,'0'0'1'0,"0"0"83"0,0 0 45 0,0 0-75 16,0 0 23-16,0 0-24 16,0 0-12-16,-15-11 11 15,34-3-37-15,11 0-9 16,6-1 10-16,9 0 8 15,-2 8 0-15,-3 4 9 16,-5 3-17-16,-8 3 7 16,-5 19-12-16,-10 9-7 15,-11 12 1-15,-1 8 9 16,-18 6-7-16,-22 3-4 16,-9 0 0-16,1-8-1 15,5-10 2-15,11-11 2 16,13-9-4-16,10-7 3 0,9-5-5 15,0-2 1-15,30-2 1 16,23-4 7-16,21 0-7 16,7-2-2-16,1 0-15 15,-4 0-73-15,2 0-64 16,-1 0-76-16,-6 5-27 16</inkml:trace>
  <inkml:trace contextRef="#ctx0" brushRef="#br0" timeOffset="-113151.74">14452 12247 884 0,'0'0'13'0,"0"0"130"0,0 0 1 0,0 0-82 0,0 0-40 16,0 0-4-16,27-16 0 16,0 16 10-16,1 0-2 15,2 0 7-15,-5 2 14 16,-4 9-22-16,-4 3 4 0,-8 7 3 16,-6 3 3-1,-3 5-3-15,-5 1-18 0,-19-3 21 16,-1 0-26-16,-4-3 11 15,7-6-2-15,4-4-5 16,9-2 4-16,9-5-12 16,0-1-2-16,29-3-1 15,24-3 1-15,28-5-3 16,22-13-10-16,17-1-77 16,16-2-74-16,9-1-177 15,2-4-189-15</inkml:trace>
  <inkml:trace contextRef="#ctx0" brushRef="#br0" timeOffset="-111488.49">15937 9365 752 0,'0'0'5'0,"0"0"87"0,0 0 4 0,0-72-47 16,-8 46-8-16,-10-4 32 15,-12 1-28-15,-14-1-42 16,-18 1 4-16,-17-2 1 16,-16 1-5-16,-20-3-2 15,-22-4-1-15,-30-7 0 16,-35-9 0 0,-28 0 1-16,-16-4 1 15,-15 2 6-15,-6-2-8 0,-9 4 5 16,-15 0 0-16,-4 0 0 15,-13 5 5-15,-8 1-9 0,-9 8 2 16,-11 4 8 0,-10 3-6-16,-2 9-4 0,-1 8 10 15,0 10 0-15,9 5 2 16,7 16 3-16,15 19 6 16,20 19-5-16,16 17-11 15,23 14-1-15,11 12 3 16,23 9-3-16,19 8-3 15,16 9-2-15,17 12-4 16,6 16 2-16,17 13-1 16,11 13 3-16,13 6-2 15,13 6 1-15,11 10 0 0,16 6-1 16,20 9 1-16,14 2 1 16,16 0 1-16,16-6 3 15,12-4 0-15,8-3 1 16,18-4-2-16,18-1-1 15,12-7 3-15,17-5-2 16,17-6-3-16,15-5 0 16,15-4 0-16,12-8-2 15,12-10 2-15,14-9-1 16,19-10 1-16,17-10 0 16,16-8 0-16,21-4 2 15,10-8-2-15,6-7-4 16,7-4 2-16,6-9 2 15,5-7 0-15,1 0 0 16,-1-4-4-16,-8-4 4 0,2-7 5 16,-4-4-3-16,-2-9 1 15,0-1-3-15,-5-6 2 16,7-7 4-16,4-6 2 16,5-8 6-16,7-5-11 15,3-5-2-15,4-5 3 16,0 0-1-16,1-6-1 15,-5 0-2-15,-11 0 0 16,-7-16 2-16,-8-7-2 16,-7-18-1-16,-10-11-2 0,-13-16 3 15,-2-16-1 1,-10-11 1-16,-8-9 2 0,-10-4-2 16,-14-3 1-16,-17-9 15 15,-13-5 42-15,-13-15-35 16,-13-10-13-16,-7-8-6 15,-7-10-4-15,-7-1 2 16,-9 1-3-16,-11 2 2 16,-15 5 0-16,-15 0 8 15,-11 2-5-15,-14-4 8 16,-7-2-6-16,-7-3 4 16,-2-1-4-16,-19 3-5 15,-8 2 13-15,-7 4-3 16,-13 3-2-16,-11 2-3 15,-12 7 3-15,-10 4 8 0,-10 3-9 16,-10 8 7 0,-11 1-4-16,-11 2-10 0,-12 8 2 15,-10 1-2-15,-11 3 0 16,-10 0 1-16,-7 2-2 16,-10-3-11-16,-10 7-21 15,-12 4-36-15,-8 6-59 16,-15 11-95-16,-11 5-79 15,-8 8-203-15</inkml:trace>
  <inkml:trace contextRef="#ctx0" brushRef="#br0" timeOffset="-108745.39">8416 10592 772 0,'0'0'112'0,"0"0"-110"0,0 0-2 0,0 0 43 16,0 0-16-16,0 0-25 16,0 0-1-16,1 8 2 15,4 7 16-15,2 1-8 0,-4 0-8 16,3-1 5-16,-3 1-3 15,3-2 1-15,-1-3-5 16,2-1-2-16,0-2 1 16,2 1-2-16,3-5 0 15,2-1 2-15,5-3 0 16,5 0 0-16,10-13-2 16,5-11-4-16,0-5-14 15,3 1-5-15,-5 0-2 16,-9 5-40-16,-10 6-55 0,-10 7-123 15</inkml:trace>
  <inkml:trace contextRef="#ctx0" brushRef="#br0" timeOffset="-108338.68">8517 10671 772 0,'0'0'0'15,"0"0"0"-15,0 0 77 0,0 0-54 16,0 0-18 0,0 0-5-16,0-9 1 0,3 18 2 15,3 7 17-15,6 5 14 16,-6-1-21-16,-2 2 21 15,1 2 1-15,-4-4-17 16,1 0 4-16,1-4-11 16,0-4-3-16,3-7 1 15,4-3 3-15,7-2-2 16,11-6 20-16,11-17 20 16,13-10-17-16,8-1-22 15,1-3-5-15,-3-3-1 0,-7 3-5 16,-5 4-1-1,-12 8-1-15,-11 7-11 16,-11 10-117-16,-9 8-49 0,-3 0-116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5:45:31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1742 1579 353 0,'0'0'116'0,"0"0"-47"15,0 0 33-15,0 0-43 16,0 0-24-16,0 0 81 16,0 0-76-16,0 0 2 15,6-6 2-15,-6 6-2 16,0 0 16-16,0 0-9 15,0 0-2-15,0 0 18 16,0 0 6-16,3-9-10 16,-3-6 6-16,0-7-37 15,0-1-25-15,0 3 28 16,-6 3-17-16,-9 6 6 16,-8 4-9-16,-12 6 13 0,-7 1-18 15,-11 13-8 1,-1 20-3-16,3 18-3 0,-1 14 3 15,16 8 2 1,3 9-2-16,11 4 3 0,7 1 1 16,6-2-1-16,9-6 0 15,6-10-2-15,21-8 2 16,16-11-2-16,7-11 1 16,16-15 2-16,9-9-3 15,7-11 2-15,-1-4-11 16,-8-10-3-16,-9-17-35 15,-9-6-73-15,-4-12-21 16,-8-15-67-16,-7-13-37 0</inkml:trace>
  <inkml:trace contextRef="#ctx0" brushRef="#br0" timeOffset="549.14">2112 1583 884 0,'0'0'51'0,"0"0"-39"0,0 0 37 15,-27 113 37-15,26-50-35 16,1 6-5-16,0 5 7 16,-3 1 1-16,-3 2-8 15,0-10-23-15,3-4-2 16,0-14-12-16,3-11-6 16,0-13 9-1,0-8-10-15,0-9-2 16,6-8 7-16,6 0-5 15,3-11 16-15,7-17 5 0,8-13-21 16,3-4 3-16,-8 5-5 0,1 5 0 16,-13 16 3-16,-7 9-1 15,-3 10-3-15,0 0 1 16,0 11-24-16,4 17 24 16,1 4 17-16,-2 1-8 15,0 0 4-15,4-5-10 16,4-2 1-16,3-7-4 15,3-2 3-15,2-9 0 16,2-6-3-16,7-2 2 16,1-3 1-16,5-21-2 0,-1-1 1 15,-3-4-2-15,-8 0 0 16,-3 5-1-16,-11 7 1 16,-5 9 0-16,-6 4 5 15,0 4 2-15,0 0-7 16,0 5-5-16,0 15-4 15,0 6 9-15,0 2 0 16,0-3 0-16,0-1-1 16,0-2 1-16,0-6-1 15,3-6-5-15,6-1-94 16,1-9-97-16,1 0-37 16,2-25-167-16</inkml:trace>
  <inkml:trace contextRef="#ctx0" brushRef="#br0" timeOffset="842.55">2673 1761 899 0,'0'0'50'15,"0"0"23"-15,0 0 21 16,0 0-87-16,0 0 2 16,0 0 4-16,-33 67-9 15,41-53 3-15,4-5-7 16,6-5 0-16,1-4 12 15,-1 0-7-15,3-15 4 16,-3-8-3-16,-8-3-3 16,-5-2 8-16,-5-3-2 15,0 5 5-15,-21 5 13 16,0 6 0-16,-5 10-21 16,3 5-6-16,2 4-6 15,4 22-3-15,7 9-9 0,4 12-62 16,6 2-114-16,0 2-130 15</inkml:trace>
  <inkml:trace contextRef="#ctx0" brushRef="#br0" timeOffset="1963.09">3686 1826 979 0,'0'0'39'0,"0"0"194"0,0 0-150 16,-7-74 22-16,4 68-45 15,-3 2-18-15,-5 3-20 16,-8 1-14-16,-6 0-8 16,-8 3-3-1,0 12 0-15,2 3 3 0,7 6 4 16,6-1-4-16,9 4 0 15,6 4 2-15,3 3-2 16,13 4 1-16,14 0-1 16,12 2-3-16,3-1 2 15,10-3 1-15,3 1-1 16,0-5 0-16,-5-1-1 0,-12-6 0 16,-15-4-1-16,-13-7-10 15,-10 2 3-15,-22-3 8 16,-27-2 2-16,-17-2 10 15,-9-2 17-15,-4-4 11 16,3-2-8-16,16-1-17 16,13 0 2-16,17 0-15 15,16 0 0-15,11-1-4 16,3-1-43-16,3 1-111 16,24-1-52-16,9 2 39 15,9 0 27-15,1 0-55 0,8 0-14 16,1 0-38-16,15 0 136 15,12 0 115-15,9-11 159 16,8-3-134-16,2 0-5 16,1-6-19-16,-10 0 13 15,-17-3-3-15,-10-2 35 16,-29-2 33-16,-16 2 99 16,-17 2 28-16,-3-1-24 15,-11 3-12-15,-14 4-58 16,-8 4-31-16,-3 2-24 15,-3 7-18-15,3 4-25 16,1 0-11-16,6 4-3 0,2 15-5 16,8 5-2-16,7 2-2 15,5 3 1-15,7 0 4 16,4-5-21-16,17-4-25 16,6-5-9-16,9-10-12 15,10-5-32-15,5 0 1 16,1-11 0-16,-3-8 45 15,-7-2 31-15,-8 0 21 16,-5 5 5-16,-16 5 25 16,-7 7 64-16,-3 2 36 15,-3 2-39-15,0 2-34 16,-8 26-38-16,-12 18 4 0,-7 19 41 16,-3 17-23-1,-3 14-10-15,-1 15-2 16,1 5-22-16,5 1 4 0,10 0-6 15,12-12 0-15,6-9-4 16,1-12 4-16,22-16 0 16,3-13-1-16,6-18-3 15,1-16 2-15,-2-15-2 16,0-6-12-16,1-8-5 16,-4-25 2-16,3-12 15 15,-7-13-5-15,-6-14 9 16,-15-10 4-16,-3-11-1 15,-21-13 10-15,-12-4 2 16,-5 3-11-16,0 14 0 16,4 19 5-16,4 19-8 0,11 20 3 15,8 15-4-15,8 10 0 16,3 7-3-16,0 3-29 16,9 0-77-16,18 0-29 15,11 2-21-15,6-2-74 16,-2 0-294-16</inkml:trace>
  <inkml:trace contextRef="#ctx0" brushRef="#br0" timeOffset="3084.39">4866 2111 897 0,'0'0'30'16,"0"0"142"-16,0 0-32 15,0 0-75-15,0 0-62 0,0 0-3 16,0 0 0-16,-39 93 3 15,39-55-3-15,0-4 0 16,11-8-2-16,5-4 4 16,1-9-3-16,7-9 1 15,1-4 0-15,3 0-4 16,2-21-1-16,3-9-19 16,-5-3-18 15,-2-5-2-31,-4 3 25 0,-7 6 3 0,-9 6 16 15,-6 12 19-15,0 9 29 0,0 2 12 16,0 0-43-16,0 13-16 16,-3 15-2-16,-2 7 2 15,5 1 0-15,0-3 5 0,3-1-4 16,11-7-2-16,8-7 0 16,5-5 2-16,4-8 4 15,8-5-3-15,2 0-3 16,6-15 3-16,-3-7 0 15,-1-4-6-15,-7-6-3 16,-11-1-14-16,-13 3 12 16,-12 5 3-16,0 6 5 15,-9 3 7-15,-16 8 2 16,-5 8 7-16,-6 0-14 0,8 11-1 16,1 11 8-1,5 5-7-15,8 3-2 0,6 0 2 16,3-5-2-16,5-5 0 15,0-6-2-15,13-3 1 16,5-9-2-16,7-2-12 16,4-2-19-16,7-17-37 15,-5 0-8-15,0-4 15 16,-4 1 15-16,-8 3 30 16,-5 5 19-16,-7 4 9 15,-4 6 18-15,-3 4 43 16,0 0-36-16,0 10-26 15,0 14-2-15,0 5 17 16,0 3-2-16,0-1-11 16,5-3 1-16,10-4 1 0,1-5-7 15,9-7-1-15,1-6 0 16,14-6-2-16,2 0 10 16,1-4-11-16,-1-14-1 15,-5-6 0-15,-4-7-10 16,-5-7-3-16,-4-4-2 15,-9-3 1-15,-9 3 12 16,-6 6-3-16,0 12 5 16,0 13 7-16,0 5 25 15,-6 6-6-15,-3 6-26 16,-3 16 2-16,2 10-2 16,2 3 3-16,7 2 2 15,1-3 3-15,0-3-1 0,4-6-1 16,11-5-3-16,5-2-1 15,5-9 3-15,6-3-2 16,8-6 4-16,9 0 1 16,4-9-7-16,2-9 2 15,-2-2-3-15,-3-5 2 16,-10-6-2-16,-2-5 0 16,-11-1-5-16,-10 2-3 15,-10 7 8-15,-6 6 5 16,0 6-1-16,-10 11 22 15,-7 1 10-15,-1 4 7 16,2 2-12-16,-2 16 4 0,9 9-15 16,4 4 19-16,5 1-14 15,0 1-9-15,14-2 2 16,13-5-15-16,7-4 0 16,7-8-3-16,5-5-2 15,4-9-26-15,-2 0-281 16,3-19-555-16</inkml:trace>
  <inkml:trace contextRef="#ctx0" brushRef="#br0" timeOffset="3781.07">1911 3525 309 0,'0'0'352'0,"0"0"-321"0,0 0 96 0,0 0-13 16,0 0-8-16,0 0-33 15,-82-30 28-15,79 30-11 16,1 0-19-16,2 0-33 16,0 0-25-16,15 0-6 15,27 1 6-15,22-1 9 16,26 0 4-16,13 0-17 15,7-8-7-15,6-1-2 16,-8 3-2-16,-7 3-2 16,-14 0-3-16,-14 3-166 15,-30 0-117-15,-31 0-81 16</inkml:trace>
  <inkml:trace contextRef="#ctx0" brushRef="#br0" timeOffset="4015.67">2452 3502 772 0,'0'0'20'0,"0"0"48"15,-94 5 58-15,87-3-49 16,7 5-37-16,3 9-31 16,16 8 7-16,8 11 67 15,3 10-33 1,0 4 22-16,-2 14-15 0,-4 6-31 16,-6 2 3-16,-3 2-14 15,-8-8-11-15,-4-7-4 16,0-8-4-1,0-11-3-15,2-11 4 16,2-12-35-16,2-9-109 0,3-7-63 16,1-5-53-16,1-25-216 15</inkml:trace>
  <inkml:trace contextRef="#ctx0" brushRef="#br0" timeOffset="4707.76">2691 3873 244 0,'0'0'532'0,"0"0"-513"15,0 0 111-15,0 0-116 16,0 0-13-16,0 0-1 16,24 50 4-16,9-34-4 15,0-2 0-15,1-6 0 16,-1-4 0-16,2-4 0 16,-3 0 0-16,-8-12 3 0,-2-12 0 15,-9-3-2-15,-8-8 1 16,-5 0 7-16,0 3 3 15,-19 3 47-15,-8 6 20 16,-3 10 17-16,-1 9-40 16,1 4-17-16,7 8-24 15,4 20-1-15,7 14-13 16,2 4 8-16,10 5-1 16,0-4-4-16,7-2 2 15,14-8-6-15,9-5 0 0,4-7 0 16,5-8 0-1,6-10-1-15,0-7 0 0,4-4 1 16,1-19-1-16,-3-7-4 16,-3-11-12-16,-8-2 14 15,-9-8-14-15,-12-2-2 16,-12-1 16-16,-3 8 3 16,-6 10 7-16,-13 10-5 15,-4 11 7-15,1 6 33 16,4 9-16-16,3 0-14 15,7 9-12-15,8 14-3 16,0 9 2-16,0 10-1 16,11 1-3-16,20-1 4 0,4-1 1 15,5-5 0 1,8 0 1-16,2-5 0 16,0-3-1-16,-6-3 0 15,-14-6-1-15,-12-4-3 0,-16-6 4 16,-2-5-9-16,-30-1 8 15,-17-3 1-15,-6 0 11 16,-8 0-7-16,1-7 8 16,5-5 11-16,10 0-12 15,12-1-2-15,12 5-5 16,14 1-2-16,7 3-4 16,4 1-53-16,29-4-118 15,16-2-20-15,7-2-65 16</inkml:trace>
  <inkml:trace contextRef="#ctx0" brushRef="#br0" timeOffset="4962.85">3777 3584 1018 0,'0'0'15'0,"0"0"122"0,0 0-2 15,0 0-79-15,0 0-47 16,-40 87 19-16,37-24 37 15,3 7-24-15,0 2-34 16,0 3-7-16,5-5 1 0,6-4-1 16,1-13-2-1,3-9-19-15,-1-17-139 16,-4-15-75-16,-4-12-177 16</inkml:trace>
  <inkml:trace contextRef="#ctx0" brushRef="#br0" timeOffset="5112.76">3734 3792 646 0,'0'0'507'0,"0"0"-507"15,0 0-3-15,0 0 1 16,118-4 1-16,-35 22-8 16,14 2 8-16,6-1-25 15,3-1-185-15,-7-3-211 0</inkml:trace>
  <inkml:trace contextRef="#ctx0" brushRef="#br0" timeOffset="5863.41">4899 3652 1007 0,'0'0'8'0,"-82"-10"61"15,43 10 40-15,2 15-52 16,6 13 9-16,7 18-33 15,10 7-18-15,10 6 16 16,4 2-26-16,3-4 4 16,18-6-6-16,9-8-2 0,4-7 1 15,6-10-2 1,-1-9 0-16,3-11 0 16,1-6 0-16,2-6 0 15,-6-19-1 1,-1-13-3-16,-15-5-10 15,-8-10 1-15,-15-5-2 0,0 0 14 16,-27 5-2-16,-12 9 2 16,-9 14 2-16,-4 15 3 0,-5 15 20 15,5 0-8-15,3 29 3 16,10 9-1-16,14 13-18 16,11 2 7-16,14-3-3 15,0-2 1-15,30-6-5 16,6-5 0-16,13-9-2 0,2-11 0 15,6-10-7-15,2-7-18 16,4-5-26-16,6-20-2 16,-1-12 6-16,-4-10-44 15,-8-11 44-15,-7-16-25 16,-10-9 16-16,-11-3 27 16,-9 7 25-16,-11 16 6 15,-8 22 11-15,0 17 38 16,-12 13 87-16,0 9-7 15,3 2-46-15,3 25-71 16,-3 16-6-16,-1 24-1 16,7 20 43-16,3 18-4 15,0 13-8-15,3 8 14 0,14 8-41 16,0-2-3-16,-1 3-6 16,1-6 1-16,-2-4-3 15,-3-7 2-15,-5-15-3 16,-3-16 0-16,-4-20 1 15,0-15 0-15,-11-22 1 16,-13-13-3-16,-3-15 4 16,-6-1 5-16,-6-33-5 15,-1-14 12-15,-2-23-8 16,5-18 6-16,11-17-7 16,7-9-3-16,13-4 5 15,6 8-5-15,17 10-2 0,24 9-9 16,12 11-50-16,18 10-87 15,16 2-64-15,20 4-164 16</inkml:trace>
  <inkml:trace contextRef="#ctx0" brushRef="#br0" timeOffset="6552.02">6986 3224 587 0,'0'0'106'0,"0"0"-10"0,0 0 68 15,0 0-67-15,0 0 25 16,-80-35-19-16,71 50-68 16,-3 30-25-16,0 23 16 15,0 16 11-15,0 11 11 0,5 14-18 16,5 3-9-16,1 5-9 15,1-9-12-15,0-9-3 16,0-14 2 0,0-18-3-16,0-18 3 15,0-13-13-15,-2-13-94 16,-10-15-27-16,-1-8-63 16,-7-6 52-16,-5-21-156 0</inkml:trace>
  <inkml:trace contextRef="#ctx0" brushRef="#br0" timeOffset="6761.08">6388 4137 712 0,'0'0'160'16,"0"0"-157"-16,-97 30 99 15,91-27-21-15,6 0-22 16,16 0-45-16,23-3 18 16,21 0 37-16,10-3-23 15,9-13-25-15,5-1-17 16,7-2-2-16,-6 5-2 15,-6-2-19-15,-12-2-116 16,-15 0-66-16,-15-2-23 16,-15-2-220-16</inkml:trace>
  <inkml:trace contextRef="#ctx0" brushRef="#br0" timeOffset="7015.54">6489 3491 667 0,'0'0'0'16,"0"0"0"-16,-94-79 92 15,86 61-30-15,8 1 24 16,5 1-33-16,20 0-47 16,9-2 21-16,12-2 2 15,3 4-8-15,7-2 2 16,5 8-13-16,10 2-4 15,7 7-6-15,5 1-2 16,2 0-5-16,2 15-90 16,-8 2-130-16,-7 4-423 0</inkml:trace>
  <inkml:trace contextRef="#ctx0" brushRef="#br0" timeOffset="9221.18">7377 3696 992 0,'0'0'1'15,"0"0"13"-15,0 0 113 16,0 0-42-16,0 0-28 16,0 0-57-16,-15-33-3 0,15 55 0 15,6 16 3-15,3 8 12 16,-3 2-3-16,-3 4-7 15,-1-1 10-15,-1-2-6 16,-1-5-6-16,0-7 2 16,2-10-1-16,-2-12-1 15,1-9 0 1,1-3 2-16,-1-3 2 0,2 0 7 16,2-24 35-16,5-15 29 15,-1-7-74-15,10-4-2 0,-2 8 1 16,2 7 0-1,-2 7 0-15,-4 8 1 16,-4 12-1-16,-3 5 14 16,0 3-14-1,4 5-10-15,2 19 10 16,3 7 5-16,0 6 6 0,-2 2-9 0,-2 1 2 16,1-2 5-16,6-1-6 15,4-7-3-15,5-4 2 16,9-5 0-16,3-9 0 15,7-5-2-15,6-7 0 16,2 0 3-16,4-16-3 16,0-12 0-16,-4-10-1 0,-3-5-9 15,-15 1-8 1,-13 4 11-16,-14 7 7 0,-9 6 4 16,0 2-1-16,-19 7 5 15,-10 0 10-15,-5 7 1 16,-1 9-6-16,-3 0-13 15,5 13 0-15,2 13-1 16,7 11 2-16,5 4-1 16,5 6 0-16,8-1-1 15,6-7 0-15,0-2 1 16,0-5-2-16,15-11 0 16,3-6-5-16,6-8 3 0,4-7-12 15,8-4-34 1,3-25 18-16,4-15-8 0,-4-15 13 15,3-15 1-15,-9-13-2 16,-5-17 8-16,-10-6 10 16,-9 2 4-16,-3 11 3 15,-6 26 3-15,0 23 4 16,0 22 10-16,0 17 13 16,-6 9 20-16,-5 11-35 15,0 29-7-15,-3 16-5 16,5 17 0-16,7 10 1 15,2 3 6-15,0 3-7 16,2-5 3-16,13-12-1 16,7-7 3-16,4-11-6 15,6-13 1-15,9-10 0 0,5-12 0 16,6-12 4-16,2-7 2 16,10-2-6-16,-4-19 3 15,-10-7-3-15,-5-10 0 16,-13-5 0-16,-13-7-1 15,-16 0-10-15,-3 7 8 16,-3 8 3-16,-16 9 0 16,-5 11 11-16,3 7 12 15,-3 8-5-15,0 0-1 16,2 25-17-16,7 13 2 16,4 8 3-16,11 6-3 15,0 0 5-15,17-4-7 0,8-1 0 16,5-10-2-1,6-7 1-15,3-9-1 0,4-7-8 16,2-10-3-16,4-4-60 16,-3-6-41-16,0-16-45 15,-8-9 19-15,-10-4 8 16,-4-2 36-16,-14 4 96 16,-4 8 23-16,-6 11 86 15,0 7 41-15,0 5 49 16,0 2-143-16,0 25-50 15,0 18-5-15,-3 19 62 16,0 11-19-16,0 7-8 16,-3 6 11-16,-1 6-13 0,-3-1-8 15,-3 1-12 1,2-6 0-16,3-8 2 0,4-12-11 16,2-16 4-16,2-18-9 15,0-14 0-15,0-12 1 16,0-6-1-16,0-19 16 15,3-20-1-15,6-25-14 16,1-20 1-16,-2-16-2 16,3-18-7-16,-4-8-8 15,-1-1-18-15,3 15-3 16,0 25 27-16,7 26 9 16,-1 24 1-16,3 15-1 0,4 10-1 15,4 12 0 1,8 0-6-16,2 14 6 0,0 13-1 15,-2 7 0 1,-7 1-4-16,-15-1 6 0,-9 0-2 16,-3-3-1-16,-21-4 6 15,-18-3-3-15,-3-8 0 16,-3-3 2-16,2-8 5 16,6-5-4-16,6 0 5 15,5 0 1-15,11 0 6 16,7-5 7-16,6 1-7 15,2 0 6-15,0-3-7 16,16-5-14-16,14 3-11 0,11-3 8 16,6 3 0-1,6-1 2-15,2 0 1 0,3-1 0 16,6-1-3-16,0-5 3 16,-1-2-2-16,-6-2-4 15,-17-6-12-15,-9-7-7 16,-13-1-2-16,-9-1 8 15,-9 8 18-15,-4 7-3 16,-22 10 4-16,-5 6 4 16,-2 5 7-16,0 0 3 15,3 12-5-15,7 12-7 16,6 5 6-16,9 7-6 16,8 0 4-16,0-2-2 15,19-4-4-15,10-7 5 0,16-7-5 16,6-10 0-16,17-6-6 15,4-2 6-15,7-18-9 16,-7-2-32-16,-10-5-36 16,-17-2 12-16,-9 1 13 15,-14 1 40-15,-14 9 12 16,-4 6 8-16,-4 8 21 16,0 2 49-16,0 2-40 15,-4 10-37-15,-4 16 4 16,-4 5 2-16,2 2 8 15,4-1-9-15,6-7-1 16,0-5-2-16,0-6-1 16,0-6-1-16,12-8-1 0,3 0 0 15,9 0 12 1,7-22-3-16,6-8-7 16,2-4 0-16,1-1 0 15,-4 0 0-15,-6 5-2 0,-6 10 0 16,-11 8 6-16,-7 9 4 15,-1 3 30-15,-2 14-29 16,4 18-6-16,2 10 12 16,-1 7 1-16,-2-3-8 15,5-5 6-15,-3-2-16 16,1-10 0-16,1-8 0 16,-1-5 0-16,2-8 0 0,10-6-19 15,4-2-112 1,12-8-61-16,7-17-106 0,2-12-177 15</inkml:trace>
  <inkml:trace contextRef="#ctx0" brushRef="#br0" timeOffset="9647.6">10926 3886 1003 0,'0'0'34'0,"0"0"73"15,0 0 0-15,0 0-37 16,0 0-42-16,-89 23-18 15,80 7 13-15,-1 6 7 16,5-2-4-16,4 2-10 16,1-2-4-16,0-4 7 15,19-2-13-15,11-6 9 16,10-8-1-16,15-5-2 16,11-6 0-1,9-3-12-15,2 0 0 0,-8-18-1 16,-8-5-2-16,-10-11-1 15,-19-9-34-15,-6-7 24 0,-17 2 11 16,-9 7 3-16,0 9 5 16,-11 11 11-16,-13 9-3 15,1 12 22-15,-4 0 0 16,2 15-4-16,6 17 3 16,11 11-5-16,8 0-13 15,4 2 12-15,33-2-25 16,20-7 6-16,22-6-4 15,21-10 0-15,20-8 3 0,14-8-8 16,-6-4 2-16,-9 0-2 16,-14 0-136-16,-11-9-215 15,-9-11-269-15</inkml:trace>
  <inkml:trace contextRef="#ctx0" brushRef="#br0" timeOffset="11132.64">2873 4828 376 0,'0'0'107'0,"0"0"-7"0,0 0 11 15,0 0 2-15,0 0-29 16,0 0-13-16,0 0-10 16,0 0-2-16,0 0-13 15,0 0-10-15,6 0-6 16,12 0 9-16,1 0-19 16,4 0 3-16,5 0-7 15,4 0-12-15,2 0 4 16,6 0-8-1,2 0 0 1,5 0 0-16,3 6 3 0,11-5-5 0,13 2 6 16,20 0 6-16,19 0 15 15,22 3-20-15,16-2 7 16,16 3-1-16,26 3-3 0,20 0 9 16,21 1-17-16,15 1 3 15,15 4-3-15,8 0 1 16,11 2 3-16,11 4-4 15,4-5-1-15,5 5 1 16,6-1 1-16,1 0 3 16,5-2-4-16,-1 3 3 15,-2-3 6-15,-4-1 4 16,-5-2-11-16,-5-3 8 0,-9-3-4 16,-7-4 1-1,-6-1-2-15,-11 0-3 0,-13-5 4 16,-10 0 4-16,-11 0 4 15,-9 0 1-15,-17 0 9 16,-17 0 6-16,-18 0-1 16,-23 0 7-16,-26 0-9 15,-25 0-11-15,-37 0-10 16,-27 0 13-16,-22 0-17 16,-10 0 13-16,0 0 21 15,0 0-11-15,0 0 16 16,0-2-11-16,-4 2-3 15,1 0 2-15,0-3-18 16,1 3 3-16,1 0 3 0,1 0-9 16,0 0 3-16,0 0-7 15,0 0 3-15,0 0 3 16,0 0-9-16,0 0-1 16,0 0 8-16,0 0-8 15,0 0 2-15,0 0-2 16,0 0 2-16,0 0 0 15,0-1-2-15,0 1 0 16,0 0 3-16,0 0-3 0,0 0 0 16,0 0 3-1,0 0-3-15,0 0 3 0,0 0-3 16,0 0 0-16,0 0 1 16,0 0-1-16,0 0 0 15,0 0 0-15,0 0 2 16,0 0-2-16,0 0-1 15,0 0 1-15,0 0 0 16,0 0 0-16,0 0 0 16,0 0 0-16,0 0 2 15,0 0-2-15,0 0 0 16,0 0 0-16,0 0-1 16,0 0 3-16,0 0-4 15,0 0 2-15,0 0 0 0,0 0-3 16,0 0 2-1,0 0-17-15,0 0-35 0,0 0-41 16,0 0-82-16,0-4-210 16,0-4-299-16</inkml:trace>
  <inkml:trace contextRef="#ctx0" brushRef="#br0" timeOffset="26486.89">9910 6654 750 0,'0'0'55'0,"0"0"-15"16,0 0 68-16,0 0 5 15,0 0-25-15,0 0-28 16,0 0-18-16,0 0-17 15,0-20 4-15,0 20-13 16,0 0 7-16,-17 19 11 16,-15 18-8-16,-14 11 42 0,-15 11-32 15,-12 11-8 1,-3 12 7-16,-12 16-17 16,-6 14-4-16,-15 13 18 0,-2 6-6 15,-14 4-4-15,-5 3-2 16,-1-4-13-16,-3-6 5 15,5-3-12-15,16-12 1 16,25-19 4-16,28-21-5 16,28-28-1-16,18-23 1 15,11-12-8-15,3-8 7 16,0-2-5-16,0 0 6 16,0 0 4-16,0 0-4 15,0-9-10-15,3-10-31 16,17-9-67-16,2-5-32 15,5-4-33-15,1-2-71 16,-1-4-24-16</inkml:trace>
  <inkml:trace contextRef="#ctx0" brushRef="#br0" timeOffset="26944.28">8968 6723 371 0,'0'0'179'0,"0"0"-174"0,0 0 49 15,0 0 11-15,0 0-39 16,0 0-12-16,0-6-10 16,0 6-2-16,0-2 6 15,0 2 8-15,0 0-7 16,0 0 26-16,0 0-13 16,0 0-1-16,0-2-4 15,0 2 1-15,0 0 2 16,0 0-5-16,0 0-4 15,0 0 5-15,0 0-16 0,0 0 0 16,0 0 0-16,0 0 2 16,0 0-3-1,0 0 1-15,0 0-11 16,0 0-112-16,0-2-294 0</inkml:trace>
  <inkml:trace contextRef="#ctx0" brushRef="#br0" timeOffset="28111.64">10227 6680 257 0,'0'0'23'0,"0"0"-2"16,0 0 23 0,0 0-2-16,0 0 13 0,0 0 21 15,9 21-21 1,-9-21 4-16,0 0 12 0,3 0-10 15,-3 0-19-15,0 0 11 16,0 0 6-16,6-4-7 16,-3-9 9-16,-2-4-55 15,1 2 19-15,-2-2 54 16,0-1-60-16,0 0 19 16,-2 0 7-16,-11 1-23 15,-2 3 20-15,-3 0-36 31,-2 4 23-31,-3 3-4 0,2 4-22 16,-6 2 17 0,0 1-2-16,-4 0-13 0,1 1 14 15,-1 9-13-15,2 0-2 0,5 4 6 16,-4 0-8-16,3 1 16 0,-2 3-14 16,-1 2 1-16,-2 1 15 15,0 2-17-15,-3 2 1 16,3 2 4-16,-1 1-7 15,1 1 7-15,0 3-8 16,-3-2 0-16,4 3 17 16,-4 2-13-16,0 4-2 15,-3 4 7-15,-1 3-8 16,-1-2 16-16,3-2-17 0,-1 1 0 16,3-1 2-16,3-3 3 15,0-2-5-15,4 3 0 16,0 1 2-16,-4 3 3 15,5 0-5-15,-5 4 0 16,0 1 4-16,-4-2-1 16,-1 0-3-16,-3 1 0 15,2-3 4-15,-1 2-1 16,1-3-3-16,-2 0 0 16,-2-1 6-16,3 1-1 15,-5 0-5-15,-2-2 5 16,-1 0-4-16,-9 5 15 15,2 2-14-15,-1 1 0 0,-2-4 12 16,5-3-4-16,11-15-10 16,12-8 0-16,8-10 5 15,10-6 7-15,1-4-12 16,4 1 0-16,-1-1 5 16,-2 0-3-16,7 0-2 15,-3 0 0-15,3 0-28 16,0 0-55-16,0-2-89 15,0-16-18-15,0-9-79 16,3-9-97-16</inkml:trace>
  <inkml:trace contextRef="#ctx0" brushRef="#br0" timeOffset="28661.88">8939 6572 622 0,'0'0'2'0,"0"0"73"15,0 0 39-15,0 0-55 16,-19-71 9-16,17 67 36 0,2 0-22 16,-1 4 3-16,1 0-38 15,0 0-27-15,-4 0 3 16,4 0-10-16,0 6 5 16,4 16 22-16,12 10 33 15,4 14 13-15,1 16-54 16,4 20 32-16,3 16-34 15,7 22 11-15,9 16-19 16,6 17 3-16,8 12-17 16,5-1 17-16,-2-7-24 0,-3-11 0 15,-3-15-2 1,-3-13 2-16,-7-17 2 0,-3-11-3 16,-1-19 0-16,-8-15 3 15,-7-13-3-15,-8-13 5 16,-7-14-4-16,-6-7 1 15,-2-7 3-15,-3-2-5 16,3-3 1-16,-3-23-3 16,0-13-40-16,0-17-111 15,0-13-69-15,0-12-108 16,0-12-280-16</inkml:trace>
  <inkml:trace contextRef="#ctx0" brushRef="#br0" timeOffset="29207.2">10512 6399 675 0,'0'0'52'0,"0"0"-52"0,0 0 130 0,0 0-21 15,0 0-10-15,0 0-24 16,-42-28-25-16,42 24-17 16,5 0-23-16,15-3-8 15,7 1 12-15,4 2-14 16,-2 4 0-16,-8 0 7 16,0 13-6-16,-12 9 0 15,-5 3 8-15,-4 9-6 16,-4-2 13-16,-13-1-4 15,-5 0 19-15,-2-8 14 16,6-2-15-16,5-10-3 16,10-5-8-16,3-4-17 0,6 2 2 15,25-4-4-15,17 0 0 16,16 0 11-16,16-10-11 16,6 1-5-16,5 2-111 15,-3 0-211-15,-2 0-399 16</inkml:trace>
  <inkml:trace contextRef="#ctx0" brushRef="#br0" timeOffset="29797.6">12778 7045 587 0,'0'0'3'15,"0"0"73"-15,0 0 13 0,0 0-20 16,0 0-37 0,0 0-16-16,3 6 25 15,18-6 7-15,9 0-32 16,7 0-3-16,5-9-13 15,2 2 1-15,0 6-1 16,-8 1-8-16,-9 1-187 0,-13 14-259 16</inkml:trace>
  <inkml:trace contextRef="#ctx0" brushRef="#br0" timeOffset="29917.5">12980 7189 856 0,'0'0'9'0,"0"0"114"16,0 0-7-16,0 0-45 15,0 0-66-15,0 0-3 0,117-3-3 16,-52-1 1-16,-4 3-324 16</inkml:trace>
  <inkml:trace contextRef="#ctx0" brushRef="#br0" timeOffset="32008.86">16226 5935 221 0,'0'0'0'16,"0"0"-13"-16,0 0 7 15,0 0 3-15,0 0-9 16,0 0 1-16,0 0-65 15,37-1 27-15,-34 1 20 16</inkml:trace>
  <inkml:trace contextRef="#ctx0" brushRef="#br0" timeOffset="33731.33">16494 5853 162 0,'0'0'25'0,"0"0"6"15,0 0-4-15,0 0-4 16,0 0 2-16,0 0 4 16,2 0 12-16,-2 0 0 15,0 0 10-15,0 0 9 16,0 0-24-16,0 0 2 16,0 0-13-16,0 0 4 15,0 0 2-15,0 0-13 16,0 0-3-16,0 0 15 15,0 0-9-15,0 0-2 16,0 0 7-16,0 0-10 16,0 0 7-16,0 0-12 0,0 0-4 15,0 0 19-15,0 0-7 16,0 0-8 0,0 0 3-16,0 0-5 0,0 0 9 15,0 0-13-15,0 0-1 16,0 0 11-16,0 0-12 15,0 0 4-15,0 0 7 16,0 0-8-16,0 0 8 16,0 0-10-16,0 0-4 0,0 0 19 15,0 0-19 1,0 0 4-16,0 0 1 16,0 0 0-16,0 0-2 15,0 0-3-15,0 0 0 16,0 0-3-16,0 0 3 15,0 0 0-15,0 0 1 0,0 0 0 16,0 0-1-16,0 0 0 16,0 0 0-16,0 0-7 15,0 0 7-15,0 0-11 16,0 0-56-16,0 0-56 16,0 0-61-16,0 0-155 15</inkml:trace>
  <inkml:trace contextRef="#ctx0" brushRef="#br0" timeOffset="34422.36">16574 5786 590 0,'0'0'36'0,"0"0"19"16,0 0 50-16,0 0-42 16,0 0-28-16,0 0 26 15,-11-22-18-15,-2 18-2 16,-5 1 7-16,-6-1-25 15,-4 3 17-15,-2 1 7 16,-5 0-9-16,1 0 3 16,0 7-28-16,2 9 3 15,2 6 4-15,4 6-10 16,-4 10 6-16,-1 8-16 16,1 1 0-16,4 6 14 15,8-2-13-15,10 2-1 16,6-3 4-16,2-2-3 15,5-2-1-15,20-9 0 16,9-3 0-16,14-9 1 0,7-9-1 16,9-8 4-16,8-8 8 15,0 0-12-15,-3-18 11 16,-7-7-11-16,-13-5 0 16,-10-5 12-16,-17-6-9 15,-12-11 6-15,-10-5-2 16,-14-3-2-16,-24 2 13 15,-9 4-18-15,-9 12 0 16,-5 15 19-16,0 12-17 16,1 13-1-16,5 2-1 15,9 11 1-15,7 17-3 16,6 10 2-16,10 5-2 0,9 4-10 16,9 1 7-16,5-6-1 15,10-1 4-15,16-6 2 16,10-5-6-16,9-4 6 15,6-9 0-15,5-9-6 16,6-5 6-16,-1-3-9 16,0-6-41-16,-6-13-39 15,-4-6-21-15,-5-11-53 16,-9-3-8-16,-7-7-139 16</inkml:trace>
  <inkml:trace contextRef="#ctx0" brushRef="#br0" timeOffset="34893.33">16847 5671 715 0,'0'0'40'0,"0"0"90"15,0 0-87-15,0 0-41 16,0 0 25-16,-26 95 33 16,26-44-21-16,5 7 14 15,11 6-30-15,1 1 12 16,2-4-26-16,-1-7-5 15,-5-7 4-15,-2-7-4 16,-3-8-4-16,-1-9 0 16,-4-6 0-16,-2-7 2 15,-1-7-2-15,0-3 0 16,0 0 21-16,0-2-16 16,0-20 64-16,0-11-35 0,0-9-28 15,0-2-8-15,6 2 2 16,10 2 0-16,-1 9-8 31,5 7 10-31,0 7-2 0,3 9 0 16,4 8-1-16,4 0-4 0,4 14-1 15,1 13 6-15,-1 3-8 16,-2 5 9-16,-10 4-1 16,-10-3 0-16,-12 3 1 15,-1-3 3-15,-19-3-4 16,-11-2 1-16,-3-9 11 15,2-10-4-15,4-6-8 16,4-6 0-16,3-8-5 0,2-19-49 16,9-9-211-16,7-9-161 15</inkml:trace>
  <inkml:trace contextRef="#ctx0" brushRef="#br0" timeOffset="35890.18">17461 6161 938 0,'0'0'7'0,"0"0"112"0,0 0-57 0,0 0-53 16,0 0 12-1,0 0-21-15,-6-72 0 0,6 52 13 16,0 0-10-16,0 2 26 15,0 1 16-15,0 3-28 16,0 0 6-16,12 8-23 16,6 2 0-16,7 4-6 15,5 0 2-15,4 16 0 16,1 9 2-16,-2 7 4 16,-5 1-5-16,-10 3 3 15,-5-1 0-15,-7 4-4 16,-6 1 9-16,-3-3-5 15,-19-4 0-15,-6-4 0 16,-8-4 7-16,2-8-7 16,-2-4 2-16,1-8 1 0,5-5 2 15,7 0-1-15,4-19-4 16,3-9 1-16,10-5-3 16,6 0 2-16,0 2-8 15,17 8 6-15,2 6-5 16,-2 8 5-16,-1 8 1 15,1 1-6-15,2 6-1 16,3 13 8-16,1 0 0 0,1 1-4 16,1-2 6-1,2-4-2-15,0-4 0 16,8-6 3-16,4-2 1 0,7-2-4 16,-2 0 0-16,-5-15 1 15,-6-4 0-15,-8-9-1 16,-9-9-12-16,-8-6-23 15,-8-5-2-15,0 2 8 16,-5 5 12-16,-7 9 15 16,-1 12 2-16,2 7 1 15,0 13-1-15,-2 0 0 16,-4 11-5-16,5 15 5 16,-1 6 0-16,3 4-1 15,10 1 1-15,0-4 6 16,3 0-6-16,15-5 3 0,6-3 0 15,3-6-3 1,5-7 0-16,9-6 4 0,8-6-1 16,5 0 4-16,3-6-7 15,-7-9 5-15,-12-7-10 16,-15-3 5-16,-9-5-7 16,-14-2-4-16,0 0 10 15,-6 2 1-15,-13 6 0 16,1 7 1-16,0 7 24 15,3 5-12-15,3 4 4 16,4 1-17-16,2 0 6 16,2 11-11-16,4 4 5 0,0 3-2 15,0 4-2 1,15-1 8-16,6 1-1 0,-1 0 12 16,5-4-7-16,-2 1 18 15,3-3-14-15,-1 1-11 16,2-2 34-16,0 0-29 15,-6-5-6-15,-5-3 0 16,-5-4-4-16,-2-3-45 16,-2 0-164-16,-1 0-130 15</inkml:trace>
  <inkml:trace contextRef="#ctx0" brushRef="#br0" timeOffset="36957.1">18450 6004 872 0,'0'0'34'0,"0"0"30"0,0 0-1 0,0 0-63 16,0 0 11-16,0 0-3 15,36 65 2-15,-16-37 9 16,0 0 26-16,-3-2-37 16,1-2 13-16,-3-5-21 15,-2-4 4-15,-4-6 1 16,-1-3-4-16,-4-6-1 15,-2 0 0-15,2 0 0 16,2-2 20-16,1-18-20 16,4-9 6-16,-2-5-15 15,-5-2 7-15,1-2-6 16,-1 1 8 0,-2 10-1-16,1 7-4 15,-3 9 10 1,0 5-5-16,0 3 12 0,0 2 3 15,0 1-2-15,0 0-13 0,1 0-1 16,7 0-1-16,5 7-9 0,8 4 11 16,5-3 7-16,8 0-2 15,9-1 8-15,6-2-1 16,5-2 5-16,-5-3-15 16,-12 0-2-16,-11 0 0 15,-13 0 1-15,-8-6 4 16,-5-3-2-16,0 1 4 15,-6 0-6-15,-14 2 4 0,-5 1-5 16,-6 5 0-16,-1 0 0 16,4 9 2-16,3 6-2 15,5 5 9-15,7 3-8 16,11 2 3-16,2 0-4 16,2 0 0-16,21-3 37 15,12-2-7-15,7-5-5 16,13-5-3-16,6-5-18 15,9-4 12-15,15-1-12 16,9 0 0-16,2 0 10 16,-13-7-13-16,-13-9-1 0,-17-2 0 15,-21-9 0 1,-12-5 15-16,-14-5-15 0,-6 3 4 16,-10 7 3-16,-16 9-6 15,-10 9-1-15,-7 8 9 16,-6 1-7-16,-1 8 7 15,6 12-9-15,8 5 0 16,11 1 3-16,11 2-3 16,10-2-2-16,4 1 1 15,0-5 1-15,13-1-4 16,11-9 0-16,6-2 4 16,3-5 0-16,4-5 0 15,-1 0 0-15,-5-2-22 16,-1-16-61-16,-5-7 5 15,-2-12-33-15,-8-12-20 0,-4-14 18 16,-6-12 36-16,-5-11 56 16,0 1 19-16,0 5 2 15,0 13 49-15,0 16 44 16,-5 16 44-16,-1 18 17 16,1 9-58-16,3 8-9 15,2 4-87-15,-1 26 10 16,1 9 11-16,0 16 33 15,0 4 14-15,8 8 31 16,9 5-73-16,1-2-7 0,4-1-12 16,2-6-4-1,0-13 2-15,-2-7-5 0,-5-11 0 16,-4-10-9 0,-1-6 6-16,0-7-48 0,7-5-183 15,7-4-105-15,4 0-202 16</inkml:trace>
  <inkml:trace contextRef="#ctx0" brushRef="#br0" timeOffset="37681.15">21215 5595 696 0,'0'0'0'0,"0"0"-215"0,-83 0 215 0,73 0 28 16,3 0-28-1,-2 0 0-15,-4 3-90 16,-7 2-89-16</inkml:trace>
  <inkml:trace contextRef="#ctx0" brushRef="#br0" timeOffset="39373.53">20963 5629 373 0,'0'0'138'0,"0"0"-132"0,0 0 43 16,0 0 82-16,0 0-42 15,0 0 6-15,0 1 12 16,0-1-1-16,0-6-15 16,6-5-49-16,1-7-29 15,6 0 0-15,-6-5-4 16,-4-3 4-16,-3-2-3 0,0-1-4 15,0-1 10-15,-8 6-13 16,-8 3-2-16,2 3 10 16,-2 5 0-16,1 3-4 15,2 2-7-15,2 2 0 16,-1 4 5-16,2 2-5 16,-1 0 0-16,-5 0-3 15,4 14-1-15,-3 8 3 16,5 9-5-16,1 10-2 15,1 14 4-15,7 10 5 16,1 8-1-16,0 19 7 16,0 11-3-16,0 11 10 0,4 9-14 15,5 2 1 1,-1-4 3-16,-2-5-4 16,1-8 0-16,-3-14 0 0,1-11 0 15,-1-16-1-15,1-19 1 16,1-17 0-16,0-12-7 15,-2-15 7-15,5-4 0 16,5-4 15-16,10-27-5 16,5-11-6-16,4-13-4 15,-6-6-2-15,-8-5-5 16,-11-2 3-16,-8 0-2 16,0 3 4-16,-30 4 4 15,-13 4 4-15,-17 11-6 16,-8 6 0-16,-4 10 2 15,0 9 1-15,11 7-1 0,12 2 16 16,19 6-11-16,12 3 10 16,11 0-17-16,7 2 0 15,0-2-4-15,0 1 4 16,0-2-6-16,15-5-1 16,14-9-11-16,16-2 18 15,14-11-12-15,5 1 12 16,0-3-7-16,3-4 4 15,-2 1-8-15,-11 6-14 16,-6 3-17-16,-21 8 19 16,-17 6-13-16,-10 5 36 15,0 3 13-15,-10 0-4 16,-13 0-3-16,0 3 6 16,0 2-9-16,2 0 2 0,7 0-5 15,4 2 0-15,4 8-8 16,6 4 6-16,0 4-4 15,0 0 4-15,11 3 2 16,10-4-6-16,-1 6 6 16,3-2 0-16,3-1 1 15,-1 3-1-15,0-4 0 16,-1 0-2-16,2 1 5 16,0-3-5-16,0 0 2 15,0-4 0-15,3-4 3 16,-2-1-2-16,1-8-1 15,3 0 9-15,4 0-8 16,2-14 6-16,-1-5-7 0,-3-5 0 16,-3-8 6-16,-7-1-6 15,-3-8 0-15,-8 1 5 16,-8 1-5-16,-4 11 12 16,0 9-11-16,-7 8 3 15,-8 8 33-15,-2-1-16 16,-3 4-20-16,-6 0-2 15,7 10 3-15,-1 7-8 16,5 4 4-16,8 2-2 16,4 4-5-16,3-1 4 15,0 0 1-15,16-2 0 0,14-5 4 16,9-2 8-16,9-9-8 16,7-8 0-16,9 0 9 15,5 0-7-15,2-3-2 16,5-13 0-16,-9-2-2 15,-9-5 2-15,-16 4-25 16,-12 2 0-16,-12 3 24 16,-17 4-4-16,-1 1 5 15,-14 2 8-15,-14 4-7 16,-8 3 16-16,-5 0-16 16,0 0 2-16,3 12 22 15,5 3-25-15,8 3 0 16,10-2-3-16,10 1-1 15,5-1 4-15,0-4-19 16,11 2 19-16,17-3-10 16,8-3 12-16,5-3-2 0,0 0 0 15,-3 0-12-15,-6 2 9 16,-3 3-3-16,-7 1 6 16,-4 4-7-16,-5-1 7 15,-7 8 0-15,-4 6 1 16,-2 9 2-16,0 9 21 15,-15 11-8-15,-4 6-14 16,-2 5 25-16,0 4-26 0,4-8-1 16,8-5 0-1,2-8 4-15,7-9-10 0,0-8 6 16,3-10 0-16,16-10-8 16,4-6 10-16,7-8-2 15,7 0 7-15,10-14-4 16,3-6 4-16,-10-2-7 15,-10-9-5-15,-20-6-6 16,-10-3 12-16,-19-6-1 16,-23 3 13-16,-10 3 16 15,-6 3 24-15,0 5-2 16,1 7-25-16,15 3 8 16,9 4-29-16,13 3 0 15,9-5-5-15,10 1-7 16,1-7 5-16,17-3-68 0,19 0-62 15,12 0-28 1,7-2-49-16,2-3-95 0</inkml:trace>
  <inkml:trace contextRef="#ctx0" brushRef="#br0" timeOffset="39598.98">22762 5903 1043 0,'0'0'10'16,"0"0"26"-16,0 0 13 0,103-39-20 15,-52 32-28 1,-1 3 1-16,-3 1-2 0,-4 0-45 16,-9-8-320-1</inkml:trace>
  <inkml:trace contextRef="#ctx0" brushRef="#br0" timeOffset="40484.33">24781 5170 677 0,'0'0'95'0,"0"0"-91"0,0 0 15 0,0 0 34 16,0 0-26-16,0 0-23 16,59-9 24-16,-26-1-19 15,-3-5 2-15,-7 2 9 16,-7 4-10-16,-9-1 35 15,-7 3 6-15,0-1 40 16,-4 1-29-16,-23 4-41 0,-13 3-20 16,-16 0-1-16,-3 13 2 15,-4 10 6 1,10 5-8-16,2 7 1 16,9 2 18-16,9 2-18 0,5 3 0 15,13-6-1-15,10-1 1 16,5-2-2-16,6-5 1 15,21-3-4-15,14-5 0 16,6-5 8-16,9-7-2 16,8-6 2-16,1-2-3 0,-5 0-1 15,-17 0-34 1,-13-5-34-16,-19-4 40 0,-11-3 8 16,-6-1 20-16,-29 1 15 15,-14 3 7-15,-9 9-4 16,-6 0 2-16,0 7 6 15,7 17 21-15,10 7-22 16,9 9-21-16,9 4 5 16,15 2-8-16,9-3 10 15,5-1-11-15,16-4-13 16,17-3 8-16,11-6 4 16,9-4 1-16,10-11 0 15,10-10-2-15,7-4-48 16,7-4-65-16,-3-16-78 15,-5-7-48-15,-11-8-180 16</inkml:trace>
  <inkml:trace contextRef="#ctx0" brushRef="#br0" timeOffset="41442.65">25294 5592 655 0,'0'0'197'0,"0"0"-127"0,0 0 44 16,-89 1-87-16,51 20-7 15,2 4 13-15,3 0-29 16,2-1-1-16,3-3 14 15,1-4-17-15,3-3 0 16,8-7-2-16,7-2 5 16,3-5 1-16,6 0-4 15,0-6-10-15,0-14-22 16,6-8-70-16,9-4 62 16,-2-4 40-16,5 6 0 15,-3 8 7 1,-6 11-4-16,0 9 25 0,-3 2 28 15,3 12-55-15,3 15 38 16,7 8 14-16,2 4-19 16,6-2-9-16,4 2-21 0,8-1-4 15,6-4 12-15,0-4-11 16,4-12-2-16,0-11-3 16,-1-7-71-16,-1-3-43 15,-6-21-43-15,-7-5-23 16,-10-11 13-16,-9-5 28 0,-6 0 143 15,-8 9 26 1,-1 11 172-16,0 13 28 0,0 9-75 16,0 3 12-16,-3 11-129 15,-7 19-24-15,-2 17 3 16,4 14 47-16,7 12-26 16,1 7 41-16,0 9-26 15,15 3-29-15,4 0 25 16,-4-1-36-16,3-9-7 15,-6-17-2-15,0-20 2 16,-5-17-4-16,-2-16 1 16,-1-12 1-16,2-6 12 0,3-30-12 15,-3-20-51-15,-4-23-7 16,-2-14 5-16,-11-19-26 16,-13-12-25-16,-3 7 27 15,1 15 68-15,3 25 7 16,8 28 2-16,4 19 53 15,6 16-12-15,2 6 31 16,3 7-45-16,0 1-20 16,0 3-14-16,3 17-9 15,13 10 16-15,5 2 1 16,9 2 2-16,6 0 12 16,6-1-13-16,0-1-1 15,4-7 26-15,-6-9-27 16,-1-8 1-16,-3-8 4 0,-1 0 2 15,-5-19 3-15,-4-7-10 16,-8-11 0 0,-11-7-2-16,-7-7 2 0,0 2-2 15,-7 9 1-15,-6 8 2 16,0 11 3-16,4 10-4 16,2 6 0-16,-2 5 10 15,-2 0-10-15,1 16-8 16,1 9 4-16,6 5 4 15,3-2-7-15,0 1 7 16,21-2 0-16,6 1 1 16,9-6 2-16,5-4-3 15,5-7 3-15,4-4-1 0,5-5-4 16,3-2-1-16,2 0-142 16,-2-2-31-16,-9-14-180 15</inkml:trace>
  <inkml:trace contextRef="#ctx0" brushRef="#br0" timeOffset="42359.81">26541 5540 849 0,'0'0'47'0,"0"0"-13"0,0 0 66 16,0 0-39-16,-85-27-37 15,58 30-7-15,-2 9 2 16,0 7 14-16,4 1 17 15,5 8-29-15,4 0-8 16,7-1 28-16,6 5-38 0,3-4 7 16,3 4-6-16,19-4-2 15,10-1 11 1,8-5-5-16,9-5-8 16,7-8 8-16,3-9-7 15,-2 0-2-15,0-14-37 16,-7-13-55-16,-8-11-3 15,-11-9-31-15,-8-13 18 16,-13-15 51-16,-7-14-28 0,-3-10-5 16,0-7 45-16,0 4 19 0,0 17 27 15,-7 21 89 1,-5 28 39-16,-2 17-33 0,-2 17-28 16,-3 2-24-16,-7 27-21 15,-2 17-6-15,5 14 51 16,9 12-32-16,11 8 3 15,3 4 56-15,4 2-55 16,20-2 20-16,7-5-6 16,7-4-37-16,6-10 26 15,1-5-41-15,1-10 0 16,-2-14 7-16,-4-16-3 16,0-15-5-16,2-3 4 15,1-18 3-15,-1-16-11 16,-9-13 4-16,-15-7-29 15,-10-8-59-15,-8-1-1 0,0 11 60 16,-16 10 20-16,0 18 9 16,-4 8 4-16,6 11-2 15,0 5 0-15,-2 0-2 16,2 12 0-16,1 8 0 16,4 6 0-16,9 5 4 15,0-2-1-15,9 5 4 16,10-6 0-16,8-1 14 15,3-3-17-15,6-9 16 16,5-5-11-16,6-2-7 16,9-8 16-16,7 0-15 15,1-8-2-15,-3-7-1 0,-12-4 5 16,-10-7-7-16,-13 0 2 16,-13-4-2-16,-10 8-2 15,-3 4 6-15,-6 5-2 16,-16 4 2-16,-8 7 3 15,0 2-6-15,-3 0 1 16,9 2 0-16,3 15-9 16,4 1 9-16,6 3-1 15,5 1-3-15,6-2 2 16,0 4 1-16,5-4 1 16,11-5 0-16,7-1-3 15,2-7 3-15,3-7-3 16,2 0-30-16,0-5-95 0,-3-15-77 15,-6-9 6 1,-5-14-170-16</inkml:trace>
  <inkml:trace contextRef="#ctx0" brushRef="#br0" timeOffset="42584.02">27647 4881 295 0,'0'0'351'0,"-26"-83"-203"15,19 74-39-15,4 9 7 16,-3 13-113-16,0 27-1 15,5 21 10-15,1 12 30 16,6 4-9-16,20 5 2 16,6-3 25-16,1-4-34 15,-7-4-19-15,-3-4-2 16,-11-9-5-16,-6-9-2 16,-6-11-6-1,0-15 7-15,-8-11-132 0,-14-12-251 16</inkml:trace>
  <inkml:trace contextRef="#ctx0" brushRef="#br0" timeOffset="42760.87">26741 5256 164 0,'0'0'749'0,"0"0"-746"0,0 0 35 15,0 0-15 1,0 0-23-16,123-24-7 0,-40 24-22 15,3-1-161-15,-5-10-217 16</inkml:trace>
  <inkml:trace contextRef="#ctx0" brushRef="#br0" timeOffset="43192.93">28199 4932 880 0,'0'0'20'0,"0"0"-7"0,0 83 7 16,0-19 84-1,9 10-23-15,11 5-3 0,6-2-10 16,2-8-42-16,-5-6-18 16,-6-13-7-1,-6-13 2-15,-6-11-2 16,-2-13-1-16,-2-3 0 15,-1-9 1-15,0-1 4 0,0-5-4 16,-7-20-1-16,-13-16-129 16,-5-13 10-16,-7-17 69 15,-3-8 5 1,-1-13 32-16,2-4 2 16,5 4 11-1,10 13 10-15,5 17 14 16,13 20 45-16,1 12 34 15,0 13-24-15,7 6-36 0,16 4 17 0,10 4-50 16,11 3-10-16,3 0-4 16,0 7-1-16,-6 12-4 0,-9 9 0 15,-3 6 4-15,-10 9-9 16,-7 8-39-16,-10 4-154 16,-2 0-71-16</inkml:trace>
  <inkml:trace contextRef="#ctx0" brushRef="#br0" timeOffset="43372.04">28217 5320 206 0,'0'0'648'0,"0"0"-612"0,0 0 116 16,0 0-113-16,0 0-34 16,105-29-3-16,-61 28-2 15,-4 1-19-15,0 0-43 16,-11 0-191-16,-8 0-290 15</inkml:trace>
  <inkml:trace contextRef="#ctx0" brushRef="#br0" timeOffset="43707.37">28572 5259 755 0,'0'0'18'0,"0"0"83"15,0 0-37-15,0 0-25 0,0 0-20 16,106-14-5-16,-75 33-7 16,-3 8 25-16,-1 8-19 15,-6 2-9 1,-9 3 7-16,-7-2-11 0,-5-3 5 16,0-5-5-1,-16-8 0-15,-3-3 7 0,-3-7-5 16,5-7 1-16,1-5 3 15,6 0-6-15,3-10 15 16,6-16-15-16,1-7 0 0,3-9 7 16,17-2-7-1,10-6 0-15,5-5 1 16,1 5 0-16,0 10-2 0,-8 10-4 16,-3 14-33-16,-8 12-72 15,-4 4-152-15,-5 0-446 16</inkml:trace>
  <inkml:trace contextRef="#ctx0" brushRef="#br0" timeOffset="44671.86">28997 5382 596 0,'0'0'97'15,"0"0"-54"-15,0 0 39 16,0 0-33-16,90-34-18 0,-62 15-12 15,0-4-19 1,-5-5 0-16,-10 1-1 0,-7 4 4 16,-6 6-3-16,0 6 3 15,-6 6 1-15,-14 5 0 16,-6 0-4-16,-4 15 0 16,5 7 6-16,6 6-6 15,8 2 0-15,11 1 5 16,0 1 1-1,10-7 7-15,14 0-1 16,9-1 2-16,8-9 28 16,4-3-26-16,1-5 4 0,2-7-6 15,3 0-4-15,1 0 19 16,2-13-27-16,1 0 2 16,-4-6 14-16,-8-5-10 0,-11-7-8 15,-10 1 0-15,-12 3 4 16,-8 7 4-16,-2 8-5 15,-2 6 0-15,-19 6 15 16,-9 0-14-16,-1 0-4 16,-4 10 0-16,9 8 0 15,5 4-3-15,4-2 3 16,6 0 0-16,6-1-10 16,5-2 14-16,0-3-4 15,0-2 0-15,9-2 0 16,12-3-6-16,4-4 6 15,5-3-18-15,2 0-43 0,-1-7-57 16,-4-10 47-16,-6-1 34 16,-6-2 30-16,-8 9 4 15,-4 1 6-15,-3 6 10 16,0 1 56-16,0 3-26 16,0 0-22-16,-4 7-21 15,-9 10 0-15,-1 7 19 16,0 4-19-16,1 7 4 15,-1 2 32-15,0 7-32 16,-1 5 22-16,-6 16-9 0,-1 15-11 16,-5 12 33-1,-4 17-28-15,-1 9-10 0,-2 0 8 16,6-1-6-16,5-5-3 16,5-3 0-16,7-13 0 15,8-13-1-15,3-15 1 16,0-20 0-16,13-16-1 15,0-18 8-15,8-11-7 16,4-3 8-16,7-17-4 16,2-9 15-16,-4-12-14 15,-6-11 56-15,-12-11-28 16,-8-14-7-16,-4-9 9 16,-1-9-33-16,-18-6 1 15,-4 4 16-15,-3 1-19 16,1 9 10-16,7 12-3 0,6 6 3 15,12 7-15 1,0 8 5-16,18 2 0 0,12 8-8 16,9 2 8-16,8 2-19 15,6-1-59-15,5-2-88 16,2-6-93-16,-1-5-223 16</inkml:trace>
  <inkml:trace contextRef="#ctx0" brushRef="#br0" timeOffset="44953.99">30004 4554 818 0,'0'0'28'0,"0"0"108"15,0 0-75-15,0 0-17 16,0 0-36-16,63 93 38 15,-11-17 25-15,3 8-50 16,-7 10 15 0,-7 3-25-16,-11 10-2 0,-18-1-5 15,-12-1-3 1,-37-3-2-16,-42-3 1 16,-39-2-42-1,-33-4-341-15</inkml:trace>
  <inkml:trace contextRef="#ctx0" brushRef="#br0" timeOffset="45803.98">15881 5289 781 0,'0'0'8'15,"0"0"39"-15,-89-8-4 16,51 19 4-16,-8 23 17 16,-7 15-14-16,-5 17 3 15,-1 16 2-15,4 15-10 16,6 19 21-16,8 14-35 0,15 5-20 15,16 5 6 1,10-6-16-16,45-5 0 0,40-5-1 16,41-18 0-16,39-17-6 15,43-15-14 1,30-15-92-16,34-13-47 0,25-19-195 16</inkml:trace>
  <inkml:trace contextRef="#ctx0" brushRef="#br0" timeOffset="46755.02">30480 4361 294 0,'0'0'66'0,"0"0"7"15,0 0 43-15,0 0-13 16,0 0 19-16,0 0-38 16,-19-29-29-16,19 28-2 15,0-4 20-15,14 0-46 16,6 3-25-16,7-1 9 16,-2 3-3-16,-1 0-8 15,-4 0 0-15,-1 10 0 16,-7 6 6-16,-2 6-6 15,-9 3 0-15,-1 1 0 16,-7 0 1-16,-15-3-1 16,-11-1 5-16,-2-2-3 15,0-5 16-15,14-1-13 16,6-4-2-16,11-2-1 16,4-7 5-16,22 5-7 0,26 0 15 15,22 0-15-15,12 1 10 16,1 0-10-16,-8-1-6 15,-7 0-52-15,-9-2-211 16,-7-4-549-16</inkml:trace>
  <inkml:trace contextRef="#ctx0" brushRef="#br0" timeOffset="48380.66">16621 7724 354 0,'0'0'36'16,"0"0"-36"-16,0 0 35 15,0 0 5-15,0 0-7 0,0 0 0 16,102-31 5-1,-72 29-20-15,7-3 21 0,10 1-13 16,10-2 7-16,7-1 2 16,10-1-4-16,10 1-14 15,9-3-4-15,9 0-2 16,9-2 10-16,9 1-15 16,5-1 8-16,8-1-3 15,13 1-5-15,6-2 0 16,11 3-6-16,6-2 1 15,4 5 3-15,2 1 0 16,2-1 14-16,8 3-6 16,7 0-11-16,10-2 10 15,5 1-8-15,-3-2-3 16,-1 0 16-16,-3-3-13 0,-1-3 0 16,0 1 4-16,1-2-5 15,-5-5 2-15,-8-3-4 16,-9 3 0-16,-2-5 4 15,-2 0-4-15,0 1 0 16,-1-3 0-16,-9 0 2 16,-2 2-4-16,-11-1 2 15,-3 3 0-15,-2-3 0 16,0 3 2-16,-1 0-2 16,4 0 0-16,-3 3 0 15,-3 3 4-15,-7 2-4 16,-1 3 0-16,-1 3 0 0,-1 0 2 15,5 1-2-15,4 0 0 16,3-1 3-16,4 0-5 16,-4-1 2-16,-2 3 0 15,-6-3 3-15,-6 3-3 16,-1 0 0-16,-3 0 3 16,-1-2-2-16,-3 0 2 15,1-3-3-15,-1-2 0 16,-1 3 0-16,-1-3 0 15,-3 2 0-15,-4-2 4 16,2-2-1-16,1 0 5 16,1-1-8-16,1-2 0 15,4 0 8-15,-4-2-7 16,-1 0-1-16,-5 2 0 16,-4 3 2-16,-10 0 5 0,-8-1-7 15,-11 3 0-15,-5-2 1 16,0 2-1-16,-1 0 0 15,2 1 4-15,2-2-4 16,0 2 5-16,2 0-5 16,6 1 0-16,7-1 1 15,5 4-1-15,1 0 0 16,-4 1 0-16,-5 0 3 16,-10 2-4-16,-6-3 1 15,-9 0 0-15,-7 2 2 16,-7-3-1-16,-9-1-1 0,-9 0 0 15,-11-1-3-15,-8-1-4 16,-14 1-129-16,-3 1-206 16</inkml:trace>
  <inkml:trace contextRef="#ctx0" brushRef="#br0" timeOffset="50235.1">21694 8024 803 0,'0'0'57'16,"0"0"-56"-16,0 0 0 16,0 0 33-16,0 0-23 15,0 0 20-15,0 0-4 16,74-66-16-16,-68 61 17 15,-2 4-22-15,-4-1-2 16,0 2 39-16,0 0 3 16,0 0 16-16,-4 0 5 15,-11 0-26-15,-7 0-38 0,-3 0-3 16,-5 8 0-16,0 6-10 16,2 0 10-16,0 6 0 15,2-2-1-15,10 0-2 16,6-3-2-16,8 0-7 15,2-3 8-15,6 3-8 16,12-4 3-16,10-2 9 16,5-2 2-16,7-4-1 15,3-1-2-15,4-2-11 16,0 0-56-16,-5 0 11 16,-9-5-44-16,-14 0 30 15,-14-1 29-15,-5 2 42 0,-20 4 7 16,-21 0-1-1,-9 0 33-15,-8 13-11 0,-2 7-25 16,1 8 21-16,-1 4 9 16,0 7-13-16,8 0 12 15,4 4-22-15,14 0-4 16,12-4 10-16,13-1-14 16,9-2-4-16,6-4-7 15,24-5 9-15,11-6-1 16,13-13 2-16,10-8-1 15,7 0 0-15,9-20-31 16,6-7-69-16,5-7 22 16,0 0-69-16,-4-2 115 15,-8-4 11-15,-12 1-100 16,-19 8 110-16,-21 8 9 0,-20 8 2 16,-7 8 171-16,-13 6-23 15,-11 1-53-15,-6 3-12 16,-1 18-60-16,-5 6 8 15,2 7-24-15,3 0 19 16,-1-3-16-16,2 0-9 16,4-7 13-16,3-4-14 15,5-8 0-15,6-5 1 16,6-7 7-16,3 0-8 16,3-14 0-16,0-16-49 0,14-6 9 15,8-2 33 1,-4-1 7-16,6 7-7 0,-8 7 7 15,-4 9 0-15,-4 10 1 16,-4 6 6-16,2 10-14 16,9 18 15-16,0 9 3 15,4 4 18-15,4-2-24 16,3 1-5-16,7-4 0 16,5-5-3-16,4-2-4 15,-1-9 7-15,-1-12-19 16,1-8-59-16,3 0-67 15,1-18-1-15,0-7 144 16,-3-8-48-16,-8-2-88 0,-12 1-101 16,-9 4 239-1,-10 9 2-15,-3 9 250 0,0 9-27 16,-14 3-41 0,-4 18-124-16,3 23-33 0,0 19 12 15,11 12 23-15,4 12-5 16,0 6-20-16,0 4-13 15,7-5-24-15,2-2 8 16,-4-12-9-16,1-14 1 16,0-17 0-16,-2-13 0 15,-1-20 2-15,3-11-4 16,0-5 2-16,-2-28-22 16,4-19 13-16,-3-18-14 15,-5-17 0-15,0-19-7 0,0-13-27 16,4-8-1-16,3 9-14 15,4 24 67-15,-1 31 5 16,1 26 18-16,-2 21 38 16,0 11-29-16,5 5-26 15,3 9 1-15,7 17-2 16,-2 11 0-16,-4 2 12 16,-3 4-12-16,-9-3 1 15,2-6 16-15,-4-4-15 16,-1-6 8-16,1-8-10 15,1-5 0-15,2-7 5 16,11-4-1-16,10-2-1 16,16-19 8-16,12-4-10 15,6-6 4-15,-4-5-5 16,-15 0-9-16,-14-3 6 16,-20 5-11-16,-9 4 11 15,0 7 3-15,-23 10 29 0,-4 9 69 16,-6 4-89-1,-4 0-8-15,4 0 21 0,6 17-11 16,8 6-10-16,5 7-2 16,6 0 3-16,8 7 0 15,0-2-2-15,22 1 0 16,11-5-1-16,9-7 1 16,7-6 0-16,6-8 0 15,5-9 2-15,7-1-4 16,3 0-2-16,10-14-126 0,-3-5-95 15,-8-5-340-15</inkml:trace>
  <inkml:trace contextRef="#ctx0" brushRef="#br0" timeOffset="50720.05">23750 8296 1160 0,'0'0'0'0,"0"0"0"0,0 0 22 15,-84-21 9-15,68 26-22 16,-5 19-9-16,-3 3 1 16,0 4 1-16,-1-1-2 15,3-4 0-15,5 1 7 0,7 0-7 16,10-2 0 0,0 0 0-16,10-6 2 0,17-3 1 15,12-7-3-15,7-8 3 16,8-1-2-1,5-1-1-15,7-16-51 0,1-8 19 16,0-2-44-16,-5-8 8 16,-10-5-43-16,-16-13 24 15,-14-12-74-15,-16-14 51 16,-6-7 88-16,-5-3 22 16,-8 6 52-16,-5 11 72 15,4 17-38-15,3 19-1 16,3 20 80-16,7 10 16 15,-1 6-163-15,-1 21-18 0,-1 23 0 16,-1 15 4-16,5 10 12 16,0 5-15-16,9 5 36 15,8 0-6-15,2-1-21 16,3-12-6-16,-5-9-2 16,-2-14-4-16,-5-11-12 15,1-12-54-15,-1-15-107 16,-1-5-64-16,0-11-279 15</inkml:trace>
  <inkml:trace contextRef="#ctx0" brushRef="#br0" timeOffset="50891.31">24190 8180 920 0,'0'0'90'0,"0"0"-87"0,0 0 102 15,0 0-94-15,0 0-11 16,0 0-15-16,73-39 9 15,-39 39-64-15,10 6-102 16,2 4-202-16,-3 1 87 16</inkml:trace>
  <inkml:trace contextRef="#ctx0" brushRef="#br0" timeOffset="51691.93">24388 8526 920 0,'0'0'5'16,"0"0"-2"-16,0 0 1 15,0 0 10-15,0 0-10 16,103-6 7-16,-58-15-11 16,-5-6 0-16,-7-2 1 15,-3-7 2-15,-5 1 0 16,-8 1-3-16,-4 6 4 15,-8 8 13-15,-5 10-7 16,0 5 22-16,0 5 16 16,-18 0-45-16,-8 5-1 15,-4 16-2-15,1 3 1 16,3 2 10-16,7 2-5 16,7-1-1-16,9 1 10 15,3-1-13-15,7-1 2 16,19-6 8-16,5-5-11 0,17-6 13 15,15-8-8-15,19-1-5 16,12 0 9-16,9-6-10 16,2-6 0-16,-4-5 0 15,-14-1-4-15,-16-6 4 16,-24-3-72-16,-18-2 25 16,-22-1 40-16,-7 2 14 15,-16 5-2-15,-17 8 57 0,-10 4-19 16,-8 7 21-16,2 4-47 15,3 0 7-15,7 13 14 16,4 5-32-16,8 4-6 16,11 2 0-16,7 2 3 15,9-1-7-15,0-3-3 16,12-3 7-16,11-4-3 16,8-6 6-16,3-8-6 15,8-1-22-15,3-3-55 16,-1-15 14-16,-2-11-64 15,-3-9 3-15,-5-11 34 16,-8-16-56-16,-12-16 32 16,-8-14 117-16,-4-10 18 15,-2 3 25-15,0 14 10 16,-2 23 69-16,-4 25 7 0,-1 24 34 16,3 14-30-16,-2 2-113 15,-5 32-11-15,1 21-9 16,4 16 23-16,3 7 13 15,3 5 6-15,9 0-34 16,10-2 2-16,2-3-9 16,-1-8 8-16,5-8-15 15,3-11 6-15,7-10-5 16,9-16 0-16,13-12-117 16,10-11-66-16,6-11-37 15,-1-18-243-15</inkml:trace>
  <inkml:trace contextRef="#ctx0" brushRef="#br0" timeOffset="52080.92">26182 7853 988 0,'0'0'53'0,"0"0"-49"0,0 0-4 16,-68 79 20-16,58-25 38 15,4 10-11-15,6-1-36 16,0-2-8-16,0-11 5 15,10-12-7-15,-2-14-1 16,0-6 0-16,-4-10 1 16,0-7-12-16,-1-1 11 15,0-7-20-15,0-24 20 0,-3-18-38 16,0-17 21 0,0-16 11-16,-14-10 6 15,-3-9 5-15,2 1-5 16,3 6 0-16,3 10 39 15,6 22-30-15,3 17 21 16,0 23 68-16,0 10-42 0,0 6-25 16,2 6-25-16,16 0-1 15,12 0-10-15,10 16-11 16,8 8 10-16,-5 9-9 16,-2 8-15-16,-6 7-8 15,-11 11-104-15,-11 3-74 16,-13-1-93-16</inkml:trace>
  <inkml:trace contextRef="#ctx0" brushRef="#br0" timeOffset="52238.78">26156 8107 718 0,'0'0'74'16,"0"0"15"-16,0 0 7 16,0 0-61-16,0 0-35 15,0 0-9-15,117-78 5 16,-70 62-133-16,-3 4-75 15,-8 5-126-15</inkml:trace>
  <inkml:trace contextRef="#ctx0" brushRef="#br0" timeOffset="53505.14">26492 8247 884 0,'0'0'26'15,"0"0"86"-15,0 0-69 16,0 0-34-16,0 0 9 16,97-100-13-16,-61 68-3 15,-4-9 0-15,-6-4-2 16,-5-3 0-16,-10-1 2 16,-4 5-2-16,-7 12 0 0,0 8 0 15,0 12 0 1,-2 6 8-16,-13 6-8 0,-1 0 5 15,-7 4-5 1,4 9 0-16,3 5-3 0,4 0-2 16,6 1 5-16,6 1-5 15,0 2-1-15,3-1 5 16,16-2-7-16,2 1 8 16,2-1-2-16,-1 0-2 15,-3 1-16-15,-1 2 1 16,0-4 4-16,-6 3 10 15,-3-2 1-15,-3-3 4 16,-3-1 0-16,-2 0 0 0,1-5 1 16,1-2 3-1,1-2-4-15,1-2 0 0,7-1 7 16,6-3-1-16,9 0-4 16,7 0 3-16,9-7 1 15,3-7-7-15,2 0 1 16,-3-7 0-16,-6-4-11 15,-6-2 11-15,-13 0-14 16,-12 3-19-16,-8 8 26 16,-5 1 7-16,-17 8 0 15,-5 4 14-15,-1 1 33 16,1 2-29-16,6 0 21 16,6 5-25-16,5 7-12 15,5 8 5-15,5 0-7 0,0 4 0 16,15-1 2-16,15-3 0 15,7-3-2-15,7-8 7 16,11-3-5-16,9-3 10 16,15-2-12-16,6-1 1 15,5 0-3-15,-1 0 2 16,-5-7-2-16,-8-14-5 16,-12-5-41-16,-19-6-19 15,-20 0 17-15,-16 2 42 16,-9 8 8-16,-11 3 8 15,-20 5 49-15,-10 9 9 16,-3 4-65-16,-2 1 17 16,6 1-15-16,5 13 1 0,10 1 5 15,7 4-9-15,6 1-4 16,9 0 4-16,3-1 0 16,6-3-1-1,18-1 1-15,9-5 0 0,4-4-9 16,2-2-29-16,-4-4-12 15,1 0 31-15,-6 0 0 16,-5 2 17-16,-5 4-3 16,-4 6 5-16,-2 1 4 15,-1 13 5-15,-2 1 18 16,-2 2 33-16,-1 1-10 16,-1 4-11-16,-3 4 21 15,1 12-17-15,1 9-7 16,2 10-8-16,3 8 32 0,4 3-37 15,-3 0-14-15,-3-5-3 16,-2-9-6-16,-3-11 0 16,4-14-5-16,-2-11 6 15,5-15-2-15,3-8-1 16,5-7 2-16,4 0-1 16,6-6 1-16,3-10 0 15,-2-4-1-15,-4-6 1 16,-10-7 0-16,-13-5 0 15,-3-11 4-15,-16-1-2 16,-20-1-2-16,-9 3 0 0,-6 0 17 16,-5 2-16-1,-1 2 3-15,2 7 1 0,8 5 15 16,16 6 25 0,12 7-33-16,13 2-10 0,6 3 5 15,4-4-7-15,26-1-6 16,12-3-42-16,13 2-73 15,6 3-5-15,3-2-81 16,5 2-21-16,-2-3-197 16</inkml:trace>
  <inkml:trace contextRef="#ctx0" brushRef="#br0" timeOffset="53687.57">28717 8225 1014 0,'0'0'145'0,"0"0"-141"0,0 0 121 16,0 0-56-16,0 0-38 16,0 0-31-16,-35-15-10 15,16-2-616-15</inkml:trace>
  <inkml:trace contextRef="#ctx0" brushRef="#br0" timeOffset="111752.93">6042 12503 1312 0,'0'0'6'0,"0"0"5"0,0 0 155 0,0 0-130 16,0 0-8 0,0 0-27-16,-20 4-1 15,31-4-4-15,4 0 2 16,0 0-5-16,0 0-6 0,1 0-55 16,-4-2-32-16,0-6-40 15,-6 2-72-15,-6 0-117 16</inkml:trace>
  <inkml:trace contextRef="#ctx0" brushRef="#br0" timeOffset="113406.68">5848 12489 580 0,'0'0'32'0,"0"0"-30"15,0 0 30-15,0 0 21 0,0 0-33 16,0 0 14-16,-19 23 29 16,16-23-13-16,3 0 1 15,-6 0 25-15,-2 0 14 16,-8-4-54-16,1-7-22 15,2-1 11-15,-3-7 27 16,0-1-22-16,6 0-19 16,-1 5-6-16,4 5 12 15,4 2 20-15,1 6-28 16,2 0 13-16,-1 2-3 0,1 0-19 16,0 0-13-16,6 14-3 15,16 5 16-15,8-1 2 16,1 0-2-16,7-2 0 15,9-3 0 1,4-5 3-16,9-3 0 16,0-5-3-16,-2 0 1 0,-5 0 6 15,-6-9-7-15,-9 2 0 16,-11 0-1-16,-6 1 2 16,-11 1 4-16,-7 4-1 15,-3 0-2-15,0 1 13 16,0 0-6-16,0 0 42 15,0 0 14-15,-10 8-49 0,-21 22-5 16,-14 14-11 0,-15 13 4-16,-10 6 4 0,-6 10-1 15,0-3-1-15,-6 3 8 16,9-8-10-16,7-6 8 16,17-12-12-16,16-15 3 15,14-9-6-15,13-15 3 16,6-5-3-16,0-3 3 15,0 0 3-15,0-13 12 16,0-14-15-16,9-4 0 16,7 5-2-16,-2 8 2 15,-1 8-4-15,2 6 2 16,1 4-6-16,8 0 6 16,2 13-1-16,5 6 2 0,3 6-3 15,-1 1 4 1,6 1 0-16,-2-5-3 0,5 0 6 15,-2-7-3-15,-1-5 0 16,-3-5 0-16,-3-5-5 16,-5 0-32-16,0-12-135 15,-5-11-60-15,-10-8-126 16</inkml:trace>
  <inkml:trace contextRef="#ctx0" brushRef="#br0" timeOffset="113634.74">5771 12841 993 0,'0'0'2'0,"0"0"110"0,0 0-16 16,0 0-96-16,0 0-5 16,0 0 3-16,111-30 2 15,-48 12-3-15,10 1 2 16,-3 3-117-16,-1-1-103 15,-8 7-393-15</inkml:trace>
  <inkml:trace contextRef="#ctx0" brushRef="#br0" timeOffset="113783.79">6576 12804 1173 0,'0'0'8'16,"0"0"59"-16,0 0 52 15,0 0-103-15,0 0-16 16,0 0 0-16,67-8-4 16,-34 6-93-16,-6 2-56 15,-11 2-76-15,-13 11-121 16</inkml:trace>
  <inkml:trace contextRef="#ctx0" brushRef="#br0" timeOffset="113907.06">6605 12955 568 0,'0'0'123'0,"0"0"-38"0,0 0 54 0,0 0-82 16,0 0-50 0,0 0 10-16,116-18-17 0,-43 8-16 15,9-1-163-15,12 1 35 16</inkml:trace>
  <inkml:trace contextRef="#ctx0" brushRef="#br0" timeOffset="115312.32">9007 12003 597 0,'0'0'114'0,"0"0"-92"0,0 0 46 16,0 0-6-16,0 0-46 15,-29 88 110-15,-8-28-35 16,-11 5-18-16,-6 6-19 15,-1 1-31-15,4 0-7 16,2-9-9-16,7-5-6 16,4-7-1-16,8-9 0 15,13-9-4-15,8-14-11 16,9-10-132-16,0-9-101 16,0-20-201-16</inkml:trace>
  <inkml:trace contextRef="#ctx0" brushRef="#br0" timeOffset="115586.55">8617 12031 938 0,'0'0'11'16,"0"0"4"-16,0 0 2 16,0 0 41-16,24 87 61 15,0-37-28-15,6 0-46 16,4 7 13-16,5 4 9 15,1-1-35-15,-1-2-8 16,-2-3-16-16,-3-8-8 16,-4 0 3-16,-6-9-7 15,-3-3 4-15,0-9-14 16,-9-12-20-16,-3-5-139 16,-6-9-74-16,-3 0-104 15</inkml:trace>
  <inkml:trace contextRef="#ctx0" brushRef="#br0" timeOffset="116219.57">8352 11628 607 0,'0'0'119'0,"0"0"-95"0,0 0 69 0,0 0-10 15,0 0-15-15,0 0-25 0,28 8 32 16,3-7 4 0,11-1-43-16,15 0-23 0,14 0-11 15,16 0-2-15,13 0 0 16,4 5-10-16,5 11-46 16,2 10-183-1,11 6 31 1,0 5-436-16</inkml:trace>
  <inkml:trace contextRef="#ctx0" brushRef="#br0" timeOffset="116468.62">9764 12247 981 0,'0'0'24'15,"0"0"65"-15,0 0 90 16,0 0-81-16,0 0-20 16,0 0-39-16,-3 0-24 15,36-6-15-15,21 2 0 16,13-3 4-16,11-1-4 16,1 4-4-16,3 0-33 15,-3 4-106-15,1 0-67 16,-6 0-79-16,-3-2-307 15</inkml:trace>
  <inkml:trace contextRef="#ctx0" brushRef="#br0" timeOffset="116732.65">10752 12124 1038 0,'0'0'12'16,"-64"72"45"-16,40-21 103 15,12 16-69-15,6 8-24 16,6 14 8-16,0 13-37 16,6 7-19-16,0 4-19 15,-4-1 4 1,-2-7-8-16,0-14 4 16,0-17-1-16,-5-21 0 15,2-18-11-15,0-13-23 16,3-13-51-16,0-9-63 0,0-16 2 15,3-27-122-15,14-18-236 16</inkml:trace>
  <inkml:trace contextRef="#ctx0" brushRef="#br0" timeOffset="117128.68">10773 12114 284 0,'0'0'624'0,"0"0"-602"16,0 0 139-16,0 0-117 15,0 0-13-15,-66 89 51 0,56-39-48 16,10 2-14-16,0 0-9 16,3-6-6-1,18-3 5-15,1-9-9 16,3-7-1-16,2-9 1 16,0-11 3-16,3-7 6 15,3-4-4-15,1-24-5 0,-4-11 4 16,-8-10-5-16,1-9 0 15,-10-3-3-15,-3 8 9 16,-2 15-6-16,-5 14 0 16,-3 14 1-16,0 8 7 15,0 2-8-15,0 17-21 16,0 18 21-16,-3 8 35 16,3 1 5-16,0-1-25 0,14-6-14 15,9 0 15-15,7-9-16 16,3-6 0-16,0-5 0 15,3-9-5-15,2-4-63 16,-2-4-161-16,0-7-193 16</inkml:trace>
  <inkml:trace contextRef="#ctx0" brushRef="#br0" timeOffset="118080.93">11067 11672 697 0,'0'0'3'0,"0"0"0"0,0 0 94 16,-109-63-47-16,73 55-9 16,-6 8 1-16,-1 0-11 15,-8 11 4-15,-7 17-2 16,-1 11 14-16,-4 15 3 15,2 13-12-15,7 14 7 16,0 13-4-16,4 7-13 16,2 2 1-1,5 5-4-15,8-4 20 16,10 0-23-16,19 4-9 0,6-3 5 16,3 3-4-16,19-2 3 15,16-6-4-15,8-10-11 16,6-8 5-16,15-12-7 0,8-15 0 15,7-10 4-15,0-16-4 16,0-17 0-16,-6-12-14 16,0-5-3-16,0-29 11 15,2-13-7-15,-5-14 8 16,7-14 2-16,-2-18 1 16,-2-19 1-16,-3-27-11 15,-13-18 5-15,-14-16 2 16,-23-11 5-16,-23 0 0 15,-11 12 0-15,-31 18 1 0,-18 24 4 16,-12 32 3-16,-14 21 17 16,-13 24 18-16,-15 18-37 15,-1 17-5-15,2 18-2 16,17 4-1-16,14 27-12 16,22 23-51-16,11 14-90 15,15 4-90-15,18-4-205 16</inkml:trace>
  <inkml:trace contextRef="#ctx0" brushRef="#br0" timeOffset="118781.59">11747 11839 835 0,'0'0'39'0,"0"0"-9"0,0 0 94 0,0 0-52 0,0 0-41 0,0 0-18 16,-4-13 1-16,34-5-14 16,17-6 0-16,1 0 1 15,0-2 1-15,-6 3-4 16,-14 1 1-16,-7 1-13 16,-12 6 10-16,-9 2-30 15,0 5 12-15,-15 2 19 0,-17 2-12 16,-2 4 15-16,-5 0 4 15,4 0-2 1,5 11 25-16,9 2-15 16,9-1 3-16,10 6-8 15,2 3-6-15,14 4 3 0,20 0-4 16,12 2 2-16,8 0 6 16,3 4-8-16,-2-1-1 15,-7-3-2-15,-11-2 6 16,-16-6-5-16,-17-1 2 15,-4-3-18-15,-31-1 17 16,-14-3-14-16,-2-4-41 0,5-5-18 16,7-2-18-1,16-3-70-15,14-18-141 0</inkml:trace>
  <inkml:trace contextRef="#ctx0" brushRef="#br0" timeOffset="119329.83">12532 11469 950 0,'0'0'34'15,"0"0"44"-15,0 0 24 16,-25-76-58-16,17 67-20 0,6 1 0 16,1 3-16-1,-2 0-6-15,-7 4 0 0,-5 1-2 16,-14 1-6-16,-11 16 2 15,-6 8 4 1,1 2 0-16,3 6-1 16,14-2 4-16,8-2-2 0,16 0-1 15,4-3-5 1,9-4 2-16,24-5 3 0,10-6 0 16,11-7 2-16,6-4 1 15,2 0-4-15,1 0 1 16,-8-12-7-16,-7-5 0 15,-10-1-58-15,-15 0-2 16,-13-1 47-16,-10 3 20 16,0 0 0-16,-13 4 1 0,-14 3 1 15,2 3 22-15,-7 5-17 16,4 1 4-16,4 0 4 16,5 1-4-16,8 9-4 15,5 5-7-15,3 3 0 16,3 2-6-16,0 4 5 15,15-2-1-15,5-3 0 16,3-1 4-16,2-4-2 16,0-3 0-16,5-4 0 15,0-5-4-15,-2-2-41 16,0 0-31-16,-1 0-19 16,-3-9-4-16,-5-5-74 0,1-1-73 15,-5-2-88-15</inkml:trace>
  <inkml:trace contextRef="#ctx0" brushRef="#br0" timeOffset="120488.83">12908 11464 422 0,'0'0'63'0,"0"0"-29"16,0 0 73-16,0 0-22 15,0 0-10-15,0 0-19 16,-24-7-32-16,24 7 9 15,0 0-5-15,0-2-11 16,0 2 7-16,0-2-2 16,0 2-20-16,0 0 5 15,0 0-7-15,-1 0 0 0,1 0-4 16,-2 0 1 0,-1 8 1-16,-1 10-4 0,-3 3 6 15,1-2 4-15,-4 3-4 16,0-2 0-16,-2-2 2 15,-2-1-1 1,1-4 3-16,1-3-4 16,3-7 0-1,6 1-1-15,0-4 1 16,1 0-1-16,2-6-17 16,0-15-64-16,0-9 51 0,0-2 22 15,5-1-7-15,6 5 13 0,-1 9 3 0,-3 9 0 16,-2 6 9-16,1 4 2 15,6 7 0-15,0 15-1 16,8 7 51-16,-1 3-16 16,3 0-24-16,5-4-17 15,2-1 14-15,9-4-14 16,2-4 4-16,0-7-8 16,-2-3 1-16,-7-7-1 15,-6-2 0-15,-5 0-11 16,-8-16-10-16,-5-6-3 15,-4-9 22-15,-3-6-3 16,0-1 5-16,0 6 2 0,-3 10-2 16,0 11 13-16,2 8 51 15,-2 3-14-15,0 10-36 16,-3 21-13-16,3 12-1 16,3 5 49-16,0 1-19 15,0 0-19-15,12-2 4 16,-3 3-1-16,1-4 2 15,0-3-16-15,-4-7 0 16,1-8 2-16,-4-9-2 16,0-7-2-16,-2-6 0 15,1-5 4-15,-1-1 2 16,-1-9-2-16,2-28-2 16,-2-17-11-16,4-14-17 0,-4-11 5 15,0-3-3-15,0 7-12 16,0 14 35-16,0 19 3 15,0 20 0-15,0 13 14 16,0 3-10-16,0 6 11 16,3 0-15-16,4 0-9 15,5 21 9-15,3 5-1 16,-4 6 1-16,-2-1-4 16,-4-3 8-16,0-3-5 15,-2-3 1-15,2-6 0 16,-1-6-1-16,4-1 1 15,5-7 0-15,5-2 3 16,7 0-3-16,4-11 0 0,2-10-5 16,-1-4-42-16,-2-4-13 15,-1-1 25-15,-5-4 16 16,-4 5 14-16,-6 4 1 16,-8 3 4-16,-4 5 4 15,0 6 6-15,0 0 34 16,-14 4-28-16,-1 3 18 15,-5 4-7-15,2 0-17 16,2 3-5-16,5 13-2 16,3-2 1-16,5 10 0 15,3-1-4-15,0 4-2 16,7-6-1-16,10-1 3 0,5-4 0 16,6-8 0-16,3-4-19 15,4-4-79-15,2 0-37 16,2-4-91-16,4-13-118 15,-4-5 308-15</inkml:trace>
  <inkml:trace contextRef="#ctx0" brushRef="#br0" timeOffset="121315.61">13879 11415 521 0,'0'0'154'0,"0"0"30"0,0 0-110 0,0 0 11 0,0 0-15 0,0 0-26 15,-93-19-14-15,77 37-11 16,7 3-7-16,-2 2 2 15,11 2-7-15,0-2-6 0,0-3-1 16,0-2 5 0,19-6-2-16,3-6-3 15,8-4 1-15,6-2 4 16,6-2-5 0,7-16-6-16,3-7-23 0,-4-5-16 15,-8-9-46-15,-10-8-6 16,-12-9-3-16,-12-9 49 0,-6-9 18 15,0-2 33-15,-6 2 12 16,-5 15-12-16,-5 19 72 16,1 18-5-16,-1 13 62 15,5 9-42-15,-2 0-82 16,2 21-5-16,5 12 6 16,6 9-2-16,0 7 18 0,9 0-12 15,13-2-6-15,2-2 7 16,2-4-7-16,2-6 1 15,1-4-1-15,2-5-3 16,-1-7 4-16,1-4-5 16,-1-9 1-16,1-6 1 15,1 0 1-15,-1-1-6 16,-1-14 2-16,-8-5-40 16,-3 1-4-16,-10-1 13 15,-7 2 24-15,-2 2 8 16,0 4 8-16,-5 5-1 15,-5 1 18-15,3 4 26 16,-2 2-5-16,-1 0-35 0,-3 9-9 16,1 9 11-16,6 1-1 15,5-1 1-15,1-1-9 16,0-2-3-16,13-1 15 16,12-4-14-16,5-5 2 15,5-3 12-15,2-2-15 16,0 0 4-16,2-16-5 15,1-2 1-15,-5-5 0 16,-5-1-1-16,-10 5 0 16,-9 1 2-16,-7 4 0 15,-2 5 2-15,-2 4 0 16,0 2-4-16,0 2 22 0,0 1-22 16,0 0-2-1,0 7-4-15,-3 5 4 0,3 1 0 16,0-1 2-16,0-2 0 15,11 2 5-15,6-5-4 16,7 0-1-16,4-6 8 16,5-1-7-16,8 0 4 15,1 0-5-15,-1-8-6 16,-4 0 3-16,-4-3-119 16,-6-1-81-16,-9 1-223 15</inkml:trace>
  <inkml:trace contextRef="#ctx0" brushRef="#br0" timeOffset="122050.24">8274 10928 743 0,'0'0'24'16,"0"0"-18"-16,0 0 12 16,0 0 37-16,0 100-7 15,-3-64-13-15,-4-2 4 0,2-1-30 16,-1-4-8-16,0 1 1 15,1-6-1-15,0-1-2 16,0-9-13-16,2-5-152 16,2-9-240-16</inkml:trace>
  <inkml:trace contextRef="#ctx0" brushRef="#br0" timeOffset="122366.66">8178 10878 788 0,'0'0'102'16,"0"0"-99"-16,0 0 22 16,0 0-5-16,0 0-1 0,-85 54-1 15,71-35 9-15,3-5-17 16,5-4 2-16,4-4-10 16,2-5 5-16,0-1-8 15,0 0 7-15,2 0-6 16,22-1 13-16,7-16 3 15,6-8-6-15,2-8-10 16,-4 1 0-16,-1-5 8 16,-1 3-8-16,-5 12 0 15,-10 6-1-15,-6 12 5 16,-3 4-7-16,0 11 3 16,3 10 0-16,1-2 8 0,-1 1-8 15,2-1 0-15,-1-2-2 16,2-3 2-16,-3-1-2 15,0-3-113-15,-3-6-31 16,-5-4-272-16</inkml:trace>
  <inkml:trace contextRef="#ctx0" brushRef="#br0" timeOffset="124519.37">7632 10459 215 0,'0'0'269'0,"0"0"-262"0,0 0 61 16,0 0 6-16,0 0-18 15,0 0-31-15,0 0 5 16,0 0 18-16,0 0-19 16,0 0-7-1,0 0 5-15,0 0-13 0,2 0 19 16,-1 0-18-16,1-2-4 15,2-6 4-15,1-6-14 16,1-2-1-16,1-3 0 16,-2-1 0-16,-4 2 0 0,-1-2 0 15,0 0 0-15,-4 5-1 16,-11 2 5 0,-3 12 1-16,-6 1-5 15,-4 0 4 1,-5 16-4-16,0 13 0 15,0 7 3-15,8 1 7 16,6 1-5-16,8-3-3 0,8-6-2 16,3-3 0-16,0-6 1 0,3-7-1 15,11-4 1-15,5-8 7 0,8-1-7 16,1-1 2 0,5-15-3-16,0-6 5 0,-5 0-3 15,-6-5-2-15,-5-2 0 16,-8-4 2-16,-5-3 0 15,-4 0-1-15,0 7-1 16,-10 5 0-16,-5 11 2 16,-6 9 3-16,-3 4-3 15,0 0 10-15,2 19-8 16,3 9-3-16,6 5-1 16,7 4 2-16,6-1-1 15,0-5-1-15,0-4 0 16,11-7 2-16,8-8-1 15,1-6-1-15,5-6 4 16,5 0-3-16,7-6 4 0,1-14-5 16,0-9 0-1,-3-5 3-15,-4-5-1 0,-4-6-1 16,-9 0-1-16,-3-6 0 16,-9-3 2-16,-5 5-2 15,-1 4 0-15,0 12 2 16,0 13-1-16,-3 12 0 15,-1 8 7-15,-5 10 1 16,3 22-9-16,0 15-3 16,0 4 3-16,1-1 2 15,4 0-1-15,1-5-1 16,0-3 0-16,0-6 4 0,0-9-8 16,0-4 4-1,0-11 0-15,0-6 1 0,0-4-1 16,1-2 3-16,-1 0 5 15,0-2 5-15,6-20 32 16,0-5-43-16,5-9 2 16,4 9-7-16,0 1 6 15,1 9-5-15,-1 8 2 16,3 6 0-16,3 3-6 16,1 0 2-16,5 15-1 15,0 7 4-15,-3 0 1 16,-5 6 0-16,-7 0-2 15,-9 1-4-15,-3-4 4 0,-6 2 2 16,-21 1 0 0,-4-8 0-16,-5-2 2 0,11-5 0 15,4-6-2-15,9-2 2 16,7-5 6-16,4 0 2 16,1-8-3-16,0-10-7 15,6-7 0-15,18 1 0 16,7-7-3-16,8 1 3 15,0-1-3-15,1-2 3 16,-1-3 0-16,-5 7-3 16,3-3 3-16,-5 4 0 15,-10 1 0-15,-4 5 1 0,-11 10-2 16,-7 1 2 0,0 5 3-16,-3 2 3 0,-16 4-7 15,-2 0 3-15,-3 4-3 16,-4 12-1-16,4-1 1 15,6 3 0-15,9-2 1 16,5 0-1-16,4-2-8 16,0 0 5-16,0 2 2 15,9 0 1-15,7-2-1 16,4 3 1-16,2 2 0 16,0-4 2-16,-4 2-1 15,0 0-1-15,-7-4 0 16,-5-3 0-16,-5-6-5 15,-1-1 3-15,0 0 2 16,-4-1 9-16,-13 1-6 0,-1 0 4 16,3-3-7-1,0 0 0-15,8 0 7 0,2 0-5 16,4 0 0-16,1 0 2 16,0 0 0-16,0-4-5 15,13-10 1-15,10-8-3 16,5-2 1-16,0-2 2 15,1 0-1-15,-3-4-2 16,0 1 5-16,-1-1-4 16,-5 5 1-16,-7 5 1 15,-4 9 4-15,-8 3-4 16,-1 2 0-16,0 3 0 0,-5 3 2 16,-13 0-4-16,-2 4 0 15,2 12-7-15,2 3 7 16,7 6-3-16,4 3 2 15,5 0 0-15,0-3 5 16,3-2-4-16,11-3 2 16,5-8 0-16,2-2 2 15,3-6-2-15,8-4 0 16,-1 0 2-16,2-11 0 16,2-8-1-16,-5-9-1 15,-4 2-2-15,-4-7-2 16,-6 0 4-16,-8 0-6 15,-5 2 3-15,-3 2 6 0,0 8-3 16,0 5 0-16,-2 7 0 16,-2 4 9-16,-1 3 6 15,5 2-13-15,-4 7-2 16,4 12-4-16,0 1 4 16,0 0 0-16,0-3 1 15,4-1-2-15,7-2 1 16,-2-1 0-16,4-1-1 15,-1-6 3-15,-1 1-4 16,2-3-7-16,1-2-91 16,-1-2-36-16,0 0-51 15,-1-2-138-15</inkml:trace>
  <inkml:trace contextRef="#ctx0" brushRef="#br0" timeOffset="126176.03">8787 10183 547 0,'0'0'99'15,"0"0"15"-15,0 0 22 0,0 0-82 0,0 0-35 16,0 0-19-16,-6-12-2 16,8 30-1-16,11 4 3 15,-1-1 2-15,7 1 0 16,-2-2 0-16,1 0-2 16,-3-7 1-16,1 1-1 15,-1-9 0-15,1-2 0 16,-4-3 8-16,0 0-6 15,3-17 11-15,-6-5-8 16,1-8-2-16,-5-1 8 16,-2-2-10-16,-3 4-1 15,0 4 0-15,0 7 2 0,0 9-1 16,0 1-1-16,0 8 0 16,0 0-2-1,0 11-21-15,3 8 15 16,2 8 8-16,2 0-10 0,6 0-4 15,1-5-10-15,5 3-26 16,2-5 13-16,-1-6-39 16,0-4 36-16,-3-6 4 15,2-4 25-15,-8 0 10 16,0-6 1-16,-6-8 0 0,-2-3 35 16,-3-1 47-16,0 3-38 15,0 3 0-15,-8 2-7 16,-3 4 27-16,-1 4-12 15,-2 2-31-15,-1 0-16 16,5 5-5-16,0 5-7 16,7 0 5-16,0 1 0 15,3-2-1-15,0 1 1 16,0-2 2-16,7-3-5 16,6-4 5-16,4-1 0 15,1 0 0-15,1-8-3 16,-7-4 1-16,7 1 1 15,-7 3 1-15,-6 1-1 0,-1 3 1 16,-2 3 0 0,-3 1 0-16,0 0-1 0,0 0-4 15,6 5-3-15,-5 6 8 16,5 0-3-16,-1-1 3 16,2-4 0-16,2-2-1 15,-3 0 5-15,0-4 0 16,5 0-4-16,3-1 0 15,-3-18 9-15,-2-3-9 16,-5-7 0-16,-1-11-1 16,-3-7 3-16,0-6-5 15,-3-6 3-15,-7 4 0 0,-2 8 1 16,-4 15 2 0,10 10-3-16,-2 15 6 0,3 7 26 15,-2 14-28-15,0 20-4 16,1 12 0-16,6 3 2 15,0 0-2-15,6 0 0 16,13-2 0-16,6-3 3 16,2-4-4-16,4-10 1 15,-1-5 0-15,3-7-2 16,-9-8 2-16,2-10 0 16,-3 0-1-16,0-17 3 15,-1-10-3-15,-1-2 1 16,-6-6 0-16,-6 1-5 15,-3 2 5-15,-6 5 0 16,0 9 3-16,0 8-3 0,0 6 11 16,0 4 5-16,-3 1-16 15,-3 20-2-15,0 4-5 16,2 3 7-16,4-2-3 16,0-2 7-16,7-1-9 15,5-6 5-15,1-2 0 16,-1-6-1-16,5-4 1 15,-4-5 0-15,4 0 0 16,6-7-1-16,1-13-3 16,-2-2 4-16,-2-5-8 15,-5 2 7-15,-8 3-14 16,-2 2 15-16,-5 8 0 16,0 5 1-16,0 5 9 15,0 2 6-15,0 2-16 0,0 17 0 16,-5 3 0-16,5-1 0 15,0 1 0-15,0-3 1 16,6-1-1-16,6-6 0 16,0-4 0-16,7-1 1 15,0-7-1-15,1 0 4 16,9-4-3-16,-1-12 1 16,2-8 2-16,-9-1-4 15,-2 0-1-15,-11-3-3 16,-8-2 0-16,-2 5 3 15,-19 4 0-15,-13 4 1 0,0 7 2 16,-5 8 1 0,-3 2 7-16,9 2 1 0,8 15-7 15,7 2-1-15,9 2-3 16,9 2-1-16,0-3-1 16,18 0 2-16,6-4 0 15,16-6-3-15,-1-4 3 16,0-5-20-16,1-1-35 15,-3 0-43-15,-1-14 47 16,0-5 35-16,0-1 16 16,-6-3-3-16,-8 7 5 15,-10 0-2-15,-6 6 2 0,3 5 17 16,-8 2 39 0,-1 3-3-16,0 0-26 0,2 0-27 15,1 0-2-15,7 1 0 16,8 10 5-16,2-1-3 15,-1-3 14-15,2 0-16 16,-2-3 2-16,2-2-3 16,4-2 2-16,1 0 0 15,2-2-1-15,5-12-6 16,1-4-19-16,-1-7-151 16,-8-4-449-16</inkml:trace>
  <inkml:trace contextRef="#ctx0" brushRef="#br0" timeOffset="126387.24">9369 9861 951 0,'0'0'48'0,"0"0"-46"0,0 0 20 15,93-23-21-15,5 4-1 16,20 0-11-16,-2-5-86 15,-7-1-202-15</inkml:trace>
  <inkml:trace contextRef="#ctx0" brushRef="#br0" timeOffset="127107.73">8483 9515 431 0,'0'0'1'16,"0"0"44"-16,0 0 37 15,0 0-14-15,0 0 21 16,-42 75-17-16,42-71 0 16,-3-1 26-16,3-1-5 15,0-2 24-15,0 0-12 16,0-2-16-16,0-21-30 15,19-22-31-15,16-22-20 16,14-16-8-16,14-9 3 16,8-7-1-16,7 3-2 15,-2 12 0-15,-9 19-3 16,-15 19 5-16,-16 20-4 16,-21 15-5-1,-10 11-21-15,-5 0-43 16,-3 4-31-16,-14 14-22 0,-10 7-36 15,0-1-61-15,-4-2-187 16</inkml:trace>
  <inkml:trace contextRef="#ctx0" brushRef="#br0" timeOffset="127552.47">9118 9031 791 0,'0'0'11'0,"0"0"28"0,-59 114 43 0,27-63-24 16,-2 7-17-16,-3-2 0 16,-1-1-30-16,3-8 1 15,5-13 1-15,12-13-11 16,9-9-3-16,2-6 1 15,7-6-8-15,0 0-58 16,0-6-93-16,1-19-153 16</inkml:trace>
  <inkml:trace contextRef="#ctx0" brushRef="#br0" timeOffset="128003.76">8911 8536 535 0,'0'0'6'0,"0"0"7"16,-111-4 40-16,70 13 19 15,-1 4-43-15,-3 2 30 16,1-1 17-16,2 0-3 15,7-2 36-15,10-5-30 16,10-3 23-16,11-2-29 0,4-2-40 16,0 0-6-1,0 0-27-15,6 0 5 16,25 0-8-16,15-3 7 16,17-4-2-1,9-2 2-15,3 3 0 16,3 2-1-16,1 4-3 15,-1 0 0-15,-4 0 3 16,-8 0-3-16,-3 0 0 0,-14 4-5 16,-15 5 10-16,-13 4-10 0,-9 4 5 15,-9 9 0-15,-3 7-2 16,-2 10 6-16,-18 12 9 0,-10 6 35 16,3 9-16-1,-3 2-11-15,2 2-20 0,5 1 4 16,4 0-8-16,8 1 3 15,3-3-9-15,8-6-148 16,0-14-139-16,0-16-414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5:48:55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4575 3450 151 0,'0'0'0'0,"0"0"4"0,0 0 17 16,0 0 43-1,0 0-42-15,0 0 9 0,0 0 11 16,-16-68-29-16,16 57 10 16,3-1 17-16,0-1-8 15,6 2-11-15,-5 4 9 16,1-1 0-16,-2 1-10 15,0 1-14-15,-3 2 3 16,4 2-3-16,-2-1-3 16,-1 0-2-16,1 2-1 15,-2 1-3-15,0 0 2 16,0 0-5-16,0 0-54 16,0 0-73-16,0 0 42 15,0 0 41-15,0 0 25 16,-2 2 2-16,-2 0 6 15,1-2 17-15,3 0 4 16,0 0 22-16,0 0 7 0,0 0 13 16,0 0-13-16,0 0-12 15,0 0-6-15,0 0-6 16,0 0 2-16,0 0-11 16,0-2 0-16,0 2-1 15,4-1 1-15,-2 1-10 16,-1 0-25-16,1 0-54 15,-2 0-72-15</inkml:trace>
  <inkml:trace contextRef="#ctx0" brushRef="#br0" timeOffset="10694.4">5920 3285 223 0,'0'0'1'0,"0"0"26"0,0 0 16 0,0 0 24 16,0 0 0-16,0 0-25 15,0 0-3-15,14 38 11 16,-14-38-19-16,2 0 6 16,-2 0 4-16,1 0 5 15,1 0 4-15,-2 0-3 16,3 0-6-16,3 0-13 15,0-7-13-15,6-3 7 0,0-2-15 16,-3-1-2-16,1 1 6 16,-7-3-11-16,-1 2 11 15,-2-1-2-15,0 0 11 16,-3-1 17-16,-14 5-22 16,-2 1-1-16,-10 5 5 15,-9 4-15-15,-4 0 5 16,-10 14-5-16,2 13-4 15,-2 8 17-15,-1 5-9 16,9 4-4-16,4 6 12 16,7 3-8-16,6 2 7 15,2 6-11-15,16 1 0 16,3 0 11-16,6-2-7 0,3-8-7 16,23-7-2-1,5-9 5-15,13-7 0 0,3-9-4 16,2-8 1-16,-1-9 5 15,1-3-6-15,0-1 0 16,-4-16 1-16,-3-8-1 16,-4 0-11-16,-6-3-37 15,-14 2-9-15,-5 1 30 16,-11 3 0-16,-2 4 8 16,0 2 17-16,-12 1-2 15,-2 8 3-15,1 1-4 16,-2 3 5-16,4 3-1 0,0 0 1 15,3 0-2 1,2 0 0-16,0 0 3 0,6 1-3 16,0 2 1-16,0 1-1 15,0 1-5-15,0 1 1 16,0-3-32-16,0 3-35 16,6-3-35-16,6 0-82 15,-3-3-48-15</inkml:trace>
  <inkml:trace contextRef="#ctx0" brushRef="#br0" timeOffset="11203.03">5945 3629 249 0,'0'0'337'0,"0"0"-318"0,0 0 114 0,0 0-53 16,-94-12-27-16,82 12-17 16,2 0-6-16,1 0-9 15,4 4-4-15,2 2 1 16,0 1-15-16,3-3 0 15,0 0 1-15,0 0-1 16,0 1 2-16,0-4-4 16,12-1 1-16,7 0 19 15,6 0-14-15,6 0-4 16,3 0 4-16,-3-7-6 16,-5 1 1-16,-1 6-2 15,-7 0-2-15,-9 2-3 16,0 14 6-16,-3 7-1 0,-5 8 6 15,-1 6 26-15,0 3 22 16,0-1-12-16,-1-1-17 16,-6-1-9-16,2-4-15 15,2-1 1-15,3-3-2 16,0-2 3-16,0-5-9 16,0-4 2-16,3-8-66 15,9-2-84-15,-3-8-80 0,3 0-138 16</inkml:trace>
  <inkml:trace contextRef="#ctx0" brushRef="#br0" timeOffset="12694.45">6229 3696 814 0,'0'0'32'0,"0"0"-27"0,0 0 53 0,0 0 0 0,0 0-55 0,0 0 5 15,1-1-2 1,17 1-1-16,4-1 17 0,2-11-18 16,0-7-3-1,-2-2 5-15,-5 4-4 16,-2-3-2-16,-9 2 0 16,-6 2 2-16,0 5 3 0,0 3 2 15,-14 4-3-15,-1 4-4 16,-7 0 2-16,-4 12-1 15,-2 10-1-15,6 10 5 16,4 5 15-16,6 0-13 16,9 2 0-16,3-3 4 15,0-8-8-15,12-5 6 16,7-6-9 0,5-7 1-16,4-3 13 0,2-7-13 15,3 0 1-15,12-7 1 0,6-11-1 16,-5-7 1-16,-3 0-3 15,-9-3-19-15,-10 0-12 16,-10 3 1-16,-10 7 15 16,-4 7 15-16,0 5 7 15,0 6 25-15,-7 0 11 16,-2 6-18-16,-6 15-6 16,4 9-13-16,1 2 9 15,3-2-3-15,4-5-3 16,0-3 7-16,3-6-16 15,0-6 1-15,0-4 3 16,0-6-4-16,0 0 0 16,6 0 7-16,13-12 1 15,8-8 7-15,1-7-15 16,3-2 4-16,-2 4-5 0,-7 4 2 16,-5 7-1-16,-7 7 0 15,-7 7 4-15,-1 0-10 16,-1 5-1-16,2 17-3 15,3 4 10-15,0 3 2 16,0-2-1-16,5-7 7 16,0-1-7-16,1-7 6 15,3-3-7-15,2-7 0 16,5-2 12-16,9 0-3 0,10-5-4 16,6-10 2-1,3-8-5-15,2-2 0 0,-5-5-2 16,-9-1 0-16,-13 2 1 15,-11 1-1-15,-14 3 0 16,0 10 8-16,-21 5-5 16,-5 9-2-16,-9 1-1 15,-1 7 0-15,0 18 35 16,3 9-24-16,5 4-4 16,4 1 1-16,9-2-4 15,7-2-1-15,4-6-3 16,4-5 0-16,0-8-6 0,6-2 6 15,9-9-6 1,6-5 3-16,4 0-5 0,8-9-6 16,3-15-42-16,3-9-29 15,-2-11-17-15,3-14 10 16,-4-13 1-16,1-6 15 16,-4-8 27-16,-9 5-110 15,-3 8 25-15,-12 16 134 16,-8 23 32-16,-1 17 94 15,0 16 59-15,-14 7-91 16,-9 26-85-16,-1 12 62 16,0 7 0-16,8 5-20 15,4 5-2-15,3 1-9 16,6 1-16-16,3-5-3 16,0-7-20-16,9-11 6 0,9-9-7 15,3-8 0-15,6-8 1 16,7-10 1-16,6-6-1 15,10 0 7-15,2-17-5 16,-2-10 0-16,0-7-3 16,-11-4-31-16,-11-6-42 15,-12 0 11-15,-13 8 19 16,-3 10 19-16,-3 11 24 16,-16 13 4-16,1 2 15 15,-6 12 11-15,0 18 24 16,6 4-22-16,5 8-11 15,8-3-1-15,5-4-9 0,0-4 4 16,0-6-15-16,11-4 1 16,5-4 6-16,-1-8-6 15,3-6-1-15,6-3 10 16,0 0-10-16,3-15 11 16,1-11-11-16,-1-6 0 15,-3-12-4-15,-5-4-24 16,-7 0-1-16,-3 10 24 15,-7 16 5-15,-2 13 7 16,0 9 8-16,0 13-11 16,0 16 5-16,0 11 11 15,-2 1 5-15,2-7-6 16,0-3-14-16,10-5 1 0,2-2-6 16,2-3 0-1,8-5-8-15,5-6-83 0,9-7-270 16</inkml:trace>
  <inkml:trace contextRef="#ctx0" brushRef="#br0" timeOffset="13340.34">9126 3261 909 0,'0'0'6'0,"0"0"26"0,-50 131 56 0,37-62 5 16,4 6-7-16,2 4-27 15,2 2-38-15,1-1 18 16,4-10-32-16,0-14-6 16,0-16 4-16,0-16-5 15,0-11 0-15,0-10-5 16,0-3 5 0,0-25 42-16,0-23-26 15,0-23-15-15,0-19 9 0,-6-13-9 16,0-15 12-16,4-2-13 15,2 1 0-15,3 15-1 16,18 21 1-16,3 28-1 16,-1 23-4-16,-1 18 6 0,3 14-2 15,2 0-9-15,1 20 3 16,4 12 0-16,-4 10 4 16,-7 5-4-16,-6 8 6 15,-11 8-29-15,-4 4-163 16,-9-1-106-16,-18-7-343 15</inkml:trace>
  <inkml:trace contextRef="#ctx0" brushRef="#br0" timeOffset="13544.27">8969 3680 793 0,'0'0'32'0,"0"0"166"16,0 0-76-1,0 0-96-15,0 0 3 16,0 0-29-16,73-55-4 0,-17 39-2 15,9 5 5-15,5 2-18 16,2 7-78-16,7 2-46 16,-3 0-14-16,-6 1-93 15</inkml:trace>
  <inkml:trace contextRef="#ctx0" brushRef="#br0" timeOffset="13918.13">9829 3585 612 0,'0'0'82'0,"0"0"60"0,0 0-60 16,0 0-20-16,-44-76-6 0,20 74 16 16,-7 2-30-16,-5 0-28 15,-1 10 49-15,0 9-34 16,7 2-3-16,6 1 1 16,3 3-13-16,12-3-1 15,3 0-13-15,6-2 0 16,0-4-9-16,7-4 9 15,16-4-1-15,7-8 1 16,7 0 1-16,6-4-1 16,1-14-11-16,0-1-55 15,-9-2 2-15,-10 8-9 16,-11 1 33-16,-10 6 37 16,-4 4 3-16,0 2 19 15,0 0 3-15,0 0-2 16,-6 0 5-16,-3 12-25 0,0 5 0 15,-1 5-2-15,10 0 3 16,0-6-3-16,0 1 1 16,11-9 1-16,12 1-6 15,10-7-6-15,13-2-70 16,11 0-26-16,5-17-91 16,-4-5-169-16</inkml:trace>
  <inkml:trace contextRef="#ctx0" brushRef="#br0" timeOffset="14311">10230 3574 868 0,'0'0'26'16,"0"0"144"-16,-88 4-50 0,64 16-65 15,1 3-22-15,7 8-24 16,13 5-7-16,3-3-4 16,0-2 2-16,9-7 0 15,6-4 0-15,9-7 0 16,1-8 0-16,11-5 4 15,3 0-4-15,4-7 0 16,6-12-1-16,-1-9-40 16,-2-5-36-16,-4-10-31 15,-6-6 19-15,-12-4 6 16,-11-4 32 0,-8-4 51-16,-5 6 0 15,-2 9 1-15,-11 11 24 16,-1 17 65-16,1 15 5 0,0 3-15 0,2 23-46 15,-4 16-23-15,6 9 8 16,6 6-6-16,3 0 15 16,0 0-27-16,0 2-1 15,0-6 0-15,8-1 0 16,1-16-3-16,4-9-2 16,1-9-110-16,0-11-81 15,0-4-175-15</inkml:trace>
  <inkml:trace contextRef="#ctx0" brushRef="#br0" timeOffset="14699.92">10606 3570 845 0,'0'0'27'0,"0"0"37"0,0 0-50 0,0 0 11 0,79-24-22 15,-60 26-3-15,-5 14 2 16,-8 2-2-16,-3 9 13 15,-3 0 10-15,0 4 26 16,0 2 42-16,0-2-54 16,0-5-5-1,0-3-8-15,0-3-23 0,11-6 7 16,9-5-6-16,10-6-2 16,4-3 19-16,11-3-19 15,1-13 0-15,5-7 3 16,-8-4-1-16,-6-3 3 15,-17-2-4-15,-19-3-1 16,-2-2 36-16,-32 3-5 0,-9 5-14 16,-4 11 3-16,-2 8-1 15,5 10-12-15,6 0-7 16,8 10-4-16,8 14-2 16,2 5-15-16,13 2-90 15,4-5-83-15,2-2-46 16,2-12-193-16</inkml:trace>
  <inkml:trace contextRef="#ctx0" brushRef="#br0" timeOffset="15006.84">11241 3557 861 0,'0'0'64'15,"0"0"-10"-15,0 0 89 16,0 0-72-16,0 0-63 15,0 0 30-15,60 54-23 16,-48-24-11-16,-3-4-1 16,-8-5 4-16,-1 0-4 15,0-13-3-15,-1-2 0 0,-8-6 13 16,2 0-8 0,-1-9 6-16,6-17-4 15,2-5-3-15,0-10-1 16,20-5-3-16,10-3 4 15,8 1-11-15,7 4 7 0,1 6-52 16,2 7-153-16,-3 1-210 16</inkml:trace>
  <inkml:trace contextRef="#ctx0" brushRef="#br0" timeOffset="15806.09">13209 3631 765 0,'0'0'4'0,"0"0"15"0,0 0 83 0,0 0-22 0,0 0-9 15,0 0-61-15,-31-22-9 16,28 44 1-16,0 6 7 16,-2-2 31-16,5-1-25 15,0-8-13-15,0-3 10 16,15-6-7-16,8 0-4 15,5-8 14-15,8 0-12 0,3-8 6 16,1-7-9 0,2-8 0-1,-5-3 1 1,-7 4-1-16,-9 1 0 0,-11 5 4 16,-7 7-4-16,-3 6 14 0,0 3-1 15,0 0 5-15,0 7-18 16,-7 14-3-16,-1 8 3 0,1 1-1 15,7-8 5-15,0-2 1 16,0-4-5-16,0-6 0 16,12-6 0-16,-2-4 2 15,6 0-2-15,6-4 9 0,7-16-8 16,4-8 7 0,0-5-8-16,0-3 0 15,-2 5 1-15,-4-1-1 0,-3 11 0 16,-8 10-1-16,-8 8 5 15,-2 3-11-15,0 10 1 16,2 15 6-16,3 7-1 16,0-1 2-16,0 2-1 15,0-5 0-15,-2-9 3 16,1-2-8-16,-2-6 5 16,-5-8-231-16,-3-3-321 15</inkml:trace>
  <inkml:trace contextRef="#ctx0" brushRef="#br0" timeOffset="15979.73">13448 3269 1135 0,'0'0'7'0,"0"0"-3"0,0 0-4 0,0 0 0 15,0 0-89-15,0 0-223 16</inkml:trace>
  <inkml:trace contextRef="#ctx0" brushRef="#br0" timeOffset="16172.17">15344 3695 130 0,'0'0'0'0</inkml:trace>
  <inkml:trace contextRef="#ctx0" brushRef="#br0" timeOffset="17868.08">15393 3334 355 0,'0'0'174'0,"0"0"30"0,0 0-32 16,0 0-44 0,0 0-94-16,0 0-32 0,-7 89 134 15,0-13-58-15,1 10-35 16,4 6 13-16,-1 1-36 16,3-3-2-1,0-8-18-15,0-10 9 0,0-13-9 16,0-15 0-16,0-17 0 15,5-14-4 1,-2-11 5-16,0-2-1 0,2-29 25 16,-2-20-17-16,0-19 3 15,-3-17-11-15,0-15 1 16,0-11-7-16,0 1 7 16,0 13-1-16,0 27 0 0,-1 26 2 15,-1 25 2-15,1 13-4 16,1 6-3-16,0 13 1 15,0 19-34-15,1 9 36 16,10 5 0-16,4-1 4 16,3-1-2-16,10-2-2 15,2-9 2-15,3-9-2 16,9-10 0-16,4-9 0 16,2-5-1-16,1-10 5 15,-2-19 1-15,-9-10-5 16,-9-11 0-16,-10-3-2 0,-9 1 2 15,-7 7-1 1,-3 15-3-16,0 12 8 0,0 9 9 16,-2 9-8-16,-5 0-5 15,-2 14-4-15,-2 13-11 16,0 3 15-16,6 3 0 16,5-3-3-16,0 3-3 15,15-2 6-15,9-5 0 16,9-4-8-16,6-5 1 15,5-9-30-15,7-8-88 16,1 0-36-16,-5-19-7 16,-6-10-19-16,-12-6-134 15,-8-5 97-15,-12 6 224 16,-9 6 35-16,0 11 221 16,0 9-28-16,-5 4-43 0,-9 4-49 15,1 0-54-15,-2 14-17 16,1 7-20-16,4 4-10 15,9 2-18-15,1 0-9 16,3 4 5-16,19-4-13 16,6-4 0-16,4-5 14 15,2-7-12-15,2-8 0 16,-2-3 7-16,-4-7-5 16,-3-11 5-16,-9-12-4 15,-14-6-3-15,-4-7 20 16,-4 3-21-16,-20 3 2 15,-4 9-3-15,-4 9 5 0,0 9-8 16,2 7 3-16,1 3-3 16,9 3-2-16,8 16-7 15,7 9 1-15,5 1-2 16,8 7-12-16,21-3 1 16,13-2-70-16,9-6-11 15,7-3 40-15,6-10-37 16,10-11 62-16,7-1 38 15,7-6 4-15,6-10-1 16,-7-5-1-16,-15-3 0 16,-19 0-3-16,-26-2-42 15,-22 1-13-15,-5 1 58 16,-27 9 11-16,-15 8 60 0,-10 6-17 16,-5 1 27-1,0 3 15-15,8 16-32 0,6 5-13 16,12 5-31-16,12-2-17 15,9 4 0-15,10 0-3 16,0-4 0-16,12-4-6 16,15-8 6-16,7-9-1 15,8-6-12-15,3-5-73 16,1-18 6-16,-1-11-27 16,-5-9-11-16,-6-6 2 15,-8-10-95-15,-14-7-14 16,-8-8 144-16,-4 0 81 15,-1 13 64-15,-14 15 113 16,0 18 66-16,-2 18-83 0,3 10-56 16,-2 7-51-16,0 24-16 15,4 12-24-15,8 7 41 16,4 6-18-16,0-3-18 16,15 1 14-16,9-3-27 15,4-8 0-15,3-5-3 16,2-11 2-16,3-8 2 15,0-14-4-15,7-5-1 16,0-4 7-16,-2-22-8 16,5-3-4-16,-9-8-40 15,-6-2-43-15,-8-1 31 16,-10 2 11-16,-7 8 34 0,-6 12 11 16,0 10 3-16,0 8 42 15,-1 0 16-15,-11 17-58 16,0 9 20-16,3 7 11 15,9-2-26-15,0-1 17 16,0 1-22-16,16-5-1 16,1-4-2-16,4-2 4 15,2-8 1-15,4-6-4 16,4-6 1-16,7 0-4 16,-5-18-79-16,1-11-27 15,-9-8-17-15,-8-6-19 16,-7 2-12-16,-10 3 111 15,0 9 45-15,0 13 142 0,-4 8 17 16,-8 8-48-16,0 3-27 16,-4 18-66-16,4 10 29 15,4 1 4-15,3 1-26 16,5 0-4-16,0 2-18 16,11-4-2-16,4-4 0 15,1-4 4-15,5-8-1 16,2-5-4-16,7-7-8 15,6-3-90-15,7-2-15 16,2-15-137-16,-3-11-264 16</inkml:trace>
  <inkml:trace contextRef="#ctx0" brushRef="#br0" timeOffset="18306.93">17985 3317 802 0,'0'0'34'0,"0"0"89"0,0 0-2 15,-82-10-59-15,62 31-2 16,1 8-31-16,5 3-21 16,4 2 15-16,10 2-14 15,0-2-7-15,0 2 8 16,15-2-4-16,5-5-6 16,3-4 1-16,7-8 1 15,5-10 9-15,9-6-11 16,6-1 1-1,11-8-1-15,3-15-2 0,-3-11-84 16,-4-8-22-16,-14-11-28 16,-13-10 17-16,-15-12 47 15,-12-6 49-15,-3-5 20 0,-6 10 6 16,-12 16 3-16,1 21 73 16,1 20 33-16,3 14 44 15,2 5-74-15,-4 23-81 16,0 17 17-16,10 15 0 15,3 7 7-15,2 1-5 16,6 0-16-16,6-3 20 16,1-5-24-16,4-6 4 0,-2-5-6 15,-1-7 4 1,3-10-2-16,-4-10 0 0,2-11-34 16,3-6-185-16,-1-9-71 15</inkml:trace>
  <inkml:trace contextRef="#ctx0" brushRef="#br0" timeOffset="18455.1">18425 3354 965 0,'0'0'39'0,"0"0"157"0,0 0-158 0,0 0-30 16,0 0-8-16,101-27-10 15,-44 21-79-15,9 1-282 16</inkml:trace>
  <inkml:trace contextRef="#ctx0" brushRef="#br0" timeOffset="20763.66">19736 3407 939 0,'0'0'14'0,"0"0"-13"15,-46 74 59-15,40-20-12 16,5 10 28-16,1 8-25 16,0 3-11-16,0 2 17 15,3 0-40-15,1-2-7 16,6-9-10-16,-3-6 4 0,3-15-2 31,0-14-2-31,-2-13 0 16,-4-10-1-16,1-8 8 15,-2 0-7-15,0-25 20 16,-1-16-20-16,-2-17 12 0,0-15-12 16,-13-9 2-16,-4-14-4 0,2-11 3 15,1 3-1-15,4 12 0 16,4 19 1-16,3 30 1 15,3 19-2-15,0 14 0 16,0 10-5-16,0 0 3 16,1 14-18-16,11 17 17 0,12 8 3 15,6 4-1 1,9 0 1-16,8-4 0 0,3-6-3 16,10-8 5-16,4-8-2 15,-2-12 0-15,-5-5 2 16,-3 0-2-16,-18-16 0 15,-8-11 0-15,-15-6 0 16,-10-7 0-16,-3 1-1 16,-10 3-2-16,-13 4 1 15,1 8-2-15,-2 8 4 16,7 4 0-16,1 5-2 16,9 2 2-16,4 5 0 15,3 0 0-15,0 0-16 16,0 0 7-16,0 10 2 15,12 4 7-15,4-1-3 0,4-1 1 16,5 2 2 0,2-2 0-16,3 0-2 0,-4 1-6 15,0 1 8-15,-8 0 0 16,1 4-4-16,-4-1 1 16,-3 3 2-16,0-2 0 15,-1-1 1-15,2 1 0 16,3-6 0-16,7-2 0 15,5-4 1-15,3-6 0 16,5 0-1-16,6-5 0 16,1-12 4-16,-4-7-12 15,-6-3-8-15,-9-6-32 0,-7-4 23 16,-14-1-1-16,-3 4 11 16,-3 9 11-16,-11 5 4 15,-3 10 2-15,1 9 1 16,-5 1 2-16,0 3 7 15,3 20-11-15,6 4 11 16,7 4-3-16,5 2-8 16,0-1 11-16,16-3-9 15,4-3 0-15,12-5 1 16,2-3 2-16,5-10-5 16,4-8-1-16,3 0 7 15,0-6-9-15,-4-17 2 16,3-9-38-16,-3-5-23 15,-6-10-34-15,-6-9-17 16,-11-9-20-16,-10-8 34 0,-8-5-16 16,-1 0 12-16,-1 1 92 15,-14 6 10-15,0 12 23 16,-3 11 37-16,6 17 27 16,2 14 9-16,0 13 21 15,-1 4-46-15,-4 33-64 16,2 20 7-16,0 16 38 15,3 14 2-15,6 11 0 16,-1 12 1-16,1 14 15 16,-4 16-28-16,1 3-17 15,2 10 0-15,2-8-20 16,3-12-2-16,0-18-3 0,7-17 4 16,12-19-4-16,4-19 0 15,3-16 0-15,3-19-3 16,-3-13 7-16,7-8-4 15,4-16 0-15,-3-15 3 16,-4-6-7-16,-8-10-5 16,-12-12 4-16,-6-7 0 15,-4-10 6-15,-6-4-1 16,-19 0 0-16,-10 2 1 16,-9 9 4-16,-2 6-5 15,-5 10 0-15,4 8 21 16,4 7-15-16,12 9 9 15,10 8 6-15,11 9-19 0,5 6 19 16,5 2-18 0,0-2 3-16,6 2-12 0,20-7 0 15,14 0 2-15,12-3-2 16,5-1-3-16,4-2 8 16,-3-7-11-16,2-1-10 15,-9-5 7-15,-2-2-24 16,-12-1-8-16,-12 2 14 15,-11 4-9-15,-8 7 42 16,-6 5-3-16,-4 3 3 16,-13 5 0-16,-4 4 3 15,-1 3 0-15,4 3 10 0,-1 22-11 16,6 9 21 0,7 5-8-16,6 2-7 0,0 2 10 15,12-1-16-15,17-2 7 16,4 0-1-16,4-6-6 15,6-9 9-15,2-7-10 16,-1-12 4-16,-2-6 3 16,-1-4-6-16,-5-20-2 15,-6-7 0-15,-8-10 2 16,-9-2-6-16,-8-4 4 16,-5 2-7-16,0 5 5 15,-15 8-4-15,3 8 4 16,-6 7 1-16,7 9-1 15,1 4-3-15,1 4 5 16,3 0-11-16,2 0 10 16,4 7-11-16,0 4 9 0,0 3 3 15,0-2-2-15,10 1 1 16,9-1 1-16,4 0 0 16,-1-1-3-16,2 1 3 15,-2 0 0-15,-5 4-2 16,-1 0 0-16,-4 3 0 15,-3 3 2-15,-3 0 0 16,0 0-3-16,3 1 5 16,1-2-2-16,1-1 0 0,0-3 0 15,6-5 2 1,4-5-2-16,0-4 0 0,9-3 10 16,0 0-9-1,0-8 3-15,-1-13-4 0,-2-6 1 16,-3-5 0-16,-9-8-1 15,-7 2-9-15,-8 1-2 16,0 6-13-16,-3 10 18 16,-11 8 6-16,-1 9-2 15,-3 4 1-15,-2 0 1 16,-3 12 0-16,8 12 23 16,6 2-11-16,9 2 0 15,0 3-12-15,3-2 4 16,12 0-1-16,4-6-3 15,2-6 0-15,2-2-4 0,10-8 4 16,4-4-59-16,3-3-71 16,2-1-81-16,-5-17-98 15</inkml:trace>
  <inkml:trace contextRef="#ctx0" brushRef="#br0" timeOffset="21139.73">22370 3404 778 0,'0'0'56'0,"0"0"18"0,0 0-21 0,0 0-10 16,0 0 11-16,0 0-26 16,-50 42-8-16,50-24 4 15,0-3-20-15,0-1-3 0,0-5 4 16,11-4-4 0,4-3-1-16,3-2 3 0,6-2-2 15,5-14 2 1,3-5-3-16,-2-3-19 15,-2 4 13 1,-4 3-9-16,-8 4 15 0,-7 6-1 16,-3 6 3-1,-4 1 1-15,-2 0-3 16,1 13 0-16,2 7 20 0,2 3 4 16,1 0 3-16,-2-1-12 0,8-2-13 15,-3-4 8-15,2-3-10 16,2-5 0-16,3-4 0 0,8-4 0 15,3 0-25-15,3-8-107 16,7-13-40-16,5-5-5 16,3-8-146-16</inkml:trace>
  <inkml:trace contextRef="#ctx0" brushRef="#br0" timeOffset="21514.04">22993 3261 614 0,'0'0'83'0,"0"0"-5"15,0 0 36-15,-89 0-27 16,69 21-43-16,7 7-5 16,7 6 32-16,6 1-26 15,7 2-11-15,20-2-24 16,8-1 6-16,5-3-7 16,12-7-7-16,4-7 7 15,5-7-6-15,4-10 1 16,-9 0-3-1,-7-10-1-15,-12-12-2 16,-10-6-6-16,-9-9-51 0,-17-1 32 16,-1 2 3-16,0 9 21 0,-19 4-5 15,-5 12 16-15,-4 11-8 16,-7 0 12-16,4 10 19 16,1 9 23-16,11 2-4 15,13 3-16-15,6 1 3 16,6 2-4-16,23-1-5 15,12-4-11-15,12-6-9 0,7-5 5 16,10-5-13-16,8-6 0 16,10 0-6-16,5 0-50 15,-7-4-289-15</inkml:trace>
  <inkml:trace contextRef="#ctx0" brushRef="#br0" timeOffset="145942.57">4402 6153 781 0,'0'0'0'0,"-7"79"7"0,4-26 35 16,1-2 22-1,2 2-1-15,0-6-36 16,0 1-1-16,0-7-8 15,0-7-7-15,0-9-11 16,0-6 2-16,0-11-7 16,0-2 5-16,0-6-12 0,0 0-41 15,0-8-6 1,0-17-124-16,0-9 45 0,-5-7 23 16,-3-12-35-1,-1-6-31-15</inkml:trace>
  <inkml:trace contextRef="#ctx0" brushRef="#br0" timeOffset="146245.94">4352 6080 439 0,'0'0'140'0,"0"0"-22"0,0 0 44 16,0 0-109-16,0 0-21 15,113-55-1-15,-71 66 13 16,13 9 2-16,6 10-2 16,3 7-12-16,2 6-21 15,-5 5-1-15,-10-1-6 16,-14 2 8-16,-10-5-12 15,-16-6 0-15,-11 0 13 16,-8-4-2-16,-28 0 10 16,-16-1 21-16,-11-4 7 15,-7-7 5-15,-3-1-21 16,-3-9 4-16,9-10-1 16,6-2-22-16,7 0-3 0,9-20-6 15,5-9-4 1,11-5-2-16,18-2-13 0,11 7-87 15,16 13-52-15,30 10-84 16,11 6-24-16,7 0-163 16</inkml:trace>
  <inkml:trace contextRef="#ctx0" brushRef="#br0" timeOffset="147272.37">5575 6498 201 0,'0'0'658'0,"0"0"-651"15,0 0 105-15,-70-84-40 16,40 62 3-16,2 7-58 16,-1 5 2-16,1 10 0 15,1 0-12-15,-1 5-7 16,3 14 0-16,2 0-3 15,5 5 3-15,3-4 0 16,11-2 0-16,4-4-1 16,0-1 0-16,0-1-6 15,12-7 2-15,6-2 4 16,1-3 0-16,3 0-4 16,2-8-32-16,6-4-20 0,-6-1 17 15,1 4 5 1,-4 4 20-16,-6 2 3 15,-2 3 6-15,-2 0 5 16,4 0 0-16,-5 8 2 16,2 4 0-16,3 2-1 0,-3-4 0 15,3 0 1-15,-3-2-1 16,2-4 0-16,-1-3 2 16,-1-1-2-16,1 0 8 15,5-11-8-15,0-11 0 16,4-8 6-16,-2-7-6 15,1-6 0-15,-5-8 0 16,-1-6 1-16,-1-6-3 0,-4 0 1 16,-1 2 1-16,-5 13-1 15,-2 15 1-15,-2 20 0 16,0 10 9-16,0 3-9 16,0 16-2-16,-5 28 2 15,-7 17 10-15,-1 14 25 16,1 3-11-16,7 3 4 15,5-7-5-15,0-6-12 16,5-9-5-16,12-13-6 16,8-11 0-16,5-12 0 15,4-11 1-15,2-7-1 16,7-5 4-16,2-11 0 16,10-13 5-16,3-10-8 0,0-8 2 15,-11-2 1-15,-12-2-3 16,-17 8-1-16,-13 5 0 15,-5 12 1 1,0 11-7-16,-15 7 6 0,-9 3-1 16,-6 7-3-16,2 14 8 15,1 3-3-15,6 0 8 16,3 0-4-16,9-5 9 16,2-4-14-16,7-2 0 15,0-4-3-15,0-5 0 16,0-2 3-16,16-2 1 15,2 0-1-15,3-3 3 0,4-9-3 16,1-2-18 0,-1 2-1-16,-8 5 2 0,-4 7 10 15,-4 0-4-15,0 0 3 16,1 11 8-16,1 3 0 16,-1 1 0-16,5 1 0 15,-3-2 0-15,6-3 0 16,-5-3 4-16,2-2-4 15,0-5 4-15,4-1-4 16,-3 0 0-16,-2-1-3 16,-2-13-71-16,-4-6-139 15,-5-5-232-15</inkml:trace>
  <inkml:trace contextRef="#ctx0" brushRef="#br0" timeOffset="147448.56">5924 6139 352 0,'0'0'498'0,"0"0"-495"0,0 0 47 0,0 0-37 16,106-5-17-16,-18-2 4 15,12-3-9-15,0 0-187 16</inkml:trace>
  <inkml:trace contextRef="#ctx0" brushRef="#br0" timeOffset="147648.43">7690 6096 1278 0,'0'0'23'0,"0"0"5"15,0 0 18-15,0 0-20 16,0 0-24-16,0 0-2 15,-22 11-28-15,22-7-227 16,22-4-328-16</inkml:trace>
  <inkml:trace contextRef="#ctx0" brushRef="#br0" timeOffset="148988.56">10475 5885 317 0,'0'0'468'0,"0"0"-467"16,0 0 30-16,0 0 36 0,-91 53-41 15,59-10-4-15,-1 4 18 16,2 4 0-16,4-2-12 15,2 1 9-15,11-4-21 16,5-1-11-16,6-5 5 16,3-9-7-16,3-4 0 15,17-8-2-15,5-8 0 16,10-5 2-16,2-6 5 16,12-8-6-16,6-16 3 15,3-5-4-15,-5-4 0 16,-4-4 5-16,-15-1-6 0,-12-4 0 15,-12-2 1-15,-10-2 3 16,-5 1 1-16,-17 5-5 16,-11 11 2-16,-6 13 4 15,3 10-6-15,-1 6 0 16,1 8-1-16,5 18 0 16,5 6-1-16,4 5-4 15,7 0-3-15,12 0 6 16,3-4-49-16,3-5-117 15,15-10-113-15</inkml:trace>
  <inkml:trace contextRef="#ctx0" brushRef="#br0" timeOffset="149588.28">11031 5715 868 0,'0'0'0'0,"0"0"0"0,-36 133 4 0,23-46 32 0,-2 10 25 15,0 5-22-15,-1-2 3 16,0-8-14-16,6-15-18 16,3-21-9-1,7-17-2-15,0-16 1 16,0-12 0-16,0-9 0 16,0-2 1-16,0-15-1 15,6-15 48-15,7-13 4 0,1-8-45 16,2-4 19-16,-3 0-2 15,4 6-10-15,-5 13-3 16,-2 15 1-16,-1 13-1 16,-3 8-2-16,9 2-3 15,7 21-6-15,10 5 0 16,1 9 2-16,1 6-2 0,-4 4 0 16,-2 1 0-16,-6-3 0 15,-11-3 0-15,-8 0-1 16,-3-9-2-16,-11-5 1 15,-14-6-2-15,-8-6 4 16,-4-9 7-16,-2-6 2 16,0-1-4-16,4-3 5 15,3-15-3-15,5-10 8 16,8-1-14-16,7-3-1 16,9 2 0-16,3 4-15 15,3 9-50-15,18 1-14 16,7 0-92-16,2 0-41 0,4 3-134 15</inkml:trace>
  <inkml:trace contextRef="#ctx0" brushRef="#br0" timeOffset="150482.84">11414 6381 880 0,'0'0'23'0,"0"0"-20"16,0 0 86-16,0 0-36 0,0 0 10 15,0 0-50-15,3-45-13 16,11 26 2-16,1 2-3 16,0 1 1-16,-1 4-1 15,0 5 1-15,2 6 0 0,1 1 0 16,2 3-1-16,-1 15-3 15,0 7 4-15,-3 5 0 16,-3 1 0 0,-8 2 0-1,-4 2 4-15,0-5-4 0,-19-2 2 16,-8-4-2 0,-4-9 4-16,5-4-3 15,-1-5 0-15,4-6 3 0,5 0-2 16,1-11 3-16,1-9 1 0,4-4-4 15,4-2-1-15,3 4-1 0,5 6 0 16,0 4-2-16,0 9-1 16,0 3 0-16,5 0-4 15,14 17-10-15,3 1 17 16,5 0 0-16,2-1 0 16,3-3 1-16,4-6-1 15,1-6 2-15,6-2-2 16,-1 0 0-16,3-7 2 15,-2-13 0-15,-6 0-2 16,-5-7 0-16,-12-8-3 16,-7-2 3-16,-13-2-1 15,0 0-8-15,0 11 4 16,-11 11 4-16,-2 13 1 16,-1 4 5-16,-7 21 13 15,2 15-18-15,-2 5-3 0,9 2 3 16,8-5 4-16,4-3 0 15,7-3-3-15,13-7-1 16,9-2 1-16,4-10-1 16,3-6 0-16,3-7 0 15,-2 0-3-15,-4-15-1 16,-3-11 2-16,-4-5-4 16,-6-4-3-16,-5-6-1 15,-6 6 2-15,-6 4-1 16,-3 14 7-16,0 8 1 0,0 9 1 15,0 0 21-15,0 14 1 16,0 12-22-16,0 5 1 16,0 0 3-16,0-5 19 15,10-1-15-15,2-3-1 16,4-2 0-16,1-4-7 16,-1-5 3-16,-2-5-3 15,7-4-4-15,-5-2-4 16,10 0-35-16,-1-9-39 15,3-7-54-15,2 0-164 16</inkml:trace>
  <inkml:trace contextRef="#ctx0" brushRef="#br0" timeOffset="151012.41">12729 6202 988 0,'0'0'2'0,"0"0"0"0,0 0 37 0,0 0-17 15,0 0-4-15,0 0-16 16,9 18-1-16,-2-8 9 15,1 0-5-15,-4-2 3 0,-1-3-6 16,-3-3 1-16,0 0-3 16,2-2 0-16,-2 0 0 15,0 0 7-15,0 0 4 16,0-13 7-16,0-7 17 16,0-4-34-16,0-3 3 15,0-3-4-15,-5 0 0 16,-2-4-2-1,1-2 4-15,-2 4 0 0,1 5-2 16,2 4 1 0,1 11 14-16,2 5 19 0,1 4-22 15,-1 3 14-15,2 3 7 16,0 28-33-16,0 13-8 16,0 17 8-16,0 0 6 0,0 2-1 15,5-4 6-15,1-4 7 16,-3-4-9-16,4-12-6 15,-2-6-3-15,-1-11-1 16,-1-10-2-16,3-4-9 16,0-8-94-16,7 0-125 15,4-13-95-15</inkml:trace>
  <inkml:trace contextRef="#ctx0" brushRef="#br0" timeOffset="151510.6">13029 6166 846 0,'0'0'31'0,"0"0"-14"16,-14 84-2-16,13-50 52 0,1-4-15 0,0 2-25 15,0-6-2-15,0-5-14 16,0-5-6-16,0-6-5 15,0-5 1-15,0-3-2 16,0-2 1-16,0 0-1 16,0-16-8-16,0-12-72 15,0-8-81-15,0-12 107 16,0-3 35-16,0-7 9 16,0 0 11-16,0 6 1 0,0 9 16 15,0 16 33 1,4 10 9-16,4 11 0 0,7 6 0 15,10 5-18-15,14 18-31 16,4 10 22-16,8 6 13 16,-3 3-4-16,-4 3 2 15,-5 2-24-15,-5 0 4 16,-10-1-4-16,-13-6-3 16,-11-5-16-16,-2-7 6 15,-26-4-3-15,-11-5 7 16,-10-5-5-16,-8-2-1 15,-4-5-1-15,-3-2-3 0,-2-1-6 16,-4-2-80-16,-10 1-91 16,-13 0-90-16,-10 1-234 15</inkml:trace>
  <inkml:trace contextRef="#ctx0" brushRef="#br0" timeOffset="151997.78">10877 6725 1042 0,'0'0'1'0,"-95"-16"14"0,59 10 6 0,14 1 84 0,8 2 10 15,8 3-60-15,6-1 41 16,0 1-49-16,17 0-43 16,33 0-4-16,40 4 0 15,50-1 13-15,44-3 16 16,31 0-3-16,22 0-11 16,12 0-13-16,3 0 7 15,0 0-9-15,-16 0-1 16,-18 0 0-16,-29 0-1 15,-29 2 2-15,-31-2 0 16,-38 0 2-16,-35 0-3 0,-26 0 1 16,-19 0 0-16,-11 0 13 15,0-2 50-15,0 1-6 16,0-1-25-16,0 2-22 16,0-1 1-16,0 1-11 15,0 0 0-15,0-2-3 16,3 1 2-16,14-2-11 15,7-2-32-15,9 3-55 16,3-4-80-16,2-5-80 16,-7-2-154-16</inkml:trace>
  <inkml:trace contextRef="#ctx0" brushRef="#br0" timeOffset="153548.03">13811 5789 182 0,'0'0'490'0,"0"0"-479"0,0 0-6 0,0 0 14 15,0 0 16 1,0 0 4-16,8 42 65 0,-6-23-42 15,1 9-4-15,0 1-10 16,1 7-2-16,-1 5 0 16,0 6-6-16,-1 6-10 15,1 6 9-15,3 11-26 16,3 6 10-16,3 7 5 16,4 5-11-16,2 6-3 15,3 5-7-15,1 5 11 16,0 9 33-16,0 5 8 15,-5 8-26-15,3 7-20 0,-1 1 5 16,0 2-2-16,-2 1 4 16,1-2 3-16,-3 5 12 15,0 5-19-15,-6 5 10 16,-5 2-8-16,-1 2 6 16,-3-5-9-16,0 1-5 15,0-3 7-15,-10 9-3 16,-2 6-2-16,-8 7 6 15,-2 3-14-15,-3-4 15 16,-5-4-6-16,3-1-3 16,-5 6 3-16,-1 8-9 15,-3 9-4-15,0 1 11 16,-3-8-6-16,-4-1-1 0,1 5 3 16,-2 6-5-16,0 5 1 15,0 4 1-15,2-6-2 16,3 0 7-16,3 4-6 15,6 3-1-15,8 3 5 16,3 0-6-16,5-8 5 16,6 3-5-16,1 2 1 15,2 2 0-15,2 1 1 16,-1-7-3-16,1-4 0 16,3-2 0-16,0-3 2 15,0 1-2-15,0-2 0 16,0-12 1-16,0-9 0 0,3-6-1 15,3 2 0-15,-5-7 2 16,2-3-1-16,-1-6-1 16,-1-15-1-16,-1-9 1 15,0-12 1-15,0-10-1 16,2-12 0-16,-1-11 1 16,2-10 0-16,2-4-1 15,1-12 0-15,1-4 0 16,2-10 0-16,-3-10 0 15,-1-4-3-15,-2-14 6 16,-2-2-3-16,-1-4 0 16,0-1-4-16,0 0-6 0,0-7-27 15,-9-14-16 1,-2-10-91-16,5-13-120 0,4-6-98 16,2-6-414-16</inkml:trace>
  <inkml:trace contextRef="#ctx0" brushRef="#br0" timeOffset="156547.87">14825 5785 559 0,'0'0'46'0,"0"0"-23"0,0 0 69 0,0 0-19 16,0 0-35-16,51-76-8 16,-48 65 8-16,-3 1 20 15,0 3 12-15,-5 1 39 0,-16 2-45 16,-13 4 2-1,-11 0-48-15,-8 11 10 16,-3 10 31-16,3 10-12 16,8 3 9-16,4 9-12 0,7 6-23 15,6 8 20 1,7 2-33-16,16-1 4 0,5-3-3 16,10-8-8-16,22-2-1 15,14-6 0-15,7-6 0 16,10-8-6-16,-1-10 1 15,0-6 4-15,-9-9-14 16,-10 0-28-16,-12-8 9 16,-9-8 11-16,-8-7 10 15,-8 0 13-15,-6 0 3 16,0 2 3-16,-6 0 2 16,-13 7-8-16,-3 2 8 0,-4 5 5 15,-8 4-10-15,3 3 18 16,2 0-16-16,5 0 2 15,10 0-3-15,9 0 2 16,5 0-6-16,0 0 0 16,0 1-12-16,5 5 7 15,12 4-5-15,7 1 2 16,0 1 8-16,3 2-2 16,-2 3-1-16,-1 1 3 15,-3 3 0-15,-4-1-2 16,-4 4 2-16,-6-3 0 15,-2-1 0-15,-2-2 2 16,-3-2 0-16,0-4-2 0,0-3 0 16,0-4-2-16,0 0 2 15,0-3-78-15,6 0-74 16,7-2-74-16,1 0 5 16,3-17-268-16</inkml:trace>
  <inkml:trace contextRef="#ctx0" brushRef="#br0" timeOffset="158043.76">15175 6214 971 0,'0'0'31'0,"0"0"35"0,0 0 67 0,0 0-81 16,0 0-40-16,0 0 1 15,-13-5-13-15,13 2-3 16,10-1 3-16,4-4 0 15,4-4-2-15,-3-4 6 16,-3-2-4-16,-6-2 0 16,-5 5-4-16,-1 4-6 15,-1 1 9-15,-14 7 1 16,-6 3 1-16,-5 0 4 16,3 0 10-16,-1 15 9 15,9 3-10-15,5 5 6 16,5-1-10-16,5 2 6 15,0-4-7-15,15-1-9 0,6 1 0 16,9-5 2 0,5-7 0-16,4-3-2 0,3-5 0 15,-1 0 1-15,-3-5 0 16,-4-9-1-16,-4-3 0 16,-9-3 1-16,-4 0-1 15,-7 0 0-15,-4 7 4 16,-3 3-3-16,-3 7 8 15,0 3-4-15,0 0 3 16,0 0 9-16,0 10-14 16,-6 6 14-16,-1 0 20 15,1 0-17-15,3 0-9 0,1-4-11 16,2 0 0 0,0-5 3-16,0-1-3 0,0-6-1 15,6 0 0-15,12 0 2 16,3-10 8-16,9-6-9 15,-3 3 3-15,-4 2-2 16,-6 7-1-16,-4 2-1 16,-4 2 0-16,0 0 0 15,1 11-2-15,1 3 3 16,5 1 0-16,1-1 3 16,5-1-3-16,5-6 0 15,4-1 3-15,8-6-2 16,9 0 9-16,3-6-10 15,1-7 0-15,-3-2-2 16,-7-1 2-16,-8-3 0 0,-8-3-2 16,-11-2 4-16,-7-4 1 15,-8 5-3-15,0 2 0 16,-4 6 3-16,-14 10-3 16,-6 5 0-16,-3 0 7 15,-5 8 1-15,-1 16 16 16,4 2-4-16,6 3-1 15,12-3 9-15,5-1-25 16,5-3-3-16,1-5 0 16,0-3 2-16,6-4-4 15,11-3 2-15,8-7 0 16,3 0-11-16,9-7-8 0,-3-11-24 16,4-9-4-1,-6-9 0-15,-3-9 7 0,-4-7 14 16,-5-17 16-16,-4-16 7 15,-4-8-2-15,-3-1 1 16,-6 19 4-16,-2 23 0 16,-1 27 6-16,0 15 26 15,-1 10 20-15,-17 30-29 16,-6 15-10-16,-1 16 25 16,4 8-7-16,8 0-3 15,8-2 15-15,5-5-25 0,0-6-13 16,5-6 6-1,14-7-8-15,7-5-3 0,6-8 0 16,4-1 1 0,6-13-2-16,2-7 1 0,0-9 0 15,2 0 3-15,-1-11-3 16,-2-12-2-16,-9-4-1 16,-11-4-12-16,-10-2-10 15,-10-3 16-15,-3 5-10 16,0 11 15-16,-2 7 0 15,-12 13 3-15,-3 0 1 16,-5 3-5-16,0 17 5 16,2 1 1-16,5 4 4 15,8-4 11-15,4 2-16 16,3 0 5-16,0-3-1 16,6-5-3-16,13 1 1 0,5-8-2 15,4-2 0-15,1-6 1 16,1 0-1-16,-2-4-2 15,-1-11-6-15,-2-2-12 16,-1-1 6-16,-5 0-1 16,-2-1 7-16,-7 3 5 15,-1-2 3 1,-6 7 0-16,-2 6 3 0,-1 2 2 16,0 3 5-16,0 0-7 15,0 6-1-15,0 16 0 16,0 7 24-16,2 6 9 15,7-5-9-15,2-1-1 16,2-5 5-16,0-6-25 0,0-4-2 16,4-3-3-16,-1-5 0 15,3-6-28-15,0 0-152 16,4-4-220-16,4-20-619 16</inkml:trace>
  <inkml:trace contextRef="#ctx0" brushRef="#br0" timeOffset="159544.03">18774 5438 845 0,'0'0'22'0,"0"0"90"0,0 0 3 0,0 0-37 16,0 0-7-16,0 0-27 15,-7-11-11-15,7 11-4 16,0 0-5-16,0 9 13 15,7 8 56-15,1 1-36 16,-1 2-39-16,2 2 10 16,1 6 16-16,-1 3-16 15,1 4 6-15,-2 2-14 16,0 4-5-16,-2 4 20 16,-2 4-28-16,-1 8 3 15,-1 11-3-15,-1 2-3 16,-1 6 8-16,0 6-5 15,3 6-3-15,4 8 41 16,0 4-33-16,-1 1-10 0,-2 5 13 16,-1 3-9-16,6 7 6 15,-2 5-5-15,4 1-6 16,2 7 12-16,-2 0-11 16,6-2 2-16,0-1 2 15,1-6-2-15,0-1 7 16,0 1-9-16,-2 3-1 15,-2 3 15-15,-2 5-12 16,-6 0 1-16,-1 0 5 16,-2-2-9-16,0-1 12 15,-3 0-12-15,5 5 2 16,1 1 15-16,-1 4-18 0,1 6 0 16,-1 0 0-16,-2-4 0 15,2 0 0-15,2-5 0 16,-1 1 0-16,3 6 0 15,-3 5 0-15,0 8 0 16,-1-1 0-16,-1-5 0 16,1 0 0-16,-1-7 0 15,-1 8 0-15,3-3 0 16,-2 0 0-16,-1-1 0 16,-1-5 0-16,1-1 0 15,-1-3 0-15,5-6 0 16,-3-1 0-16,2 0 0 15,0-3 0-15,5 4 0 0,-1-5 0 16,-1-2 0 0,0-4 0-16,0-1 0 0,1 0 0 15,-4 1 0-15,6 5 0 16,-4 4 0-16,1 1 0 16,-3 1 0-16,4-3 0 15,-2 0 0-15,-1-5 0 16,9 0 0-16,-2 2 0 15,2 0 0-15,5 4 0 16,-1-3 0-16,-1-3 0 16,2-2 0-16,-2-3 0 15,2-5 0-15,-3-3 0 16,3-3 0-16,-6 1 0 16,3-4 0-16,-3-1 0 0,0-4 0 15,-2-10 0-15,0-6 0 16,-2-4 0-16,0-7 0 15,-1-3 0-15,-1-8 0 16,-2-8 0-16,2-4 0 16,-5-3 0-16,3-6 0 15,-4-3 0-15,-2-5 0 16,-1-1 0-16,0-1 0 16,0-4 0-16,0-1 0 15,0-1 0-15,0-7 0 16,0-4 0-16,0-7 0 15,0-4 0-15,0-2 0 16,-1 0 0-16,-7 0 0 0,-7-18 0 16,-3-8 0-16,-4-14-91 15,6-7-61-15,14-12-108 16,2-10-144-16,37-12-144 16</inkml:trace>
  <inkml:trace contextRef="#ctx0" brushRef="#br0" timeOffset="162283.67">20902 5582 130 0,'0'0'11'0,"0"0"-7"0,0 0 8 0,0 0-9 15,0 0 1-15,0 0-3 16,0 0 2-16,-50 13 9 16,49-13 7-16,-1 0-3 15,-1 0-3-15,2 0-8 16,1-2 2-16,0-2-7 15,0-1-3-15,0 0-11 16,0-1-41-16</inkml:trace>
  <inkml:trace contextRef="#ctx0" brushRef="#br0" timeOffset="172183.49">20462 5436 14 0,'0'0'17'0,"0"0"6"0,0 0-14 15,0 0-9-15,0 0 1 16,0 0 1-16,0 0-2 15,4-2 2-15,-4 2-1 16,0 0 2-16,0 0-3 16,0 0-2-16,0 0 0 15,0 0-15-15,0 0 9 0,0 0-10 16,0 0 16 0,0 0-1-16,0 0 6 0,0 0-1 15,-4 0 2-15,2 0-4 16,1 0 0-16,-1 0 0 15,1 0 7 1,1 0 0-16,-2 0 5 0,2 0 6 16,0 0-9-16,0 0-8 15,0 0 2-15,-1 0-3 16,1 0 0-16,0 0-1 16,-2 0-9-16,2 0-36 15</inkml:trace>
  <inkml:trace contextRef="#ctx0" brushRef="#br0" timeOffset="172247.69">20462 5436 38 0</inkml:trace>
  <inkml:trace contextRef="#ctx0" brushRef="#br0" timeOffset="174899.02">20391 5382 521 0,'0'0'17'0,"0"0"-13"0,0 0 56 16,0 0 10-16,0 0-30 15,0 0-25-15,11-44 5 16,-1 35 27-16,-1 1 28 15,-1-2-26-15,-1 5-9 16,-6 0 6-16,3 5 8 16,-4 0-5-16,0 0-25 15,0 0-12-15,0 20-10 16,0 18 3-16,-9 10 17 0,-3 9 9 16,-6 7-19-1,0 1 16-15,0 1-12 0,3-8 1 16,3-3-1-16,5-8-14 15,7-7 0-15,0-11-1 16,0-8 1-16,4-8 0 16,14-10-2-16,1-3 0 15,10 0 10-15,6-14-9 16,6-6-1-16,5-5 3 16,2 1-2-16,-2 1 1 15,-6 3-2-15,-8 5 0 16,-7 1-3-16,-11 3 3 0,-5 5-6 15,-4 1-11 1,-2 3-20-16,-3 2-27 0,0 0-31 16,0 0-56-16,0 0-52 15,0 0-204-15</inkml:trace>
  <inkml:trace contextRef="#ctx0" brushRef="#br0" timeOffset="175127">20817 5648 926 0,'0'0'44'0,"0"0"-12"0,0 0 60 0,0 0-80 0,0 0 11 16,0 0 4 0,-35 87-1-16,35-58 0 15,0 1-26-15,0-3 2 16,0-2-2-16,0-5-1 0,0-6 0 15,0-4-40 1,0-3-99-16,3-7-51 0,6 0-180 16</inkml:trace>
  <inkml:trace contextRef="#ctx0" brushRef="#br0" timeOffset="175308.8">20836 5432 924 0,'0'0'2'0,"0"0"21"0,0 0 68 16,0 0-73-16,0 0-18 16,0 0-21-16,-30-7-10 15,41 20-58-15,4 0-114 16,-1-5-164-16</inkml:trace>
  <inkml:trace contextRef="#ctx0" brushRef="#br0" timeOffset="176044.14">21096 5356 697 0,'0'0'138'15,"0"0"-75"-15,0 0 26 16,0 0-78-16,0 0-2 16,-44 98 42-16,36-45 16 15,-3 0-51-15,5-3-6 0,0-6 8 16,0-5-18-16,2-9 7 15,4-6-7-15,0-7 0 16,0-7-2-16,0-9 2 16,0-1 0-16,0 0 7 15,0 0 2-15,0-9 10 16,0-12-19-16,11-11 1 16,0-3-3-16,8-4 2 15,-1 3 0-15,0 5-1 16,-3 10 0-16,-3 6-1 0,0 7-2 15,-6 8-2 1,4 0 4-16,-1 0-5 0,0 12 2 16,0 5 4-16,-2-2 2 15,-5 5-1-15,-2-3 0 16,-2 0 0-16,-14-1 0 16,-4-4 0-16,-3 2 0 15,1-5 2-15,4-4-1 16,3-2 3-16,9-3-4 15,1 0 0-15,5 0 6 16,0 0-6-16,0 0-21 16,3-3-14-16,5 2 18 15,-1-1 15-15,1 2-2 0,2 0 4 16,2 0-6 0,3 0 6-16,6 2 0 0,3 1 0 15,4-2 3 1,2-1-3-16,1 0 0 0,2 0 0 15,-6-6 0-15,0-2 1 16,-11-3-1-16,-4-2 1 16,-6 0 0-16,-6-4 7 15,0 2-4-15,0 2-3 16,-1 6 6-16,-11 3-4 16,-2 4 6-16,1 0-3 15,-4 10 2-15,4 11 4 0,1 4-1 16,3 1-8-16,9-2 3 15,0-3-4-15,0 2-4 16,14-5 2-16,10-4 0 16,1-4-3-16,5-5-26 15,4-2-103-15,2-3-59 16,0-6-187-16</inkml:trace>
  <inkml:trace contextRef="#ctx0" brushRef="#br0" timeOffset="176279.59">21934 5157 263 0,'0'0'830'0,"0"0"-815"0,0 0-3 0,-89 77 37 16,60-10 39-16,4 14-7 0,1 10-21 15,2 9 1-15,-2 11-28 16,-1 6-7-16,-1 2-26 15,1-1 1-15,1-5-1 16,2-13-6-16,3-13 6 16,5-21-94-16,9-17-21 15,5-25-10-15,0-20-38 16,15-6-190-16</inkml:trace>
  <inkml:trace contextRef="#ctx0" brushRef="#br0" timeOffset="176669.51">22306 5413 654 0,'0'0'224'0,"0"0"-224"16,0 0-6-16,0 0 6 15,0 0 9-15,0 0-7 16,8-10 14-16,-8 10 11 16,0 0 7-16,0 0 41 15,0 0-1-15,0 0-9 0,0 0-13 16,0 0-32 0,0 0-9-16,0 15-11 0,0 9 0 15,-8 15 12-15,-1 3-10 16,-4 2 9-1,0 2 6-15,3-5-3 16,1-9-6-16,2-5-8 16,2-8 0-16,2-9-1 15,3-4 1-15,0-4-3 0,0-2-41 16,0 0-80-16,3-14-56 16,9-13-151-16</inkml:trace>
  <inkml:trace contextRef="#ctx0" brushRef="#br0" timeOffset="176947.7">22316 5375 948 0,'0'0'18'0,"0"0"133"15,0 0-65-15,0 0-63 16,0 0-23-16,0 0-1 16,40 43 1-16,-8-7 7 15,-7 6-5-15,-8 2 2 16,-4 0-2-16,-7-5 0 15,-6-3 2-15,0-9-4 16,0-3 0-16,-12-2 3 16,-9-7 0-16,-3-3-3 15,-4-7 5 1,-2-3-5-16,0-2 5 0,0 0-5 16,8-2-21-1,7-12-77-15,13-7-70 16,2-8-103-16</inkml:trace>
  <inkml:trace contextRef="#ctx0" brushRef="#br0" timeOffset="177689.04">22599 5559 703 0,'0'0'258'0,"0"0"-243"16,0 0 50-16,0 0-48 0,0 0 33 15,0 0 61-15,-41 89-82 16,36-60-6-16,1-6-19 15,4 2-3-15,0-8 1 16,0-3-2-16,9-7 0 16,4-6 0-16,2-1 0 15,4 0 9-15,1-17-8 16,-2-5 0-16,-7-6 9 16,-6-5-10-16,-5-3 1 15,0-3-3-15,-5 5 4 16,-9 7-3-16,-1 12 1 15,-1 9-4 1,0 6 1-16,-3 6-7 16,-2 15 7-16,6 6 3 15,9 1-1-15,6 0-4 16,0-5 3-16,9 0 1 0,14-7-2 16,1-2 3-16,3-8-2 15,1-2 1-15,2-4-17 16,1 0 10-16,3 0-6 0,-2-10 14 15,-1-1-5-15,-10-1 8 16,-8 2-3-16,-4 0 6 16,-7 7-2-16,-2 0 9 15,0 3 2-15,0 0-6 16,0 0-9-16,0 10 2 16,-5 6-2-16,-1-2 13 15,3-3-12-15,3-3 5 0,0-2-6 16,0 0 0-1,0-1-1-15,3-5 1 0,11 0 0 16,2 0 5-16,5 0-3 16,1-7 3-16,0-6-5 15,-5 6 0-15,-4 2-1 16,-5 3 1-16,-7 2 0 16,1 0-1-16,1 0-1 15,5 0 0-15,3 2 2 16,0 8 0-16,2-1 1 15,4 4 0-15,2 3-1 16,-1-4 0-16,0 3 3 16,-2-3-3-16,-1-2 0 0,2-1 0 15,0-6-4 1,6-3-36-16,-2 0-85 0,6-11-53 16,-4-11 4-16,-6-2-57 15,-2-9-214-15</inkml:trace>
  <inkml:trace contextRef="#ctx0" brushRef="#br0" timeOffset="177949.31">23290 5386 854 0,'0'0'116'15,"0"0"-105"-15,0 0 114 0,0 0-61 0,0 0-39 16,0 0-25-16,14-4-7 16,-5 12 7-16,-2 2-2 15,1 0-5-15,-4 2-106 16,-3-5-86-16,2-1-163 16</inkml:trace>
  <inkml:trace contextRef="#ctx0" brushRef="#br0" timeOffset="178148.94">23626 5296 918 0,'0'0'83'0,"0"0"-82"16,0 0 35-16,0 0 104 0,-15 113-68 15,12-66-34-15,0-1-29 16,2 3 9-16,-2-5-18 15,-3-3 1-15,0-4 1 16,0-11-2-16,-1-5-17 16,2-6-49-16,5-8-113 15,0-7-77-15,0 0-212 16</inkml:trace>
  <inkml:trace contextRef="#ctx0" brushRef="#br0" timeOffset="178344.53">23541 5517 691 0,'0'0'345'16,"0"0"-315"-16,0 0 74 15,0 0-95-15,0 0-8 16,125-51-2-16,-79 46-2 16,-5-2-127-16,0-2-152 15,4-7-195-15</inkml:trace>
  <inkml:trace contextRef="#ctx0" brushRef="#br0" timeOffset="178920.56">24173 5217 750 0,'0'0'117'0,"0"0"-101"0,0 0 51 16,-81 89 51-16,59-39-17 15,3 4-48-15,4 2-6 16,0 1-8-16,5-2 3 15,-3-4-21-15,0-5-12 16,2-4-4-16,0-3-3 16,-1-9-2-16,0-7 0 15,6-10 0-15,0-6-5 16,0-7-8-16,0 0-44 16,-5-12 13-16,0-11-73 0,-2-7 20 15,7 2 72 1,1 1 20-1,5 7 5-15,0 4 0 0,0 9 0 16,0 1 21-16,6 3 0 0,7 3-11 16,6 0-7-16,3 0 0 15,3 0 3-15,0 0-6 16,1 0 0-16,4 0-2 16,4 0 2-16,5 0 0 15,3 0 0-15,1 0-5 16,-4 0-20-16,-4 0-48 15,-5-7-31-15,-1-7 0 16,-7-3 29-16,-10-7 9 16,-6 1 49-16,-6 2 17 15,0 4 91-15,0 11-22 16,-3 1 64-16,-11 5-59 16,1 0-47-16,0 11 42 0,-2 9 13 15,9-2-17-15,4 5-23 16,2-1-10-16,0 0-13 15,5-1 6-15,10-2-22 16,-2-3-3-16,3-4 0 16,1-4 1-16,-1-4-4 15,2-4-34-15,-1 0-108 16,-4-16-81-16,-4-9-133 16</inkml:trace>
  <inkml:trace contextRef="#ctx0" brushRef="#br0" timeOffset="179096.94">24384 5296 710 0,'0'0'42'0,"0"0"67"0,0 0-10 16,0 0-65-16,0 0-34 15,0 0-7-15,0 0 7 16,-24-10-5-16,36 25-40 16,10-3-35-16,2 1-47 15,1-8-94-15</inkml:trace>
  <inkml:trace contextRef="#ctx0" brushRef="#br0" timeOffset="179826.34">24573 5211 577 0,'0'0'82'0,"0"0"44"16,0 0 40-16,0 0-51 0,0 0-62 16,0 0-39-16,0 48-11 15,3 6 47-15,3 3-14 16,2 2-1-16,-4 0-4 15,-2-6 11-15,-2-6-25 16,0-11-14-16,0-7 0 16,0-9-3-16,0-8 0 15,0-6-3-15,0-5 3 16,0-1 0-16,0 0 9 16,0-15-9-16,3-14 0 15,1-3-10-15,4-12 6 16,5 0 1-16,-1 1-13 0,2 5 7 15,2 14 5-15,-4 8 3 16,0 9-3-16,-2 3 1 16,1 4-5-16,0 0 6 15,2 4-6-15,-7 9 8 16,2 2 0-16,-6-1 1 16,-2 3-3-16,0-4 2 15,-10 1 0-15,-9-2 0 16,0-3 2-16,-3 1-2 15,5-4 2-15,1-5-1 16,4 3 6-16,6-4-7 16,1 0 0-16,4 0 6 15,1 0-3-15,0 0 1 0,0 0-4 16,0 0 5 0,0 0-10-16,12 3 2 0,7 2 0 15,4 4 0-15,5 1 3 16,5 2 0-16,7-1-1 15,0-3 8-15,4-2-7 16,2-3 1-16,-3-3-1 16,2 0 0-16,-3 0 3 15,-5 0-3-15,-4-6 2 16,-8-10-1-16,-8-2 7 16,-13-6-2-16,-4 0-3 15,0 2 6-15,-12 6-9 0,-10 8 5 16,-14 6-1-16,-3 2 1 15,2 5 16-15,10 12 8 16,11 0 9-16,7 2-1 16,9 0-13-16,6 4-6 15,25-4-3-15,12 2-7 16,11-6 4-16,9-3-12 16,-2-4-4-16,6-3-18 15,-1 0-115-15,4-5-78 16,-9 0-279-16</inkml:trace>
  <inkml:trace contextRef="#ctx0" brushRef="#br0" timeOffset="181274.37">22291 4321 474 0,'-197'0'4'0,"16"0"6"0,10 4-8 0,6 10 5 16,9 3 13-16,8 0 11 15,11 1-10-15,18 0-17 16,11 0 15-16,10 2-13 16,7 0-4-16,4 7 1 15,5 2-1-15,6 5 7 16,-3 5 8-16,7-1-1 15,-1 1 13-15,2 1-15 0,6-2 3 16,4 4-3-16,5 1-4 16,2 9 4-16,2 7 5 15,1 9-9-15,9 5 29 16,9 5-19-16,12 1-12 16,12-1 9-16,9 1-4 15,0-2 5-15,16-2-13 16,13-1-3-16,7-2 14 15,10 6-15-15,12-2 10 16,11 1 2-16,10-5-2 16,17-3 17-16,5-2-22 15,14-2 0-15,12-5 7 16,13-4-10-16,18-7 7 0,11-4-6 16,8-6-2-1,8-7 6-15,-1-4-8 0,-1-6 0 16,-1-7 15-16,-7-2-15 15,4-4 6-15,-6 3-2 16,-3-2-1-16,-3 3 3 16,-6 1-2-16,2 0-2 15,-6 1 4-15,-4-2-6 16,-2 2-1-16,-12-5-3 16,-8 3 7-16,-3-1-6 15,-10 3 3-15,-8-4 0 16,-4-1 0-16,-1-3 3 0,2-2-3 15,-2-3 0 1,2-2-1-16,1 0 0 0,-1 0 1 16,2-7 0-16,-3-2-2 15,-8 0 2-15,-5-4 0 16,-8-2 0-16,-3-5 3 16,-3-3 0-16,-3 0-3 15,3-4 8-15,-1-1 14 16,-5-1 17-16,-1 0 2 15,-7-1 17-15,-5 1-41 16,-5-3 11-16,-6-2 4 16,-7 0-17-16,-6-4 12 15,-6-3-8-15,-7-4 19 0,-6-5-5 16,-5-3-28 0,-6-6 15-16,-6-10-11 0,0-7-7 15,-12-9 12-15,-14-3-13 16,-9-1 0-16,-14 2-1 15,-17-5 4-15,-13-5-5 16,-17-2 1-16,-20-4 0 16,-23 5 1-16,-22-2-1 15,-33 0-5-15,-22 0-1 16,-23 6 3-16,-34 7 3 16,-34 8 0-16,-47 20-6 15,-49 18 0-15,-58 32-33 16,-40 18-66-16,-39 63 21 15,-24 45-31-15,0 46-4 0,4 34 1 16,27 22-7-16,42 15-6 16,44 5-19-16,55-1 53 15,58-7-38-15,53-17 22 16</inkml:trace>
  <inkml:trace contextRef="#ctx0" brushRef="#br0" timeOffset="181323.59">17308 7006 30 0,'-44'103'0'0</inkml:trace>
  <inkml:trace contextRef="#ctx0" brushRef="#br0" timeOffset="-212099.27">12074 7157 593 0,'0'0'471'0,"0"0"-464"15,0 0 165-15,0 0-36 16,0 0-59-16,0 0-20 16,0 0-25-16,0 35-16 15,7 1 52-15,-2 3-2 16,-5 0-42-16,0 1-12 15,0 6-12-15,0 4 2 0,0 0-2 16,0 7-3-16,9 0-41 16,13 2-205-16,7-2-143 15,-7 0-606-15</inkml:trace>
  <inkml:trace contextRef="#ctx0" brushRef="#br0" timeOffset="-211529.72">11856 9237 468 0,'0'0'429'0,"0"0"-428"0,0 0 146 0,0 0-21 0,0 0-71 15,0 0-14-15,9-21-19 16,16 21-1-16,7 0 5 16,-1 0 1-16,-1 15-2 15,-6 5-23-15,-4 16 3 16,-11 7 5-16,-7 8-4 15,-2 3 0-15,-11-4 3 16,-11-4-6-16,0-9 11 16,0-8-6-16,8-5 5 15,11-2 0-15,3-3-12 16,8-7-1-16,20 1-2 16,15-9 2-16,14-4 1 0,10 0-1 15,4 0-94-15,-5 0-74 16,-9 0-98-16,-17 13-324 15</inkml:trace>
  <inkml:trace contextRef="#ctx0" brushRef="#br0" timeOffset="-211217.86">12025 11376 640 0,'0'0'8'16,"0"0"-6"-16,0 0 170 16,0 0-106-16,0 0-36 15,0 0 88-15,28 71-13 16,-28-60-83-16,-6 4-16 15,-3 1-6-15,1 7 0 16,-3 5 0-16,2 5-41 16,0 10-61-16,0-1-362 15</inkml:trace>
  <inkml:trace contextRef="#ctx0" brushRef="#br0" timeOffset="-211029.4">12065 12940 220 0,'0'0'511'15,"0"119"-506"-15,3-59 101 16,6-2-70-16,0-2-1 16,6 1 16-16,-2-4-40 15,0 2-11-15,1-3 0 16,-1 2-8-16,-1-2-156 0,-4 2-201 15</inkml:trace>
  <inkml:trace contextRef="#ctx0" brushRef="#br0" timeOffset="-210773.33">12450 14754 831 0,'0'0'2'15,"-8"134"9"-15,-2-61 80 16,0 3-18-16,4 1-24 16,6 3-10-16,0 1-32 15,0-1-7-15,17 3 0 16,3 2 0-16,7-3 0 16,1 1-3-16,5 2-11 0,-3 0-3 15,1-2-72 1,-7 3 10-16,-5 2-77 0,-5 1-51 15,-5-2-201-15</inkml:trace>
  <inkml:trace contextRef="#ctx0" brushRef="#br0" timeOffset="-209832.99">6050 13155 977 0,'0'0'73'0,"0"0"-47"0,0 0 85 15,0 0-84-15,0 0-13 16,23 85 73-16,-11-30-15 16,0 9 19-16,-4 6-43 15,-5 6 2-15,-3 1-21 16,0-7-20-16,0-11 0 15,0-11-9-15,0-12-1 0,7-11-4 16,-3-8 2 0,1-8-9-16,4-9-43 15,4 0-132-15,4-22-29 0,2-13-97 16</inkml:trace>
  <inkml:trace contextRef="#ctx0" brushRef="#br0" timeOffset="-209078.86">6392 13301 1076 0,'0'0'1'16,"0"0"40"-16,0 0 24 0,0 0-48 16,-17 89 49-1,11-46-20-15,1 0-7 0,5-1-3 16,0-1-11-16,0-6-19 15,11-4 11-15,8-4-17 16,4-7 0 0,5-9 2-16,5-7 0 15,4-4 18 1,2 0-18-16,-2-22 0 16,-1-6 7-16,-6-11-9 15,-8 0 0-15,-13-4-1 16,-9-1 3-16,0 5-5 15,-12 0 3-15,-18 5 0 0,-6 7 3 0,-4 2-2 16,0 7 16-16,1 5 5 0,9 4 3 16,3 5 4-1,11 1-15-15,7 3-12 0,9-1-3 16,0-1 1-16,0 2-15 16,3-5 15-16,19-5 0 15,11-3 1-15,3-1-1 16,7-3 0-16,2 3 3 15,7-2-3-15,5 2 0 16,-2 3 2-16,0 4-1 16,-10 6-2-16,-12 1-6 15,-14 0-4-15,-7 8 11 16,-4 12-16-16,-5 5 14 16,-2 5 2-16,-1 4 1 0,0 2 10 15,2 0-4-15,2-2 0 16,6-3 9-16,4-5-16 15,14-3 0-15,7-9 8 16,12-5-1-16,7-9 15 16,4 0-18-16,2-12-3 15,-5-10 11-15,-7-6-11 16,-9-2 2-16,-13-4 6 16,-15 1-2-16,-8-4 18 15,-3 1-4-15,-12 1-4 16,-18 2 21-16,-10 7-21 15,-8 2-12-15,-4 3-1 0,-6 7 1 16,7 2-10-16,2 5 3 16,8 2-29-16,10 2-46 15,12-3-79-15,7-2-67 16,12-8-79-16,0-7-345 16</inkml:trace>
  <inkml:trace contextRef="#ctx0" brushRef="#br0" timeOffset="-208266.47">7743 12269 1013 0,'0'0'9'0,"0"0"109"0,-67-82-27 0,35 60-2 0,-8 4 1 15,-9 4-63-15,-9 2-6 16,-17 6-14-16,-16 6 1 16,-15 0 6-16,-22 6-10 15,-14 12 11-15,-7 2 25 16,-6 8-21 0,-2 1 6-16,-4 6-10 15,-8 1-13 1,4 5 18-16,3 2-17 15,9 5 14-15,13 5-5 16,16 7-6-16,14 11-6 0,16 8 0 16,16 11 0-16,2 11-7 0,22 5 8 15,6 4-1-15,17 3 0 0,12-3 2 16,14-3-5-16,5-2-1 16,5-4 3-16,17 5-4 15,6-3 5-15,5-1 0 16,3-5-5-16,4-7 5 15,8-2-2-15,7-12 2 16,6-10 0-16,8-11 8 16,22-8-7-16,12-11 3 15,15-5 3-15,17-10-2 16,6-9-10-16,11-10 5 16,9-2 0-16,5-11 5 0,2-13-4 15,4-3-1 1,-8-7 5-16,-4-6-4 0,-13-7-2 15,-8-2 1-15,-9-7 0 16,-8-4 4-16,-7-3-3 16,-6-6-1-16,0-11 5 15,-6-8-4-15,0-5 4 16,-12-9-5-16,-8-2 0 16,-14-4 7-16,-12-1-7 15,-17-1 4-15,-13-2 8 0,-21-4 7 16,-6-3 8-1,-23-6-22-15,-23 4 6 0,-15 2 11 16,-18 8-20-16,-17 10 4 16,-14 14-2-16,-15 12-2 15,-12 19-4-15,-20 23-1 16,-16 14 2-16,-17 19-9 16,-8 1 10-16,2 29 0 15,10 12-4-15,14 10-52 16,25 12-46-16,30 6-92 15,41 3-177-15,30-9-427 16</inkml:trace>
  <inkml:trace contextRef="#ctx0" brushRef="#br0" timeOffset="-206141.25">15451 7442 722 0,'0'0'51'0,"0"0"8"0,0 0-2 0,0 0-47 0,0 0-6 0,-26 77 10 15,17-36 20-15,0-4-9 16,3-5-6-16,3-4-1 15,-2-3 8-15,4-8-19 16,1-5-4-16,0-5 1 0,0-5-3 16,0-2 8-16,0 0 12 15,0-12 29-15,0-15 29 16,0-15-61-16,0-11-8 16,4-8 0-16,1-5-3 15,-1 6 2-15,1 11 6 16,1 16-3-16,-3 22 61 15,-2 8-42-15,1 3-17 16,2 5-14-16,1 23-23 16,5 11 23-16,2 5 11 15,-3 0-7-15,3-4 8 0,3-7-12 16,3-4 0-16,0-8-2 16,2-5 5-16,2-10-3 15,3-6 4-15,2 0-3 16,1-11 17-16,0-17-14 15,1-13-3-15,-3-9 8 16,0-6-5-16,-4 2 1 16,-2 12-5-16,-7 15 0 15,-6 16 7-15,-5 11 10 16,-2 0-17-16,1 25-12 0,-1 16 8 16,0 12 4-1,0 14 0-15,0 6 3 0,-3 12-11 16,-11 15 7-16,-7 12-123 15,-6 12-92-15,-12 8-182 16</inkml:trace>
  <inkml:trace contextRef="#ctx0" brushRef="#br0" timeOffset="-205704.14">15393 8757 1156 0,'0'0'38'0,"0"0"-2"0,0 0 24 0,-14 87 33 16,8-26 4-16,1 6-63 15,-1-1-2-15,1 0-4 16,2-2-17-16,2-11 3 15,1-7-13-15,0-12-1 16,0-14 0-16,0-7 2 16,0-11-1-16,0-2 3 15,0-22 14-15,0-18 3 16,4-21-18-16,6-23-4 31,-1-10 1-31,-1-12 0 0,-2-2-5 16,2 13 5-16,-4 19 0 0,1 22 3 15,0 25-1-15,0 13-2 16,3 11 0-16,5 5-16 16,14 3 15-16,9 15-5 15,10 4-3-15,5 3 7 0,-2 3-102 16,-8-7-138-16,-13 1-129 16</inkml:trace>
  <inkml:trace contextRef="#ctx0" brushRef="#br0" timeOffset="-205515.4">15437 8890 1128 0,'0'0'17'15,"0"0"157"-15,0 0-121 0,0 0-48 16,140-26-5-16,-52 6-4 16,-3 1-32-16,-6 1-335 15,-9 0-56 1</inkml:trace>
  <inkml:trace contextRef="#ctx0" brushRef="#br0" timeOffset="-204712.66">15279 10433 236 0,'0'0'627'0,"0"0"-622"0,0 0 25 0,0 0 22 0,0 0-38 0,0 0 57 15,3 123 62-15,-3-64-86 16,0 2 13-16,-3 0-8 16,-11-5-10-16,2-7-21 15,3-13-18-15,5-13 0 16,1-6-3-16,3-10 0 16,0-4 0-16,0-3 1 15,0 0 6-15,0-14 15 16,0-18-22-16,0-14 10 15,0-9-12-15,0-10 2 16,0-7 0 0,3 0-1-16,7 12 2 0,2 22 2 15,-6 15-3-15,-1 19 0 0,-4 4-4 16,5 8 4-16,6 19-16 16,-2 9 16-16,4 5 0 15,1-6 8-15,-2-5-8 16,3-3 0-16,3-7-3 15,4-4 4-15,4-6-1 16,5-7 8-16,0-3-7 0,4-3 5 16,-1-16-6-1,-2-12 0-15,-4-9 2 0,-2-14-2 16,-5-5 0-16,-4 0-1 16,-7 17 4-16,-5 13 1 15,-5 18-3-15,-1 11 0 16,0 0-1-1,0 23-18-15,0 20 8 16,-4 14 7-16,-4 10 6 16,5 4-3-16,0 8 0 0,3 7-3 15,-1 9-1-15,-5 3-108 16,-2 4-115-16,-5-7-158 16</inkml:trace>
  <inkml:trace contextRef="#ctx0" brushRef="#br0" timeOffset="-204203.38">15350 12140 854 0,'0'0'5'0,"0"0"29"0,0 0 111 0,-1-79-42 16,1 74 10-16,0 5-6 16,0 0-70-16,0 25-12 0,-9 18 2 15,-5 12 84-15,-4 12-60 16,-1 1 18-16,3-1-39 16,-1 2-10-16,4 2-10 15,4-5 5 1,0-4-14-16,6-8 2 0,1-10-1 15,2-13 0-15,0-13-3 16,0-11 1-16,0-6 0 16,0-1 1-16,0-20-1 15,3-23 0-15,8-20-1 16,-1-18 4-16,1-9-7 16,-1-15 4-16,4-10-2 0,2-1 0 15,0 7 2 1,2 22-1-16,-1 24-2 0,2 23 6 15,-4 18-4-15,1 9 1 16,1 9-4-16,5 4-1 16,4 6 3-16,2 19-10 15,2 9-30-15,-5 11-110 16,-8 6-87-16,-9 0-70 16,-8-2-246-16</inkml:trace>
  <inkml:trace contextRef="#ctx0" brushRef="#br0" timeOffset="-204018.4">15308 12412 1112 0,'0'0'24'0,"0"0"51"0,0 0-25 0,0 0-50 0,127-59 1 16,-51 39 1-16,-4 6-2 15,-6 4-110-15,-17 6-251 16</inkml:trace>
  <inkml:trace contextRef="#ctx0" brushRef="#br0" timeOffset="-203279.52">14977 14070 207 0,'0'0'729'16,"0"0"-722"-16,0-73 92 16,0 67 67-16,0 6-87 0,0 0-33 15,-1 21-38-15,-8 19 4 16,-2 11 66-16,-2 8-12 16,-1-2-46-16,3-2 3 15,2-2-15-15,1-6 1 16,6-7-9-16,2-11 0 15,0-6 0-15,0-10 0 16,0-7 0-16,0-4-2 16,2-2 4-16,7-14 6 15,6-22 2-15,0-15-9 16,1-15 6-16,-4-9-7 16,-3-4 0-1,0 3 5-15,0 13-5 16,-3 21 5-16,-3 21-5 15,-1 17 0-15,-2 4-2 0,1 11 2 16,4 26-14-16,0 9 14 0,0 7 3 16,-1-4 4-16,2-8-7 15,5-4 0-15,7-5 5 16,2-9-5-16,7-8 0 16,1-8 5-16,10-7-5 15,4-3 11-15,4-25-10 16,2-11 1-16,-4-3 5 15,-5 2-3-15,-9 4-3 16,-12 16 6-16,-8 11-6 16,-8 6 25-16,-2 3-14 15,0 24-6-15,0 23-8 0,0 12 5 16,0 9-2-16,0 1-1 16,0-3 1-16,0 1-2 15,0 7-13-15,1-2-125 16,-1-1-109-16,0-7-58 15,-7-9-356-15</inkml:trace>
  <inkml:trace contextRef="#ctx0" brushRef="#br0" timeOffset="-203032.62">15577 15746 994 0,'0'0'122'0,"-61"123"-119"0,31-45 11 0,3 2 109 15,3 5-89-15,5 4-11 16,-1-6-20-16,8-5-3 16,-2-9-2-16,3 0-117 15,-2-7-153-15,2-3-141 16</inkml:trace>
  <inkml:trace contextRef="#ctx0" brushRef="#br0" timeOffset="-202693.44">15598 17723 365 0,'0'0'26'0,"0"0"82"16,-1 79-64-16,11-52-28 16,5 3 59-16,4-5-74 15,2 3 7-15,1-3-3 16,4 2 6-16,1 1 12 16,-2-3-1-16,-1 0 66 15,-3 3 5-15,-2-2-39 16,-4 2 26-16,0-3-4 0,-5-1-73 15,2-1-1-15,-3-11-2 16,-1-2-60-16,1-10-110 16,2 0-280-16</inkml:trace>
  <inkml:trace contextRef="#ctx0" brushRef="#br0" timeOffset="-200903.69">21530 7140 399 0,'0'0'139'0,"0"0"-108"0,0 0 67 0,0 0 13 0,0 0-43 16,0 0-43-16,3-24 27 15,-3 24 1-15,0 0 10 16,0 0-9-16,0 0-10 16,0 0 13-16,0 0-5 15,0 0-10-15,0 0 12 16,0 0-20-16,0 0-9 16,0 0 13-16,0 0-14 0,0 0-2 15,0 0-10 1,0 0-11-16,0 0 14 0,0 0-13 15,0 0 0-15,0 0 7 16,0 0-9-16,0 0 11 16,0 0-7-16,0 0-4 15,0 0 22-15,0 0-21 16,0 0 6 0,0 0 6-16,0 0-10 0,0 0 9 15,0 0-12-15,0 0 2 0,0 0 0 16,0 0-2-16,0 0 0 15,0 0-1-15,0 0 4 16,0 0-3-16,0 0 0 16,0 0 0-16,0 0-1 31,0 0 1-31,0 0 0 0,0 0-1 0,0 0 4 16,0 0 1-16,0 0-4 15,0 0 0-15,0 0 11 16,0 0-7-16,0 0-1 15,0 0 9-15,0 0-10 16,0 0 14-16,0 0-8 16,0-2-4-16,0-5 20 15,9-6-22-15,3 0-1 16,0-3-1-16,-1 1 4 16,-3-1-1-16,-2-2-3 15,-1 4 2-15,-5 3 6 0,3 5-4 16,-3 6-4-1,0 0 0-15,0 0-2 0,0 25 1 16,-8 19-11-16,-13 16 12 16,-9 7 0-16,-4-2 0 15,0 0 0 1,-2-1-1-16,7-1 4 16,1-11-4-16,13-14 1 15,3-13 0-15,6-11-3 0,6-7 3 16,0-5 0-16,0-2-5 15,0 0 10-15,0 0-2 16,2-11-3-16,11-11 1 0,1 3-5 16,-5 5 6-16,-2 8-2 15,-3 6 0-15,-4 0-2 16,3 0 0-16,6 0 2 16,9 0-1-16,12 0-9 15,10 0 10-15,9 0-1 16,1 0 0-16,1 0-9 15,-2-4-22-15,2-5-24 16,-4-6-3-16,-8-2 28 0,-9 2-14 16,-12 4 27-16,-8 5 17 15,-7 4 1-15,-3 2 6 16,0 0-2-16,0 0-4 16,0 0 0-16,0 0 0 15,5 0-9-15,2 6 1 16,13 7 6-16,6 0-3 15,7-1 5-15,8-3 0 16,8-6-2-16,5-3 2 16,7 0-3-16,3-2 3 15,3-13-21-15,2-2-16 16,-4-1-26-16,6 0 5 0,-2-1-10 16,-1 2 4-1,2 2-52-15,-3 2 13 0,-3 2-31 16,-1-1-135-16</inkml:trace>
  <inkml:trace contextRef="#ctx0" brushRef="#br0" timeOffset="-200710.11">23460 7295 865 0,'0'0'151'0,"0"0"-73"0,0 0 34 0,102-34-39 0,-38 26-57 15,13 2-12-15,7 6-8 16,-2 0-6-16,-1 0-171 16,-11 0-230-16</inkml:trace>
  <inkml:trace contextRef="#ctx0" brushRef="#br0" timeOffset="-200111.92">21011 8781 531 0,'0'0'85'0,"0"0"-15"0,0 0 9 0,0 0-19 0,0 0-39 0,0 0-9 16,0 31 56-16,0-8 17 15,-2-1-2-15,2 5-23 16,0 2-24-16,0 7 33 16,0 3-26-16,0 4-17 15,0 1 2-15,0 6-21 16,0 8 3-16,0 6-8 16,0 7 4-16,0 4 11 15,0 7-12-15,-3 7-4 0,0 6-2 16,3-1 1-16,0 2 0 15,0-2-1-15,0-1-12 16,0 0-75-16,3 4-68 16,2 2-43-16,-5 2-53 15</inkml:trace>
  <inkml:trace contextRef="#ctx0" brushRef="#br0" timeOffset="-199800.65">20981 12566 249 0,'-23'136'327'0,"-4"7"-321"16,2 6 25-16,0 3 38 15,4 4 0 1,4 7-51-16,4 7 1 15,6 10-6-15,5 2 0 0,2 11 0 16,0-4-6-16,8 1-6 16,8 7 10-16,1 5-5 15,0 2-1-15,1 3 0 16,-1-9-2-16,3-4 7 16,4-4-10-16,7-5-4 0,7-8-1 15,8-14-213 1,11-18 45-16</inkml:trace>
  <inkml:trace contextRef="#ctx0" brushRef="#br0" timeOffset="-199639.87">22464 18256 1539 0,'119'73'0'15,"23"-15"-304"-15,41-1 123 16,44-14 21-16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5:52:54.3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3625 8190 766 0,'0'0'53'0,"0"0"-38"16,0 0 76-16,0 0-40 0,0 0-41 16,0 0-9-1,0 0 29-15,0 0 56 0,1 98 6 16,1-45-14-16,-2 5-10 15,0 0 13-15,0 3-47 16,0 3-18-16,0-2 4 16,-2 0-12-16,-1-8-4 15,2-9-3-15,-1-7 1 16,0-10-3-16,2-8 1 16,0-7-11-16,0-6-14 15,0-7-122-15,0 0-35 16,0-7 3-16,0-16-80 15,0-8-301-15</inkml:trace>
  <inkml:trace contextRef="#ctx0" brushRef="#br1" timeOffset="3260.84">3543 8199 346 0,'0'0'224'0,"0"0"-137"0,0 0 45 0,0 0-43 0,0 0-3 15,0 0-54-15,-18-61 8 16,18 41 41-16,0-3-30 16,15-2 4-16,6-7-27 0,3-1 13 15,11 0-15 1,1 1 2-16,3 8-11 0,0 5-2 16,4 15 1-1,-4 4-16 1,1 4 0-16,-2 19-2 0,-4 9 5 15,-10 4-5-15,-2 5 2 16,-11 8 0-16,-11 6 1 0,-5 3-1 16,-29 2 0-1,-18-1 6-15,-9-6-5 16,-5-4 7-16,5-12-8 16,11-7 0-16,10-9 2 0,16-8-2 0,14-10 0 15,8-3-3 1,2 0-14-16,5-19-85 0,19-3-85 15,4-2-38-15,8 5-59 16</inkml:trace>
  <inkml:trace contextRef="#ctx0" brushRef="#br1" timeOffset="3787.13">3822 8863 722 0,'0'0'15'0,"0"0"81"0,0 0 0 16,0 0-69-16,0 0-9 16,55-75-3-16,-28 40 8 15,1-3 9-15,-1-5 3 16,0-3-18-16,-3 3-9 15,-5 3 6-15,-5 11-14 16,-4 12 0-16,-7 7 5 16,-3 4 2-16,0 6 27 15,0 0 19-15,-3 0-22 16,-7 0-15-16,2 7-16 16,-1 6-5-16,1 4 3 15,0 1 3-15,8-1-4 0,0-1 0 16,0 2 3-16,0-2-2 15,5 1 2-15,9-1 0 16,0-2-2 0,-1-1 4-16,-1 2-4 15,-1-2 2-15,-3 1 0 0,0-1-2 16,-2-2 2-16,2 2 0 16,0-2-1-16,3-4 2 15,-2-1-2-15,7-4 0 16,6-2 1-16,10 0-6 15,7-6 0-15,7-14-70 16,3-6-90-16,-4-2-62 16,-5-2-78-16,-12 2-118 0</inkml:trace>
  <inkml:trace contextRef="#ctx0" brushRef="#br1" timeOffset="4563.09">4477 8575 432 0,'0'0'202'0,"0"0"-1"16,0 0-47-16,0 0-35 15,0 0-73-15,0 0-28 16,0 0 1-16,-45 43-16 15,45-21 0-15,0 1 2 16,3-5-3-16,13 0-2 16,1-8-1-16,8-1 1 15,2-8 3-15,6-1-3 16,1-3 3-16,2-14 10 16,-3-1-12-1,-5-5 4-15,-10 2-5 16,-4-3 2-16,-10-1 8 0,-4 0-5 15,-4 3 5-15,-17 5 12 16,0 5-4-16,-9 6 40 0,3 4-46 16,-1 2-9-16,1 6-6 15,9 14 2-15,3 4-6 16,3 4 4-16,9 2-7 16,3-2-7-16,0-1-42 15,18-6-72-15,9-6-5 16,6-5 18-16,6-7 11 15,7-3-23-15,6 0 28 16,2-17 100-16,13-4-5 0,1-7 7 16,0-4 0-1,0-4 0-15,-11 0 6 0,-12-2 31 16,-11 2-11-16,-22 2 5 16,-12 3 79-16,-3 5-11 15,-21 6-13-15,-9 8 35 16,-6 10-49-16,-5 2 2 15,5 4-22-15,3 16 2 16,5 5-25-16,7 4-22 16,5 1 0-16,10-2-7 15,9-3-6-15,0-2 0 16,1-5-8-16,15-7 14 0,6-8-13 16,4-3 13-1,7-3-5-15,6-19 5 0,1-6-19 16,-4-10-62-16,-3-4-18 15,-5-13 31-15,-7-13 14 16,-9-10 21-16,-4-9 32 16,-8-4 0-16,0 8 1 15,0 18 5-15,0 16 5 16,-8 23 25-16,-1 16 91 16,3 10-39-16,4 10-36 15,-2 25-47-15,3 12-4 16,1 7 12-16,0 3-12 15,5 6 17-15,9 6-15 16,4 4 1-16,-5-2-4 16,5-9 1-16,3-9-6 0,0-18 3 15,4-10-120-15,-1-10-119 16,7-15-122-16</inkml:trace>
  <inkml:trace contextRef="#ctx0" brushRef="#br1" timeOffset="4740.66">5690 8269 1004 0,'0'0'149'0,"0"0"-148"0,0 0 142 0,0 0-143 0,0 0-5 16,0 0-24-16,-35-19-1 0,46 31-224 15,-2 1-89-15</inkml:trace>
  <inkml:trace contextRef="#ctx0" brushRef="#br1" timeOffset="6087.92">5589 8228 168 0,'0'0'187'0,"0"0"-153"0,0 0 108 16,0 0-45-16,0 0 8 15,0 0-24-15,-22-37-17 16,22 34-10-16,0 1 54 16,0 2-37-16,-3 0-24 15,2 2-12-15,1 17-33 16,0 11 4-16,0 7 31 16,0-3-19-16,0-1 6 15,0-2-16-15,0-7-6 16,0-4 2-16,9-8-4 15,2-2-2-15,5-5 1 16,2-5 2-16,7 0 0 16,5-9-1-16,3-11-4 0,-2-6 2 15,1-5-54-15,-7-4 4 16,-6-1 29-16,-5 3 13 16,-7 11 9-16,-5 9 1 15,-2 8 0-15,0 5 18 16,0 0 7-16,-2 19-24 15,-10 5 1-15,0 6 2 16,2-3 1-16,10-5-5 16,0-4 2-16,0-2 6 0,0-4-8 15,7-5-1-15,8-4-2 16,9-3 6-16,6 0 1 16,3-12-4-16,1-6-25 15,3-5-55-15,-4-2-46 16,-3-2 1-16,0 0-40 15,-11 5 35-15,-8 6 46 16,-5 8 84-16,-6 5 11 16,0 3 157-16,0 0-33 15,-2 6-79-15,-8 15-41 16,-5 2 7-16,9 3 6 16,6-4-3-16,0-2-18 15,0-1 9-15,3-5-13 0,15-6 0 16,4-2 0-16,2-6-2 15,10 0 8-15,2-10-9 16,1-10-8-16,-1-6-34 16,-6-7-37-16,-5-8-30 15,-8-8 56-15,-5-8 25 16,-9-4 28-16,-3-1 18 16,0-1 1-16,-8 7 55 15,-5 13-4-15,-2 15-5 16,6 13 60-16,0 13 7 15,9 2-62-15,-6 17-70 16,6 17 0-16,0 9 6 16,-3 4-6-16,3 0 0 0,-3 0 1 15,-2 8 1 1,-2 0-1-16,6 1-1 0,-2-9-22 16,0-10-185-16,3-18-129 15</inkml:trace>
  <inkml:trace contextRef="#ctx0" brushRef="#br1" timeOffset="6259.63">6345 8075 1074 0,'0'0'5'0,"0"0"83"0,0 0-88 0,0 0-7 0,110-37 3 0,-71 37-5 16,-6 0-39-16,-14 5-201 15,-13 9-314-15</inkml:trace>
  <inkml:trace contextRef="#ctx0" brushRef="#br1" timeOffset="6870.95">4250 10020 925 0,'0'0'18'0,"0"0"137"16,0 0-47-16,0 0-108 15,0 0 0-15,3 110 20 16,16-41 16-16,0 0-18 16,-2 0 30-16,0-2-35 15,-4-2-13-15,1-5 0 16,-3-7-3-16,-3-17 3 0,-2-11 0 16,0-15-2-1,-4-8-3-15,-1-2-3 0,-1-20 2 16,0-18-1-16,0-16 4 15,0-9-2-15,0-13 3 16,-3-9 2-16,-12-10 0 16,6-14 3-16,-3-2-3 15,5 0 0-15,7 10-1 16,0 15 6-16,12 19-5 16,16 21 0-16,5 15-4 15,5 11 1-15,3 10 2 16,1 10-3-16,-6 0-1 15,-5 12 1-15,-10 12 0 16,-15 5 4-16,-6 5 0 16,-17 6 26-16,-16 1-6 15,-10 0 3-15,1 2 10 16,2-7-29-16,3 0-4 0,7-5 0 16,10 0-5-16,6-2 1 15,9 1-72-15,5 1-130 16,0-4-35-16,16-3-280 15</inkml:trace>
  <inkml:trace contextRef="#ctx0" brushRef="#br1" timeOffset="8710.7">4678 10315 898 0,'0'0'16'0,"0"0"35"0,0 0 15 0,0 0-43 0,96-59 10 0,-60 22-24 16,-5-4 4-16,-6 0-13 16,-4 1 3-16,-12 5 2 15,-9 7-5-15,0 6 0 16,0 10 5-16,-9 5 1 16,-7 7 12-16,-5 0-12 15,-2 7-3-15,3 9-3 16,-1 4 0-16,10 1-1 15,4 1-1-15,2-1 2 16,5 1-4-16,0-4 1 16,11 1 3-16,5 0-4 15,5-2 4-15,-3 0 0 0,3 2 0 16,-2-3 1-16,-4-1-3 16,2 5 2-16,-3-3 0 15,0-1 0-15,2-5 0 16,-2 0 0-16,-2-8-2 15,9-3 5-15,1 0-1 16,8-2-1-16,1-12 0 16,2-6 2-16,0-6-3 15,-2-1 0-15,-1-6-1 16,-3-4 2-16,-9-2-4 0,-11 0 0 16,-4 8 3-16,-3 9-6 15,0 6 11-15,-15 8-5 16,0 8 14-1,-7 0-8-15,0 10 4 0,-1 11-2 16,4 9-6-16,4 1 12 16,6 2-8-16,6-1 0 15,3-2-2-15,0-5-2 16,0-5 5-16,15-4-7 16,3-8 0-16,4-5 2 15,6-3 0-15,5-3-2 16,6-17 5-16,10-6-4 15,8-5 2-15,0-3-3 16,4-5-6-16,-10-4 2 16,-9-8-49-16,-14-6-1 0,-15-14 17 15,-8-5-2-15,-5-7 26 16,-8 0 8-16,-13 2 5 16,1 12 4-16,0 20-3 15,7 20 8-15,2 18 93 16,8 11-70-16,0 3-4 15,3 32-28-15,0 16 0 16,0 18 14-16,0 10-10 16,5 8 34-16,4 9 18 15,-2 14-10-15,2 9-13 16,-3 4-29-16,0 9-3 16,2 5 0-16,0-7 2 0,3-9-4 15,7-12 1-15,7-21-3 16,-1-19 1-16,4-17 2 15,-7-21-1-15,-3-16-7 16,0-11-3-16,4-4-15 16,1-25-32-16,-1-11 29 15,2-8 22-15,-4-12-48 16,-7-1 14-16,-7-7 3 16,-6 4-17-16,0 0 24 15,-24-1 28-15,-7 4 3 16,-10 1 11-16,-5 8 8 15,-5 2 58-15,-2 11 33 16,-2 4-86-16,5 6 26 16,7 4-3-16,12 5-37 15,7 3 9-15,15 6-8 0,6 4-5 16,3-3 7-16,0 2-13 16,9-7-6-16,21-4 4 15,7-6-1-15,8-3-2 16,5-6 5-16,0-5 0 15,-1-5-6-15,0-6 0 16,-3-3-14-16,-8 3-45 16,-7 4 6-16,-9 6 34 15,-16 12 11-15,-6 9 14 16,0 5 7-16,-4 4-6 16,-14 5 8-16,0 1 1 15,-1 5-3-15,2 21-3 0,7 7-4 16,4 6 0-1,6 6 6-15,0-4-6 0,3-3 0 16,18-7 4-16,2-7-1 16,9-7-2-16,-1-8-1 15,8-9 0-15,-2 0 2 16,1-12-1-16,-1-12-1 16,-3-5 0-16,-1-5-4 15,-6-4-3-15,-3-5-20 16,-5-2 7-16,-10 0 14 15,-7 6-20-15,-2 7 21 16,-2 9 3-16,-8 12 4 16,-1 4 6-16,1 7 13 0,1 0-13 15,1 0 3-15,2 5-11 16,1 6-3-16,3 2 0 16,2-1 3-16,0-1-2 15,0 1 2-15,3-1 0 16,12 2-3-16,-3 1 3 15,3 0 0-15,-3 3-1 16,-3 0 3-16,4 3-2 16,-4 1 0-16,1 0 0 15,1 1-3-15,-4-5 4 16,8 3-1-16,0-4 1 16,1-5 3-16,6-4-7 15,0-4 3-15,8-3 0 0,1 0 1 16,3-5-1-16,-2-11 0 15,-7-8-1-15,0-1-32 16,-10-9 6-16,-3-4 5 16,-9-2 2-16,-3 0 11 15,0 8 11-15,-3 7-2 16,-10 9 7-16,-2 13-5 16,-3 3 17-16,1 0 11 15,0 14-18-15,3 9 6 16,4 4-16-16,8 0 4 15,2-2-2-15,0-2-3 16,5-6 3-16,10-4-4 16,1-4 1-16,5-6-4 0,4-3 4 15,5 0-2-15,3-6-48 16,3-9-71-16,1-5-50 16,2-2-101-16,-5-2-276 15</inkml:trace>
  <inkml:trace contextRef="#ctx0" brushRef="#br1" timeOffset="9433.59">6806 9753 587 0,'0'0'316'0,"0"0"-313"0,0 0 40 0,0 0 22 15,0 0-38-15,-44 73-15 16,44-55-12-16,0-7 15 16,0-3-15-16,3-3 2 15,2-2-6-15,1-3 4 16,6 0 0-16,4-3 0 15,-2-16-4-15,10 1-16 16,-5-6-40-16,1 2 17 16,-6 2 38-16,-5 6-2 0,-4 8 7 15,-5 6 41-15,0 0 33 16,0 0-7-16,0 0-36 16,3 15-25-16,1 1 56 15,-1 4-27-15,5-6-29 16,-2 0-3-16,1-3-1 15,2-2 2-15,-3-4-4 16,6-5-1-16,3 0-3 16,3 0-43-16,7-11-62 0,5-8-12 15,3-6-5-15,0-4-43 16,-2-3-64-16,-3 2-38 16,-5 1 271-16,-11 5 29 15,-6 6 167-15,-6 7-21 16,0 5-26-16,0 3 21 15,-8 3-60-15,-7 0-40 16,-3 0-16-16,3 9-26 16,-1 7 3-16,10 4-8 15,3 3-13-15,3 0 3 0,0-4-12 16,0-3 1 0,6-5-3-16,10-3 1 0,5-3 0 15,8-5 2 1,8 0 1-16,6-5-3 0,2-9 0 15,1-3-47-15,-7-3-55 16,-5-2-25-16,-8 0 40 16,-14-1-3-16,-8 8 58 15,-4 1 32-15,-1 8 51 16,-13 3 36-16,-5 3 45 16,1 3-40-16,3 14-3 15,6 5-33-15,6 4-18 16,3-1 4-16,11-1-33 15,14-7-2-15,8-3 12 16,10-6-18-16,5-8-1 0,7 0 0 16,6-4-4-1,6-11-56-15,-4-11-303 0</inkml:trace>
  <inkml:trace contextRef="#ctx0" brushRef="#br1" timeOffset="12716.57">15434 2884 244 0,'0'0'300'0,"0"0"-286"0,0 0 87 0,0 0-18 16,0 0-24-16,0 0-10 15,67-79 1-15,-64 70 9 16,1-2-13-16,-4 3 29 16,0 0-19-16,0 1 19 15,0 1-10-15,-16 2-11 0,-12 4-44 16,-10 0-5-16,-11 24-1 15,-2 7-2-15,-4 8-2 16,0 6 0-16,4 9 13 16,5 3-12-16,11 4 2 15,12 2-3-15,12-5 0 16,11-7-3-16,6-5 3 16,24-10-9-16,13-7 7 15,11-8-6-15,7-9 1 16,5-7 4-16,1-5 3 0,-1 0-10 15,-8-14-48 1,-7-5-14-16,-16-4 19 0,-17-1 23 16,-12 1 30-16,-6 1 3 15,0 5 13-15,-7 7 46 16,-8 2-7-16,1 8-21 16,-3 0-1-16,-2 11-33 15,5 13-5-15,0 5 3 16,7-1-6-16,4 0 6 15,3-5 0-15,0-2 1 16,7-2-7-16,4-6 8 16,-1-1-4-16,2-3 3 15,2-4-29-15,3-1-155 0,3-4-121 16</inkml:trace>
  <inkml:trace contextRef="#ctx0" brushRef="#br1" timeOffset="14249.49">15935 3163 1287 0,'0'0'5'0,"0"0"-4"0,0 0 94 0,0 0-72 0,0 0-23 0,0 0-13 0,21-24 9 0,13 24 3 0,-1 0 0 16,-3 0-1-16,-5-7-23 15,-6-2-51-15,-6-3 57 16,-6 5-18-16,-7-1 9 16,0 2 25-16,-1 4 2 15,-18 2-2-15,-7 0 1 16,-6 6 2-16,-1 14-1 0,4 5 4 16,5 5 0-1,8 3 5-15,10-3-8 16,6-1 8-16,0-2-8 0,10-8 3 15,11-3-4-15,9-9 2 16,4-2-1-16,5-5 0 16,0 0-1-16,1-7-23 15,-1-9-63-15,1-5-17 16,-4-4 14-16,-5 0 38 0,-7 1 40 16,-9 5 12-16,-9 3 0 15,-6 5 18-15,0 9 82 16,0 2 15-16,-3 0-53 15,-8 21-62-15,-1 6 0 16,1 2 10-16,5 1-1 16,3-5 12-16,1-3-9 15,2-7-7-15,0-5 10 16,0-6-12-16,0-2 1 16,2-2 4-16,11 0 14 15,8-13 23-15,9-7-16 16,1-3-26-16,-4-4 0 15,-2 4-3-15,-5 1 0 16,-4 8-1-16,-7 4 2 0,-4 8 1 16,-4 2-2-16,1 0-25 15,2 12 19-15,2 8 3 16,1 3 3-16,2-1 3 16,6-1-3-16,2 0 9 15,7-6-6-15,7-3-1 16,9-6 42-16,15-4-31 15,8-2-8-15,1 0 3 16,-3-6-6-16,-8-8-4 16,-15-3 1-16,-12-4 1 15,-14-4 9-15,-10 2-9 16,-2 1 0-16,-4 3 9 16,-14 8-6-16,-9 7 8 0,-2 4 2 15,-6 3-8 1,-2 19 9-16,1 7-14 0,9 4 0 15,5 0 3-15,11-4-1 16,7-3-4-16,4-5 0 16,0-6 2-16,16-5-6 15,7-4 6-15,6-6 0 16,4 0-3-16,0-3-35 16,0-17-37-16,-2-5-5 15,-2-11-5-15,-6-10 50 16,-1-15-9-16,-3-10 25 15,-4-13 16-15,0-1-8 0,-6 1 11 16,-6 9 0 0,-3 22 1-16,0 16 29 0,0 18 34 15,-2 15 23-15,-10 4-34 16,-7 30-52-16,-5 15-1 16,1 13 3-16,1 6 3 15,5 3 42-15,1 4-18 16,7-2-3-16,7-5-10 15,2-11-7-15,4-8-2 16,15-8-8-16,7-12 0 16,5-8 3-16,5-11 3 15,7-6-6-15,5 0 12 16,4-16-10-16,2-7-2 0,-6-4-2 16,-7-3-6-1,-5 0 5-15,-15 1-9 0,-8 2 9 16,-8 5 0-16,-5 10 3 15,0 5 16-15,-5 7-16 16,-8 0 4-16,-2 13-8 16,-1 14-3-16,4 3 6 15,6 2-2-15,6-1 6 16,0-2-3-16,0-5 0 16,13-4 0-16,7-7 1 15,3-6-1-15,10-6 0 16,8-1 7-16,6 0-5 0,1-2 4 15,0-16-6 1,-6-3-16-16,-8-6 3 16,-4-5-36-16,-10-5 8 15,-12-1 22-15,-8 0 19 0,0 6 0 16,-4 6 0-16,-11 9 3 16,3 7 15-16,1 8-14 15,1 2 10-15,2 5-14 16,2 15-3-16,2 7-1 15,4 1 4-15,0-2 0 16,0-1-5-16,0-3 5 16,12-5-6-16,3 1 4 15,-2-6 4-15,1 5-2 16,-1-2 0-16,-1 1 0 16,0-5-2-16,0 3 2 0,0-4-1 15,1-1-1 1,8-2-85-16,0-6-81 0,7 1-42 15,7-2-238-15</inkml:trace>
  <inkml:trace contextRef="#ctx0" brushRef="#br1" timeOffset="14400.47">18286 3363 1151 0,'0'0'23'0,"0"0"168"0,0 0-101 16,0 0-90-1,0 0-12-15,0 0-16 0,-6-3-228 16,5 3-316-16</inkml:trace>
  <inkml:trace contextRef="#ctx0" brushRef="#br1" timeOffset="16149.45">12151 5210 729 0,'0'0'52'0,"0"0"42"0,0 0-22 0,0 0 39 16,0 0-17-16,0 0-16 15,8-49-18-15,-8 49-18 16,0 0-11-16,0 0-22 0,0 0 1 15,0 0-10 1,0 0 0-16,0 6-5 0,3 7 9 16,-3 8-4-16,0 6 20 15,0-1-1-15,0 9 39 16,0-1-47 0,0 6-7-1,0 3 17-15,0 2-21 16,0 6 6-16,0 2 9 15,0 5-8-15,0 7 4 16,0 13-7-16,6 8 48 0,10 11-23 0,-4 5-20 16,4 4-1-16,-2 2 5 15,-2 4-7-15,3 6 4 16,-2 0-9-16,1 2-1 16,-1 10 22-16,-1 5-17 0,-3 5 7 15,2 4-3-15,-4-3 1 16,-1-1 4-16,-5 0-7 15,-1-1-5-15,0 8 15 16,0 5-12-16,0 3-5 16,0 3 7-16,0-5-6 15,-1 0 12-15,-2-3-13 16,3 1 0-16,0 8 7 16,0-4-2-16,0 6-5 15,-4-6 4-15,-1-5 0 16,-1-3 3-16,0-3-7 15,-3 5 1-15,0 2 11 0,0 2-11 16,2-4-1-16,-7-8 4 16,7-3 0-16,-5-8 1 15,5-6-5-15,-1 5 0 16,2-5 9-16,1-1-8 16,1-3-1-16,4-9 7 15,-2-9-6-15,1-6 5 16,-1-13-6-16,2-7 0 15,0-10-2-15,0-7 2 16,0-10 0-16,0-11 1 16,0-10 1-16,0-8-2 15,0-7 0-15,0-7 0 0,0-5-1 16,0-1 2-16,0 0-1 16,0 0 4-1,0-1-4-15,0-10-21 0,-7-7-68 16,-2 3-17-16,5-4-81 15,-2 0-50-15,4-2-13 16,-5-1-58-16,2 0-130 16</inkml:trace>
  <inkml:trace contextRef="#ctx0" brushRef="#br1" timeOffset="17960.52">8592 8772 332 0,'0'0'42'0,"0"0"23"0,0 0 7 0,0 0-26 15,0 0-4 1,0 0 14-16,-33 13-7 0,28-10-7 16,4-2-10-16,1-1-3 15,0 0-8-15,0 0 9 16,0 0 8-16,0 4-17 16,0-2 1-16,7 2 13 15,11 2 57-15,6 2-41 16,5 0-19-16,2-1 7 15,2 0-8 1,4 0-26-16,0 0 13 16,5 2-17-16,7-1 7 15,8 0 4-15,8-2 15 16,10-2-1-16,10 0-21 16,9 1-1-16,11-1 6 15,11 0-10-15,12-2 0 0,14-2 18 16,9 0-16-16,5 0 4 0,1 0-5 15,6 0 0-15,11 0 11 16,10 0-7-16,7 0-5 16,3 0 0-16,1-2 4 15,-12 2 3-15,1 0-5 16,-5-1-1-16,8 1 14 16,6-1-14-16,-3 1 9 15,-2 0 15-15,-6 0-23 16,0-2 15-16,3 0-9 15,8 0-5-15,6-1 9 16,0 0-1-16,-2 0-4 16,3 0 13-16,1-3-15 0,11 2 15 15,12-3-19-15,1 3-1 16,2-2 15-16,1 2-13 16,3 0 3-16,8-1 2 15,3-1-1-15,-5 2-6 16,3-1 1-16,-3 0 1 15,3-1 7-15,5 0-9 16,-7-2 0-16,3 4 11 16,-4-4-8-16,0 1 8 15,5 0-11-15,-9 1 0 16,3 3 6-16,-8-1-1 0,-1-1-1 16,0 1-1-16,0 1 5 15,-1-1-7-15,-4 1-1 16,-4 0 0-16,2 1 18 15,-1-4-18-15,-4 3 1 16,-5-2 3-16,-4 2-2 16,-8-2 14-16,-5 1-16 15,2-2 3-15,-8 1-3 16,-2 3 2-16,-10-1-2 16,-4 0 9-16,-7 3-3 15,-3-2 1-15,-4-1-7 16,-8 0-2-16,-3 0 2 0,-4 0 0 15,-9 2 0 1,-9-1 6-16,-7 0-6 0,0 2 9 16,-10-2-9-16,-4 1 0 15,-10-3 1-15,-14 0-1 16,-13-1 0-16,-16-2 3 16,-15 3-2-16,-16 0 12 15,-13 1-9-15,-5 3 10 16,-1-2 22-16,0 2-29 15,0 0-4-15,0-1-3 16,0 1 3-16,0 0-6 16,0 0 0-16,0 0-8 15,0-1 8-15,0 1-10 16,-10 0-82-16,-16 0-82 16,-6 0-138-16,-10 0-24 0</inkml:trace>
  <inkml:trace contextRef="#ctx0" brushRef="#br1" timeOffset="19462.5">9487 6148 895 0,'0'0'1'0,"0"0"7"0,0 0 63 0,0 0-36 0,0 0-28 16,-60 119 12-16,48-50 11 15,2 5 60-15,-5 9-55 16,-6 2-11-16,-4 4 24 16,-5 0-27-16,3-7 0 15,-3-6-21 1,3-12 7-16,3-11-3 0,2-7-4 16,2-17 0-16,4-9 0 15,4-10 1-15,2-8 13 16,4-2-3-16,-2-10-5 0,1-21-2 15,-3-5-4-15,2-5 0 16,2 5 0-16,3 7 1 16,1 9 5-16,2 13 18 15,0 3 3-15,0 4 3 16,0 0-30-16,5 0-23 16,16 15 22-16,6 3 1 15,10-1 4-15,6-6-4 16,11 0 0-16,4-5 2 0,3-6-2 15,-3 0-3 1,-7 0 1-16,-6-14-27 0,-11-3-18 16,-5-6 6-16,-8-6 17 15,-5 6 17-15,-7-3 4 16,-6 5 3-16,-3 6 2 16,0 4 13-16,0 6 6 15,0 4 15-15,0 1-7 16,0 1-29-16,-6 17-2 15,0 7 0-15,3 6-1 16,0-1 5-16,3 1-4 16,0-6-1-16,0-4 0 15,3-4-5-15,9-8 6 16,4-4-32-16,2-5-117 16,5-6-57-16,-1-18-64 15,-2-9-324-15</inkml:trace>
  <inkml:trace contextRef="#ctx0" brushRef="#br1" timeOffset="19794.3">9741 6575 484 0,'0'0'290'0,"0"0"-263"0,0 0 120 16,0 0-73-16,-88-12-69 16,85 23 0-16,3 3-5 15,0 1 3-15,0-7-2 16,7 2-1-16,6-6 0 15,1-4 9-15,4 0 0 16,-1 0 9-16,-3-8-7 16,1-8-8-16,-8-3 6 0,-4 1-2 15,-3 0-1-15,0 1 4 16,-6 3-8 0,-5 4-2-16,-3 4 0 15,8 5-4-15,-3 1 0 0,5 5-23 16,4 11-77-16,0 4-79 15,3-3-217-15</inkml:trace>
  <inkml:trace contextRef="#ctx0" brushRef="#br1" timeOffset="20536.93">10039 6410 945 0,'0'0'13'15,"0"0"-11"-15,0 0 13 16,-33 83 36-16,25-24 70 16,5 4-76-16,-2 6-6 15,-1 0 2-15,0-4-14 16,0-5-18-16,1-9-9 16,2-6 2-16,-1-15 9 15,1-9-11-15,3-11 0 16,0-7 2-16,0-3 3 0,0-8 39 15,0-19 70 1,13-11-112-16,1-8 7 0,0 5-9 16,-3-1 0-16,4 8 0 15,-2 5 2-15,-1 9-2 16,-1 9 0-16,-4 7-1 16,1 4-4-16,-2 0-7 15,5 5-11-15,-3 12 21 16,-3 5-2-16,-5-2 4 15,0 0 0-15,-5-1 1 16,-7-4 2-16,-7 1-3 16,-5-4 2-16,0-6 5 15,0 0-6-15,0-5 6 16,5-1-3-16,4 0-3 16,3 0 8-16,5-1-7 0,-1-3-2 15,8 4 6-15,0 0-6 16,0 0-3-16,0 0-13 15,25 0 1-15,7 0 14 16,8 0 1-16,2 4 0 16,7-4 0-16,-4 0 2 15,7 0-1-15,-3 0-1 16,-7-10 4-16,-6-1-1 16,-11-3-3-16,-4 0 0 15,-9-2 7-15,-7-2-5 16,-2 2 2-16,-3 1 2 15,0 3-3-15,-6 3 6 0,-7 7-8 16,-3 2 7 0,-2 2-2-16,2 16-4 0,2 6-1 15,11 0-1-15,3 2 0 16,8-1 10-16,16-6 1 16,4-5-7-16,8-8 8 15,7-5-5-15,9-1 6 16,6-1-8-16,-5-7-2 15,-9 2-3-15,-17 1-16 16,-13 3-113-16,-8 0-32 16,-6 0-53-16,0 0-58 15</inkml:trace>
  <inkml:trace contextRef="#ctx0" brushRef="#br1" timeOffset="21219.65">8513 10159 983 0,'0'0'0'0,"0"0"11"0,0 0 158 0,0 0-97 15,0 0-72-15,0 0-1 16,-33 65 1-16,30-13 26 16,-5-2-22-16,7 0 21 15,-1-2-11-15,1-2-5 16,1-7-9-16,0-7 0 15,0-8-4-15,0-8 3 0,0-7-17 16,0-7-141-16,7-2-99 16,-2-14-49-16</inkml:trace>
  <inkml:trace contextRef="#ctx0" brushRef="#br1" timeOffset="21620.5">8416 10205 720 0,'0'0'34'0,"0"0"116"0,0 0-25 15,0 0-60-15,0 0-34 16,0 0-27-16,107-52 2 16,-41 74 26-16,-2 8-7 15,-6 8 6-15,-13 9-8 16,-12 5-19-16,-17 3 5 16,-13 3-4-16,-3-7 6 15,-12-6 12-15,-21-6 48 0,-1-10-25 16,1-4-4-1,2-10-24-15,14-3-8 16,7-8-10-16,4-3 4 16,6-1 6-16,0-17-2 0,27-23-8 15,13-11-1-15,17-14-27 16,7 5-31-16,-1 1-7 16,-7 17 21-16,-5 9 45 15,-14 17-5-15,-7 5 5 16,-11 11 18-16,-8 5-9 0,-3 20 9 15,-7 7 40 1,-1 8 2-16,0 0-20 0,-4 5-4 16,-7-5-29-16,2-4 7 15,3-7-13-15,2-10-2 16,2-5 0-16,2-6-10 16,0-5-11-16,0-3-175 15,0-18 41-15,3-17-111 16,6-13-124-16,0-12-99 15</inkml:trace>
  <inkml:trace contextRef="#ctx0" brushRef="#br1" timeOffset="21765.48">9115 10181 746 0,'0'0'131'0,"0"0"56"0,0 0-47 0,-7-74-59 0,4 73-46 0,3 1-35 31,0 9-19-31,0 18-24 0,3 6-158 0,6 4-295 16</inkml:trace>
  <inkml:trace contextRef="#ctx0" brushRef="#br1" timeOffset="22746.16">9284 10468 1016 0,'0'0'142'15,"0"0"-111"-15,4-100 85 16,29 72-26-16,1 6-13 15,-1 9-46-15,-13 7 15 0,-2 6-14 16,-8 0-20 0,2 5 1-16,0 16-8 0,3 8-5 15,-6 8 0-15,-3 1 7 16,-5 2-7-16,-1-6 0 16,0-4 0-16,-4-4-4 15,-8-9 4-15,-6-6 0 16,1-6-1-16,-3-5 3 15,-9 0-6-15,-5-5 4 16,3-13-6-16,-1-6-1 16,4 1 6-16,12 7 0 15,7 2-2-15,6 9 6 16,3 5-8-16,0 0 5 16,0 0-22-16,0 1 18 0,10 10-9 15,8 2 13-15,12-4 0 16,0-8 4-16,12-1 3 15,2 0-7-15,4-9 0 16,3-8-6-16,-5-7-8 16,0-8-78-16,-7-4 17 15,-8-8-31-15,-10-7 55 16,-4-4 10-16,-13-6 6 16,-4-6 9-16,0 2-6 15,-1 13 32-15,-11 14 7 16,1 16 10-16,1 10 25 0,5 9 33 15,2 3-38 1,2 0-35-16,-5 21-2 0,3 6-1 16,-3 11 1-16,6 4 0 15,0 2 20-15,0 1 7 16,0-1-2-16,0-3 2 16,0 1-25-16,4-5 10 15,1-3 3-15,2-7-10 16,1 0 4-16,-5-8-8 15,4-6-1-15,1-5 7 16,-4-5-7-16,-1-3 0 16,2 1 0-16,-2 1 4 15,2 0-5-15,0 3 1 16,1 2 0-16,3 0-1 0,0-1 1 16,-2 0 0-16,-1-1-1 15,5-4 4-15,7-1-3 16,0 0 1-16,4-1 1 15,3-12 12-15,1-4-14 16,0-7 0-16,-3-2-1 16,2-1-13-16,-8 0-33 15,-4 2-44-15,-7 4 7 16,-4 1 29-16,-2 3-11 16,0 3 28-16,0 5 17 15,0 5 21-15,-3 1 8 16,-2 3 17-16,1 0 4 15,-5 3 16-15,4 12-30 0,-2 8 42 16,4 3 15 0,1 0-25-16,2 3 42 0,0-3-35 15,0-2-34 1,0-4 10-16,5-5-29 0,-1-5-1 16,2-2 0-1,-3-4-4-15,5-4 4 0,1 0-167 16,-1-7-71-16,0-18-112 15</inkml:trace>
  <inkml:trace contextRef="#ctx0" brushRef="#br1" timeOffset="22958.36">9940 10050 908 0,'0'0'49'0,"0"0"-48"0,0 0-1 0,0 0 0 16,0 0-3-16,0 0 3 15,-13 51-2-15,26-34-39 16,4-9-177-16,-2-2-244 16</inkml:trace>
  <inkml:trace contextRef="#ctx0" brushRef="#br1" timeOffset="23745.33">10170 9987 967 0,'0'0'16'0,"0"0"172"16,0 0-94-16,0 0-94 0,0 0 11 16,10 82 42-16,1-29 78 15,-5-3-78-15,0 6-22 16,-3-3 13-16,-3 0-37 16,0-3 6-16,0-10-13 15,0-9 1-15,0-12 0 16,0-11-1-16,0-4 0 15,0-4 1-15,0 0 0 16,2 0 21-16,3-12-6 16,3-16-11-16,1-11-5 15,0 0-4-15,3-3 0 16,-2 3 3-16,-1 6-11 0,3 8 12 16,0 5-3-16,1 7 3 15,1 5-7-15,1 3 5 16,-5 5-4-16,2 0 3 15,-3 0-10-15,-3 0 13 16,-3 6-10-16,0 4 10 16,-3 0-5-16,0 0 5 15,-3 2 0-15,-12-5 2 16,-1 4-1-16,-4-4 8 16,-1-1-9-16,-1 2 0 15,3-4 4-15,1 0-4 16,1 5 0-16,7 3 0 15,2-2 0-15,4 5-3 0,4-1-3 16,0 4 6 0,15 0 2-16,12-4 0 0,4-2 14 15,6-5 3-15,5-7-13 16,4 0 3-16,4 0-9 16,6 0 0-16,3-11 7 15,0-1-7-15,-4-4 0 16,-11 1-1-16,-14-1 1 15,-14-4 0-15,-10 0 0 16,-6-1 0-16,0 5 0 16,-12 3 1-16,-12 4-1 15,-4 7 1-15,2 2 6 0,-2 0-4 16,3 7-3 0,5 8 0-16,7 5 8 0,8 3-6 15,5 1-2-15,0 0 16 16,8 1-10-16,17-6 14 15,4 0-13-15,2-5-6 16,-1-5 12-16,-2-4-13 16,2-2 0-16,-2-3-1 15,-3 0-1-15,4 0 1 16,-8-10-72-16,3-1-67 16,-7 1-21-16,-3 1 10 15,-2-3-17-15,-5 1-5 16,-2-1-69-16,-1 4-102 0</inkml:trace>
  <inkml:trace contextRef="#ctx0" brushRef="#br1" timeOffset="23970.92">11152 10293 1019 0,'0'0'160'0,"0"0"-30"0,0 0 44 0,0 0-122 16,0 0-24-16,0 0-28 0,30-31-5 15,-14 31-93 1,2-4-309-16</inkml:trace>
  <inkml:trace contextRef="#ctx0" brushRef="#br1" timeOffset="26758.28">13430 4822 444 0,'0'0'1'0,"0"0"0"0,0 0 11 0,0 0-12 15,0 0-1-15,0 0 0 16,0 0-4-16,8 6-16 15,-8 1-25-15,1 0-104 16</inkml:trace>
  <inkml:trace contextRef="#ctx0" brushRef="#br1" timeOffset="27960.66">13430 4822 185 0,'34'12'26'0,"-34"-12"0"16,0 0 2-16,0 0-13 15,0 0-12-15,0 0 4 16,0 0 0-16,0 0-6 15,0 0 11-15,0 0-8 16,0 0-4-16,0 0 6 16,0 0-6-16,0 0 1 15,0 0 0-15,0-3 0 16,0 3 18-16,0-3-7 16,0 3-3-16,0 0-4 15,0 0 1-15,0 0 9 16,0 0 16-16,0 0 3 15,0-2 14-15,0 2-3 16,0-3-16-16,0 2 6 0,0-3-8 16,0 3-1-1,0 1 3-15,0-4-14 0,0 2 5 16,0-2 4-16,0 0 1 16,0-1-2-16,0 0-12 15,0-2 10-15,0 2-9 16,0-3 5-16,0 2 25 15,0-2-13-15,0 2-2 16,0-6 25-16,0 3-28 16,0-1-3-16,0-1 18 15,0 3-8-15,0 0 21 16,0-2-20-16,0 1-15 16,0-1-4-16,0 3-3 0,0 1 23 15,0 2-7-15,0 2-10 16,0 0 19-16,0 2-17 15,0 0 0-15,0 0 2 16,0 0-18-16,0 3-2 16,0 21-9-16,3 14 9 15,6 11 11-15,-4 5 2 16,-2 4-4-16,-2-5 7 16,-1-1 2-16,0-8-12 15,0-10 1-15,0-3-4 16,0-7 7-16,0-10-5 0,0-6 1 15,0-4 7 1,0-4-4-16,0 0 6 0,0 0 14 16,0 0 20-16,0-16 18 15,0-14-35-15,0-11-30 16,-1-12-2-16,-4-8 4 16,2-9-4-16,-1-1 0 15,4 1 0-15,-3 12 0 16,3 15 0-16,0 11 0 15,0 14-2-15,0 9 4 16,0 6-4-16,0 3 1 16,0 0-20-16,0 20 16 15,16 11 2-15,2 7 0 16,2 5 3-16,-1 1 0 0,-3 1 1 16,4-9-1-16,-2-2-1 15,0-12 1-15,-2-6 0 16,-1-7 2-16,3-6-1 15,3-3 0-15,6 0 3 16,4-20-4-16,2-7 6 16,-2-10-2-16,-6-3-4 15,-4-5 0-15,-9-1 2 16,-6 11 1-16,-3 13-3 16,-3 11 0-16,0 7 2 15,0 4-8-15,0 8 4 16,0 23-11-16,-4 14 9 15,-4 4 5-15,4 5-1 0,1-1 0 16,3 2 2 0,0-1-3-16,0-2 1 0,0-4-3 15,12-6-1-15,1-8-11 16,7-7-122-16,5-12-70 16,5-8-30-16,1-7-100 15</inkml:trace>
  <inkml:trace contextRef="#ctx0" brushRef="#br1" timeOffset="28883.07">14204 5025 776 0,'0'0'10'0,"0"0"-1"0,0 0 70 0,0 0-47 15,0 0-3-15,0 0 65 16,66-27-56-16,-45 15-22 15,-5-1 1-15,-8-3-13 16,-4-2 24-16,-4 1-8 16,0-1-6-16,-6 3 13 15,-10 8-15-15,-4 3-5 16,-4 4-5-16,-2 4 4 16,-4 17-2-16,0 8 6 15,3 5-4-15,5 3 18 16,7-1-20-16,6-1 7 15,6-3-11 1,3-4 5-16,0-8-2 0,6-7-3 16,10-6 0-16,7-7 9 0,7 0-8 15,2-10 2-15,4-9-3 16,-1-7 4-16,-1-4-3 16,-4 0-1-16,-5 3 3 15,-10 4-8-15,-5 7 9 16,-8 11-4-16,-2 3 0 15,0 2 2-15,0 7-8 16,-2 20 1-16,-5 6 5 16,4 5 0-16,3-1 3 15,0-2-3-15,18-4 9 16,7-5-7-16,7-4 15 0,2-10-12 16,9-6-3-16,3-6 20 15,11-4-18-15,1-20 2 16,0-10-3-16,-3-8 3 15,-10-8 1-15,-10-8-7 16,-10-11 0-16,-13-12-3 16,-9-10 3-16,-3-2 0 15,-6 11-1-15,-15 16 8 16,-1 25-6-16,-1 23-1 16,3 17 0-16,-2 8 1 15,0 31-1-15,3 18 0 16,10 15 8-16,9 2-7 15,0 2 18-15,9-6-9 0,10-10-2 16,3-4 0-16,1-5-4 16,7-10-4-1,0-10 0-15,4-8 4 0,2-13 0 16,7-9-3-16,3 0 3 16,2-19 7-16,0-11-11 15,-9-5 0-15,-8-5-1 16,-9-4 0-16,-13 6-1 15,-7 6 2-15,-2 9 0 16,0 8 9-16,-14 12-9 16,-5 3 0-16,-2 8 0 15,1 17 1-15,7 5 1 0,7 5 0 16,6-1 1 0,3-1 20-16,19-3-22 0,10-5 4 15,5-5-5-15,9-2 7 16,7-9-11-16,17-4 4 15,18-5-199-15,19-1-131 16</inkml:trace>
  <inkml:trace contextRef="#ctx0" brushRef="#br1" timeOffset="29621.47">20221 4256 735 0,'0'0'0'0,"0"0"111"0,0 0 2 0,0 0-55 0,0 0-56 16,0 0 63-16,-5 108 37 15,-1-57-38-15,1-2-14 0,5-4 5 16,0-3-2-1,0-7-44-15,5-1-1 0,6-7-2 16,-2-9-4 0,-4-5 2-16,2-9-4 0,-5-4 0 15,1 0 8 1,1-12 6-16,-4-17 3 0,0-14-15 16,0-7 0-16,-3-10 3 15,-6-11-5-15,-3-10 1 16,-1-9-4-16,-1 4 3 15,1 3 0 1,4 18 2-16,6 18 1 0,3 20-1 16,0 13-1-16,0 10 1 15,3 4 4-15,13 0-6 16,11 8-6-16,11 15 6 16,3 8-4-16,0 5 3 0,-4 5-7 15,-4 1-9-15,-7 1-132 16,-6-1-92-16,-10-4-151 15</inkml:trace>
  <inkml:trace contextRef="#ctx0" brushRef="#br1" timeOffset="29818.93">20150 4497 828 0,'0'0'52'15,"0"0"-49"-15,0 0 133 16,0 0-113-16,0 0-22 0,80-7-2 15,-19 5-1 1,-1 0 1-16,-3-2-64 0,-6-4-140 16,-10 2-241-16</inkml:trace>
  <inkml:trace contextRef="#ctx0" brushRef="#br1" timeOffset="30648.32">20560 4507 586 0,'0'0'242'0,"0"0"-217"16,0 0 118-16,0 0-75 16,0 0-33-16,0 0-32 15,45-10-3-15,-17-1 6 16,-1-2-5-16,-2-1 5 0,-7 0-6 16,-3-2 0-1,-9 8 7-15,-3 1-3 0,-3 4 22 16,0 1 65-16,0 2-44 15,-3 0-14-15,-12 0-33 16,-4 14-3-16,0 11-3 16,6-1 6-16,12 2-5 15,1 1 4-15,3 1 1 16,24-5 0-16,4-3 0 16,9-5 0-16,8-4-1 15,0-7 1-15,3-4-7 16,-5 0-15-16,2-19-56 15,-6-2 22-15,-10-5-17 16,-2-3 15-16,-11-2 47 16,-8 1 5-16,-11 5 6 0,0 3 24 15,0 10 24-15,0 5 30 16,-6 7 6-16,1 0-60 16,-2 15-20-16,-2 9-2 15,3 7-2-15,3 1 3 16,3-4-1-16,0-2 9 15,0-2-11-15,0-8 1 16,0-6 1-16,0-4-1 16,5-5-1-16,-4-1 6 15,11 0 4-15,0-10 21 16,9-11-30-16,-2-2 4 16,4-1-7-16,-4 2 2 0,-6 2 0 15,-2 7 4-15,-5 5-4 16,-6 5 14-16,0 3 22 15,0 0-32-15,0 9-4 16,0 10-4-16,0 5 4 16,0-2 5-16,3-3-5 15,3-1 3-15,0-2-3 16,3-5 0-16,6-2 13 16,0-7-12-16,10-2 7 15,2 0 10-15,4-6-12 16,-1-10 2-16,0-2-8 0,-5-4 0 15,3 4 5 1,-8 1-5-16,-5 5 0 0,-6 6 4 16,-8 3 9-16,-1 3 46 15,0 0-45-15,0 0-12 16,2 13-4-16,2 6-1 16,2 4 3-16,-1 2-2 15,4-3 5-15,-3-2-3 16,2-1 0-16,1-4 0 15,0 1-9-15,9-2-26 16,3-4-143-16,6-4-68 16,3-6-48-16</inkml:trace>
  <inkml:trace contextRef="#ctx0" brushRef="#br1" timeOffset="31573.34">21928 4598 707 0,'0'0'202'0,"0"0"-181"0,0 0 89 0,0 0-59 16,0 0-47-16,0 0-4 16,41-29 0-16,-25 23 0 15,-9-4 12-15,-1 0-8 16,-3-2-1-16,-3-2 27 15,0 4-2-15,0 0 7 16,-3 3-2-16,-10 3-13 16,-5 4 0-16,-5 0-20 15,-2 8 0-15,0 7 6 16,6 1-4-16,5 4-2 0,5-1 2 16,3-1-1-16,5-4 0 15,1 0-1-15,0-6 0 16,4-3 2-16,11-1-2 15,4-4 1-15,-1 0 4 16,3 0-3-16,1-13-2 16,-2 1 0-16,1-4 0 15,-8 6-3-15,-1 3 3 0,-6 4 0 16,-4 3 0-16,-1 0 0 16,1 0-1-16,1 14-8 15,3 6 9-15,2 2 0 16,3-2 0-16,1-1 0 15,1-2 4-15,-2-7-2 16,7-3 2-16,-2-7-1 16,5 0-2-16,1 0 9 15,1-17-10-15,-1-6 2 16,-3-5-1-16,-2-3 2 16,-1-11-3-16,-5-3 0 15,-5-11-1-15,-2-9-5 16,0-8 6-16,-4-8-4 0,0-2 0 15,0 11-2 1,0 19 5-16,0 23 0 0,-7 19 1 16,6 11 0-16,-8 18 0 15,1 20-6-15,1 16 6 16,1 5 2-16,6 2 8 16,0 1 5-16,6-3-1 15,13-1 9-15,10-4-18 16,4-4-1-16,5-5 2 15,10-6-5-15,6-10 2 16,-5-8-3-16,-1-14 5 16,-6-7 0-16,-8-3-4 15,-4-17 3-15,-2-10-8 16,-9-3 4-16,-8-6-11 0,-7 3-4 16,-4 6-1-16,0 11 16 15,0 11 5-15,-7 8 2 16,-7 0 16-16,0 22-20 15,0 7 8-15,5 5 10 16,9 2 1-16,0 0 16 16,18 0 6-16,6-5-31 15,4-4-6-15,2-7-5 16,1-5-4-16,4-6-15 16,3-9-357-16</inkml:trace>
  <inkml:trace contextRef="#ctx0" brushRef="#br1" timeOffset="33446.61">10137 5759 656 0,'0'0'57'0,"0"0"-3"16,0 0 7-16,0 0-32 16,0 0-10-16,0 0-11 15,0 0 15-15,76-11-7 0,-53 11-3 16,8 0 6 0,1 0-14-16,3 0 9 0,4 0 0 15,6 0-11-15,12 5 32 16,11-1-13-16,10-1-13 31,11 1 5-31,4 0-12 0,10-2 3 16,8 0-5-16,7 0 3 15,6-1-1-15,9-1-2 16,6 3 0-16,12-2 8 0,14-1-6 16,10 0 2-1,8 0-4-15,4 0 1 0,-5 2-1 16,1 1 0-16,-1-1 0 15,2 0 0-15,2-1 2 16,7-1-2-16,-3 0 0 0,-3 0 0 16,-2 0-1-16,-6 0 1 15,3 0 0-15,-1-5-2 16,-4-4 4-16,-5 4-2 16,-7-2 0-16,-5-2 1 15,-3 0-1-15,3-1 0 16,0-5 0-16,5 0 1 15,-1 2-1-15,-2-2 0 16,-2-2-1-16,-10 4 3 16,-4 0 0-16,0 1-2 15,-3-1 0-15,2-1-4 16,2 3 3-16,1-1 1 0,0 1 0 16,-6 4 0-16,-2-2 5 15,1 0-5-15,0 4 0 16,0-2 3-16,3 1-2 15,-3 1 0-15,2 1 6 16,-2 1-6-16,-3 0 13 16,0 2-7-16,3 1 1 15,1 0 8-15,4 0-9 16,4 0-4-16,-1 0 3 16,1 0-4-16,2 0 7 15,-3 1-5-15,1 3-3 16,4 2 7-16,-3-2-4 15,5 1-3-15,2-3-1 0,-4 2 6 16,7 0 1 0,-4-2-7-16,-2 2 0 0,1-2 9 15,-2-1-5-15,1 0-3 16,-4 2-1-16,-2 0 0 16,-1 0 4-16,-3 1-4 15,-2 0 2-15,0-2 2 16,2-2-2-16,-4 3-4 15,0-2 1-15,-3-1 1 16,-3 0 0-16,-1 0 0 16,-4 0 2-16,-8 0-3 15,-3 0 5-15,-3 0-4 0,-6 0 0 16,-10 0 2 0,-11 0-8-16,-7-5 6 0,-12-2 0 15,-5-1-2-15,-15-1 3 16,-14 1-1-16,-11 2 1 15,-8-3 6-15,-5 2-3 16,-6 1 2-16,-3 1-5 16,-2 2 4-16,-1 0-4 15,0 0-1-15,0 1 0 16,0-3-84-16,0-2-210 16</inkml:trace>
  <inkml:trace contextRef="#ctx0" brushRef="#br1" timeOffset="33618.53">25210 5595 824 0,'0'0'56'0,"0"0"62"0,0 0-118 16,0 0-5-16,0 0-90 15,0 0-279-15</inkml:trace>
  <inkml:trace contextRef="#ctx0" brushRef="#br1" timeOffset="35323.48">17886 5074 577 0,'0'0'100'0,"0"0"49"0,0 0-87 0,0 0 16 15,0 0 11 1,0 0-10-16,-23-40-5 16,18 32-44-16,0 1 18 15,2 1 6-15,-1 2-16 16,3-2-8-16,-4 1 6 15,5 2-3-15,0 1-11 0,0 1 2 16,0 1-13-16,0 0 21 16,0 0-14-16,-1 0-10 15,1 0 19-15,0 0-26 16,0 0 2-16,0 0-3 16,0 0 3-16,0 0-8 15,-2 1 3-15,-1 11 1 16,-3 8-6-16,3 3 7 15,-4 7 0-15,0 3 5 16,0 4-3 0,3 3 7-16,-1 1-3 0,2 0-5 15,2 2 20-15,1 4-19 16,0 2 2-16,0 3 19 0,0 5-7 16,3 7 4-16,3 4-9 15,1 10-7-15,1 5 24 16,1 7-20-16,-3 5 8 15,1 1-5-15,-1 4-9 16,0 1 12-16,-3 3-14 16,-3 2 5-16,0 2 14 15,0-2-14-15,0 6-2 0,0 8 7 16,0 5-7-16,0 4 12 16,0 1-15-16,0-3 3 15,0-1 7-15,1-4-8 16,3-2-2-16,0 4 5 15,1 2-2-15,-1 6 7 16,1 5-10-16,2-5 0 16,-3-2 10-16,1-4-6 15,-4 2-4-15,1-3 5 16,-1 8-1-16,-1 1 12 16,0 4-10-16,0 0-6 15,0-1 11-15,0-4-10 16,0 1-1-16,0-2 3 0,-3 0 3 15,-1 7 2 1,2 5-8-16,-1-2 0 0,2 2 8 16,1-3-8-16,0-3 0 15,0-5 3-15,0-4 0 16,0 5 4-16,0 1-7 16,0 2 0-16,0-2 8 15,0-7-5-15,0-6-3 16,0-6 1-16,0-5 4 15,0-4 0-15,0 0-5 16,0 2 0-16,0-3 6 16,-7-4-5-16,1-7-1 15,0-5 1-15,0-11 2 16,1-6 3-16,2-7-6 0,-1-12 0 16,2-10-1-1,-1-10 1-15,3-11 0 0,0-9-1 16,0-5 4-16,-1-9-2 15,1 0-1-15,0 0 0 16,0 0 4-16,0 0-4 16,0-14 0-16,0-2 0 15,0-3-26-15,0-1-66 16,0 0-55-16,0-3-123 16,6 1-205-16</inkml:trace>
  <inkml:trace contextRef="#ctx0" brushRef="#br1" timeOffset="37244.18">24208 4038 768 0,'0'0'8'0,"0"0"96"0,0 0-28 0,0 0 11 16,0 0 5-16,0 0-25 15,-18-32-23-15,18 32-7 16,0 0-5-16,0 0 7 16,0 0-19-16,0 0-9 15,0 0 6-15,0 8-17 16,-1 6 1-16,-2 6 22 15,3 5 29-15,-5 4-15 16,2 3-17-16,3 1-13 16,-3 5 19-16,0 3-13 15,-2 6-8-15,4 5 8 16,-4 4-6-16,0 6 26 16,3 4-17-16,-1 7-12 0,0 7 16 15,3 9-13-15,0 4 1 16,0 7 10-16,0 0-15 15,0 8 16-15,0 0-12 16,3-2-3-16,5 6 12 16,0 0-12-16,-2 7-1 0,2 5 2 15,-3 3-1 1,2 6 10-16,-3-2-14 16,-4-2 2-16,3 3 14 0,-3-3-15 15,0-2 2-15,0 6 3 16,0 1-2-16,-3 4 4 15,-4 1-8-15,-2-5 0 16,3-3 8-16,-2 2-7 16,2-6 1-16,-1 1 4 15,1 7-6-15,2-3 7 16,-2 4-7-16,4-4 0 16,2-5 3-16,0-3-3 15,0-4 0-15,0-4-1 16,6 1 4-16,3 0-4 15,4-1 1-15,-2-2 0 0,0-4 2 16,0-7-2-16,-2-4 1 16,0-4-4-16,0-5 6 15,-1-5-3-15,-4-5 0 16,1 1 0-16,-2 0 0 16,0-2 0-16,-2 3 0 15,-1 1-1-15,3-3 2 16,0-1 2-16,-2 0-3 15,1-1 0-15,2 0 4 16,1 1-2-16,1-2-2 16,3-5 6-16,0 9-6 15,6-3 9-15,0 2-9 0,3 5 0 16,6-2 12-16,-4-2-12 16,3-2 0-16,1-5 4 15,-1-2 0-15,4-3-1 16,-1 2-3-16,-2-12 0 15,0-2 7-15,-4-8-7 16,-2-8 0-16,-3-3-2 16,0-5 4-16,-3-7-2 15,-4-2 0-15,1-8 0 16,-5-3-4-16,-3-6 4 16,-1-4-5-16,0-3 3 15,0 0-60-15,0 0-75 0,-1 0-125 16,-20-7-150-16,-13-3-440 15</inkml:trace>
  <inkml:trace contextRef="#ctx0" brushRef="#br1" timeOffset="39322.75">8677 11589 354 0,'0'0'205'0,"0"0"-125"0,0 0-7 16,0 0 9-16,0 0-48 0,0 0-19 16,0 0-1-1,0 0-6-15,0 0 2 0,0 1-9 16,0 2 7-16,9 0 23 16,11-2 32-16,6 1 4 15,5-2-5-15,5 0-39 16,3 0 9-16,4-4-5 15,3-2-9-15,2 0-5 16,4-1-13 0,5 2 13-16,7 1-13 15,8 1 1-15,13 0 2 0,3-1-2 16,6 0-1-16,1 2 0 16,4-3-1-16,-1 0-2 15,1 1 3-15,-8 0 0 16,-6-3-2-16,-2 2 3 0,-2 0-1 15,0-3 0-15,7-1 0 16,6 0 2-16,8 0-2 16,6-1 1-16,13 0-2 15,3 0-1-15,7-2 2 16,6 3-3-16,2-1 7 16,1-2-4-16,9 4 0 15,2 4 0-15,8-2 2 0,6 3-2 16,-1 3-3-16,1 0 1 15,-2 0 2-15,-5 0 2 16,5 0-2-16,1 5 0 16,5 0 1-16,2 2-1 15,-1 1-1-15,-1-5 0 16,-7 4 1-16,0-3 0 16,4 4 0-16,-1-3 0 15,8-1 1-15,-5 0-1 16,-4 2 0-16,-3-2-1 15,-5-3 1-15,-3 5 0 16,1-3 0-16,1-1 1 16,2 1 4-16,-3-2-5 15,-2 2 0-15,-2-3 1 0,-8 2 4 16,-2-1 0-16,2-1-5 16,-5 0 1-16,3 0 3 15,1 0 1-15,-1 0-5 16,-4-1 5-16,-2-5-4 15,-1 2 15-15,-6 0-12 16,4-3-2-16,5 0 11 16,-3-2-10-16,9-1-1 15,-1-3-2-15,-2 3 7 16,0-2-5-16,-5 0-1 16,-5 0 0-16,1-1 12 15,3-2-11-15,-1-3 6 16,6 0-8-16,-2 0 6 15,1-4-2-15,-1 1-4 0,0 0 0 16,-6-2 8-16,-2 0-6 16,0-1-2-16,1 2 6 15,-1-1-2-15,5-4 6 16,-5 1-6-16,-1 0-2 16,1-1 11-16,-2 4-2 15,-6 0-1-15,-2 3 4 16,8-1-12-16,-3 2 18 15,7-2-20-15,4 1 4 16,1 2-2-16,-1 0-1 16,3-1-1-16,-2 3 5 0,0 1-3 15,4 0 10 1,1-1-5-16,1 1-6 0,3 2 16 16,4 0-15-1,-1 1-2-15,1 2 5 0,-5 3 0 16,2-2 4-16,-3 2-9 15,4-1 0-15,5-4 5 16,2 3-5-16,-3 1 0 16,0-2-1-16,2 2 5 15,-7 0 2-15,2-2-6 16,-1 0 1-16,-6-1 7 16,2 1-7-16,-2 2-2 15,-6-2 1-15,-1 5 0 16,-5-2 5-16,-5-1-5 0,-7 1 0 15,-3 0 3-15,-5-2-2 16,-4 1-1 0,-5 0 0-16,-8 2-1 0,-6-5-1 15,-8 3 2-15,-2-2 0 16,-10 3-3-16,-9-1 4 16,-5-1-1-16,-7 1 1 15,-8-2 6-15,-3 1-2 16,-6 1-5-16,-8-2 0 15,-1 2 0-15,-6 2 0 16,-6-1 0-16,0 1 0 16,-5 3 5-16,-1 1-11 15,0 1 4-15,0 1-80 0,0 0-75 16,0 0-81 0,-4 1-127-16</inkml:trace>
  <inkml:trace contextRef="#ctx0" brushRef="#br2" timeOffset="43284.93">26011 11414 736 0,'0'0'55'0,"0"0"16"0,0 0 107 0,0 0-54 0,0 0-46 16,0 0-28-16,11-24-15 15,-11 24 11-15,0 18-18 16,-3 15-11-16,-9 13 97 16,2 11-63-16,2 4-13 15,2 1-11 1,5-1-11-16,1-6-11 0,0-7-5 16,0-8 0-1,9-5-5 1,1-8 5-16,3-7-14 0,1-7-57 15,4-7-99-15,5-6-30 16,2-2-101 0,-1-23-250-16</inkml:trace>
  <inkml:trace contextRef="#ctx0" brushRef="#br2" timeOffset="43995.25">26422 11564 371 0,'0'0'712'15,"0"0"-712"-15,0 0 0 16,0 0 3-16,-27 79 35 16,21-43-3-16,1 0 15 15,2-3 9-15,2-1-20 16,1-5-20-16,0-5-6 0,0-4 0 16,14-5-12-16,5-4 0 15,5-6 8-15,6-3-5 16,3 0 2-16,1-8-3 15,-6-9-2 17,-5 1 3-32,-6-4-2 15,-8-1-1-15,-7-5 14 16,-2-5-12-16,0-1 7 16,-15 0 8-16,-8 5 31 0,1 0-21 15,0 1-13-15,2 5-7 0,4 4 9 16,4 3-7-16,6 7 13 0,4 3-13 15,2-1-9-15,0 3 11 16,0-3-12-16,10-5-5 0,13 0 4 16,6 3-7-16,3-2 7 15,3 2 1-15,4 0-3 16,7 0 2-16,0 3 1 16,2 2 0-16,-2 2-2 15,-13 0 2-15,-8 6 0 16,-12 8-6-16,-6 4-4 15,-7 5 10-15,0 5 0 16,0 1 2-16,-9 1 0 16,0-1 3-16,3-4 1 15,4 0-6-15,2-2 2 0,0-3 0 16,11-2 0-16,11-4-2 16,6-5 11-16,5-6-8 15,5-3 4-15,5 0-6 16,-1 0 2-16,-2-12 4 15,-6-7-7-15,-5 0 0 16,-10-3 10-16,-8-4-1 16,-10-4 12-16,-1-6 1 15,-7 2-12-15,-17-5 9 16,-8 7-4-16,0 4-13 16,-3 3 4-16,1 4-6 15,-1 7 0-15,1-1-8 16,3 6-108-16,-1 3-232 15</inkml:trace>
  <inkml:trace contextRef="#ctx0" brushRef="#br2" timeOffset="47057.12">25536 6241 762 0,'0'0'61'0,"0"0"-54"0,0 0 35 0,0 0-18 0,0 0-3 16,0 0 40-16,-42 76-2 15,20-51-9-15,-5 5-9 16,-6 1 14-16,-8 2-22 15,-2 3 15-15,-3 1-29 16,0-2 5-16,6-1-15 16,4-3 5-16,7-5-2 15,7-7 2-15,11-3-3 16,11-6-10-16,0-4 1 16,0-2-2-16,16-3 1 15,13-1 3-15,7 0 10 0,3 0-4 16,3-5 0-16,2-3-10 15,0-3 2-15,2 3-1 16,-6-3-1-16,-4 4-4 16,-5-3-57-16,-2 0-118 15,-12-2-60-15,-8-2-74 16</inkml:trace>
  <inkml:trace contextRef="#ctx0" brushRef="#br2" timeOffset="47360.37">25397 6336 843 0,'0'0'75'16,"0"0"-52"-16,0 0 28 15,0 0-48-15,0 0 51 16,21 80 23-16,-12-40 4 15,-5 3-4-15,2 5-22 16,-6 8-23-16,0 2-18 16,0 4-14-16,0 1 0 15,-6-7-1-15,5-6-1 16,1-10 1-16,0-5-2 16,0-11-33-1,6-5-102-15,6-9-67 0,2-10-116 16</inkml:trace>
  <inkml:trace contextRef="#ctx0" brushRef="#br2" timeOffset="47758.28">25848 6506 919 0,'0'0'11'16,"0"0"8"-16,0 0 31 16,0 0-33-16,0 0 34 15,-44 88 11-15,29-55 1 16,3 0 16-16,5-1-21 16,2-2-24-16,5-2-24 15,0 0 7-15,5-4-10 16,14-7 13-16,13-2 15 15,6-8-3-15,10-7 1 16,9 0 1-16,1-7-13 16,-3-14-1-16,-8-4 10 15,-15-4-2-15,-3-9-8 0,-16-3 19 16,-12-5-12 0,-1 1-23-16,-14 3 3 0,-18 6-7 15,-7 11-8-15,-10 7-12 16,-5 16-105-16,1 2-90 15,-2 9-98-15,-2 13-369 16</inkml:trace>
  <inkml:trace contextRef="#ctx0" brushRef="#br2" timeOffset="50320.56">25296 9321 579 0,'0'0'180'0,"0"0"-172"0,0 0 79 0,0 0 19 0,0 0-49 16,0 0-20-16,-23 0 17 15,10 8 9-15,-2 1-6 16,-6 6 5-16,-3 4 12 15,-3 8-15 1,-3 6 6-16,1 7-26 0,0 6-1 16,-1 4 1-16,3 1-16 15,5 4 7 1,6-7-13-16,8 2-4 16,8-10 0-16,0-7-13 15,8 0 1-15,16-8 3 0,5-7-3 16,13-2 1-16,1-13 1 15,5-3-1-15,0 0 2 0,-6-10-3 16,-7-6-1 0,-11-1 7-16,-7-5-6 0,-7-2 4 15,-7 4 1-15,-3-4 5 16,0 4 17-16,-18 2-21 16,-6 6-1-16,-7 4-6 15,-3 8-3-15,-1 0 2 16,2 4 1-16,1 12-6 15,5 5 6-15,8 3-10 16,6 3-7-16,10 0-18 16,3 2-57-16,11-1-66 15,19-2-34-15,12-8-39 16,7-6-63-16,3-11-359 0</inkml:trace>
  <inkml:trace contextRef="#ctx0" brushRef="#br2" timeOffset="50744.49">26088 9593 1155 0,'0'0'11'0,"0"0"92"0,0 0 20 0,0 0-24 0,0 0-41 16,0 0-31-16,-48-29-2 15,18 47-5-15,-4 5 10 0,1 4 23 16,5 5-25 0,4 1-16-16,3-1 10 15,7 4-10-15,6-7-2 0,8-2-9 16,0-3 3 0,11-1-8-16,12-5 8 0,12-5-4 15,9-11 7 1,9-2-7-16,6 0 4 15,-4-15-3-15,-4-5 2 0,-12-3 1 16,-10-6-3-16,-8 0 6 16,-12-7 15-16,-9 0 2 15,0-1-2-15,-15 3-17 16,-12 2-3-16,-6 9-2 16,-8 10 0-16,-6 9-9 0,-5 4-29 15,1 8-69-15,5 18-123 16,0 2-163-16,-3-1-495 15</inkml:trace>
  <inkml:trace contextRef="#ctx0" brushRef="#br2" timeOffset="67709.35">14065 12327 198 0,'0'0'11'0,"0"0"-11"0,0 0 30 16,0 0-5-16,0 0-1 15,0 0 0-15,0 0-7 16,2 0 8-16,-2 0-8 0,0 0-12 15,0 0-5 1,0 0 0-16,1 0-11 0,-1 0 0 16,0 0-2-16,0 0 13 15,0-2-1-15,0 2 1 16,0 0 0-16,0-3 7 16,0 3 14-16,0-2 21 15,0 2-3-15,0 0-11 16,0-1 10-16,0 1-10 15,0 0-6-15,0 0-7 16,0 0 4-16,0 0 9 16,0 0 0-16,0 0-12 15,0 0 3-15,0 0-10 16,0 0 5-16,0 0-1 16,0 0 0-16,0 0 5 0,0 0 5 15,0 0 0-15,0 0 7 16,0 0-12-16,0 0 0 15,0 0-4-15,0 0-2 16,0 0-3-16,0 0-3 16,0 0 2-16,0 0-4 15,0 0-2-15,0 0-2 16,0 0-1-16,0 0 1 16,0 0 6-16,0 1-2 15,0-1 1-15,0 2-3 0,0-2-1 16,0 3 5-1,0-3-3-15,0 0 3 0,0 0 9 16,0 0-4-16,0 0 3 16,0 0 8-16,0 0 9 15,0 0 15-15,0 0 2 16,0 0 0-16,0 0 26 16,0 0-23-16,0-3 5 15,-3-7-13-15,-7-6-36 16,3-3 10-16,-2-5-5 15,3-2 2-15,0-2 10 16,3 4-10-16,1 2 6 16,1 6 1-16,1 3-13 15,0 4 5-15,0 6-5 16,0 3-1-16,0 0-3 0,0 0-4 16,0 0-8-1,0 10-6-15,6 7 14 0,10-1 4 16,5 1-4-16,2-2 0 15,8-3 4-15,9-2-2 16,5-5 0-16,10-5 3 16,0 0-5-16,-4 0 0 15,-3 0-2-15,-14-4 2 16,-9-3-2-16,-8 0 2 16,-7-2 0-16,-2-3 8 15,-5-1-2-15,-2-2 1 16,-1 7-5-16,0-1 4 0,0 4 29 15,0 4 3-15,0 1-7 16,0 0-31-16,0 17-4 16,-3 20-2-16,-10 13 6 15,-8 15 3-15,0 6 14 16,3 4-8-16,0 2-1 16,3 1 4-16,0-2-9 15,5-5 4-15,-2-6-3 16,3-13-4-16,0-10 3 15,3-14-3-15,0-9 0 16,5-11 0-16,-1-4 1 16,2-4-4-16,0 0-6 15,0-4-61-15,0-17-52 16,2-9-123-16,8-6 0 16,-1-1-54-16,-4 0-324 0</inkml:trace>
  <inkml:trace contextRef="#ctx0" brushRef="#br2" timeOffset="67896.95">14206 12622 901 0,'0'0'93'0,"0"0"31"0,0 0 54 0,0 0-104 16,0 0-47-16,0 0-6 15,0 0-17-15,12-10-3 16,25 5 7-16,8-5-8 15,4 3 0-15,2-3-109 0,-5 0-134 16,0-4-111-16</inkml:trace>
  <inkml:trace contextRef="#ctx0" brushRef="#br2" timeOffset="68382.75">15007 12403 960 0,'0'0'89'0,"0"0"-69"15,0 0 119-15,0 0-66 16,0 0-39-16,0 0 0 0,16-39 54 16,-16 39 0-1,0 0-21-15,0 0-14 0,-7 0-18 16,-14 0-22-16,-4 4-7 15,-4 7-3-15,6 5 8 16,3 0-5-16,5-1-5 16,5 5 8-16,2 2-9 15,5 0 2-15,3 0-1 16,0 3 2-16,11 2-4 16,9 3 1-16,5-1 0 15,0 2 2-15,2 1-2 16,-2-2-3-16,-3-3 3 15,-7-2 0-15,-4-9 1 16,-7-4-1-16,-2-5 0 16,-2-2 5-16,0 1-4 0,-17-2 3 15,-9 5 26-15,-7-3-16 16,0-5-5-16,0-1-9 16,5 0 1-16,2 0-4 15,5-16 2-15,8-2-45 16,9-13-76-16,4-10-64 15,13-5-73-15,16-5-173 16</inkml:trace>
  <inkml:trace contextRef="#ctx0" brushRef="#br2" timeOffset="68720.67">15223 12354 1460 0,'0'0'26'16,"0"0"213"-16,0 0-153 0,0 0-33 0,0 0-36 16,0 0-14-16,108-39 11 15,-60 33-13-15,-7 0 5 16,-3 0-6-16,-4 2 4 16,-4 1-1-16,-7 0-2 15,-4-1 2-15,-5 0 7 0,-3 2 2 16,-3-2-1-1,0 2-5-15,0-1-2 16,-2 0 2-16,0 0-6 16,-2-1 0-16,3 3-3 15,-5-3-4-15,1 4-28 16,-1 0-65-16,-1-3-136 0,-1-1-198 16</inkml:trace>
  <inkml:trace contextRef="#ctx0" brushRef="#br2" timeOffset="70417.55">20857 12133 370 0,'0'0'314'0,"0"0"-294"16,0 0-2-16,0 0 38 16,0 0 29-16,0 0-18 15,49 0-7-15,-44 0-35 16,-5 0 38-16,0 0-12 16,0 0-1-16,0 4 32 15,-17 6 16-15,-8 4-3 16,-11-3-35-16,0 0-34 15,4-3 2-15,2-5 2 16,4-3-15 0,5 0 17-16,4 0-21 0,4-15 8 15,3-9-6-15,10-9-12 0,0-5-1 16,23 3-6-16,8 5 0 16,0 9 4-16,-1 9-2 15,-2 8 1-15,1 4 2 0,2 2-5 16,2 21 5-1,-2 11 1-15,-6 12 0 0,-5 7 5 16,-14 6-5-16,-6 3 3 16,-10 2 4-16,-18-6-7 15,-9-7 10-15,0-7-9 16,0-7 4-16,1-9 10 16,1-11-6-16,12-3 1 15,9-8 0-15,8-6-5 16,6 0 5-16,0-9-7 15,0-18-3-15,2-9 0 16,16-7-7-16,2 4-4 16,0 12 6-16,-2 11-2 15,-5 10 6-15,4 6-3 16,2 0 1-16,8 12 3 16,6 5 0-16,1 3 2 0,5-2-3 15,1-1 3-15,-1-3-3 16,1-2 1-16,-7-5-7 15,3-4-51-15,-2-3-117 16,3 0-27-16,2-8-25 16,0-13-113-16</inkml:trace>
  <inkml:trace contextRef="#ctx0" brushRef="#br2" timeOffset="70793.53">21577 12140 430 0,'0'0'609'0,"0"0"-605"0,0 0 151 0,0 0-11 0,0 0-64 16,-98-25-51-16,74 43 19 15,-1 1-7-15,2 1 8 16,7-1 7-16,4 0-20 16,9-2-23-16,3 0-5 15,0 4 2-15,3 1-8 16,19 0-1-16,7 3 4 15,7 0-5-15,1 1 0 32,2 0 1-17,-4-4 1-15,-5 1-1 0,-6-5-1 0,-7-1 1 0,-10-6-2 16,-4-1 1-16,-3-3 0 16,0-1 6-16,-18-3-1 0,-10 1 10 15,-7-2-15 1,4-2-1-16,4 0 1 0,6-2-34 15,6-16-88-15,4-9-72 16,5-12-17-16,6-12-188 16,0-5-322-16</inkml:trace>
  <inkml:trace contextRef="#ctx0" brushRef="#br2" timeOffset="70968">21807 12056 1358 0,'0'0'34'0,"0"0"117"0,0 0-16 16,121-59-107-16,-66 49-28 16,-7 3-6-16,-3-1-10 15,-12 0-247-15,-10-9-404 16</inkml:trace>
  <inkml:trace contextRef="#ctx0" brushRef="#br3" timeOffset="106569.38">26186 6967 268 0,'0'0'211'0,"0"0"-189"0,0 0-22 0,0 0 37 0,0 0-9 0,0 0-23 16,3 0-5-16,-3 0 0 16,0 0 0-16,0 0 0 15,0 0 0-15,0 0 1 16,0 0-1-16,0 0 5 15,0 0-5-15,0 0 0 16,0-2 10-16,0 2-7 16,0 0 0-16,0 0 6 15,0 0-7-15,0 0 5 16,0-2-1-16,0 2-4 16,0-2 5-16,0 2-5 15,0 0 3-15,0 0-2 0,0 0 0 16,0 0 4-16,0 0-4 15,0 0-3-15,0 0 6 16,0 0-5-16,0 0-1 16,0 0 1-16,0 0 2 15,0 0-3 1,0 0 0-16,0 0 0 0,0 0 1 16,0 0-1-16,0 0 0 15,0 0 3-15,0 0-1 16,0 0-2-16,0 0 0 15,0 0 0-15,0 0 0 16,0 0 0-16,0 0 0 0,0 0 4 16,0 0-3-1,0 0 2-15,0 0 1 16,0 0 0-16,0 0 5 16,0 0-4-16,0 0 2 15,0 0 2-15,0 0-6 0,0 0 9 16,0 0-8-16,0-2-4 15,0 2 7-15,0 0-7 16,0 0 1-16,0 0-3 16,0 0 3-16,0 0-1 15,0 0 0-15,0 0-5 16,0 0-83-16,0 0-323 0</inkml:trace>
  <inkml:trace contextRef="#ctx0" brushRef="#br3" timeOffset="112416.22">14711 4396 306 0,'-143'52'4'0,"-7"1"-8"0</inkml:trace>
  <inkml:trace contextRef="#ctx0" brushRef="#br3" timeOffset="114180.14">14218 6897 425 0,'0'0'45'0,"0"0"-19"0,0 0 67 0,0 0-28 0,0 0-14 0,0 0 25 15,-17 12-22-15,13-11 29 16,-2-1-36-16,-2 0 11 0,-2 0-10 16,1 0-1-1,1 0-2-15,0-3 1 0,2-7-5 16,0 1 14-16,4-4-24 15,1-3-16-15,1-1 2 16,0 0-16-16,1 2 2 16,8 2 4-16,3 2-5 15,3-1 2-15,4 4 0 16,-2 2-2-16,7 6-2 16,1 0 0-16,5 3 0 15,0 16 2-15,1 9-2 16,0 9 5-16,-8 8-4 15,-8 12 3-15,-8 8-1 16,-7 5-2-16,0 2 1 16,-18-6-2-16,-10-7 1 0,-8-2 7 15,-4-7-7-15,-2-2 2 16,-1-5-1-16,1-9 1 16,5-4 6-16,2-8-9 15,9-7 0-15,5-5 3 16,7-8-3-16,7-2 7 15,-2-4 6-15,3-17-8 16,3-7-5-16,3-3-4 16,0 2 0-16,3 4 1 15,10 9 1-15,1 3-4 16,2 7 5-16,1 4 1 16,8 2-1-16,3 0-2 0,5 8 3 15,1 3 2 1,4 2-1-16,3-1-1 0,1 1 2 15,-1-3-2-15,-4-2 0 16,-3-1-2-16,-8-3-5 16,-1-4-59-16,2 0-142 15,1 0-69-15,0-13-266 16</inkml:trace>
  <inkml:trace contextRef="#ctx0" brushRef="#br3" timeOffset="115778.08">15204 7172 483 0,'0'0'31'0,"0"0"58"0,0 0 55 16,0 0-5-16,0 0-33 16,0 0 28-16,-29 5-49 15,10-14-24-15,-1-3 5 0,1-8 10 16,0-5-11-1,1-1-21-15,0-8-24 0,3-1 15 16,2 0-22-16,7-2-3 16,4 4 2-16,2 2-10 15,0 4 6 1,9 1-6-16,8 2-2 0,2 5 0 16,5-1-5-16,4 6 4 15,1 6 0-15,2 0 1 16,0 8-5-16,-1 0 5 15,-1 0-3-15,-3 0 2 16,-2 9 0-16,-3 4 0 16,-5 1 0-16,-3 2-8 15,-4 0 9-15,-4 0-4 16,-2 1 4-16,-3 1-2 0,0 1 2 16,-1 1 0-16,-15 1-2 15,-8 1 2-15,-2 2 6 16,-5-1-6-16,-2 1 1 15,8-2 4-15,-1 1-4 16,6 4 4-16,1-5-3 16,3 2 0-16,3 1 6 15,2-2-6-15,7 2-2 16,-1-2 7-16,5 1-4 16,0 0-2-16,0-3 1 0,8 1 1 15,10-2 3-15,3-2-6 16,6-3 3-16,10-1-1 15,0-2 2-15,0-7 5 16,-1-1-9-16,-4-4 3 16,-6 0 0-16,-2-7 2 15,-4-7-1-15,-2-4 20 16,-8-6 17-16,0-4-2 16,-8-8-1-16,-2-3-11 15,0-2-6-15,-2 5-18 16,-12 2 1-16,-2 6-4 15,-7 8-3-15,-9 6-11 16,-8 9-61-16,-11 5-140 0,-4 0-324 16</inkml:trace>
  <inkml:trace contextRef="#ctx0" brushRef="#br3" timeOffset="118242.32">20427 6792 531 0,'0'0'45'0,"0"0"-2"0,0 0 6 0,0 0-38 15,0 0-8-15,0 0 0 16,0 0 1-16,0-4 6 15,0 4-5-15,0 0 1 16,0 0 0-16,2-2 5 16,-2 2-4-16,0-2 4 15,0 0-11-15,0 0 1 16,0 0 8-16,0-2 3 16,0 2 7-16,0-3 3 15,0 2-7-15,0 0 4 16,0-2 13-16,0 2-13 15,0-3 5-15,0 0-14 16,0-1-2-16,0 0-3 0,0 1-1 16,1 2 23-16,-1 0 7 15,2-2-6-15,-2 2-12 16,0 1 1-16,0-2 18 16,0 2-10-16,0 1-2 15,0-2 12-15,0 2-17 16,0 2 3-16,0-3-9 15,0 3 2-15,0 0 1 16,0 0-4-16,0 0 0 16,0 0-5-16,0 0 2 15,0 0 1-15,0 0-5 16,0 0 1-16,0 0 7 0,0 0-5 16,0-3-3-16,0 1 3 15,0-1 3-15,0-3 1 16,0 0-5-16,0-1-4 15,0 0 9-15,0-1-6 16,0 3 1-16,0-1 4 16,0 3-1-16,0 0 7 15,0 2-11-15,0 1 3 16,0 0 6-16,0 0-7 16,0 0 0-16,0 0 3 15,0 0-3-15,0 0-1 16,0 0-6-16,0 2-6 15,0 14 6-15,0 6 1 0,0 8 13 16,0 6 3 0,5 6-5-16,-5 7 8 0,4 5-7 15,-4-2-6-15,0 6 1 16,0-2-7-16,0-3-1 16,0-6 4-16,0-10-4 15,0-7 0-15,0-5 0 16,1-5 1-16,2-7 3 15,-1-4-4-15,-2-7 0 16,0-2-1-16,0 0 3 16,0 0-2-16,1 0 4 15,-1 0-2-15,0 0 5 0,0 0-7 16,0-2-16-16,3-13-69 16,0-2-61-16,2-3-8 15,3 0-49-15,1-3-88 16,2-1-394-16</inkml:trace>
  <inkml:trace contextRef="#ctx0" brushRef="#br3" timeOffset="119090.73">21177 6728 561 0,'0'0'48'0,"0"0"-22"0,0 0 64 0,0 0-37 16,0 0-12-16,0 0 9 16,-52 3 14-16,45-3 11 15,-2 0-17-15,0 0 1 16,2-6 38-16,-1-4-43 16,1 0-31-16,1-1-1 0,1 1-9 15,1 4 36-15,4-2-8 16,0 1-30-16,0 3 1 15,0-1-4-15,0-2-1 16,10 1-6-16,7 0 1 16,-4 2 4-16,5 2-6 15,-3 2-2-15,1 0 2 16,6 10 0-16,0 7 1 16,1 3-1-16,-3 4 2 15,1 3 0 1,-5 5 1-16,-4 1-3 15,-7 0 6 1,-5 1-3-16,0-1 8 16,-5 3-6-16,-20 1 4 0,-5 2 14 15,-6 1-11-15,-4-2 1 0,1-4 11 0,0-4-11 16,7-5 0-16,2-4-7 16,5-4-6-16,9-9 9 15,10-1-5-15,3-6-2 16,3-1 6-16,0 0 2 15,0 0 6-15,0-9-5 16,8-8-5-16,8-7-6 16,4 0 0-16,2 7-2 15,-4 3 1-15,-6 5-2 0,-5 9 2 16,-1 0-6 0,5 5-3-16,4 13 10 0,4 4 0 15,1 1 2-15,2 1-1 16,3-2 0-16,0-3 3 15,1-2-4-15,2-3 2 16,2-4 2-16,1-3-3 16,2-5 1-16,1-2 5 15,1 0-4-15,-7-6-1 16,-7-7-2-16,-6-2-4 16,-3-7-35-16,-2 0-188 15,-7-2-162-15</inkml:trace>
  <inkml:trace contextRef="#ctx0" brushRef="#br3" timeOffset="141964.07">14600 9866 599 0,'0'0'77'0,"0"0"-41"0,0 0 35 0,0 0 36 16,0 0-21-16,0 0-30 16,0 0 0-16,12-74 7 15,-5 61-13-15,1 2 1 16,-4 0-13-16,1 5-1 0,-4 1 20 16,1 4-1-16,-2 1-29 15,0 0-1-15,0 0-3 16,0 0-2-16,0 0-21 15,-3 23 4-15,-14 9-4 16,-7 12 3-16,-7 2 1 16,-4 5 6-16,1-3-8 15,1-6 9-15,6-2-8 16,7-10 1-16,5-5-7 16,4-7 4-16,7-6-1 15,1-9 0-15,3 0-2 16,0-3 2-16,0 0 0 15,0 0 1-15,1 0 0 0,16-5 2 16,2-1-3-16,5 1 0 16,1 5-3-16,-2 0 3 15,-1 0-5-15,5 0 5 16,0 5-4-16,3 0 7 16,-2-4-3-16,-1 1 0 15,-6-2 0-15,-2 0-3 16,-4 0 3-16,-6 0-13 15,3-2 5-15,1-9-15 16,1-3 8-16,-1-3 3 16,-1-5 3-16,-1-8 8 15,0-2-4-15,-1 1 5 16,-3 6 0-16,-2 7 1 0,-2 12-1 16,-2 6 5-16,-1 0 6 15,0 11-7-15,0 19 6 16,0 14-10-16,0 10 38 15,-7 7-20-15,-6-1 17 16,0 0-24-16,1 1-7 16,2-7-4-16,1-5 0 15,0-8-2-15,4-11 1 16,2-11-74-16,3-7-148 16,0-12-108-16,0-4-334 15</inkml:trace>
  <inkml:trace contextRef="#ctx0" brushRef="#br3" timeOffset="143157.54">15347 10036 54 0,'0'0'0'15,"0"0"-28"-15,0 0 27 0,0 0 0 16,0 0 1-16,0 0 1 0,0 51 11 16,3-49 70-16,0-2-60 15,-3 0 20 1,0 0 41-16,0 0 19 0,0 0-27 15,0-2-7-15,0-2 42 16,0 0-27-16,0-1-35 16,0-2 21-16,0-1 15 15,0 0-31-15,-3-2-21 16,-3 0 24-16,0-2 10 16,0-4-28-16,-3 0 4 15,2 0-18 1,1 0 6-16,3 5-4 0,-2 4-3 15,5 2 11-15,0 4-3 16,-1 0-6 0,1 1 8-16,0 0-24 0,0 0 2 15,0 0-11-15,0 0-17 16,0 2 11-16,7 10 6 0,11 1 0 16,3-3 6-16,5-2-5 15,6-2 1-15,1-5-2 16,3 1 2-16,3-2-2 15,-2 0 0-15,-4 0 0 16,-6-2 1-16,-4-4 1 16,-6-3-2-16,-1-3 2 15,-5 0-2-15,-2 0 9 16,-3 2-5-16,-5 7-2 16,-1 3 7-16,0 0 20 0,0 0 11 15,0 6-40-15,0 20-1 16,-5 11 1-16,-8 12 8 15,-4 8 5-15,-2 3 16 16,-3 8-2-16,-2-2-9 16,0 1-10-16,0-6-5 15,4-6-1-15,6-8-2 16,1-9 0-16,5-12 1 16,2-11-1-16,2-7 0 15,2-6-1-15,2-2 1 0,0 0 2 16,0 0-2-1,0-12-38-15,0-4-42 0,9-11-87 16,2 1 10-16,2 0-108 16,-2-3-146-16</inkml:trace>
  <inkml:trace contextRef="#ctx0" brushRef="#br3" timeOffset="144075.54">15823 10304 561 0,'0'0'177'0,"0"0"-141"0,0 0 96 16,0 0-35-16,0 0-28 15,0 0-3-15,0 0 15 16,0 0-3-16,0 0 7 15,0 0 11-15,0 0-23 16,0 0-1-16,0 0-12 16,0 0-15-16,0 0-2 15,0 0-8-15,0 0-3 16,-2 0-4-16,1 0-4 0,-1 0 9 16,1 0-4-16,-3 0-7 15,2 0 2-15,-1 0-7 16,-3 0 6-16,-6 0-14 15,-16 0-9-15,-21 0 0 16,-25 0 0 0,-21 3 0-16,-14 11 0 0,-3 3 0 15,14 1-40-15,17-4-92 16,11-4-200-16,9-10-979 0</inkml:trace>
  <inkml:trace contextRef="#ctx0" brushRef="#br3" timeOffset="151005.57">20476 9745 239 0,'0'0'584'0,"0"0"-577"0,0 0 30 0,0 0 80 0,0 0-34 16,0 0-23-16,0 0-25 15,0-14 0-15,0 14 10 16,0 0 9-16,0 0-16 15,0 0 5-15,0 0-11 16,0 0-18-16,0 9 3 16,0 8-11-16,5 8 30 15,1 7-12-15,-4 3-5 16,1 4 5 0,-3 4-4-16,0 0 4 15,0-3-11-15,0-1-9 0,0-5 3 16,0-2-6-16,0-5 1 0,0-2 0 15,0-8-1-15,0-6 2 16,0-4-3-16,0-4 0 16,0-3 2-16,0 0-1 15,0 0-1-15,0 0 7 16,0 0-1-16,0 0-6 16,0 0-10-16,0-6-60 15,0-8-33-15,5-4-53 0,6-3-3 16,8-5-53-16,1 1-29 15,2 0-230-15</inkml:trace>
  <inkml:trace contextRef="#ctx0" brushRef="#br3" timeOffset="152588.88">20981 9756 208 0,'0'0'218'0,"0"0"-193"0,0 0 36 16,0 0-5-16,0 0-20 16,0 0-14-16,0 0 8 15,0 0 4-15,0 0-2 16,0 0-2-16,0 0 6 15,0 0-2-15,0 0 4 16,0 0 3-16,0 0-6 0,0 0-5 16,0 0-10-16,0 0-12 15,0 0 12-15,0-3-8 16,0 3-2-16,0-2 3 16,0 0-2-16,0-2 0 15,0 2-1-15,0-3-9 16,0 0 5-16,0 1 0 15,0-1-3-15,0 0 15 16,4-1-7-16,7 0 0 16,-1-1-1-16,5 1-6 15,-3 0 13-15,2 2-5 16,-1 1-5-16,0 1 11 16,5-1-9-16,0 3-1 0,3 0 1 15,1 0-7-15,0 3 5 16,-3 4-5-16,-3 1 1 15,-3 2 0-15,2 3 0 16,-6-1 0-16,-1 5 6 16,-5 2-6-16,-3 1 1 15,0 2-2-15,-11-3 5 16,-8 0-6-16,-1-3 3 16,-2-2 0-16,0-3-4 15,7-3 0-15,0-1 1 16,9-4 0-16,1-3 1 15,5 0-3-15,0 0 2 16,0 0 1-16,0 0 0 16,0 0 1-16,0 0 5 0,0 0-7 15,0 0 3-15,0 0 5 16,0 0-4-16,5 0-4 16,1-5-1-16,9 0-1 15,0 1-4-15,1 2 5 16,2 0 0-16,3 2-2 15,0 0 1-15,0 0-1 16,-2 2 1-16,-1 7-1 16,-3 0 2-16,-1 5-1 15,-1-2 1-15,-3 3 1 16,0-1-1-16,-5 0 2 16,-2 0-1-16,-3-3 1 0,0 3 6 15,0-2-7-15,-6 2 0 16,-12-1 13-16,-5 1 3 15,-9-2 6-15,-4-2 7 16,-4-2 2-16,-2-4-16 16,2-2 6-16,3-2-17 15,4 0-4-15,6-14 1 16,8-8-4-16,14-11-106 16,5-9-124-16,13-9-387 15</inkml:trace>
  <inkml:trace contextRef="#ctx0" brushRef="#br3" timeOffset="162666.78">6081 3248 830 0,'0'0'21'0,"0"0"-19"0,0 0 95 0,0 0-15 16,0 0-25-16,0 0 14 16,0 0-6-16,-79-22-10 15,53 28 10-15,-2 13-15 16,0 6-24-16,-4 6 2 16,1 7 0-16,0 6-15 0,4 1-6 15,9 2 5-15,3-3-12 16,6-3 10-16,9-8-7 15,0-3-3-15,0-7 2 16,18-5-2-16,6-4-1 16,10-7 0-16,14-7 2 15,10-6 1-15,12-16-2 16,2-14 0-16,2-3-1 16,-11-9-3-16,-15-4-7 15,-13-4-22-15,-24-5 2 16,-11 3 23-16,-11 2 2 15,-35 9 6-15,-10 12 14 16,-13 15-12-16,6 16 4 16,5 4 17-16,6 18-6 0,7 15-11 15,8 7-6-15,7 12-1 16,5 0-1-16,7 1-2 16,10-1 2-16,5-2 2 15,3-6-6-15,3-7 3 16,23-10-1-16,8-5-10 15,12-11-4-15,2-5-25 16,13-6-7-16,2-3-40 16,-2-21-31-16,5-6-27 15,-7-11-34-15,-5-8-73 16,-9-11-29-16,-10-6 51 16,-10-8 233-16,-12-6 189 15,-4 0-47-15,-8 2 44 0,-1 11-51 16,0 15-38-16,0 15 15 15,0 18-21-15,-1 9 16 16,-2 10 7-16,1 4-72 16,1 23-34-16,-2 15-8 15,1 11 31-15,-1 7 8 16,0 7 2-16,-2 4 3 16,0 2-7-16,-1-4-29 15,3-11 4-15,3-8-12 16,0-10 1-16,0-11 2 15,6-8-3-15,0-9 0 16,1-6 0-16,-2-6 4 0,-2 0-3 16,3-8 15-16,3-15 22 15,6-11-9-15,-2-7-28 16,8 0 3-16,-4 3-2 16,2 4 0-16,-3 12 1 15,-1 7-3-15,1 12 0 16,-2 3-2-16,8 0-5 15,-2 19 6-15,5 2 1 16,-4 7 0-16,-4-1 4 16,-6 3-4-16,-9 1 0 15,-2-4-1-15,-2 2 1 16,-20-6 0-16,-5-2 7 16,-6-4-3-16,-1-7 3 0,3-6 1 15,1-4 3 1,3 0 1-16,3-6-12 0,8-9 5 15,4-4-5-15,9 5-52 16,3-4-100-16,12 4-101 16,13 0-84-16,8 2-343 15</inkml:trace>
  <inkml:trace contextRef="#ctx0" brushRef="#br3" timeOffset="163526.51">6916 3357 964 0,'0'0'22'0,"0"0"125"0,0 0 10 0,0 0-103 16,0 0-7-16,0 0-28 0,23-72 15 16,-4 72-20-16,6 0-1 15,-1 3 3-15,5 15-12 16,-2 6 4-16,-4 6-3 15,-8 4-3-15,-6-2 2 16,-9 3-3-16,0-3-1 16,-16-2 5-16,-7-3-4 15,-4-7-1-15,1-5 1 16,-1-8 1 0,0-1 5-16,2-6-5 15,2 0 0-15,4-6 9 16,1-9-5-16,6-2 0 15,4 2-6-15,2 0-2 0,6 5 0 0,-2 6 2 16,2 4-5-16,0 0 3 16,0 0-17-16,13 5 11 15,8 9 6-15,3-3 2 16,6 0 1-16,1-4-1 16,6-5 0-16,2-2-2 15,3 0 4-15,2-6-3 16,-3-9 1-16,-7-5-7 0,-4-2 7 15,-5-5-8 1,-8-3-7-16,-2-4 14 0,-8-1-4 16,-2 8 4-16,-5 4 2 15,0 8-1-15,0 6 15 16,-3 7-11-16,-6 2 6 16,-3 0-10-16,0 22-4 15,-2 6-3-15,3 5 2 16,6-4 3-16,5 2 2 15,0-4-1-15,15 0 0 16,6-6-1-16,12-5-2 16,4-9 4-16,0-7-5 15,2 0 10-15,-2-4 0 16,-2-17-5-16,-5-3 0 16,-8-2-1-16,-6-3-3 0,-7-2 4 15,-7-1 3-15,-2 2-2 16,0 4 7-16,-5 8-4 15,-5 5-2 1,4 9 7-16,0 4 1 0,1 0-10 16,1 17-4-16,-2 6-3 15,0 5 5-15,6-1 2 16,0-4 0-16,0-2 2 16,7-4-2-16,5-3 0 15,-1-4 0-15,5-1-6 16,-2-5 5-16,2-4-53 15,-2 0-85-15,3 0-40 0,0-13-59 16,-1-3-48 0,-4-3-75-16</inkml:trace>
  <inkml:trace contextRef="#ctx0" brushRef="#br3" timeOffset="163823.6">7698 3330 370 0,'0'0'157'0,"0"0"42"0,0 0-29 0,0 0-29 15,0 0-31-15,0 0-55 16,0-41-55-16,0 61 1 15,3 6 21-15,8 4 14 16,5 0 0-16,-1-1-20 16,3 1-7-16,1-6 6 15,-4-4-14-15,0-8 1 16,-6-6 0-16,-3-5 2 16,-2-1 0-16,4-4 40 15,1-18 84-15,1-8-94 16,1-8-6-16,-3-4-11 15,-3-4 2-15,1 0-16 16,-6 6 0-16,0 10-3 16,0 11-2-16,0 11 0 0,0 8-9 15,0 2-96-15,-6 21-114 16,1 8 86-16,2 5-88 16,2-4-119-16</inkml:trace>
  <inkml:trace contextRef="#ctx0" brushRef="#br3" timeOffset="165351.93">8329 3320 981 0,'0'0'41'0,"0"0"95"16,-42-81-16-16,27 66-31 15,-4 8-21-15,-2 7-26 16,-3 0-18-16,-1 7-23 15,-2 11-2-15,2 9 0 16,2 5-2-16,7-3 2 16,4 5 1-16,6-4-3 15,6-7 1-15,0-2-2 16,5-9 1-16,12-6-3 16,4-5-7-16,3-1-29 0,5-7-9 15,0-14-8 1,0-5 12-16,-4 0-2 0,-3-1 17 15,-10 4 23 1,-6 8 9-16,-4 6 13 16,-2 4 26-16,0 5 26 0,0 3-57 15,0 16-8-15,0 5 0 16,0 3 11-16,0-2-6 16,0-2 4-16,0-4-5 15,13-7-3-15,-1-5 1 16,4-4-1-16,1-3 0 15,7 0 5-15,1-16-5 16,3-8 7-16,1-7-8 16,-5-8-9-16,0-10-10 0,-5-10-3 15,3-12-10-15,-8-4 9 16,-8-1 8-16,-6 4 12 16,0 15 3-16,-2 18 0 15,-7 16 22-15,0 17 12 16,2 6 20-16,-2 25-54 15,3 15 8-15,3 16-8 16,3 5 8-16,0 1-5 16,0-1 3-16,9-5-5 15,7-11 1-15,1-5-2 16,2-11 3-16,1-10-4 0,-1-8 1 16,3-9 0-1,-2-2-2-15,5-11 2 0,-1-14-8 16,-2-8-26-16,-2-2-2 15,-5-2 21-15,-5 1 3 16,-4 6 11-16,-6 8 1 16,0 10 10-16,0 7 24 15,0 5 21-15,0 4-47 16,-3 15-6-16,0 9-2 16,0 6 1-16,3-3 8 15,0-2-8-15,0-1 1 16,3-8-2-16,6-3 0 0,6-8 0 15,0-3 0 1,3-6 0-16,1 0 7 16,5-11-5-16,2-12 0 0,-1-6-2 15,-1-1-1-15,-6 0-1 16,-5 3 1-16,-7 7 1 16,-1 8 4-16,-5 8 1 15,0 4 20-15,0 0-25 16,0 9-5-16,0 12-1 15,0 6 6-15,0 0 6 16,0 0-1-16,0-2-3 16,9-7 0-16,4-3 2 15,2-6-4-15,1-6 7 16,5-3-5-16,2 0 8 16,0-18 6-16,1-5-14 15,-2-8-1-15,0-6 0 16,-3-6 0-16,-9-1 8 0,-8 0-9 15,-2 7 0-15,-11 8 6 16,-17 9-6-16,0 11 1 16,-2 9 4-16,2 0 8 15,2 11-9-15,10 16-4 16,1 3-2-16,10 4 0 16,5 2 2-16,0-2-1 15,14-6-2-15,7-2 3 16,1-9-2-16,6-8-5 15,2-9-78-15,3 0 16 0,3-7-18 16,4-12 4 0,3-7-5-16,-4-1 54 0,-9-4-28 15,-8-1 48-15,-11 2 14 16,-5 4 3-16,-3 5 17 16,-3 9 60-16,0 5 10 15,0 7-46-15,0 0 40 16,0 0-84-16,0 13-8 15,9 10 6-15,-2-1 3 16,2-1-1-16,3-4 0 16,0-5 1-16,4-5-1 15,2-7 0-15,6 0 1 16,3-4 6-16,3-14-7 0,-2-1 2 16,-3 3-2-1,-5 0 0-15,-1 8 5 0,-7 2-4 16,-4 3 6-16,2 3 3 15,2 5-2-15,1 9 9 16,1 3-3-16,4 1-9 16,-2-4 7-16,2-2-10 15,-1-6-2-15,2-4 6 16,3-2-5-16,1 0-1 16,4-10 0-16,0-14-90 15,-7-7-132-15,-5-6-164 16</inkml:trace>
  <inkml:trace contextRef="#ctx0" brushRef="#br3" timeOffset="165581.34">8684 2777 966 0,'0'0'2'0,"0"0"19"0,-82-15 142 0,82 9-98 15,27 0-60-15,16 0-5 16,11-6-14-16,7-1-26 16,-1 1-89-16,3-7-57 15,-10 6-145-15</inkml:trace>
  <inkml:trace contextRef="#ctx0" brushRef="#br3" timeOffset="165681.26">9300 2620 953 0,'0'0'27'16,"0"0"71"-16,0 0-10 16,0 0-88-16,0 0-17 15,0 0-174-15,-31 21-97 16</inkml:trace>
  <inkml:trace contextRef="#ctx0" brushRef="#br3" timeOffset="166116.06">6237 4134 794 0,'0'0'28'16,"0"0"2"-16,0 0 159 0,0 0-67 16,0 0-13-1,0 0-11-15,-38-27 3 16,38 27-31-16,0 0-22 15,0 0-8-15,0 0-16 16,0 0-13-16,22-5-10 16,20-5 2-16,22-3 0 15,15-2 3-15,15-8-6 16,8 5 1-16,14-1-4 16,-1 0 3-16,-8 3-5 0,-11 4-98 15,-25-3-93-15,-26 7 1 16,-30 1-146-16,-15 1-275 15</inkml:trace>
  <inkml:trace contextRef="#ctx0" brushRef="#br3" timeOffset="166385.66">6815 3981 715 0,'0'0'67'0,"0"0"-58"16,0 0 103-16,0 0-32 15,0 0 23-15,19 96-19 16,-4-64 13-16,0 1-20 15,0 3-16-15,0 1-17 16,-2 0-6-16,-1-3-23 16,3 1-11-16,-2-8-4 15,-2-2-1-15,-5-7-3 16,3-5-6-16,-3-6-127 16,1-3-72-16,5-4-60 0,3-4-158 15</inkml:trace>
  <inkml:trace contextRef="#ctx0" brushRef="#br3" timeOffset="167889.13">7270 4242 621 0,'0'0'126'16,"0"0"-115"-16,0 0 107 16,0 0-64-16,0 0-30 15,72-91 4-15,-62 72 9 16,-7 0 13-16,-3 4 14 15,0 2-37-15,-5 5 32 0,-14 4-28 16,-5 4-24 0,-7 0-7-16,0 4 0 15,-4 17 8-15,4 4-7 16,4 6 2-16,6 3 4 16,6-1-4-1,11 3 0-15,4-7-3 0,0-4 3 16,16-5-1-16,10-9-2 15,5-11-1-15,3 0-1 0,3-6-24 16,-4-13-39-16,-6-5 3 16,-9-3 3-16,-6-5 46 15,-9 1 11-15,-3 5 2 16,0 5 10-16,-6 6 21 0,-3 8 31 16,0 7 27-1,0 0-72-15,-1 10-11 16,2 12-6-16,2 5 0 0,3 1 9 15,3 1-8-15,0-6-1 16,6-3 0-16,9-4 2 16,6-4 1-16,4-8-3 15,8-4 0-15,6 0-3 16,4-9 2-16,2-12-20 16,-6-1-65-16,1-9-8 15,-10-8 7-15,-9-5 43 16,-6-8 18-16,-8-1 23 15,-7 3 3-15,0 9 26 16,0 7 63-16,-3 11 19 0,-6 7 10 16,2 8-31-1,4 4-10-15,1 4 0 0,-1 0-77 16,2 14-3-16,-1 17-9 16,2 9 12-16,0 10 4 15,0 4 1-15,8 2 2 16,7-1-4-16,0-3-2 15,1-9 0-15,-7-5-1 16,3-8 0-16,-5-12 0 16,-2-9 0-16,-4-6-1 15,-1-3 1-15,0 0 2 16,0-15 14-16,0-9-16 16,2-10-1-16,1-3 1 0,1-3 0 15,4 4-3 1,2 5-2-16,1 5 5 0,3 10-1 15,-3 7 1-15,4 8-8 16,3 1 5-16,1 5-6 16,4 18 4-16,-1 4 5 15,5 4 0-15,-3 1 3 16,-9 0-3-16,-5-2-2 16,-10-3-1-16,0-5 1 15,-10-5-5-15,-14-2 6 16,0-5 0-16,-6-4 1 15,-7-3 0-15,4-3 2 0,-3 0-1 16,2-6-1 0,4-6 0-16,6 2 4 15,11 4-3-15,7 3 2 0,6 0 7 16,0 3-10-16,0 0 0 16,18 0-24-16,10 0 21 15,12 6 2-15,2 2 2 16,3-5 1-16,7-3-2 15,2 0 0-15,8-3 5 16,4-12-5-16,0-5-1 16,-7-3-14-16,-10-9-49 15,-10-8 0-15,-10-13 13 16,-13-8 14-16,-6-7 17 0,-10 3 8 16,0 9 7-1,-1 13 5-15,-11 14 4 0,2 12 32 16,2 9 39-16,-2 8-37 15,2 0-22-15,-2 15-16 16,-3 13-2-16,2 12 2 16,8 4 4-16,3 6 21 15,0 1 5-15,0-1-19 16,18-3 10-16,7-6-15 16,5-7-3-16,10-8 5 15,10-10-7-15,6-8 1 16,13-8 2-16,0 0-2 15,-4-17-3-15,-12-6 1 16,-15-3-38-16,-11-6-19 0,-15-2 38 16,-12-1 15-16,0 3 4 15,-12 8 4-15,-7 5 47 16,-4 8 14-16,1 5-37 16,2 6 23-16,4 0-9 15,3 15-27-15,1 10 7 16,9 3 6-16,3 3-6 15,0-1-11-15,10 0-3 16,10-5 9-16,2-3-12 16,5-3 5-16,6-4-6 15,-2-2-4-15,-1-5 4 16,0-1-3-16,-11-3 1 16,2-2-2-16,-6-2 0 0,-3 0-2 15,-3 0-8-15,7 0-68 16,-1-7-69-16,3-4-56 15,3-2-56-15,-2-5-80 16</inkml:trace>
  <inkml:trace contextRef="#ctx0" brushRef="#br3" timeOffset="169651.48">9676 2195 606 0,'0'0'16'0,"0"0"33"0,-97-60 54 0,52 40-6 0,-5 3-20 0,-5 1-44 16,-6 0 24-16,-7 2-7 15,-3 0-18-15,-16 2 0 16,-11 1-4-16,-17 1 6 16,-14 1-19-1,-11 1 4-15,-3 2 0 16,-6 1 2-16,-2 4-1 15,2 1-3-15,-5 0-5 16,-1 1 1-16,-3 13 1 0,-2 0-1 0,5 0 11 16,9 3-11-16,9-1-6 15,15-1 6-15,6 0-9 16,8 4-3-16,6-1-1 16,-2-1 3-16,2 3-5 15,-2 4 2-15,-2 3 0 16,3-1 7-16,3 1-7 15,3 1 4-15,7 0-3 16,4-2 0-16,6 5 6 16,6 2-6-16,7 2-1 15,3 0 1-15,1 8 1 16,-2 2 0-16,5 1-2 16,-1 4 0-16,1 0 11 0,5 2-9 15,1 2 2-15,9 7 4 16,1 3-5-16,8 0-3 15,6 1 0-15,3 2 2 16,8 0 3-16,1 5-5 16,12 4 6-16,4 4 4 15,2 4-8-15,0 5 4 16,11 4-3-16,7 0-2 16,1-4 6-16,7-4-7 15,2-6 1-15,3-2 0 16,4-3 6-16,-1-3-7 15,6-3 0-15,-1-4 2 0,3-2-2 16,2-2 2 0,3-4-1-16,3-5 8 0,7-2-9 15,0-2 4-15,8 1-3 16,7-2 2-16,6-3 5 16,4-4-7-16,3-4 0 15,3-5 0-15,0-5 0 16,4 1-1-16,4-6 3 15,1-2-1-15,-3-5 3 16,-6-1 0-16,1-5-4 16,-3-1 5-16,5-6-6 15,4 0 10-15,8 0 3 16,3-6-8-16,1-1 7 0,1-1-9 16,0-2-1-1,-3 3 4-15,2-4-3 0,-7 1 3 16,-1-2 3-16,-5 1-8 15,-5-5 11-15,-4 5-11 16,-2 0 7-16,0 0-1 16,2-1-5-16,-5 3-2 15,-2-2 0-15,1 0 4 16,-1 0-4-16,-1 2 0 16,1-2 0-16,-4 2 5 15,-2-1-4-15,0 2 1 16,-1-3 0-16,-2 3-2 15,0-4 10-15,-4 1-10 16,1 4 0-16,0-6 5 0,-1 2-5 16,1 0 0-16,1-3 0 15,-1 0 1-15,1-4-4 16,2 0 3-16,0-1-2 16,-1-1 0-16,-1-1 2 15,-3-1 0-15,-1 0 0 16,-2 1 2-16,-1-5-1 15,-2 2-1-15,0 2 0 16,-3-2 2-16,-6-2 0 16,-1 1 0-16,-5-3-2 15,2 1 1-15,-2-3-1 16,5-1 2-16,-2-3 1 16,5-2 1-16,-3-2-4 0,-2-1-2 15,-4-3 2-15,-5-1 0 16,-1-2 1-16,-9 1-1 15,-2-3 0-15,-4 1 2 16,-3 0 0-16,-6-4-2 16,-2 0 0-16,-1-2 3 15,-3-7-2-15,-3-1-1 16,2 2 0-16,-2-3-1 16,-3 7 3-16,0 4-2 15,0 0 0-15,0 2 1 16,-9 4-1-16,-8 1 0 15,2 0 0-15,-4 0-2 0,-3-1 6 16,-2-2-4 0,-6 1 0-16,0-5 1 0,-6-6 0 15,-1 1-1-15,-3-1 0 16,-4 2 3-16,-3 6-3 16,-8 2 0-16,-8-1-4 15,-18 0-3-15,-28 2 6 16,-32 2-6-16,-39 6-3 15,-36 6-3-15,-24 9-116 16,-9 3-140-16,0-4-233 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5:57:03.9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15123 6809 606 0,'0'0'88'0,"0"0"-66"0,0 0 95 15,0 0-16-15,0 0-22 16,0 0 21-16,0 0-6 15,-86 38-63-15,11-3 22 0,-13 7 0 16,-9 6-16 0,-3 4 19-16,5-2-40 15,8-2-3-15,13-4-5 0,14-10-5 16,20-5-6 0,16-8 1-16,18-8-21 15,6-8-79 1,7-5-104-16,28 0 1 15,15-21 95-15,13-6-137 0,9-4-132 16</inkml:trace>
  <inkml:trace contextRef="#ctx0" brushRef="#br0" timeOffset="239.03">15150 7004 386 0,'0'0'81'0,"106"-13"39"16,-77 10 53-16,-15 3-73 0,-11 0-22 15,-3 0 10-15,0 14 21 16,-14 9 5-16,-21 13-5 15,-16 6-48-15,-17 2-37 16,-11 4-2-16,-11 1-16 16,-7-1-6-16,3-4 1 15,17-6 1 1,22-11-4 0,29-13-2-16,24-10-93 15,8-4-116 1,41-15-18-16,20-15-8 15</inkml:trace>
  <inkml:trace contextRef="#ctx0" brushRef="#br0" timeOffset="446.3">15613 7088 917 0,'0'0'42'0,"-91"34"106"16,25-5-44-16,-11 6-46 15,-6 4-18-15,-3 0-27 16,-11 3-1-16,-9 4-12 15,3-3 0-15,7-5-2 47,25-8 2-47,29-15-5 0,33-14-33 0,14-1-164 0,38-26-53 16,18-8-75-16</inkml:trace>
  <inkml:trace contextRef="#ctx0" brushRef="#br0" timeOffset="615.66">15443 7281 661 0,'0'0'255'0,"0"0"-141"16,-83 93 97-16,22-42-105 16,-10 6-48-16,-4 6-14 15,3-2-44-15,10-2-1 16,10-6-9-16,11-10-249 16,13-11-470-16</inkml:trace>
  <inkml:trace contextRef="#ctx0" brushRef="#br0" timeOffset="1159.8">14802 10024 700 0,'0'0'102'0,"0"0"-99"15,0 0 117 1,0 0-39-16,0 0 7 16,0 0 12-16,-8 37-21 0,-40 9-18 15,-10 9-19-15,-3-5-18 16,2 0 3-16,6-3-15 16,6-5-1-16,11-7-11 15,11-6-6 1,12-9 4-16,13-9-42 0,2-11-160 15,27-3-84-15,16-25-213 16</inkml:trace>
  <inkml:trace contextRef="#ctx0" brushRef="#br0" timeOffset="1360.13">15302 10106 1016 0,'0'0'152'16,"0"0"-28"-16,0 0-8 0,0 0-103 15,-108 51-2-15,60-12 8 16,-6 3-16-16,-1 1 0 16,4 1-2-16,2-3-1 15,7-3-7-15,12-7-19 16,14-7-113-16,16-14-66 16,8-10-166-16</inkml:trace>
  <inkml:trace contextRef="#ctx0" brushRef="#br0" timeOffset="1588.99">15525 10282 1038 0,'0'0'25'0,"0"0"26"0,-82 75 61 16,44-35-69-16,0 8-7 15,0-1-14-15,7-6-21 16,7-2-1-16,9-11 0 15,15-13-3-15,0-9-15 16,23-6-63-16,14-6-37 16,7-17-68-16,3-4 19 15,5-1-146-15</inkml:trace>
  <inkml:trace contextRef="#ctx0" brushRef="#br0" timeOffset="1726.68">15793 10431 798 0,'0'0'124'0,"0"0"-8"0,0 0 54 15,-27 110-34-15,-15-61-115 16,-8 5 29-16,-2-4-50 16,4-1-2-16,8-5-10 15,7-7-194-15,15-12-228 16</inkml:trace>
  <inkml:trace contextRef="#ctx0" brushRef="#br0" timeOffset="2433.67">20921 6647 627 0,'0'0'261'0,"0"0"-249"15,0 0 102-15,0 0-22 16,0 0-46-16,0 0 4 16,-134 75 41-16,52-33-17 31,1 3-27-16,10-4-30-15,17 1-14 16,11-2-5-16,13-3 2 0,12-4-9 0,6-11 8 0,12-5-17 16,0-11-126-16,22-6-52 0,19-6 10 15,12-19-124 1</inkml:trace>
  <inkml:trace contextRef="#ctx0" brushRef="#br0" timeOffset="2644.61">21052 6829 604 0,'0'0'57'15,"0"0"113"-15,0 0-79 16,0 0 3-16,0 0-28 0,0 0-1 16,-22 38 26-16,-27-13-18 15,-4 5-31-15,-6 3-23 16,-4 3 0-16,6 1-17 16,2 2-2-16,15-7 0 15,13-3-8 1,12-7 6-16,15-9-22 0,2-5-155 15,31-8-41-15,17 0 26 16,11-20-227-16</inkml:trace>
  <inkml:trace contextRef="#ctx0" brushRef="#br0" timeOffset="2836.47">21203 7044 659 0,'0'0'91'15,"0"0"4"-15,0 0 10 0,0 0-9 16,0 0-7-16,0 0-29 15,-16 85 4-15,-8-54-1 16,-6 4-32-16,-7 2-29 16,-8 5 6-16,-7 6-8 15,-1 4 0-15,1 2-4 16,1-2-69-16,-4-3-356 16</inkml:trace>
  <inkml:trace contextRef="#ctx0" brushRef="#br0" timeOffset="3817.3">20608 10009 66 0,'0'0'653'0,"0"0"-649"0,0 0-6 16,94-52 2-16,-69 46 0 0,-6 0-1 15,0 2 2 1,-8 0-1-16,0-2 0 16,-5 1 1-16,-5 0-2 15,-1 5 7-15,0-1 31 0,0 1 24 16,0 0-24-16,0 0 13 16,-1 0-6-16,-24 11 15 15,-11 8-37-15,-12 2-10 16,-1 0 37-1,4-1 3-15,8-6-19 16,14 0 24-16,8-7-34 16,8-3-15-16,7-1-7 0,0-3-1 15,28 0 0-15,26-4 11 16,20-16-11-16,19-7 0 16,2-5-19-16,-2-4-19 0,-7-2 6 15,-5 4 0-15,-14 6 4 16,-24 11 26-16,-17 11 2 15,-22 4 1-15,-4 2 24 16,-20 4 23-16,-24 19-18 16,-17 6-25-16,-6 4 13 15,-2 3-7-15,6 0-5 16,11-3 0-16,12-3-6 16,13-5 0-16,15-3-1 15,12-10-8-15,24-6 0 16,21-6 7-16,19-3-10 15,6-15-5-15,3-3-27 0,-1-2 22 16,-8 1 18-16,-10-1 1 16,-11 9 3-16,-18 6-3 15,-14 4 7-15,-11 4 3 16,-3 9 19-16,-23 15 1 16,-8 11 33-16,-8 5-37 15,-2-1 7-15,2 1-13 16,4 3-13-16,10-5 1 15,9-4-5-15,14-2-5 16,5-11 2-16,12-7-10 16,18-8-7-16,10-6-54 15,1 0-44-15,-6-6-25 16,-5-7-52-16,-6-1-248 16</inkml:trace>
  <inkml:trace contextRef="#ctx0" brushRef="#br0" timeOffset="15032.6">4340 14408 295 0,'0'0'646'0,"0"0"-637"0,0 0 60 0,0 0 74 16,0 0-97-16,0 0-24 16,0 0 11-16,-2-4-6 15,2 14 2-15,0 6 30 16,0 5 18-16,0 5-17 16,0 7-38-16,0 3 3 15,0 1 2-15,0 2-18 16,6-3 4-16,5-3-13 15,2-6 3-15,11-5-7 16,0-10-1-16,11-12 5 16,3-2 0-16,5-27 2 15,5-15 5-15,0-11-7 0,-4-8 0 16,-6-9 5 0,-10-9-1-16,-4-14-4 0,-9-5 0 15,-6-8-4-15,1 12 3 16,-4 16-6-16,-1 22 7 15,-2 28-2-15,-3 18 5 16,0 11 0-16,0 1-3 16,0 31-10-16,0 21 8 15,-11 22 2-15,-2 15 5 16,-2 17 15-16,-3 16-14 0,3 14 6 16,-1 11-6-1,2 0-6-15,1 3 2 0,4-6-2 16,6-17 0-16,1-17-3 15,2-22 3-15,0-19 0 16,3-14-1-16,8-19-1 16,2-15-1-16,1-14-2 15,5-7-5-15,3-4 9 16,5-22-8-16,6-7 7 16,-6-5-3-16,-3-1-5 15,-2 0 7-15,-4-1 1 16,-6-1 2-16,-3 2 0 15,-4-1 5-15,-5 3-5 16,0-3 4-16,-20 2 2 16,-16 2 18-16,-16 1-2 15,-9 6 1-15,-15 4 9 16,1 0-2-16,-1 1-10 0,6-1-4 16,9 1-9-16,16-2 0 15,12-1-7-15,17-6 0 16,14-7 0-16,2-5-12 15,27-4-15-15,12-2-49 16,4 1-55-16,-1-2-82 16,-8 2-38-16,-5-3-233 15</inkml:trace>
  <inkml:trace contextRef="#ctx0" brushRef="#br0" timeOffset="15200.8">4335 13950 1315 0,'0'0'4'0,"0"0"-4"0,0 0 102 16,0 0-102-16,0 0-11 15,0 0-17-15,39-4-45 16,0 16-160-16,4 4-131 16</inkml:trace>
  <inkml:trace contextRef="#ctx0" brushRef="#br0" timeOffset="15615.51">5839 13950 836 0,'0'0'96'0,"0"0"-95"16,0 0 61-16,0 0 173 15,0 0-181-15,0 0-42 16,-21 12-10-16,21 38 70 16,0 8-7-16,-3 5-16 15,-3 3-22-15,-4 7-21 16,-1-2 1-16,-1-4-7 16,5-15-6-16,-2-11 6 15,9-11-94-15,-6-10-50 16,4-5-91-16,-8-8-56 15,-5-7-277-15</inkml:trace>
  <inkml:trace contextRef="#ctx0" brushRef="#br0" timeOffset="16720.58">5586 14430 626 0,'0'0'307'16,"0"0"-304"-16,0 0 67 15,0 0-28-15,0 0-30 16,0 0-5-16,72-81 2 15,-30 50-9-15,6-3 0 16,-2-3-2-16,5-1 2 16,-3 1 0-16,1 4-4 15,-12 2 3-15,-7 6 0 16,-12 3-1-16,-9 8 2 16,-9 7 5-16,0 6-2 0,0 1 23 15,0 14 3 1,0 19-25-16,-11 14 11 0,-2 10 37 15,4 2-13 1,-3 0 22-16,5-8-39 0,2-4-3 16,5-10-2-16,0-5-9 15,0-11-1-15,12-5-7 16,0-6 0-16,3-10 2 16,3 0 1-16,7-10-3 15,-1-15 7-15,6-5-5 16,-4 0 3-16,-4 3-5 15,-6 10 0-15,-5 8-3 16,-7 9 3-16,-2 0-4 16,1 10-2-16,1 14 6 15,0 4 1-15,4 2-1 0,1-1 0 16,7-2 3-16,4-2-3 16,4-4 0-16,1-6 2 15,2-7-2-15,1-3 3 16,3-5-3-16,-1-1 0 15,0-19 7-15,1-6-7 16,-6-7 0-16,-5-8 0 16,-9-4 3-16,-1 1-1 15,-10 5-1-15,0 12 1 16,0 11 9-16,0 9 4 16,-6 7 17-16,-3 0-18 15,-1 23-13-15,-2 9-2 0,-3 6 1 16,6 2 0-16,9-4-3 15,0-3 2-15,3-2 1 16,15-8-4-16,6-3 4 16,6-7 2-16,6-8-2 15,5-5 0-15,1-2 2 16,4-16-2-16,-4-7-1 16,-6-6 1-16,-8-7-1 15,-7 0 1-15,-12-1-9 16,-1 5 9-16,-7 9-5 15,-1 9 9-15,0 9-4 16,0 5 9-16,0 2 1 16,-3 6-10-16,-6 13-12 0,3 11 12 15,-3-1 1-15,8-2 0 16,1 1-1-16,0 0 0 16,5-3 0-16,6-3 0 15,6-4 0-15,2-2-1 16,0-3-3-16,1-4 1 15,-1-4 2-15,3-3 0 16,1-2 2-16,5 0-3 16,5-10 2-16,4-11 0 15,0-1-2-15,1-6 2 16,-5-1-29-16,-8-5 8 16,-8 1 12-16,-10 1 0 15,-7 7 0-15,0 7 9 16,-6 10 19-16,-9 8 15 0,-4 0-6 15,-1 10-10 1,-1 13-3-16,8 2 11 0,3 0-14 16,8 2-3-16,2-2 14 15,0-3-7-15,15-2-16 16,3-6 0-16,9-2 0 16,6-5 0-16,1-3-95 15,7-4-123-15,1 0-144 16</inkml:trace>
  <inkml:trace contextRef="#ctx0" brushRef="#br0" timeOffset="17268.87">8338 14397 753 0,'0'0'64'0,"0"0"161"0,0 0-66 0,0 0-90 16,0 0-50-16,0 0 18 15,-36 86 25-15,29-53-41 16,7-2 0-16,0-3-4 16,0-2-16-16,10-5 9 15,4-6-10-15,3-6 0 16,6-7 1-16,7-2 1 15,8-8 6-15,3-14-8 16,-2-10 0-16,1-1-5 16,-9 2-4-16,-5 4 7 15,-7 9 0-15,-7 6 4 16,-2 8-5-16,-2 4 0 0,1 5-4 16,6 14 7-16,-3 6 6 15,-2 2-2-15,2 0 4 16,-9-2-8-16,0-3 0 15,-3-1 0-15,0-5-26 16,-11 0-115-16,-9-12-243 16</inkml:trace>
  <inkml:trace contextRef="#ctx0" brushRef="#br0" timeOffset="17409.62">8250 14215 1148 0,'0'0'0'0,"0"0"-78"16,0 0 74-16,0 0-163 16,0 0-82-16</inkml:trace>
  <inkml:trace contextRef="#ctx0" brushRef="#br0" timeOffset="18244.97">9869 14390 654 0,'0'0'237'0,"0"0"-229"15,0 0 103-15,0 0-52 0,0 0-45 16,0 0-14-16,-9 38 51 15,9-4 22-15,0-1-29 16,0-2-7-16,0-8 5 16,0-3 0-16,0-6-33 15,1-6-5-15,4-3 6 16,7-4-10-16,3-1 4 16,7-4 7-16,9-17-6 15,4-8 1-15,1-6-6 16,-5-1 2-16,-4 1-1 15,-8 4-1-15,-8 9 0 16,-7 12 5-16,-4 7-3 16,0 3 9-16,0 6-11 0,0 19-15 15,0 7 15-15,-1 5 2 16,-7-2-2-16,8-2 4 16,0-4-3-16,0-6 1 15,14-3-2-15,2-9 0 16,3-4 1-16,10-7 0 15,3 0-1-15,1-7 0 16,0-13 2-16,-5-5-3 16,-7 0 1-16,-3 0-1 15,-6 6-1-15,-9 7 2 16,3 7 0-16,-6 5 13 16,0 0-13-16,0 0-2 0,0 9-19 15,0 7 21 1,9 2-1-16,2 0 3 0,9-6-2 15,10-1 5 1,3-5-1-16,4-4 4 0,8-2-8 16,-8 0 0-16,-4-10 13 15,-11-6-7-15,-11-5 4 16,-5-3 11-16,-6-5 4 16,-15 1-5-16,-22 4-20 15,-11 7-1-15,-6 6 0 16,2 6-77-16,7 5-113 15,9 0-119-15,10 0-411 16</inkml:trace>
  <inkml:trace contextRef="#ctx0" brushRef="#br0" timeOffset="20679.21">11637 14349 498 0,'0'0'40'0,"0"0"-22"0,0 0 134 16,0 0-86-16,0 0 2 16,0 0 33-16,55-22-14 15,-24-1-44-15,2-4-10 16,-6-3-10-1,-3-5-10-15,-6-5-1 0,-11 1-3 16,-7-3-5-16,0 10 10 16,-4 7-13-16,-20 13 13 15,-3 12 27-15,-4 0-41 16,-4 11 3-16,3 12-3 0,5 4 0 16,7 1 2-1,8 0-2-15,6-1-1 16,6 0 1-1,0-5-3-15,20-3 3 0,6-4 0 16,3 1 1-16,2-3-1 16,-1 0 0-16,-1 1 0 15,-6 2 0-15,1 3 1 16,-10 0 1-16,-1 4-2 0,-5-2 0 16,1 2 11-16,-1-3-6 15,1-2 9-15,5-2 16 16,4-5-16-16,5 1 12 0,9-7-20 15,8-5-1 1,6 0 6-16,8-17-10 0,6-5 0 16,-5-4-1-16,-4-7 3 15,-14-3-1-15,-7 1 1 16,-18-6-3-16,-9 8 9 16,-3 4-3-16,-8 11 12 15,-11 9 5-15,-5 8-14 16,-4 1 0-16,1 8-9 15,3 15 0-15,7 3 2 16,7 3-1-16,10 2-1 16,0 2 5-16,3 0-5 15,15-3 4-15,12-2-4 0,1-4 0 16,8-6 6-16,6-4-6 16,-3-7 0-16,5-7 0 15,1 0 1-15,3-6 1 16,-2-13-2-16,-4-7 0 15,-3-7 0-15,-8-9 0 16,-6-9-2-16,-7-15-3 16,-4-12-7-16,-10-12-3 15,-7-10-37-15,0 1 29 16,0 13 18-16,-13 21-8 16,-1 28 13-16,5 22 7 15,-4 15 2-15,-2 10-9 0,-3 30 4 16,0 20-4-16,5 14 15 15,3 5-4-15,10 8 18 16,0 1 5-16,0 0-16 16,13-5 1-16,6-8-17 15,8-11-1-15,4-11 3 16,2-10-2-16,1-13-2 16,-1-12 4-16,1-13-3 15,2-5 5-15,5-11-5 16,-1-16 0-16,-1-9 6 15,-10-3-6-15,-9-3 1 16,-10 4 1-16,-10 6-2 16,0 10 6-16,-4 8-7 0,-13 7 1 15,-4 7-4 1,-3 0 3-16,-1 13 0 0,1 10-1 16,8-1-1-16,3 2 2 15,5-1 0-15,5-4 0 16,3-3-6-16,0-4 6 15,0-5-3-15,6-4 0 16,10-3-1-16,5 0 3 16,5-7-10-16,1-7-15 15,-1-2 3-15,-2 4-18 16,-3 5 36-16,-6 4 0 16,-1 3 1-16,-1 0 4 15,-3 9-3-15,7 6 3 16,-5 3-2-16,1-2 4 0,2 0-2 15,-1-5 2 1,0-3-1-16,0-5 1 0,4-3-2 16,1 0 0-16,5-5 4 15,6-14-4-15,0-7-1 16,3-4-1-16,1-13-42 16,-1-12 24-16,-3-12-18 15,-7-17-59-15,-5-6 8 16,-7 9-10-16,-8 12 46 15,-3 25 52-15,0 19 1 16,0 21 72-16,-12 4-23 16,-5 24-49-16,-1 14 30 15,-1 10 1-15,8 9 7 16,7 3-3-16,4 2 5 16,0-2 6-16,1-1-30 0,16-7 2 15,7-7 3-15,3-8-18 16,1-11 1-16,2-10-1 15,-2-12-3-15,-1-4 5 16,6-7-5-16,0-16-4 16,-2-6-5-16,-5-8-18 15,-7-5-10-15,-10-3 30 16,-2 4-18-16,-5 8 25 16,-1 14 0-16,-1 11 4 15,0 8 44-15,0 4-48 16,0 22 0-16,-10 13 0 0,5 3 15 15,2-1 7-15,3 0-4 16,0-7-18-16,3-3 10 16,14-3-8-16,1-12-1 15,4-1 10-15,6-9-5 16,2-6-1-16,5 0-5 16,-1-16 1-16,0-8-1 15,-5-8-21-15,-9-10-11 16,-8-1 5-16,-3 3 3 15,-6 9 18-15,-3 12 6 16,0 10 6-16,0 9 35 16,0 0-23-16,-3 16-17 15,-6 12 3-15,3 6 22 16,5 3-9-16,1-5-6 0,0 1 9 16,0-8-3-1,9-3-13-15,7-9 4 0,1-1-4 16,5-10 0-16,6-2 12 15,7 0-14-15,-1-10-2 16,-1-10 5-16,-6-8-5 16,-8-8-8-16,-7-11-20 15,-10-4-22-15,-2 2 44 16,-8 5-9-16,-13 15 15 16,-1 11 0-16,-7 12 1 15,1 6 0-15,1 5 8 16,3 17 1-16,6 7 6 15,4 1-12-15,6 2-3 0,8-1 11 16,0-3-12-16,3-4 2 16,12-6 0-16,6-1-1 15,4-9 5-15,5-8-6 16,3 0 2-16,7 0 4 16,5-16-5-16,0-5-2 15,7-3-3-15,-6-3-6 16,-7 3 6-16,-12 3-6 15,-11 7 10-15,-11 6 13 16,-2 6-12-16,-3 2 27 16,0 0-13-16,1 0-11 15,4 2 1-15,2 13-5 16,4 2 13-16,2 1 7 16,2-1-15-16,4-2-2 0,1 0 2 15,2-4-5 1,2-6 6-16,1 1-5 0,1-6-1 15,1 0 9-15,-2-6-8 16,2-9 3-16,-5-3-4 16,-4-3-38-16,-5-5-79 15,-11-4-185-15,-2-10-152 16</inkml:trace>
  <inkml:trace contextRef="#ctx0" brushRef="#br0" timeOffset="20871.7">13493 13940 609 0,'0'0'269'16,"0"0"-249"-16,0 0-17 16,0 0 10-16,0 0-8 15,97-16-2-15,-53 10-3 16,1 0-21-16,1 2-103 15,-1 1-158-15</inkml:trace>
  <inkml:trace contextRef="#ctx0" brushRef="#br0" timeOffset="21009.83">14134 13896 436 0,'0'0'0'16,"0"0"-231"-16</inkml:trace>
  <inkml:trace contextRef="#ctx0" brushRef="#br0" timeOffset="22656.76">15360 14343 594 0,'0'0'28'16,"0"0"97"-16,0 0-9 16,0 0-53-16,0 0 31 15,0 0-8 1,-78-60-69-16,91 46 15 0,6-2-11 15,8 4 4-15,-1 4 6 16,0 3 12-16,-2 5-24 16,-3 1-2-16,0 19-12 15,-3 8 4-15,-8 5-2 16,-5 4 5-16,-5-1 2 16,-3-1-12-16,-18-1 1 15,-3-6 0-15,-1-2-3 0,-1-8 0 16,4-3 0-16,0-8 1 15,4-5 2-15,-3-2-2 16,4-2 2-16,1-17 4 16,2-8-7-16,3 0 0 15,3 1 0-15,5 3 2 16,0 9-5-16,3 8 2 16,0 6-7-16,0 0 7 15,5 10-22-15,8 7 23 16,7 1 3-16,3-2-3 15,4-4 0-15,4-6-1 16,5-4 1-16,8-2-2 16,3-2-26-16,4-19-43 15,3-5-5-15,-4-6-12 0,-6-6 33 16,-11-10 22-16,-9-9 26 16,-10-14 6-16,-6-16 1 15,-7 0 0-15,-1 7 3 16,0 16-2-16,0 28 93 15,-4 20-24-15,1 16 24 16,-6 10-94-16,-1 26 1 16,-1 14-1-16,4 9 32 15,4 5-26-15,3-1 22 16,0 1 4-16,3-5-24 16,12-8 2-16,5-11-9 15,1-5 1-15,5-12-1 16,1-11 0-16,1-7 1 0,2-5-2 15,1-2 0-15,3-18 3 16,-4-6-3-16,-5-3 0 16,-5-3-5-16,-7 2 2 15,-7 7-1-15,-4 10 7 16,-2 9-3-16,0 4 22 16,0 0-22-16,0 10-5 15,0 13 1-15,0 6 4 16,0-1 7-16,0 0-7 15,6-5 1-15,7-2 3 16,4-5-4-16,2-4 0 16,2-6 2-16,0-3-1 15,6-3 2-15,-4 0-3 0,4-14 1 16,-5-9 0 0,-2-4-1-16,-5-2-11 0,-6 2 5 15,-4 7 6-15,-5 8 5 16,0 6-4-16,0 6 3 15,0 0-4-15,0 5-5 16,0 14-4-16,0 6 8 16,0 1 2-16,7-2 1 15,8-2-2-15,1-3 0 16,5-4 1-16,3-7-1 16,4-4-2-16,4-3 0 15,-3-1 4-15,1 0-3 0,-5-13 1 16,-6-6-9-16,-6-4 3 15,-4 6-4-15,-4 5 10 16,-5 3 7-16,0 8 26 16,0 1-2-16,-8 18-31 15,-7 21 0-15,2 20 25 16,-2 14 12-16,4 13 2 16,1 9 6-16,-3 9-8 15,2-6-20-15,-1-3-14 16,5-16-1-16,4-21 1 15,1-17-3-15,2-17 0 16,0-14-1-16,0-10 4 16,2-13 12-16,10-22-15 15,4-19-4-15,2-13 3 0,-3-19-12 16,-1-15-17-16,0-10 3 16,-5-7-3-16,1 5 19 15,1 19-27-15,1 23 33 16,4 28 2-16,3 19 3 15,1 14-3-15,6 10 1 16,2 0-10-16,2 14 11 16,1 14-1-16,-4 4 2 15,-6 1-3-15,-9 2 6 16,-12 0-3-16,0-3 7 16,-18-7-5-16,-13-1 7 15,-8-7-3-15,-6-6-1 16,-4-5 2-16,0-6-7 0,1 0-2 15,0-5-40-15,9-15-126 16,3-8-94-16,5-9-27 16,7-9-358-16</inkml:trace>
  <inkml:trace contextRef="#ctx0" brushRef="#br0" timeOffset="22821.62">16339 14023 818 0,'0'0'371'0,"0"0"-358"15,0 0 178-15,0 0-152 16,0 0-31-16,0 0-8 16,-5-40-26-16,18 54-21 15,8 11-141-15,4-1-192 16</inkml:trace>
  <inkml:trace contextRef="#ctx0" brushRef="#br0" timeOffset="23534.28">17694 13849 509 0,'0'0'415'0,"0"0"-399"16,0 0 131-16,0 0-44 16,0 0-82-16,0 0-17 0,-39 74 38 15,21-14 19 1,-1 4-8-16,-2 1-21 0,0 5-9 16,-1-7 14-16,3-6-35 15,5-8 2-15,5-14-4 16,2-10 1-16,5-9-1 15,2-7 0-15,0-8 0 16,0-1 3 0,0 0 3-16,15-15 5 0,7-7 1 15,4-7-9-15,4 1 3 16,0 6-6-16,1 5 0 16,3 10-4-1,0 7 3 1,-1 0 0-16,-5 18-3 15,-3 8-2-15,-3 6 5 0,-9 3-1 16,-6 3 2-16,-7-5-1 0,0 0 4 0,-19-5-2 16,-9-4 4-16,-9-7 0 15,-5-5 7-15,-6-4-5 16,-4-5 1-16,1-3 7 16,2-2-14-16,10-14 3 15,12 1 1-15,11 1 1 16,10 4 6-16,4 4-11 15,2 4-1-15,2 0-7 16,19 2-53-16,7 0-129 0,5 0-11 16,3 0-102-1,-2 0-458-15</inkml:trace>
  <inkml:trace contextRef="#ctx0" brushRef="#br0" timeOffset="23915.45">18361 13819 998 0,'0'0'28'0,"0"0"160"0,0 0-102 0,0 0-83 16,-12 80 35 0,-3-8 78-16,-3 13-60 0,2 8 15 15,-5 10-14-15,-5 4-21 16,-7 5-22-16,-2-2 6 16,-5 0-8-1,-1-4-10-15,8-13-4 0,7-17 2 16,8-18 0-16,7-23-4 15,7-17 4-15,4-12-5 16,0-6-88-16,16-24-69 16,23-20-33-16,9-16-42 15,8-15-46-15</inkml:trace>
  <inkml:trace contextRef="#ctx0" brushRef="#br0" timeOffset="24366.18">18486 14320 999 0,'0'0'7'0,"0"0"122"16,0 0-78-16,0 0-20 16,0 0 23-16,-73 90 3 15,58-54-12-15,3-3-24 16,2 0 15-16,4-8-15 16,5-4-4-16,1-8-12 0,0-5-1 15,0-4-4 1,11-4 14-16,11 0-10 0,13-10 8 15,1-11-11-15,4-3 1 16,-1 2-2 0,-8 1 0-16,-7 8 1 15,-9 3-3-15,-9 5 3 16,-5 3-2-16,2 2 0 16,0 0-10-16,4 14 11 0,3 2 0 15,2-1 0-15,5-3 7 16,2 0-7-16,4-3 6 15,3-8-2-15,2-1 0 16,-5 0 5-16,0-10 3 16,-3-8 14-16,-8-5 29 15,-8-7-10-15,-4-5-18 16,0-3-12-16,0 1-15 16,-13 5 0-16,-5 8-1 0,-5 8-24 15,1 6-114-15,-2 8-118 16,1 1-131-16</inkml:trace>
  <inkml:trace contextRef="#ctx0" brushRef="#br0" timeOffset="25116.59">20415 14229 797 0,'0'0'30'0,"0"0"66"16,0 0 90-16,0 0-86 15,0 0-87-15,0 0-11 16,-24 85 41-16,6-30 18 16,-1 2-16-16,0-6-27 0,1 0 3 15,1-6-9 1,4-7-11-16,4-9 1 15,3-11-2-15,6-8 0 0,0-6-4 16,0-4 0 0,0-1 0-16,12-22 1 15,0-7 6-15,2-13-3 0,-3-6 0 16,-3-9 0 0,2-7 2-16,2-5-2 15,3-4 0-15,7 2 0 16,2 12 3-16,0 10-3 0,0 14 0 15,-2 16 3-15,-2 10-5 16,-4 8 2-16,4 2-4 16,-5 12 2-16,2 11 4 15,-9 5 0-15,-8 3-2 16,0 5 1-16,-15-3-3 0,-18 3 3 16,-2-3-1-16,-1-2 0 15,6 1-9-15,9-2-79 16,9-2-118-16,11 0-66 15,1-4-165-15</inkml:trace>
  <inkml:trace contextRef="#ctx0" brushRef="#br0" timeOffset="25693.34">20630 14666 730 0,'0'0'253'0,"0"0"-243"15,0 0 130-15,0 0-44 16,0 0-50-16,0 0-30 16,-22-29-16-16,22 28-5 15,0 1-9-15,0 0 2 16,0 0-28-16,0 0-21 16,0 0 27-16,0 0 29 15,0 0 4-15,0 0 1 16,0 0 0-16,0 0 12 15,0 0 7-15,0 0 40 16,0-3-19-16,9-8-20 16,4-6-12-16,9-7-8 0,1-4 1 15,1-3 13 1,1-8-12-16,-3-5 6 16,-5-2 1-16,-4 6-3 15,-7 11-3-15,-6 9 4 16,0 9 17-16,0 7 29 15,-14 4-39 1,-8 0-14-16,0 8-8 0,3 13 4 0,4 4 2 16,7 3-2-16,4-2 4 15,4 1-4-15,4 0 1 16,11-1 3-16,3-3 0 16,2 4 2-16,-1-2-7 15,-1 0 5-15,-3-1 0 16,-3-3-1-16,-5 0 3 0,-2-4-3 15,-1-3 1-15,-2-4 0 16,1-3-1-16,1-3 1 16,8-2-66-16,9-2-23 15,12 0-30-15,7-6-56 16,3-8-23-16,-1-8-42 16,-2-4-81-16</inkml:trace>
  <inkml:trace contextRef="#ctx0" brushRef="#br0" timeOffset="26018.52">21145 14485 239 0,'0'0'344'15,"0"0"-226"-15,0 0 72 16,0 0-55-16,0 0-81 16,0 0-42-16,-79-26 10 15,57 50 9-15,8-1-8 0,6-1-10 16,8-2 1 0,0-3 4-16,5-3 11 0,16-2-21 15,7-7 5-15,8-2-12 16,0-3 2-16,-2 0-1 15,-3-6-2-15,-5-8 7 16,-11-7-7-16,-9 2 1 16,-6-4 15-16,-6-2-11 15,-22 7-3-15,-8 3 0 16,-6 4-2-16,-3 5 8 16,9 6-8-16,5 0 1 15,9 2-3-15,8 13-6 16,10 4 2-16,4 4 2 15,10 1-118-15,21-1-39 0,10-5-23 16,6-4-130-16</inkml:trace>
  <inkml:trace contextRef="#ctx0" brushRef="#br0" timeOffset="26442">21588 14468 586 0,'0'0'150'16,"28"-82"-135"-16,-26 51 131 15,-2 7-73-15,0 8 85 16,-26 11-95-16,-6 5-40 16,-10 0-6-16,-3 18 5 0,3 6-4 15,9 4-3 1,7 0-2-16,13 3-8 16,6-5-4-16,7-2 5 15,0-5-6-15,18-3 0 16,6-7 0-16,3-8 2 0,5-1-4 15,1-6-19-15,0-17-31 16,-1-11 10-16,-6-10 6 16,0-12 17-16,-4-13 16 15,-5-11 3-15,-2-6 0 16,-5 6 0-16,-4 15 0 16,-5 26 24-16,-1 20 42 15,0 18 15-15,0 3-71 16,-7 30-4-16,-5 21-6 0,5 11 14 15,5 5-8 1,2 0 7-16,0 1-12 0,2-3-1 16,8-9 0-16,9-6-5 15,2-12-83-15,6-15-76 16,7-15-63-16,7-10-322 16</inkml:trace>
  <inkml:trace contextRef="#ctx0" brushRef="#br0" timeOffset="26865.4">22149 14074 136 0,'0'0'868'15,"0"0"-864"-15,0 0 25 0,0 0 25 16,-39 103 11 0,33-52 10-16,1-1-23 0,1-1-7 15,3-5-27 1,-2-7-2-16,3-5-16 15,-2-10 1-15,2-7-2 0,0-9 1 16,0-6-9 0,0 0-62-16,0-11 11 0,0-18-36 15,5-16 0-15,2-13 68 16,-4-16 25-16,-1-12 0 16,-1-10 3-16,1-1 10 15,-1 5 36-15,7 13-14 16,1 22 25-16,2 18 19 15,2 13-29-15,6 12-31 0,-1 11-7 16,4 3-9-16,5 22 0 16,-2 15-2-16,-1 10 2 15,-13 6 0-15,-8 0-2 16,-3-5 0-16,-3 2 2 16,-17-1 0-16,2-1-1 15,-6-2-35-15,4 0-110 16,2-6-79-16,6-3-259 15</inkml:trace>
  <inkml:trace contextRef="#ctx0" brushRef="#br0" timeOffset="27893.31">22179 14414 438 0,'0'0'510'0,"0"0"-504"0,0 0 75 15,0 0-60-15,0 0-19 16,105-35 17-16,-64 15-12 15,-4-4 13-15,-4-7-5 16,-3-5-7 0,-8-7 12-16,-7-2-6 15,-4 2 13-15,-8 8 26 0,-3 10-21 16,0 9 3-16,0 9-10 16,-5 7-14-16,-7 0-8 15,0 5-3-15,-2 13 0 16,0 4-8-16,8 2 8 0,4 2-1 15,2-3 1 1,0 1-2-16,0-5 1 0,6 0 1 16,4-4 0-1,-3 1-2-15,2-4 2 16,-3 2 0-16,-2 0 0 16,2 1 2-16,0-1 4 15,0-1 5-15,0 2-5 0,0-3 11 16,5-2-5-16,3-1-6 15,2-4 1-15,7-1-4 16,4-3 5-16,3-1-6 16,0 0-1-16,1-9 5 15,-1-6-6-15,-3-5 0 0,-6 0 5 16,-3-4-4 0,-6 2 11-16,-5 3-12 0,-6 6 0 15,-1 1 14-15,0 8-13 16,0 0-1-16,0 4 0 15,-11 0-7-15,-1 0 4 16,-1 12-7-16,-1 6 10 16,5 1-3-16,4 1 2 15,5 0-1-15,0-3 2 16,0-2 0-16,6-3 4 0,6-4-4 16,6-4 0-1,2-4 8-15,5 0-7 0,6-2 6 16,2-11-6-16,4-7 0 15,-2-6 3-15,-1-6-4 16,-1-12-15-16,-6-8 2 16,1-15-4-16,-7-10-27 15,-5-10 28-15,-2 0-14 16,-6 8 21-16,-4 18 3 16,-4 21 6-16,0 21 25 15,0 19 10-15,-4 10-21 16,-13 31-9-16,-2 21 8 15,2 17 39-15,1 15-13 16,1 12 5-16,-5 8 16 16,1 2-21-16,-5 2-19 0,0-6-13 15,2-3-7-15,11-4 3 16,7-12-3-16,4-13 0 16,1-19-4-16,16-25 5 15,7-17-2-15,6-17-1 16,-1-2-20-16,1-28-1 15,0-7-16-15,-9-10 15 16,-9-5 22-16,-8-2-2 16,-4 4 4-16,-4 3 8 15,-18 2 12-15,-4 0 25 16,-4 4-16-16,0 1-7 16,9 4-1-16,5 5-12 0,15 4 0 15,1 3-9 1,5 0 2-16,20-3-5 0,10-3-14 15,13-3-82-15,10 1-26 16,3-1-94-16,-1 1-125 16</inkml:trace>
  <inkml:trace contextRef="#ctx0" brushRef="#br0" timeOffset="28411.8">24208 14293 692 0,'0'0'0'0,"0"0"-137"0,0 0 133 16,0 0 4-16,0 0 11 15,0 0 38-15,-42-54 50 16,42 22-11-16,-10-9 5 16,-4-7-7-16,-7-6-13 15,3-1 4-15,1-2-12 16,4-1 12-16,5 3-47 16,8 5-9-16,0 5 0 15,11 15 2-15,13 6-3 16,2 13-20-16,2 9-3 15,-4 2-1-15,-2 6 0 0,-8 20 3 16,-8 6 0-16,-6 10 2 16,-12 1 2-16,-26 2 2 15,-17 0 2-15,-6-3 19 16,-2-6-4-16,11-3 30 16,17-8-12-16,9-3-15 15,13-2-14-15,13-3-10 16,0-1 0-16,34 0 6 15,23-3-3-15,17-3-8 16,14-4 0-16,5-2-93 16,-2-4-75-16,-3 0-101 0,-13-10-379 15</inkml:trace>
  <inkml:trace contextRef="#ctx0" brushRef="#br0" timeOffset="29039.83">25397 13608 775 0,'0'0'68'15,"0"0"-68"-15,3-83 175 16,-3 76-25-16,-3 7-55 15,-13 0-49-15,-11 23-42 16,-8 16 20-16,1 12 27 16,3 8-22-16,5 8 18 15,8 2-19-15,4-4-4 0,11-3-11 16,3-7-8 0,7-5 1-16,24-9-6 15,14-5 0-15,9-13 3 16,11-15-3-16,2-8-3 15,-2 0-9-15,-6-20-41 16,-11-10 31-16,-18-3 5 16,-11-3 17-16,-13 4 12 0,-6 4-10 15,0 7 47-15,-7 13 2 16,1 3 21-16,0 5-18 16,3 0-54-16,-1 8-5 15,-5 14 1-15,2 6 6 0,3 1-3 16,1 1 1-16,3-1-4 15,0-1 3-15,0-5-70 16,0-3-98-16,14-4-37 16,11-6-82-16,5-10-252 15</inkml:trace>
  <inkml:trace contextRef="#ctx0" brushRef="#br0" timeOffset="30531.87">25955 13966 964 0,'0'0'147'16,"0"0"-143"-16,0 0 207 16,-26-77-132-16,26 63-17 0,17 0-56 15,7 1-1 1,9 2-8-16,-2-4 3 16,-3 2 0-16,-5-7-1 15,-6-7 3-15,-9-1-2 0,-5 3 0 16,-3 6-7-1,0 6 6-15,-16 9-3 0,-5 4-4 16,-8 0 5-16,1 16-4 16,1 9 0-16,5 9 5 15,7 4-1 1,5-2 0-16,10-1 3 0,0-1 0 16,11-6-2-16,13-4 5 15,7-6-6-15,5-8 3 16,5-6-9-16,3-4 8 0,1 0-38 15,-4-5-12 1,-1-13 32-16,-8-10-13 0,-3-2 25 16,-10-3 6-16,-5 2 2 15,-7 6 11-15,-5 9 12 16,-2 4 26-16,0 8 23 16,0 4-47-16,0 6-26 15,-9 17-8-15,-3 7 8 16,1-1 12-16,5-1-4 15,3-3 0-15,3-6 3 16,0-5-10-16,0-6 1 16,0-2 2-16,11-6-3 15,10 0 8-15,4 0-3 0,8-15-2 16,1-7-1-16,0 0 0 16,-4-2-4-16,-1 3 1 15,-11 4 0-15,-4 7 1 16,-6 4-1-16,-6 6 0 15,-2 0-2-15,3 2-3 16,0 13-7-16,4 5 11 16,6 4 2-16,4-3 3 15,4-4-4-15,2-4 0 16,4-5 5-16,2-5 1 16,0-3-6-16,3 0 1 15,-4-6 2-15,-4-9 2 0,-3-5-4 16,-3-5 2-16,-6-7 0 15,-6 2-3-15,-6-3-2 16,0 5 1-16,-3 10-5 16,-14 8 6-16,-4 10-9 15,-5 0 4-15,-4 17 1 16,2 11 0-16,2 3 1 16,11 2 3-16,4-1-2 15,6-4 1-15,5-3 1 16,0-5 0-16,0-6-3 15,15-6-5-15,1-3-15 16,8-5-13-16,0 0-15 16,0-7-8-16,0-11-11 0,1-9-38 15,-1-7-10-15,0-12 24 16,-3-14-18-16,0-8 34 16,-4-9 35-16,-2-6 12 15,0 0 12-15,-3 5 19 16,-4 15 4-16,-5 26 57 15,-3 15 72-15,0 19 17 16,0 3-111-16,-14 18-37 16,-5 17 23-16,-1 13 36 15,4 11-8-15,7 3-22 16,3 3 40-16,6 1-25 16,0 0-19-16,1-2-1 15,15-9-5-15,4-10-17 16,4-9 6-16,6-11-9 0,3-8 6 15,4-10-3-15,2-7-2 16,7 0 3-16,-2-10-5 16,-4-11 0-16,-3-9-3 15,-13-12-28-15,-6-8 18 16,-9-3-3-16,-4 6 9 16,-5 14 4-16,0 11 2 15,0 15 1-15,0 7 39 16,-10 0-23-16,-5 7-14 15,-1 18 0-15,-1 5 0 16,7 4 4-16,7 1-4 16,3-1 3-16,0-8 7 15,0-3-12-15,13-7 2 0,1-5-2 16,4-5 6 0,3-5-1-16,4-1-3 0,7 0 0 15,-1-17-2-15,2-2 0 16,0-8-10-16,-7-5-3 15,-3 1 6-15,-10 5 7 16,-7 9 3-16,-3 9 12 16,-3 3 44-16,0 5-6 15,0 0-25-15,0 0-28 16,-9 15 2-16,2 2 1 0,-2 6-3 16,6-4 0-1,0 0 7-15,3-5-6 16,0 0-1-16,0-3 0 0,7-3-3 15,8-2-18-15,5-3-89 16,5-3-70-16,2 0-79 16,8-7-158-16</inkml:trace>
  <inkml:trace contextRef="#ctx0" brushRef="#br0" timeOffset="30700.64">27987 13719 989 0,'0'0'85'0,"0"0"82"0,0 0-109 16,0 0-49-16,0 0-9 16,0 0-70-16,-15-5-393 0</inkml:trace>
  <inkml:trace contextRef="#ctx0" brushRef="#br0" timeOffset="34663.37">12866 15951 818 0,'0'0'86'16,"0"0"-37"-16,0 0 110 0,0 0-41 16,0 0-55-16,0 0-5 15,0 0 3-15,0 0-12 16,-18-8-7-16,18 8-19 15,0 0-3-15,0 0-8 16,5-2-12-16,16-2 13 16,8-2-4-16,7 1-2 15,7-3-2-15,8 0-2 16,10-2 5-16,7 4-8 16,0-1 2-16,-4 3-4 15,-10 0 1-15,-3 2-3 16,-8-2 4-16,-3 4-6 15,-7 0-27-15,-6-1-90 0,-9 1-51 16,-3-1-38-16,-8-2-71 16,-4-3-254-16</inkml:trace>
  <inkml:trace contextRef="#ctx0" brushRef="#br0" timeOffset="34972.5">13494 15677 535 0,'0'0'331'0,"0"0"-311"16,0 0 151-16,0 0-46 16,0 0-64-16,0 0-20 15,-10-5-10-15,10 5-9 16,0 0-14-16,4 0-3 15,11 9 20-15,6 6 25 16,0 3-18-16,-3 3-7 16,-3 5-8-16,-9 4-8 15,-6 10-2-15,-21 9-5 16,-29 14-2-16,-15 12-39 0,-14 2-230 16,-3-7-471-1</inkml:trace>
  <inkml:trace contextRef="#ctx0" brushRef="#br0" timeOffset="36754.81">9754 15687 766 0,'0'0'19'0,"0"0"31"0,0 0 62 16,0 0-70-16,0 0-24 15,0 0 4-15,-12 42 20 16,12-28-22-16,0 1-17 16,0-5-2-16,6-4 3 15,6 0-4-15,0-5 3 16,9-1 1-16,-2 0-2 15,-1-4 10-15,-5-10-6 16,-4-1 0-16,-3-4 6 16,-6-1 7-16,0 1 25 15,-6-1-34-15,-8 5-7 16,-3 5 7-16,8 4-10 0,-1 4-2 16,1 2-7-1,1 8-58-15,2 13-28 16,6 7-26-16,0 3-69 0,3 0-95 15</inkml:trace>
  <inkml:trace contextRef="#ctx0" brushRef="#br0" timeOffset="37121.68">10387 15679 718 0,'0'0'220'0,"0"0"-217"16,0 0 180-16,0 0-104 15,0 0-14-15,0 0-14 16,-33-30-42-16,33 30-7 16,0 0-2-16,0 7 0 15,0 5-1-15,1 0-2 16,11-2 2-16,5-2 2 15,3-1 0-15,4-3-1 16,6-4 1-16,-4 0-2 16,2 0 1-16,-4-10 0 15,-8-2 3-15,-7-3-2 16,-9 2-1-16,0-1 11 16,-11-1-11-16,-11 8 0 15,-3 2-15-15,1 5-52 16,3 0-47-16,0 12-46 0,5 13-36 15,2 4-146-15</inkml:trace>
  <inkml:trace contextRef="#ctx0" brushRef="#br0" timeOffset="37494.41">10119 16185 874 0,'0'0'26'0,"0"0"76"0,0 0 21 0,0 0-106 16,0 0-7-16,0 0 12 15,-35 74 4-15,35-59-12 16,0-2-8-16,0-4 5 15,4-6-9-15,8 0-1 16,9-3 3-16,3-3 4 16,4-15 4-16,-1-7-11 15,-2 0 0-15,-11 0 5 16,-4-1-2-16,-10 1 9 16,0 3 9-16,-4 5-10 15,-13 6 3-15,2 7-15 0,-1 4-2 16,2 0-41-16,4 17-153 15,4 1-144-15</inkml:trace>
  <inkml:trace contextRef="#ctx0" brushRef="#br0" timeOffset="38283.68">12712 15458 727 0,'0'0'7'0,"0"0"14"0,0 0 52 16,0 0 5-16,0 0-41 15,0 0 15-15,3-56-20 16,5 56-4-16,1 19 9 16,4 8 51-16,-5 9-14 15,-7 3-26-15,-1 8 12 16,-1 1-6-16,-20 2 10 16,1 1-30-16,-3-2-10 15,-1-7-8 1,0-5 4-16,7-11-9 15,5-9-5-15,4-7 15 0,6-6-19 16,2-4-1-16,0 0 3 16,0 0-4-16,0 0 0 15,15 0-11-15,9 0 11 16,7-4 7-16,9 2-7 0,1-3 1 16,-1 1-1-16,3 1 1 15,-4 1-1-15,-5 1-2 16,-2 1-4-16,-5 0-64 15,-5 0-95-15,-4 0-3 16,-6-3-13-16,-5 0-62 16,-5-6-27-16,-2-7-42 15</inkml:trace>
  <inkml:trace contextRef="#ctx0" brushRef="#br0" timeOffset="38490.83">13024 15763 240 0,'0'0'192'16,"0"0"-30"-16,-4-86 17 15,4 71 18-15,0 8-26 16,0 1-23-16,0 6-19 0,0 0-63 15,0 13-32 1,-5 18 4-16,-4 10 50 16,-1 6-26-16,-2 7-44 15,-3 1 1-15,1 1-4 0,3-4-15 16,3-6 1 0,4-6-4-16,4-11 2 15,0-8-3-15,4-9-25 16,18-10-107-16,8-2-51 0,9-12-101 15,10-22-255-15</inkml:trace>
  <inkml:trace contextRef="#ctx0" brushRef="#br0" timeOffset="38893.43">13497 15619 1084 0,'0'0'11'16,"0"0"28"-16,0 0 60 15,0 0-67-15,0 0 63 16,-86 106 3-16,66-63-31 16,2 0-8-16,2 0 5 15,3-3-30-15,5-3-2 16,5-3-12-16,3-6-11 16,0-4-5-16,15-4-4 15,15-10 0-15,19-10 7 0,11 0-7 16,7-14 2-1,-3-13 1 1,-7 0-2-16,-11-5 1 16,-17-4-2-16,-15 2 1 0,-14-6 12 15,-6-4-10-15,-27 3 0 0,-10 4 2 16,-8 10-3-16,-1 11 0 16,-3 10-2-16,7 6-1 15,4 0-4-15,9 11 4 16,11 10-8-16,11 10-16 15,10 1-49-15,3 5-50 16,12-1-94-16,18-1-62 16,6-5-82-16</inkml:trace>
  <inkml:trace contextRef="#ctx0" brushRef="#br0" timeOffset="39831.87">14109 15540 1203 0,'0'0'4'0,"0"0"37"15,0 0 89-15,0 0-79 16,0 0-7-16,-87 20-21 16,72 10-7-16,6-1-2 0,4 0-14 15,5-3 0 1,0-4 0-16,0-4 2 15,8-5-4-15,6-5 1 16,4-6 1-16,3-2-3 0,1 0 3 16,0-6-7-16,-2-10-3 15,-5-1-26-15,-6 2 17 16,-6 2 18-16,-3 2 1 16,0 4 9-16,0 3-3 15,-9 1-4-15,-5 3-2 16,-7 0-5-16,-4 14 5 15,3-1 0-15,5 2 2 16,4-3-4-16,7-2 2 16,6-3-5-16,0 0 1 15,0-6-11-15,15-1 11 0,6 0 4 16,3-3 0 0,7-14 1-16,-1-3-1 0,0-4-14 31,1-1-22-31,-1 1 4 15,-2 3 19-15,-3 2 10 0,-8 6 3 16,1 5 0-16,-9 6 0 16,-5 2-1-16,-1 0-1 15,-3 18 4-15,0 9 21 0,0 10 3 16,-13 10 5-16,-11 7 22 16,-3 6-31-16,-3 7-8 15,-1 4-8-15,0 2-5 0,2-1 2 16,5-10-3-16,8-17 0 15,8-13-1-15,8-14 1 16,0-9-5-16,0-7 3 16,17-2 2-16,8-9 2 15,7-15-1-15,-1-5-1 16,6-5 0-16,0-3-30 16,-4 1-12-16,-2 5 25 15,-7 9 10-15,-12 8 5 16,-6 12 2-16,-6 2 0 15,0 0-1-15,0 5 1 16,0 13 0-16,0 7 0 16,0 0 2-16,0-1 7 15,5-2-4-15,8-2-1 0,2-7 3 16,4-1-5-16,1-6-1 16,2-6 3-16,2 0 3 15,0 0 2-15,-4-13-7 16,-1-4 1-16,-7-3 9 15,-6 4-2-15,-6-5 11 16,0 3 33-16,-14 1 5 16,-8-2-42-16,-9 9-17 15,-4 2 4-15,-5 5-12 16,3 3-2-16,1 0-88 16,0 10-74-16,11 5-76 15,1-4-133-15</inkml:trace>
  <inkml:trace contextRef="#ctx0" brushRef="#br0" timeOffset="41115.51">16026 15736 833 0,'0'0'47'0,"0"0"-44"0,0 0 52 15,0 0 11-15,0 0-33 16,0 75 85-16,-3-23-68 16,-4 6 8-16,2 2-6 15,-1 3-9-15,1-5-13 16,3-8-18-16,2-10 0 16,0-10-9-1,0-9-1-15,0-10-1 0,0-5-1 16,0-6 0-16,0 0 1 15,5-10 6-15,3-17 6 16,3-11-6-16,0-14-6 16,-2-10 4-16,0-10-5 15,3-6 0-15,0 6 0 16,-1 11 1-16,-1 21 0 16,-4 16-1-16,-4 15 0 15,-2 9 0-15,0 0 0 16,0 21-19-16,0 11 19 0,4 8 2 15,4 1-1-15,5-1-2 16,2 0 2-16,4-2-3 16,5-6 2-16,2-5-2 15,4-9 2-15,2-7 0 16,4-10-2-16,3-1 2 16,1-8-3-16,-1-11 0 0,-2-6-18 15,-4-8-36 1,-8-2 18-16,-5-2 11 0,-9 5 13 15,-8 6 11-15,-3 9 4 16,0 8 4-16,0 6 0 16,0 3 16-16,-1 0-10 15,-2 22-9-15,-3 6-1 16,5 4 0-16,1 1 3 16,0-2-3-16,11-2 0 15,6 0 0-15,2-5 0 16,5-8 1-16,3-5-1 15,7-11 0-15,4 0 0 16,2-5 2-16,-1-13 0 16,-2-6-4-16,-7-4-3 15,-11-2-6-15,-7-2-1 16,-10 2 6-16,-2 9 6 0,0 5 5 16,-9 8 11-16,-3 7 35 15,-3 1-8-15,2 5-39 16,2 15 4-16,5 7-8 15,6 1 2-15,4 0 7 16,18 2-9-16,7-4 3 16,4-2-1-16,-1-8-1 15,2-7 2-15,-2-9-3 16,-4 0 0-16,-3-3 6 16,-7-17-3-16,-8-1 1 15,-2-7 8-15,-8-4-7 0,0-1 4 16,-6-1-6-1,-12 3-2-15,-6 9 5 0,-4 6-6 16,2 7 1-16,-2 6 0 16,-2 3-1-16,3 0-2 15,6 14-2-15,6 4-13 16,8 2 3-16,7 2-14 16,0-1-46-16,19-2 0 15,8-5-53-15,7-5-16 16,1-5-12-16,1-4-69 15,4 0-115-15</inkml:trace>
  <inkml:trace contextRef="#ctx0" brushRef="#br0" timeOffset="41580.55">17343 15662 656 0,'0'0'67'0,"0"0"117"15,0 0-41-15,0 0-35 0,0 0-13 16,0 0-80-16,-22-17 1 15,22 59 1-15,0 2 19 16,4 5 4 0,10-2-11-16,2-2 2 0,-1 1-15 15,-1-2-10-15,1-6 1 16,-5-9-7-16,-1-10 0 16,-5-8-1-16,-2-6 2 15,-1-5-1-15,-1 0 10 16,0-10-2-16,5-15-2 15,-1-4-6-15,4-2-4 16,2 2 1-16,4 6-4 0,3 5 5 16,2 6-4-16,3 6-3 15,2 6 8-15,2 0-4 16,-1 0 5-16,-2 17-2 16,-3-1 2-16,-7 7 0 15,-3-1 0-15,-8 2 0 16,-2-1 1-16,0 0 0 15,-15-4 7-15,-11 1 0 16,-7-4 4-16,-6-5-2 16,1-1-10-16,2-6 0 15,8-4-4-15,6 0-34 0,6 0-74 16,10-4-51-16,6-8-92 16,0 0-228-16</inkml:trace>
  <inkml:trace contextRef="#ctx0" brushRef="#br0" timeOffset="41812.11">17836 16020 1502 0,'0'0'45'0,"0"0"21"0,0 0 61 15,0 0-107-15,0 0 17 0,0 0-37 16,-8-45-9-16,10 45-13 15,17 0-88-15,-1 0-116 16,1 2-210-16</inkml:trace>
  <inkml:trace contextRef="#ctx0" brushRef="#br0" timeOffset="42802.35">19158 15637 60 0,'0'0'726'0,"0"0"-724"16,0 0 43-16,-100 8 59 16,73 15-61-16,0 7 15 15,3 7-8-15,4 2 14 16,3 3-15 0,8-3-18-16,6-4-5 0,3-4-17 15,1-6-6-15,16-8 3 16,10-7-4-16,2-8 5 15,9-2-2-15,0-7 2 16,-2-13-2-16,-1-5-5 16,-10 2 0-16,-10-4 6 15,-6-1-1-15,-9-6-2 0,0 0-3 16,-12 2 2 0,-9 3 2-16,3 12-4 0,-1 9 5 15,2 8-1-15,-5 0-4 16,4 14 0-16,0 16-3 15,5 6 3-15,5-1-2 16,8 0 2-16,0-5-4 16,8-5 4-16,11-5 0 15,6-6 1-15,5-8-1 16,8-6 0-16,4 0 4 0,10-10-4 16,3-12-6-1,9-5-1-15,-3-5-31 0,-4-8-32 16,-12-6 28-16,-11-8-18 15,-9-2 26-15,-16 4 29 16,-3 9 5-16,-6 16 19 16,0 11 65-16,-7 10 16 15,-8 6-33-15,-4 14-34 16,-5 26-21-16,1 13 5 16,7 14-5-16,5 9 9 15,8 12-5-15,3 12 29 16,0 9-28-16,6-3-9 15,6 4-1-15,3-11-7 16,-4-11 1-16,-2-12-5 16,-2-17 8-16,-4-16-6 15,-3-17 2-15,0-12-6 0,-2-14 5 16,-17 0 0-16,-11-27 1 16,-9-13 1-16,-8-8 0 15,0-10 0-15,4-6 0 16,11 5-1-16,15 5 6 15,14 4-6-15,3 4-1 16,25 4 0-16,17 3-4 16,13 2-3-16,6 9-97 15,5 6-59-15,-2 7-100 16,-3 7-225-16</inkml:trace>
  <inkml:trace contextRef="#ctx0" brushRef="#br0" timeOffset="43205.4">20184 15433 1033 0,'0'0'29'0,"0"0"-13"0,0 0-16 15,0 101 70-15,12-36 12 16,2 12-9-16,5 1-11 15,-1 5-15-15,-3 6 1 16,-5 0-27-16,-7-5-15 16,-3-9-3-16,0-10-4 15,0-14 1-15,-7-15-8 16,1-10-82-16,0-13-72 16,-2-13-93-16,-1 0-100 15</inkml:trace>
  <inkml:trace contextRef="#ctx0" brushRef="#br0" timeOffset="44102.54">19980 15936 1003 0,'0'0'2'15,"0"0"10"-15,0 0 53 16,0 0 12-16,0 0-28 16,-17-77-49-16,66 67 0 15,14 2-2-15,7 0 2 16,1-1-2-16,0 1 0 15,-7 2 1-15,-13 0-44 16,-8 0 9-16,-18-1 0 16,-13 2 30-16,-8 3 6 15,-4-1 10-15,0-1 35 16,-4 1 4-16,-3 2 5 16,-1-1-7-16,3 2-22 15,3 0 1-15,1 0-18 0,1 0-6 16,0 9 6-16,0-1-7 15,8 2 2-15,11-4-3 16,3-2 1-16,5-2 3 16,-2-1-3-1,5-1-1 1,-6 0 0-16,-2 0 0 0,-4 0 0 16,-8 0-1-16,-2 0 1 15,-5-1 3-15,-3 1-3 0,0 0-1 16,0 0 0-16,0 0-4 0,0 0 5 15,3 8-2-15,3 4 4 16,0-2 0-16,-2-1-2 16,4-2 0-16,-1-1 0 15,2-3 1-15,-3-1 0 16,9-2-1-16,3 0 0 16,4-6 11-16,-2-6-11 15,5-2 0-15,-4 3 1 16,-4 2-1-16,-4 4 0 15,-4 0 0-15,-3 5-1 16,1 0 1-16,-2 0 1 16,2 0 0-16,1 0 2 15,6 0-3-15,5 5 6 0,1 3-4 16,2-1 0 0,7 2 4-16,-3-2-2 0,3-5 0 15,1 0 6-15,2-2-9 16,-3 0 7-16,4-10-4 15,-3-4-3-15,0-2 7 16,-6 1-8-16,-4-2 0 16,-4-1 3-16,-10-2-2 15,-4 0 5-15,-2 3-3 16,-8 2-1-16,-12 6-2 16,-12 5-1-16,3 4-9 15,-7 0 10-15,7 7-2 16,4 9 0-16,3 3 1 15,8 0 1-15,4 1-5 0,10-3 5 16,0-1-4-16,5-4 2 16,14-4-6-16,9-6-15 15,2-2-56-15,1 0-18 16,2-12-14-16,0-9-45 16,-2-6-9-16,1-7-25 15,-2-8 41-15,-5-9-9 16,-8-10 101-16</inkml:trace>
  <inkml:trace contextRef="#ctx0" brushRef="#br0" timeOffset="44845.24">21412 15237 479 0,'0'0'256'0,"0"0"-149"0,0 0 4 0,0 0-83 0,0 0 49 16,-84 103-22-16,82-45-13 16,2-1-1-16,0 0-6 15,17-3-5-15,1-4-14 16,8-6-7-16,1-6-1 15,1-11-6-15,3-9 0 16,2-7-2-16,1-10 3 16,3-1-4-1,-4-9 1 1,-3-10-18-16,-7-6-33 0,-9 2 11 16,-6 3-4-16,-5 1 32 0,-3 12 12 15,0 3 2-15,0 2 29 16,0 2 9-16,0 0-31 0,0 3-6 15,0 12 4 1,0-1 11-16,0-1-12 0,0-1-1 16,0-2-1-16,10-2-3 15,-2-1 4-15,2-1-4 16,3-2-1-16,0-2 3 16,4-2-3-16,0 0 5 15,4 0-3-15,1-7-1 16,2-5 3-16,0 3-4 15,-5 2 1-15,-2 4 0 16,-4 1 1-16,-1 2-2 16,4 0-1-16,1 3 1 15,5 11 9-15,-2-1-2 0,2 1 10 16,-3-3-1-16,5 1 0 16,-1-4-6-16,4-2 1 15,-1-6 1-15,6 0 12 16,1 0-16-16,6-13-7 15,2-1 1-15,-5-2 1 16,-9-1-2-16,-8-4 0 16,-11-1 0-16,-5-4 5 15,-3 4-6-15,-3 2 0 16,-15 6 2-16,-6 5-1 16,-3 9-1-16,-3 0 0 15,2 5 7-15,1 18 13 0,3 8 0 16,3 10 15-16,9 9-1 15,5 9-14-15,1 13 12 16,6 2-24-16,-1 1-5 16,-2-8 5-16,0-9-8 15,-2-8 0-15,-3-12-1 16,2-10-2-16,-2-11-24 16,5-11-35-16,0-6-92 15,3 0-77-15,0-13-244 16</inkml:trace>
  <inkml:trace contextRef="#ctx0" brushRef="#br0" timeOffset="45064.64">21891 15387 1156 0,'0'0'30'0,"0"0"-27"16,0 0 52-16,0 0-53 15,0 0-2-15,0 0-4 16,-33-12-44-16,3 28-113 16,-17 2-166-16</inkml:trace>
  <inkml:trace contextRef="#ctx0" brushRef="#br0" timeOffset="45244.38">20709 15548 1291 0,'0'0'13'16,"0"0"99"-16,0 0 25 15,0 0-124-15,0 0-12 16,0 0-1-16,-16-33-16 16,16 33-95-16,12 12-193 15,7-2-133-15</inkml:trace>
  <inkml:trace contextRef="#ctx0" brushRef="#br0" timeOffset="46020.53">23712 15597 503 0,'0'0'448'0,"0"0"-448"0,0 0 0 0,0 0 31 0,0 0-20 15,0 0 1-15,16 5 52 16,12-10-14 0,-1-6-29-16,-5-4-3 0,-3 3-10 15,-5-3 2 1,-8-2-5-16,-6 1 4 0,0-2 16 15,-12 5-11-15,-17 4 1 16,-13 9-4-16,-11 0-3 16,-5 3 10-1,-2 16 2 1,7 3-7-16,11 0 14 16,7 3-11-16,11 0-6 15,14-4-6 1,8-4-3-16,2-5-2 0,2-1 0 15,19-7 1-15,9-4 1 0,11 0-1 0,4-3-2 16,9-10 2-16,1-2 0 0,-1-1 0 16,-5 2 0-16,-11 3 0 15,-13 5-1-15,-13 6 1 16,-5 0-2-16,-4 6-1 16,0 13 3-16,2 5 3 15,-1 2-3-15,8-1 0 16,3 0-1-16,15 0 1 15,9-6-11-15,8-4-98 16,13-5-56-16,1-7-93 16,0-3-196-16</inkml:trace>
  <inkml:trace contextRef="#ctx0" brushRef="#br0" timeOffset="47017.3">24634 15515 1064 0,'0'0'84'15,"0"0"-69"-15,0 0 50 16,0 0-1-16,-46 124 28 16,39-55-15-16,2 4-31 15,5 9-10-15,0 1-1 16,0-5-13-16,0-4-12 16,0-14-3-16,0-14-7 15,0-17 3-15,0-12-11 16,0-13 4-1,6-4-41-15,3-5-31 0,5-20-56 16,-1-12-6-16,-3-12 28 16,-5-15 13-16,-5-18 51 15,0-11 22-15,-13-8 24 0,-4-4 0 16,-2 8 0-16,8 16 17 16,4 21 20-16,5 26 36 15,2 17-2-15,0 10-25 16,5 7-29-16,13 1-17 15,9 19 0-15,7 10 1 16,3 7 2-16,-3 1 0 16,-4-2 3-16,-10-2-6 15,-10-2 1-15,-10-5 1 16,-1-3 0-16,-28-7 5 0,-12-4 1 16,-4-5 0-16,-3-6 0 15,6-2-5-15,8 0-3 16,9-1 0-16,13-8 3 15,12 1-6-15,0-2-27 16,31 3-62-16,9 3-20 16,7 4 23-16,2 0 11 15,-2 0-32-15,-2 0-16 16,-1 0 59-16,-1-9 54 16,0-4 13-16,2-6 33 15,1-4 50-15,3-3 2 16,-4-1-1-16,-7 0-20 0,-1-1-21 15,-15-2 8-15,-6-1-17 16,-11 0 12-16,-5 5 6 16,-3 5-11-16,-19 7 29 15,-4 10-31-15,-3 4-24 16,1 0-8-16,-1 10 1 16,5 11 3-16,9 2-3 15,6 4-3-15,9 2 8 16,0 0-8-16,19-1 1 15,10-2-6-15,3-3 0 16,3-6 0-16,4-5 0 16,1-7 0-16,5-5-2 15,3 0 2-15,4-8-4 0,-9-11-2 16,-3-6-26 0,-10-2 21-16,-9-5 6 0,-2-1-12 15,-10 3 14-15,-7 7 3 16,-2 5 0-16,0 9 0 15,0 4 0-15,0 5 21 16,-5 0-21-16,-2 4-5 16,-4 12 5-16,1 4 3 15,3 1 6-15,2 3-3 16,3-3-2-16,2 2 16 0,0-2-18 16,0 1 0-1,2-3 2-15,7-2-4 16,1-3 0-16,1-3 0 0,4-4-13 15,4-4-86-15,3-3-112 16,8 0-165-16</inkml:trace>
  <inkml:trace contextRef="#ctx0" brushRef="#br0" timeOffset="47476.58">25788 15366 676 0,'0'0'51'16,"0"0"-48"-16,0 0 57 16,40-91-2-16,-31 73-1 0,-3 8 19 15,-4 4-5 1,-2 5 47-16,0-2 0 0,-10 3-76 16,-10 0-28-16,-9 0 4 15,0 0 14-15,-1 6-6 16,6 6-1-16,1 1-5 15,7 2-17-15,9 2-3 16,4 1-1-16,3 2 1 16,0 1-2-16,20 3 1 15,1 2 1-15,6-2-5 16,-3 1 3-16,0-4-6 16,-6-2-29-16,-2-2-5 15,-1-3 13-15,-3 0 6 16,-3-7 0-16,-1 3 12 0,-4-4 0 15,-4-4 8 1,0 1 2-16,-1-1-2 0,-18 2 3 16,-3-1 1-16,0-2 1 15,5 2-2-15,6-1 0 16,5-1-1-16,6-1-14 16,0 0-94-16,19 0-24 15,8-10-43-15,5-11-123 16</inkml:trace>
  <inkml:trace contextRef="#ctx0" brushRef="#br0" timeOffset="47830.86">26076 15361 530 0,'0'0'398'16,"0"0"-383"-16,0 0 109 0,0 0-91 16,0 0-5-16,0 0 67 15,-51 71-57-15,37-39 1 16,6 2-16-16,5-2-4 15,3-1-11 1,0-4-6-16,14-7 4 0,5-5-6 16,4-9 0-16,4-6 6 15,3 0-4-15,1-13-1 16,-1-6 2 0,-2-5-3-16,-5-3 2 15,-5-7-2-15,-7 1 0 16,-6-8 3-16,-5 1-3 0,0 6 0 15,-12 6-1-15,-7 10-2 0,-4 12 1 16,-3 6 0-16,-3 8-7 16,3 16 7-16,0 6-3 15,10 3-4-15,7 0-24 16,7 2-44-16,2-3-83 16,3-9-23-16,12-3-136 15</inkml:trace>
  <inkml:trace contextRef="#ctx0" brushRef="#br0" timeOffset="48226.32">26508 15338 937 0,'0'0'45'0,"0"0"11"15,0 0 29-15,0 0 1 16,0 0-40-16,0 0-5 15,-58 64-3-15,52-48-3 16,2-5-19-16,1-3 1 16,3-4-14-16,0-2-2 15,0-2 1-15,0 0-1 16,13 0 8-16,8-6-5 16,3-10-3-16,4-7-2 0,4-1-18 15,-2-1-29 1,1 6 26-16,-9 5 19 0,0 10 1 15,-5 4 2-15,-1 0 0 16,-2 18 22-16,-6 10 0 16,-3 3 33-16,-2 4-16 15,-1-5-28-15,-1-7-6 16,2-7-5-16,3-5-4 16,0-7-22-16,10-4-125 15,1-4-163-15,5-20-469 16</inkml:trace>
  <inkml:trace contextRef="#ctx0" brushRef="#br0" timeOffset="49121.5">27533 15002 6 0,'0'0'794'0,"0"0"-791"0,0 0 84 16,0 0 30-16,0 0-24 0,0 0 14 15,-4-4-19 1,1 4-6-16,-7 0-7 0,-9 7-40 16,-7 17-20-1,-6 5 5-15,1 3 4 0,6 5-4 16,8-3-9-16,7-2 4 15,10-2-14-15,0-7-1 16,13-6 4-16,15-7-3 16,13-6 4-16,7-4-5 15,7-4 0-15,2-14 2 16,-4-4-2-16,-5-7-4 16,-8-1-18-16,-9-1 6 0,-11-1 1 15,-10 8 1 1,-4 5 7-16,-6 12 7 0,0 4 2 15,0 3-1-15,-6 0-1 16,-2 13-4-16,-1 6-3 16,4 5 6-16,5-1 1 15,0 1-3-15,19-2 3 16,7-6 0-16,9-5-2 16,7-5 5-16,2-6-4 15,-1 0 1-15,-6-4 0 16,-5-10 4-16,-9-7-3 15,-9-5 1-15,-11-5 5 16,-3-5-5-16,-6-1 1 16,-18-1-3-16,-3 9 0 15,0 7-2-15,2 7 2 0,4 8-1 16,6 7-3 0,5 0-8-16,4 7-43 0,6 12-70 15,0 3 5-15,16-1-40 16,11-5-70-16,7-3-26 15,2-10-231-15</inkml:trace>
  <inkml:trace contextRef="#ctx0" brushRef="#br0" timeOffset="49816.27">28314 14680 753 0,'0'0'37'0,"0"0"101"0,0 0 70 0,0 0-153 0,0 0-48 15,0 0 4-15,-41 101 50 16,41-32-30-16,0 0-2 16,11-4 2-16,2-8-5 15,-2-8-9-15,0-9-12 16,0-11 0-16,0-9-4 16,2-12-1-16,-1-8 0 15,7 0 7-15,4-14-7 16,4-12-5-16,-1-5-19 15,1 1-31 1,-2-1 12-16,-5 5 9 0,-4 6 25 16,-7 13 8-16,-7 2 2 15,-2 5 2-15,0 0 7 16,0 7-9-16,0 10 9 0,0 9 23 16,0-5-20-16,6-2 3 15,0 0-15 1,1-5 4-16,5-3-5 0,3-2 1 15,3-6 2-15,7-3-3 16,2 0-7-16,3-8-15 16,-2-5-22-16,-1-5 5 15,-2-4-23-15,-3-5-4 16,-6 1 30-16,-4 6 29 16,-5 7 7-16,-5 4 5 15,-2 8 34-15,0 1 42 16,0 0-43-16,-7 2-29 0,-4 15 24 15,0 3-3-15,4 4 16 16,7 1-13-16,0-1-19 16,0 0 0-16,13-3-3 15,10-3 1-15,1-6-4 16,6-6-3-16,7-6-4 16,1 0 9-16,1-7-10 15,-3-11 2-15,-4-5 3 16,-7 2-1-16,-9-5 9 15,-8 0 9-15,-8-1 5 16,0 1-3-16,-15 5-9 16,-8 5-13-16,-7 6-2 15,-1 4-1-15,-3 6-9 0,0 0-115 16,4 7-88-16,3 6-160 16</inkml:trace>
  <inkml:trace contextRef="#ctx0" brushRef="#br0" timeOffset="51489.85">29349 15052 708 0,'0'0'58'0,"0"0"-38"16,0 0 113-16,0 0-61 15,0 0-6-15,0 0 12 16,-6 7-9-16,21-8-41 0,9-16 10 16,3-5-25-1,-1-4-3-15,1-6 4 0,-9-10-7 16,0-5-2-16,-7-6 7 15,-5-5-11-15,-5-2-1 32,-1-4 6-32,-1 10-6 0,-13 8 0 15,0 17-1-15,3 16 4 16,3 13-4-16,-6 1 1 0,-3 25-10 16,-5 11 8-16,4 9 2 15,3 4 2-15,10 4-2 16,5 3 0-16,2 2 2 0,19-4-2 15,10-6 0-15,8-10 0 16,6-10 1-16,5-10-3 16,1-10 2-16,-3-9 0 15,-4 0-1-15,-5-9 2 16,-6-11-2-16,-8-8-2 16,-2-5-6-16,-10-6 7 15,-5 1-3-15,-7 3 5 16,-1 9 1-16,0 12 0 15,0 8 2-15,0 6 18 16,0 0-21-16,-6 16-6 16,0 13 1-16,2 3 5 15,4 1 0-15,0-4 1 0,4-2-1 16,12-4 0 0,3-6 0-16,1-7-1 0,3-7 1 15,4-3-2-15,1 0-1 16,1-12-6-16,-3-10-19 15,-2-7-4-15,-6-11 6 16,-5-9-4-16,-3-8 6 16,-9-9 1-16,-1-7 2 15,0 4-8-15,0 5 8 16,0 10 20-16,-4 19 1 16,-1 17 31-16,-3 12 33 15,-2 6-34-15,-3 14-30 0,-5 17 0 16,1 13 8-16,7 8 13 15,7 6 0-15,3-1 3 16,0 0-13-16,3-1 7 16,10-4 0-16,-2-7-10 15,0-11-8-15,-1-14 0 16,-3-9 2-16,-4-9 0 16,0-2-1-16,3 0-1 15,6-12 19-15,5-9-13 16,5-9-5-16,3-3 4 15,2-2-4-15,3 2-2 16,-2 12 0-16,-1 5-3 16,-4 11 3-16,-4 3-3 0,-4 2-1 15,-2 0 3-15,-5 3 1 16,-5 7-1-16,-3 4-3 16,0-2 5-16,-11 2-1 15,-11-3 2-15,-3-1-1 16,-5-3 0-16,3-3 3 15,6-1-5-15,6-3 2 16,6 0 0-16,6 0-1 16,0 0 4-16,3 4-6 15,0 2-1-15,0 6 0 16,0 5 2-16,6 1 1 16,12 3 1-16,4-5-2 15,7 0 2-15,7-3 0 16,4-6 0-16,5-6-3 0,2-1 1 15,-3-5-5 1,2-14-8-16,-9-7 14 0,-4-4 0 16,-6-3 1-16,-9-3 1 15,-7 0-1-15,-6 7 3 16,-5 8-3-16,0 9 0 16,-5 10 9-16,-11 2-9 15,-3 10 0-15,-5 13 0 16,5 11 0-16,3 3 10 15,8 2-9-15,6 0 1 16,2-9 2-16,0-4-4 16,7-9 0-16,9-7 0 15,4-1 0-15,3-9 5 0,5 0-5 16,1-3 0-16,0-14 3 16,3-7-3-16,-2-10-6 15,3-3-11-15,-1-7-3 16,1-2-10-16,1 4 3 15,-8 7 21-15,-5 12 4 16,-12 11 4-16,-6 6 3 16,-3 6 11-16,0 7-16 15,0 18-7-15,5 9 7 16,-3 6 3-16,1 3 13 16,-3-1-11-16,0-4-3 15,0-7-2-15,-21-6 0 0,-10-3 0 16,-8-9-111-16,-12-5-241 15</inkml:trace>
  <inkml:trace contextRef="#ctx0" brushRef="#br0" timeOffset="51692.4">29847 14547 1278 0,'0'0'0'15,"0"0"0"-15,0 0 30 16,0 0-30-16,0 0-17 16,0 0-64-16,114 14-179 0,-58 6-221 15</inkml:trace>
  <inkml:trace contextRef="#ctx0" brushRef="#br0" timeOffset="52291.68">31472 14614 784 0,'0'0'59'0,"-24"-92"-57"0,14 61 93 16,5 17 27-16,2 9-21 15,3 5-3-15,-2 5-87 16,-1 21-2-16,1 14 17 16,-1 14 39-16,3 4-36 15,0-1 15-15,0-1-8 16,0-1-29-16,0-2-7 15,0-7 0-15,0-9-2 16,0-12-10-16,0-11-106 16,0-8-71-16,0-6-77 15,0 0-145 1</inkml:trace>
  <inkml:trace contextRef="#ctx0" brushRef="#br0" timeOffset="52914.3">31395 14733 893 0,'0'0'3'15,"0"0"-1"-15,0 0 40 16,0 0-28-16,99-75-1 16,-54 58-4-16,4 0-9 0,-5-3 0 15,-5-7 1-15,-11-7-1 16,-6-4 6-16,-10 1-6 16,-5 8 4-16,-4 10 0 15,-3 13 20-15,0 6 88 16,0 0-51-1,-8 19-56-15,-7 19-2 0,-3 13 31 16,7 8-8-16,5 0 1 16,6-2-11-16,0-7 1 15,0-1-7-15,5-11-8 16,7-9 1 0,3-12-3-16,3-9 0 0,6-8 8 15,2-4-6-15,6-20-1 16,-2-6 1-16,-1-3-2 0,1 0 0 15,-6 6-14-15,-7 8 13 16,-7 10-5-16,-7 8 11 16,-3 1-10-16,0 0 5 15,0 21-9-15,1 4 9 16,7 10 7-16,8-5-2 16,2-2 5-16,6-7-8 15,3-5-1-15,0-7 2 16,2-6 1-16,0-3 1 15,-3-3-5-15,-1-18 4 16,-7-1 3-16,-5-9-7 16,-3-2 2-16,-7-1-2 15,-3 4-5-15,0 10 5 0,-1 9-3 16,-9 11 3-16,-1 0 0 16,-1 6-4-16,-1 15 4 15,5 4 15-15,8 4-6 16,0 1-3-16,0-3-4 15,17-2-2-15,5-7 1 16,2-2-1-16,3-5-1 16,-6-1-76-16,3-1-99 15,-7 2-132-15</inkml:trace>
  <inkml:trace contextRef="#ctx0" brushRef="#br0" timeOffset="53725.3">29637 16115 971 0,'0'0'107'0,"0"0"-100"0,0 0 87 15,0 0 5-15,0 0-99 16,0 0 22-16,-84 115 29 15,68-61-33-15,2-1 3 16,3-6-11-16,5-6-5 16,3-12 1-1,1-11-6-15,2-9 0 0,0-7-4 16,0-2 9-16,3-6-1 16,11-16-4-16,5-12-11 15,-1-10 7-15,-3-12-5 16,-2-9 0-16,-2-12 5 15,-1-9-13-15,3 3 5 16,0 7 8-16,-3 15 4 0,0 22 2 16,-4 17-2-16,-3 18-2 15,0 4-2-15,0 16-7 16,4 18 11-16,0 12 2 16,-3 5 1-16,1 0 2 15,-1 1-5-15,2-6 0 16,6-7 3-16,2-8-3 15,5-6 0-15,11-6 0 16,10-10 1-16,12-6-2 16,11-3-1-16,1-6-9 15,-4-13-17-15,-7-7-2 0,-12-7-3 16,-13-11 0-16,-11-10 19 16,-14-7 14-16,-3 1-3 15,-6 10 3-15,-13 16 5 16,-1 14 6-16,-3 12 20 15,2 8-2-15,1 5-25 16,3 18 1-16,8 13-5 16,8 3 0-16,1 8 1 15,6-2 0-15,11-3-1 16,3-7 0-16,2-4-6 16,2-6-32-16,3-7-98 15,3-6-60-15,6-11-36 0,4-1-243 16</inkml:trace>
  <inkml:trace contextRef="#ctx0" brushRef="#br0" timeOffset="54066.47">30480 15993 484 0,'0'0'374'0,"0"0"-365"0,0 0 101 0,0 0-17 16,0 0-84-16,0 0 0 15,-30-6 12-15,30 29-12 16,0 0-2-16,5 0 0 15,13 0-7-15,4-6 8 16,8-1-7-16,3-7 2 16,8-7 3-16,3-2-5 15,3 0 4-15,-2-5-1 16,-8-11-4-16,-10-5 5 16,-9-4-1-16,-12-4-3 15,-6 0 13-15,0 0-11 0,-21 3 3 16,-7 10 3-16,-3 5 14 15,-2 9-16-15,0 2-7 16,6 3-5-16,6 16 2 16,2 6 1-16,4 1-4 15,9 5-34-15,6-1-45 16,0 1-61-16,10-4-37 16,13-6-94-16</inkml:trace>
  <inkml:trace contextRef="#ctx0" brushRef="#br0" timeOffset="55330.67">31104 15993 568 0,'0'0'175'16,"19"-76"-174"-16,-15 46 63 16,-4 10 26-16,0 7-37 15,-13 7 28-15,-10 6-27 16,-5 0-53-16,-3 8 29 15,2 9-4-15,6 6-10 16,5-1 5-16,6 6-15 16,4-3-2-16,7-4 0 15,1-3-3-15,0-2 0 16,10-5-1-16,10-5 0 16,4-5-2-16,4-1-38 0,5 0-49 15,0-11-10 1,-2-10-16-16,-4-10-2 15,-3-10-1-15,-7-10 1 0,-6-9 60 16,-3-10 57-16,-4-3 9 16,-1 5 21-16,-3 12 47 15,0 21 47-15,0 20-39 16,0 15 56-16,-10 3-116 16,-6 28-11-16,-1 16 3 15,3 8 11-15,6 5-4 0,6 0 2 16,2-3-3-1,0-3-16-15,6-4 3 0,9-11-5 16,4-8-4-16,2-13-1 16,3-6 1-16,6-12 7 15,0 0-8-15,2-5-2 16,1-15-5-16,0-9-21 16,-3-5-22-16,-5-1 8 15,-7 2-3-15,-9 11 45 16,-4 8 10-16,-5 10 56 15,0 2 34-15,0 2-62 16,0 2-34-16,0 14-4 16,-2 7 11-16,1 1 5 0,1-2-12 15,0 1-4 1,1-6 7-16,8-2-7 0,4-7 0 16,1 0 2-16,2-5-2 15,2-3 0-15,2 0-19 16,-1-11-20-16,2-12-7 15,0-8-8-15,-5-3 14 16,1 3 3-16,-8 6 37 16,-3 11 9-16,-4 3 50 15,-2 10 20-15,0 0-1 16,0 1-57-16,0 0-21 16,0 13-6-16,0 7 6 0,0 5 17 15,0 0-8 1,0-2-7-16,0-3 3 0,2-5-4 15,2-3-1-15,4-2 0 16,0-6 2-16,3-2-4 16,3-2-24-16,3 0-74 15,3-6 0-15,2-8-68 16,2-4-25-16,1-6 12 16,-2-1 90-16,-1 0 79 15,-1-1 12-15,-7 6 114 16,-3 5 86-16,-6 9-39 15,-5 4-18-15,0 2-28 16,0 0-55-16,0 0-10 16,-10 0-45-16,-2 17 2 15,-4 5 42-15,8 6-20 0,2 0-17 16,4 2-1-16,2-2-9 16,0-4 4-16,3-4-6 15,14-5 0-15,1-5 0 16,6-3 3-16,7-7-3 15,0 0 0-15,5-1-14 16,-1-16-23-16,-3-7-28 16,0-9 3-16,-1-8-7 15,0-3 20-15,-4-11-1 16,-6-5-5-16,-7-5 37 16,-6 1 11-16,-3 11 2 15,-4 17 5-15,-1 20 18 0,0 16 56 16,-3 5-45-16,-15 31-23 15,0 10 13-15,4 5 20 16,6 4-14-16,3-4-11 16,4-8-3-16,1-3-8 15,0-8-3-15,0-5-3 16,0-10 3-16,0-5-34 16,3-8-135-16,5-4-182 15</inkml:trace>
  <inkml:trace contextRef="#ctx0" brushRef="#br0" timeOffset="55496.89">32333 15758 215 0,'0'0'722'0,"0"0"-718"16,94-19 1-16,-48 15 13 15,6-2-18-15,1-4 0 16,0 0-18-16,-3-9-184 15</inkml:trace>
  <inkml:trace contextRef="#ctx0" brushRef="#br0" timeOffset="57503.59">27626 11003 764 0,'0'0'59'0,"0"0"-58"0,0 0 0 0,0 0 63 16,0 0-16-1,0 0-28-15,0 0-3 0,4-22 4 16,-4 13-13-16,-7-1 1 16,-9-3-8-16,-7-4 11 15,-4-5 16-15,-12 3-21 16,-7-4 17-16,-7-1-4 15,-10-1-4-15,-4-1 29 16,-7 1-42-16,-3 1-2 16,-2 0 8-16,-5 4-8 15,-2 4 21-15,-2 6-20 16,3 3-1-16,4 7 2 0,1 0-2 16,2 0 11-1,-2 14-10-15,3 1 0 16,0 5-2-16,-1 2 0 15,-2 4 0-15,-4 3 4 0,3 4-4 16,1 6 0-16,1 5 14 16,4 3-8-16,2 4 2 15,7 6-2-15,7 0-3 16,7 2-6-16,10 7 4 16,8 3-1-16,4 2 0 15,13-4 3-15,5-1-6 16,5-2 3-16,7-1 0 15,0 2-2-15,2 0 2 16,20-1 0-16,6-1-2 16,7-2 3-16,9-4-2 0,7 0 1 15,12-4 0 1,2-5-1-16,5-3 1 0,0-7-1 16,4-4 1-16,6-5-5 15,7-7 3-15,7-5 1 16,7-4 1-16,6-7-1 15,6-6 2-15,7 0-1 16,12 0 1-16,3-11 0 16,0 1 2-16,-1 0-3 15,-10-1-2-15,-6-2-1 16,-3 0-1-16,-7-6 0 16,-3-5-11-16,-5-5 8 15,-4-8 5-15,-4-7 1 16,-4-8 1-16,-6-5 3 0,-9-6-3 15,-13-6 0-15,-13-11 0 16,-17-3 1-16,-13-13 8 16,-16-2 13-16,-1-8-7 15,-16-3 23-15,-23-1-1 16,-19-1 16-16,-20 4 3 16,-17 12-27-16,-11 11-5 15,-9 10-24-15,2 18-7 16,8 6 2-16,17 14-89 15,24 13-64-15,21 8-94 16,17 11-505-16</inkml:trace>
  <inkml:trace contextRef="#ctx0" brushRef="#br0" timeOffset="58304.89">27166 6546 924 0,'0'0'0'0,"0"0"-4"0,0 0-4 16,0 0 8-16,0 0 17 15,99 0 14-15,-48 0-22 16,2 0 10-16,-2-4-17 16,0-2 0-16,-8-1-2 15,-11 1-2-15,-13 2-61 16,-12 0-243-16</inkml:trace>
  <inkml:trace contextRef="#ctx0" brushRef="#br0" timeOffset="58488.33">27298 6704 839 0,'0'0'7'0,"0"0"-10"16,0 0 5-16,118-24-2 15,-54 11 0-15,6 0-6 16,-3-3-10-16,-8-5-249 15</inkml:trace>
  <inkml:trace contextRef="#ctx0" brushRef="#br0" timeOffset="60213.25">30158 5991 366 0,'0'0'686'0,"0"0"-686"0,0 0 1 0,0 0-1 16,0 0 56-16,-67 115-32 16,29-73 10-16,-2 1 5 15,-3-4-9-15,1-2 18 16,6-6-27-16,8-5 10 15,10-10-7-15,13-3-24 16,5-6 0-16,8-3-9 16,28-1 9-16,17-3 7 15,16 0-7 1,5-3-1-16,-5-7-7 16,-8-2-86-16,-10-2-83 0,-17-7-185 15</inkml:trace>
  <inkml:trace contextRef="#ctx0" brushRef="#br0" timeOffset="60441.78">30150 6032 1017 0,'0'0'38'0,"0"0"-14"15,0 0-23-15,-30 113 56 16,27-60-34-16,3 6 25 15,0 2-14-15,0 3 3 16,0 0-20-16,0-1-14 0,0-6 3 16,0-8-4-16,0-10-4 15,0-13-4-15,0-9-100 16,3-13-132-16,8-4-147 16</inkml:trace>
  <inkml:trace contextRef="#ctx0" brushRef="#br0" timeOffset="60799.71">30589 6113 937 0,'0'0'85'16,"0"0"-72"-16,0 0 12 15,0 0 42-15,-48 89 12 16,29-46-50-16,1 0-8 0,4-1 37 15,7-5-30-15,5-5-22 16,2-5 5-16,0-6-7 16,9-4-4-16,14-6 5 15,8-7-1-15,9-4 21 16,9 0-23-16,1-11-2 16,-1-10 4-1,-9-6 0-15,-13-8-4 16,-9-4 7-16,-13-9-3 15,-5 4 12-15,-4 4-12 16,-16 11-3-16,-9 9-2 0,-5 8 1 16,1 12-12-16,0 0-37 15,5 0-104-15,7 13-83 0,8-1-91 16</inkml:trace>
  <inkml:trace contextRef="#ctx0" brushRef="#br0" timeOffset="61817.56">31139 5911 110 0,'0'0'701'0,"0"0"-633"16,0 0 126-16,0 0-70 15,0 0-48-15,0 0-49 0,-42-63 6 16,19 63-16-1,-6 15-12-15,0 4 20 16,0 3-18-16,10-1 5 0,4-1-12 16,9-5 9-1,6-1-16-15,0-2 7 0,3-4 0 16,16-1-1-16,8-5 6 16,10-2-5-16,2 0 0 15,3 0 3 1,4-11-6-16,-2-3 3 0,0-8 0 15,-6-3-4-15,-10-3 2 16,-13-3 2-16,-12 4 0 16,-3 1 2-16,0 8 6 15,-14 3-7-15,-11 4-1 0,-6 8 0 16,-4 3 1-16,-2 0-1 16,3 3 0-16,2 11 1 15,12 1-6-15,5-3 5 16,7 1-1-16,7-1-6 15,1-3 1-15,0 0 2 16,16-2 2-16,11-1 2 16,9-4 3-16,7-2-3 15,6 0 0-15,1 0-5 16,3-4 5-16,4-10-1 16,-2-3-1-16,-2-5 2 15,-6 3 2-15,-10 3-2 16,-14 6 0-16,-14 6 7 0,-6 4-4 15,-3 0 5 1,0 10-8-16,-14 16 1 0,-11 11-1 16,-6 8 12-16,-5 11 15 15,-5 6 21-15,-3 7-32 16,-1 5-3-16,-4 1-13 16,2 0 6-16,6-5-7 15,8-9 1-15,18-14 0 16,9-16-4-16,6-11 3 15,6-10 0-15,17-5 1 16,13-5 0-16,8 0 8 16,5-6-8-16,4-13 0 0,-1-6-1 15,0-6 4-15,-6-7-5 16,-7-3 2-16,-11 6 0 16,-10 7 3-16,-12 13-1 15,-4 10 2-15,-2 5 11 16,0 0-11-16,-14 11 0 15,-11 11-3-15,-4 8-1 16,3 2 17-16,5-2-15 16,10 0 0-16,7-6 4 15,4 0-3-15,0-6-3 16,12-3 0-16,10-5 1 0,6-4 9 16,4-4-9-1,1-2 2-15,3 0 10 0,-5-11-11 16,-1-8 5-16,-5-4 1 15,-7-4 2-15,-11-6 16 16,-7-3-18-16,-3 2-2 16,-21 5-6-16,-10 6-4 15,-9 10-5-15,0 11-37 16,-5 2-116-16,-6 7-64 16,3 10-165-16</inkml:trace>
  <inkml:trace contextRef="#ctx0" brushRef="#br0" timeOffset="67267.43">10251 17376 664 0,'0'0'79'0,"0"0"-27"0,0 0 88 0,0 0-48 16,0 0-64-16,0 0 1 15,0 0-2-15,-54 48-6 16,48-29-5-16,3 0 4 16,0-6-5-16,3-2-11 15,0-4-3-15,0-1-2 16,1-6 2-16,13 0-1 15,7 0 16-15,4-10-8 16,-1-10 0-16,0-6-8 16,-6 6 2-16,-8-5 1 15,-7 1 1-15,-3 2-2 16,-1 3 1-16,-16 0 1 16,-5 9 1-16,-5 4-5 0,2 6 1 15,-2 0-4-15,1 8-4 16,1 13 3-16,4 1-33 15,6 8-63-15,5 3-47 16,1 2-113-16</inkml:trace>
  <inkml:trace contextRef="#ctx0" brushRef="#br0" timeOffset="67708.31">9852 18035 908 0,'0'0'9'0,"0"0"-6"0,0 0 51 0,0 0-33 15,-83 71 4-15,78-57-17 16,5-4-5-16,0-4 4 16,0-5-7-16,6-1 0 15,9 0 6-15,5-4 13 16,2-9 18-16,-1-6-13 16,-6-1-20-16,-5 3 10 15,-4 1-5-15,-6-1 6 0,0 1 16 16,0 5-5-16,-10 1-8 15,-1 3-7-15,-2 4-7 16,-2 3 4 0,0 0-8-16,-1 11-9 0,8 8-33 15,2-2-51-15,6 4-29 16,0 1-31-16,17 0-171 16</inkml:trace>
  <inkml:trace contextRef="#ctx0" brushRef="#br0" timeOffset="68054.57">10757 18043 890 0,'0'0'49'0,"0"0"-48"16,0 0 213-16,0 0-107 15,-83-37-40-15,78 37-8 16,0 0-26-16,5 4-33 16,0 10-4-16,0-1-9 15,15 1 8-15,10-3-15 16,9-3 15-16,7-6 5 16,2-2 0-16,6 0 2 15,-7-16-1-15,-9-3-1 16,-12-1 5-1,-17-2-4-15,-4 1 6 0,-13-2 6 16,-14 3 7-16,-6 8 21 0,0 8-23 16,0 4-18-16,4 6-6 15,8 15-81-15,9 5-110 16,12 1-162-16</inkml:trace>
  <inkml:trace contextRef="#ctx0" brushRef="#br0" timeOffset="68941.12">12750 17379 762 0,'0'0'72'16,"0"0"-29"-16,0 0 41 0,0 0-22 16,0 0-13-16,0 0-19 15,6-54-26-15,-6 72-1 16,0 9 19-16,-9 9 22 16,-9 5-9-16,1 1-11 15,-5 0-18-15,1-4 9 16,2-2-8-16,1-7-3 15,7-9 0-15,2-6-3 16,5-3-1-16,4-5 0 16,0 2-9-16,0-2 8 15,16 6-5-15,1 0 4 16,7-1 1-16,3-1 1 16,-1 0 6-16,6-8-6 15,-1-2 0-15,3 0 10 16,1-2-10-16,-4-15 2 15,-4 3 1-15,-3-4-1 16,-9 0 0-16,-4 1-2 0,-6 1 0 16,-5-2-1-16,0-1 4 15,0 6-3-15,-6 4 4 16,-3 5 8-16,6 4 72 16,-3 1-30-16,-3 24-54 15,-4 14-7-15,-1 11 7 16,2 0 1-16,4 3 10 15,3-3-1-15,5-3-1 0,0-1-9 16,0-4 0-16,0-11-5 16,5-4 5-16,6-9-13 15,3-8-64-15,7-10-80 16,7 0-53-16,6-6-50 16</inkml:trace>
  <inkml:trace contextRef="#ctx0" brushRef="#br0" timeOffset="69315.22">13279 17756 896 0,'0'0'40'16,"0"0"-39"-16,0 0 100 0,0 0-72 16,0 0 11-16,-79 90 17 15,79-63-23 1,0-1 0-16,0-2-7 0,17-5-13 15,5-3-4-15,8-7-5 16,7-2 34-16,5-7-17 16,6 0-6-16,1-6-2 15,-1-10-10 1,-4-7 11-16,-11-5-8 16,-12-5-4-16,-16-6 8 15,-5-3-9-15,-17-2-2 16,-20 5-1-16,-6 6 1 15,-4 12 4-15,0 9 2 0,5 12-3 16,4 0-6-16,10 6-5 16,7 14-6-16,14 0-16 0,7 2-73 15,0 5-20-15,25-6-45 16,11-2 1-16,9-6-138 16</inkml:trace>
  <inkml:trace contextRef="#ctx0" brushRef="#br0" timeOffset="70242.28">13909 17423 948 0,'0'0'3'0,"0"0"75"16,0 0 122-16,0 0-166 0,0 0 4 15,-85-40-38-15,76 63 0 16,0 8 1-16,5 0 6 15,4 0-2-15,0-7-5 16,7-2 4-16,12-5 7 16,4-5-10-16,3-1 3 15,3-7 1-15,2-4 2 16,0 0 3-16,1-2-7 16,-5-12-3-16,-3-8 6 15,-7 0-3-15,-7-5 0 16,-10 4-3-16,0 3 2 15,-3 8 10-15,-14 5 0 16,1 3-1-16,-7 4-7 16,0 0-2-16,3 0-4 15,-1 6 1-15,8 6-1 0,4-1-3 16,4-3-1-16,5 0-4 16,0 0 2-16,0-1 4 15,11-3 2-15,8 0-1 16,5-4 3-16,4 0 12 15,4-14-11-15,2-8 0 16,0-6-1-16,2-3-7 16,-3-2 6-16,-1 5-11 15,-6 7 6-15,-5 6 6 16,-9 8 0-16,-9 7-2 0,1 5-9 16,-1 19 2-16,-3 11 9 15,0 10 4-15,0 8 5 16,0 9 33-16,-13 2-15 15,-1 7-3-15,-3-1-3 16,0 1 2-16,-4-2-4 16,1 2-16-16,0-5-1 15,4-4 6-15,5-8-8 16,7-12-1-16,4-15 1 16,0-17-8-16,0-8 3 15,9-2 5-15,11-22 2 16,3-9 4-16,7-14-6 0,1 2-42 15,1 0 3 1,-1 3 7-16,-3 12 13 0,-4 7 12 16,-8 7 7-16,-7 8-1 15,-7 6 1-15,-1 0-9 16,2 10-2-16,2 11 5 16,5 7 6-16,-1 3 0 15,5 1 3-15,2-5-3 16,1-1 0-16,3-6 0 15,1-6 0-15,-3-5 1 16,0-9 6-16,-1 0-2 16,-1 0 3-16,-2-13 12 15,-3-9-8-15,-5-3 4 16,-6 0 31-16,0-2 2 16,-9 0-4-16,-15 0-26 0,-7 6-12 15,-5 6-7-15,-5 9-11 16,-1 6-48-16,3 0-144 15,3 16-154-15</inkml:trace>
  <inkml:trace contextRef="#ctx0" brushRef="#br0" timeOffset="72253.33">16047 17689 495 0,'0'0'76'0,"0"0"24"0,0 0 73 0,0 0-38 16,0 0 23-16,0 0-30 15,1-49-39-15,-1 59-25 16,-7 21-44-16,-2 14-12 16,2 13 33-16,2 7-21 15,5 1 2-15,0-2-7 16,0 0-14-16,13-1 4 16,1-10-5-1,2-2 0-15,-2-6-2 16,-2-14-1-16,-4-9 2 0,-5-8-3 15,1-14-17-15,-4 0-28 0,0-10-6 16,0-17 32-16,0-16-77 16,0-3 47-16,-5-9 3 15,2-6-23-15,0-11 14 16,0-1 24-16,3-6-7 16,0 9 22-16,0 14 20 15,6 17 1-15,3 18 7 16,-1 12 11-16,-1 9-13 15,6 0-2-15,3 23 4 0,4 4 32 16,2 5-5-16,-2 1-4 16,1 0 6-16,3-2-24 15,1 1 4-15,5-7 4 16,4-4-12-16,2-8-4 16,7-7 5-16,0-6-4 15,-1 0 4-15,-4-6-7 16,-5-10-2-16,-10-5 8 15,-5-3-7-15,-9-6 4 16,-7-5 1-16,-2-3-2 16,0-2-1-16,-8 6-4 15,-3 9 3-15,1 11 3 16,4 10 39-16,3 4 1 0,2 4-46 16,-1 16-1-1,2 10 1-15,0-1-4 0,0 0-5 16,5-2 9-16,8-3-10 15,5-6 1-15,3 1 4 16,0-7-3-16,7-4-24 16,7-6-56-16,6-2-55 15,9 0 5-15,3-6-15 16,-4-8 21-16,-8-7 39 16,-16-1-68-16,-11-3 99 15,-14 1 62-15,0 4 69 16,-6 6 162-16,-10 5-51 0,-1 9-62 15,-1 0-14 1,0 0-44-16,2 13-44 0,2 7-6 16,7 1-3-16,7 0 7 15,0-1-6-15,13-2-2 16,11-5 14-16,4-1-3 16,4-5-11-16,2-7 5 15,2 0-9-15,-3 0 2 16,-3 0-2-16,-8-12-2 15,-10-2 8-15,-6-7-2 16,-6-5-2-16,-6-4-4 16,-16-2 2-16,-7 4 2 15,-3 9-2-15,2 7-2 16,-2 9 2-16,3 3-1 16,3 9-2-16,5 12-7 0,9 7 2 15,8-1 3-15,4 3-2 16,1-6-4-16,22 1 7 15,3-5-7-15,7-7 9 16,3-3-9-16,4-3-18 16,1-7-38-16,2 0-19 15,5-3-2-15,-3-14 19 16,0-11 22-16,-7-4-26 16,-11-11 26-16,-11-7 7 15,-14-11 23-15,-2-5 13 0,-9-4 2 16,-13 9 17-1,3 19 65-15,5 19 16 0,5 17 19 16,6 6-9-16,1 27-107 16,2 16 6-16,0 15-7 15,14 5 20-15,8-1 7 16,2 1 10-16,-2 0-11 16,-4-6-8-16,-2-2 1 15,-4-11-15-15,-4-8-3 16,-1-16 0-16,-4-4 1 15,-3-12-2-15,2-4 1 16,-2 0 0-16,0-4 26 16,0-16-20-16,0-7-7 15,0-4-3-15,0 1-19 16,0 6 4-16,9 7-4 0,7 8 2 16,2 9 11-1,7 0-3-15,4 5 1 0,1 14 4 16,1 1 5-16,-3 2 1 15,-4 1 1-15,-6-3 0 16,-2-3 1-16,-13-1 0 16,-3 0 2-16,-1-2 18 15,-24-4 10-15,-13 0 21 16,-8-3-20-16,-5-2-6 16,-1-5 0-16,1 0-21 15,10 0-4-15,8 0-1 16,12-6 0-16,15-3-7 15,6 2-123-15,19 3-179 16,15 0-327-16</inkml:trace>
  <inkml:trace contextRef="#ctx0" brushRef="#br0" timeOffset="72477.19">17880 18090 1189 0,'0'0'1'0,"0"0"35"0,0 0 110 0,0 0-129 16,0 0-17-16,0 0-1 15,45-23-11-15,-12 23-34 16,6 0-171-16,4 0-214 16</inkml:trace>
  <inkml:trace contextRef="#ctx0" brushRef="#br0" timeOffset="73489.07">19490 17693 850 0,'0'0'4'0,"0"0"50"15,0 0 71-15,0 0-38 16,0 0-66-16,0 0-16 0,-91 30 8 16,75-4-6-16,7 1 8 15,4-2-5-15,5-3-5 16,0-3 5-16,0-5-9 15,14-4 0 1,11-6 4-16,10-2 9 0,8-2-1 16,2-4-12-1,-1-10 0-15,-6-5-1 16,-12-4 3-16,-11 0-3 16,-8-6 3-16,-7-5-2 0,-10-5 0 15,-21 0-1-15,-5-1 0 16,-6 11 3-16,-1 5-3 15,4 17 0-15,10 7 0 0,2 13 1 16,6 18-3-16,7 7-2 16,13 0-2-16,1-1 2 15,6-8 3-15,19-4-1 16,7-4 1-16,6-10 1 16,8-5 4-16,4-6-4 15,5 0 0-15,2-14-2 16,-1-7 2-16,-8-4-3 15,-3-1-20-15,-14-4-5 16,-11-7 0-16,-10-6 8 16,-10-9 15-16,0 2 3 15,-15-1 4-15,-4 15 0 16,4 11 7-16,4 15 12 0,5 10 29 16,-1 12-50-16,4 26 8 15,3 14-8-15,0 13 0 16,6 3 7-16,18 7 10 15,1 8 6-15,2 3 5 16,3 10-7-16,0 10-9 16,3 12 2-16,-5 11-14 15,-3-7 0-15,-1-5 1 16,-1-24 1-16,-4-16-1 16,-5-19-1-16,-8-13 0 15,-4-18 1-15,-2-13 0 16,0-9 0-16,-18-5 16 15,-7 0-8-15,-11-16-1 0,-7-14-8 16,-5-10 0-16,-5-16 14 16,2-16 9-16,2-15 16 15,8-14-20-15,11-12-2 16,17 2-10-16,13 5-7 16,12 16-7-16,30 13 6 15,13 18-85-15,9 10-53 16,6 10-83-16,-1 8-192 15</inkml:trace>
  <inkml:trace contextRef="#ctx0" brushRef="#br0" timeOffset="75393.09">20641 17342 725 0,'0'0'20'0,"0"0"-11"0,0 0 122 0,0 0-77 0,0 0-36 16,0 0 87-16,26 126-36 15,-5-50-22-15,3 10-3 16,2 7-8-16,1 1 2 16,-4 4-18-16,0-5-13 15,-10 0-1-15,-4-5-4 16,-2-4-4-16,-7-15 2 15,0-14 0-15,0-22 2 16,-14-19-2-16,-3-14-1 16,-7-7-10-16,-7-19-28 15,-10-24-5-15,-5-10 27 0,-3-15-4 16,1-2 20 0,8 0-14-16,9 9 14 0,10 13-1 15,19 11 4-15,2 7-2 16,21 8 0-16,17 3 0 15,8 6-2-15,9 7 2 16,3-3 0-16,6 6-1 16,-5-4 2-16,-3 1-6 15,-8-1 5-15,-6-2-3 16,-13-1 1-16,-10 1 0 16,-9 0 2-16,-10 2 5 15,0 7-1-15,0 3 3 0,0 3 16 16,0 1-1-1,-4 0-16-15,-2 12-6 0,1 4-1 16,5 2 0-16,0-1 2 16,0-3 0-16,12-2-1 15,11-6 0-15,2 0 2 16,6-5 3-16,4-1-4 16,-1 0-1-16,2-1 0 15,-6-16-6-15,-4 2-29 16,-5-2-14-16,-10-3 16 15,-4 4 3-15,-7 9 30 16,0 3 6-16,0 4 17 16,0 0 8-16,0 0-31 15,-7 15 3-15,5 3-1 16,2 1 4-16,0-3-1 0,0 2 1 16,13-2-4-16,-1-3 5 15,6-5-7-15,-1-4 0 16,-1-4 7-16,-1 0-4 15,4 0 0-15,-2-6 6 16,-1-9-6-16,1 2 0 16,-4-1-3-16,-2 7 0 15,-7 5 3-15,-1 2-2 16,-3 0-1-16,4 0-2 16,2 7 2-16,0 6 4 15,5-1-2-15,2-1 2 16,2-1 9-16,6-4-6 15,4-1 3-15,2-5 0 16,8 0-7-16,3 0 2 0,3-7-5 16,0-5 0-16,-2-3 2 15,0-1-2-15,-6-2 0 16,-5 4-1-16,-7 2 2 16,-10 3 2-16,-5 5-1 15,-1 0 1-15,-3 2 4 16,-2-2-4-16,0-2 8 15,0-1-1-15,0 0-8 16,0-3 3-16,-12 1-5 16,-1-1 0-16,-7 0 2 15,2 6-2-15,-1 4 0 16,0 0-1-16,5 4 2 0,-1 16-2 16,6 2 1-1,6 5-4-15,3-4 0 0,0-1 4 16,11-4 0-16,5-2 0 15,2-5-1-15,5-6 0 16,-1-5-17-16,5 0-45 16,-2-12-34-16,-4-11-9 15,-2-7 10-15,-4-6 34 16,-3-11 8-16,-6-12 17 16,-1-8-11-16,-4-12 11 15,1-9-5-15,-1 4-40 16,-1 12 73-16,0 22 9 15,0 28 103-15,0 22-4 0,-4 26-27 16,-5 28-72-16,2 10 38 16,3 4 1-16,4-5 2 15,6-2-3-15,14-7-5 16,0-2-11-16,4-10-15 16,0-10-6-16,-1-8 4 15,-1-10-4-15,0-11 1 16,-2-3 3-16,1 0 0 15,-1-10 2-15,-4 0-7 16,-6 4 0-16,-3 1 3 16,-5 5-3-16,-2 0 2 15,1 0-2-15,4 0 0 16,5 0 0-16,8 2 18 0,1 4 10 16,4 3 2-1,4 2-17-15,1-1-6 0,-1 4 9 16,-3 2-14-16,-3-3 8 15,-2-1-7-15,-1 0 0 16,-1-6 10-16,2-3-4 16,-3-3 13-16,8 0 5 15,0-3-11-15,-2-10-10 16,-1-7-5-16,-1 0 1 16,-8-2-2-16,-2 2 2 15,-7 4-2-15,-3 5 3 16,0 5 0-16,-6 4 9 15,-7 2-8-15,-3 0-4 0,0 0 5 16,3 12-4-16,1 3 0 16,8 7 3-16,4 6-4 15,0 7 20-15,3 15 18 16,14 6 15-16,0 7 15 16,2 4-23-16,-1-7-5 15,-11-3-15-15,-4-8-6 16,-3-5-7-16,0-12-12 15,-7-7 3-15,-6-11-9 16,1-14-18-16,-3 0-198 16,1-18-198-16</inkml:trace>
  <inkml:trace contextRef="#ctx0" brushRef="#br0" timeOffset="75570.64">22349 17418 1081 0,'0'0'37'0,"0"0"-30"16,0 0 80-16,0 0-69 15,0 0-18-15,0 0-6 16,-20-32-5-16,-3 32-180 16,-13 0-289-16</inkml:trace>
  <inkml:trace contextRef="#ctx0" brushRef="#br0" timeOffset="75781.4">21078 17363 965 0,'0'0'14'16,"0"0"151"-16,0 0-98 15,0 0-61-15,0 0-6 16,0 0-12-16,99-26-41 15,-54 26-181-15,1 5-177 16</inkml:trace>
  <inkml:trace contextRef="#ctx0" brushRef="#br0" timeOffset="76474.73">23626 17542 862 0,'0'0'0'0,"0"0"0"15,0 0 45-15,0 0 9 16,83-36 52-16,-39 13-74 16,2-1-12-16,-12 3 10 15,-5 0-21-15,-14 2-4 16,-8-5 10-16,-7-1 0 0,0-1 2 16,-19 4-8-16,-13 8 13 15,-2 10 10-15,-9 4-7 16,-1 9-15-16,6 13-5 15,2 1 0-15,9 7 0 16,8-4-5-16,10-5 0 16,9 1-3-16,0-6 1 15,13-1-13-15,14-9 15 16,12-4 7 0,7-2 6-16,2 0-9 0,1-7-2 15,-4-6 0-15,-7 1-1 16,-9 6-1-16,-14 2 1 15,-8 1 0-15,-7 3 0 0,0 0-1 16,0 0-14-16,5 10 6 16,2 5 8-16,5 5 1 15,3-2-1-15,5-1 0 16,8-4-4-16,6 0-4 16,9-5-79-16,5-3-80 15,9-2-81-15,-1-3-256 16</inkml:trace>
  <inkml:trace contextRef="#ctx0" brushRef="#br0" timeOffset="77788.56">24539 17354 982 0,'0'0'73'0,"0"0"-72"0,0 0 207 16,0 0-153-16,0 0-55 15,0 0 0-15,-25 4 1 16,25 18 18-16,3 2 4 15,9-1-16-15,4-2-5 16,-2-1 3 0,-3-7-5-16,1-1 0 0,-3-6 0 15,0-3 1-15,2-3 2 16,2 0-3-16,-1-2-8 16,3-17 5-16,0-7-25 15,-2 0 2-15,-1-5 16 16,-4 2 9-16,-4 7 1 15,-1 5 0 1,-1 10 1 0,-1 5 9-16,-1 2-10 0,0 0-5 15,0 6-6-15,0 12 11 16,2 6 3-16,5 3-1 16,-3 0-2-16,7-2 9 15,0-4-4-15,5-3-3 0,2-5 4 0,0-4-2 16,2-9 11-16,6 0-1 15,5 0-8-15,0-17 4 16,1-5-9-16,-2-5 1 16,-5 1 0-16,-2-5-1 15,-4 0 1-15,-6 6-2 16,-2 6 0-16,-7 9 6 16,-2 7-5-16,-2 3-2 0,0 0 0 15,1 13-19-15,2 9 20 16,3 4 9-16,7 2-8 15,-1-1 19-15,8 1-11 16,1-5 5-16,3-5 5 16,2-2-8-16,3-10 7 15,-2-2-7-15,2-4-4 16,-4 0 8-16,1-9-11 16,-3-10-4-16,0-3 4 15,-9-4-4-15,-2-3 2 16,-8 5-2-16,-4 7 0 15,0 3-1-15,0 10 2 0,-4 4 2 16,-9 0-3 0,0 0-10-16,-3 0 9 0,6 7-5 15,1 2 5-15,1-1-3 16,5 2 3-16,3-3-4 16,0 0 0-16,0 0-9 15,5-3 8-15,10 1 1 16,0-4-3-16,7-1-3 15,-3 0-2-15,-1 0-2 16,-1-1 9-16,-7-4 4 16,3 1 2-16,0 3 0 15,1 1 0-15,-3 0-5 16,-1 0 5-16,2 5-4 0,0 3 4 16,2 7 3-16,5 0 2 15,5-2-3-15,0 0 2 16,-3-6 7-16,0-2-10 15,4-5 1-15,-1 0 8 16,-3 0-8-16,4-11 2 16,-6-6-4-16,-4-5-2 15,0-4 1-15,-6-15-9 16,-3-5-9-16,-3-12-7 16,-1-18-32-16,-2-12 31 15,0 1-29-15,0 9 9 16,0 27 42-16,-2 24 5 15,-4 23 4-15,-1 7 36 16,-2 27-37-16,-3 18-3 0,4 13 3 16,8 8 10-16,0 3 14 15,8-2-1-15,13-8 0 16,2-11-2-16,6-2-14 16,0-13 4-16,4-8-14 15,-4-12 3-15,4-11 2 16,-1-5 7-16,6-8-9 15,-1-20-2-15,-1-8-1 16,-9-10-17-16,-9-14-6 16,-11-5-11-16,-7 3 7 15,0 16 24-15,-6 19 3 0,-3 19 17 16,0 8 0-16,0 25-17 16,0 17 0-16,5 9 7 15,4 0 26-15,6-2-5 16,12-11-17-16,6-4-5 15,1-7-5 1,0-10-2-16,1-9-12 0,1-8-134 16,-2 0-125-16,-3-27-466 15</inkml:trace>
  <inkml:trace contextRef="#ctx0" brushRef="#br0" timeOffset="78517.52">27803 16779 858 0,'0'0'48'0,"0"0"-48"0,0 0 89 0,0 0-73 16,0 0-5-16,0 0 24 16,-56 73 3-16,44-40-11 15,3-1 4-15,4-7-10 16,5 0-5-16,0-5-9 16,3-5 7-16,17-5-9 15,6-3 8-15,10-3 6 16,6-4-14-16,6 0 2 15,-2-11-7-15,-4-4 0 16,-6-3 2-16,-10-1-2 0,-9 5 0 16,-11 2 4-16,-4 8-3 15,-2 4 17-15,0 0-5 16,0 0-12-16,0 0-1 16,0 0-6-16,0 4 2 15,10 8 4-15,6-2 1 16,8-2 7-16,8-2-5 15,7-5-2-15,3-1 11 16,-3 0-12-16,-1-1 2 16,-11-11 5-16,-10-4-3 15,-9-3 16-15,-8-7 3 16,0-3 1-16,-24-3-13 0,-6 5-11 16,-6 7-1-16,1 4-1 15,0 10-2-15,8 6 1 16,8 0-47-16,10 8-51 15,9 12-27-15,0 6-68 16,9-2-75-16,16 0-192 16</inkml:trace>
  <inkml:trace contextRef="#ctx0" brushRef="#br0" timeOffset="79240.66">28582 16596 826 0,'0'0'22'0,"0"0"8"0,0 0 165 15,0 0-186-15,0 0-5 16,0 0-4-16,-33 85 12 16,35-30 27-16,13-4-12 15,1 0 3-15,3-4-8 16,0-8-14-16,1-7 1 15,0-4-9-15,-2-10 3 16,1-5-3-16,1-10 0 16,2-3 8-16,2 0-3 15,1-19-2 1,-1-6-6-16,-3-1-1 0,-3 1-1 16,-6 6 5-16,-6 8 0 15,-2 5 8-15,-4 6-1 0,0 0-4 16,0 0-3-1,1 12-15-15,2 11 15 0,2 1 3 16,1 1-1-16,5 1 3 16,3-5-3-16,1-5 1 15,3-2 1-15,3-8-4 16,3-4 1-16,3-2 8 16,1 0-9-16,1-13 7 15,-3-10-7-15,0-4 5 16,-5-5-8-16,-5 5 3 15,-7 4 0-15,-4 9 3 16,-5 4-2-16,0 7 9 0,0 3 5 16,0 0-15-16,-2 11-3 15,-4 9-3-15,2 3 6 16,4 6 2-16,0-3 2 16,12 0 8-16,7-2-12 15,0-5 2-15,4-4 6 16,2-9-6-16,2-6 3 15,0 0 4-15,-1 0-2 16,-3-16 4-16,-7-7-6 16,-2-3-4-16,-11-2 13 15,-3-2-3-15,0 3 3 16,-17 5-8-16,-6 4-4 16,-6 6-2-16,1 6-4 0,2 6-9 15,-1 0-2-15,5 4-106 16,6 9-82-16,-2-3-143 15</inkml:trace>
  <inkml:trace contextRef="#ctx0" brushRef="#br0" timeOffset="80954.32">29824 16734 678 0,'0'0'58'0,"0"0"-52"0,0 0 142 0,7-87-56 0,-7 56 5 16,0-1 13-16,-3 6-49 16,-4 9-22-16,5 7 12 15,-1 10-12-15,2 0-36 16,-5 11-3-16,-4 27-19 16,-3 15 19-16,3 10 2 15,4 6-1 1,6-1 3-16,0-2-1 15,9-4 7-15,16-3-9 16,5-5 4-16,7-9 0 16,5-10-4-16,3-16 1 0,4-12 0 15,0-7 1-15,-2-6 5 16,-4-20-8-16,-10-10 2 0,-8-10 5 16,-5-7-7-16,-9 1 0 15,-6 8 1-15,-5 8 1 16,0 19 5-16,0 9-5 15,0 8 6-15,0 0-8 16,-2 21-26-16,-4 4 22 16,-1 6 2-16,7-3 3 0,0 4-2 15,4-7 1 1,11-1 0-16,6-7 0 16,2-4 0-16,8-4 0 0,6-7 2 15,2-2 0-15,1 0 3 16,0-9-5-16,-4-11 0 15,2-8-3-15,-4-5 2 16,-1-10-12-16,-5-3 1 16,-4-13-5-16,-6-5 2 15,-6-1-9-15,-6 4 9 16,-5 12 14-16,-1 14-3 16,0 11 4-16,0 11 2 15,0 8-2-15,-6 5 0 0,-5 1-1 16,-6 25-23-1,-2 18 23-15,0 12-2 0,5 12 3 16,8 4 1-16,4 1-1 16,2-4 4-16,0-1 1 15,3-7-3-15,6-5 3 16,0-17-5-16,-1-9 0 16,-2-16 1-16,-2-9-1 15,-1-5 5-15,2 0 7 16,0-16 5-16,4-13-9 15,2-11-4-15,-1-6-4 16,1-10 0-16,-2 3 1 16,2 0-2-16,5 9-6 15,-2 12-1-15,3 11 5 16,1 12-5-16,0 6 2 16,0 3 2-16,-5 7-4 0,-1 11 6 15,-8 3-3-15,-4 3 5 16,0-2-2-16,-3-1 2 15,-22-3-5-15,-8-2 5 16,-10-2 5-16,-2-5-1 16,5-1-4-16,8-8-2 15,12 0-1-15,9 0 3 16,8 0-3-16,3-7 3 16,0-2-12-16,12-1-26 15,12 5 16-15,1 3 9 16,5 2 13-16,1 0-8 15,-5 0 4-15,4 7 3 16,-3 6-1-16,-2 0 2 0,3 1-1 16,5-3 1-16,3-4 1 15,7-3-1-15,2-4 0 16,4 0 2-16,1 0 1 16,-7-10-2-16,-7-5 0 15,-8-4-1-15,-11-6 9 16,-6-5-9-16,-8-5 1 15,-3 1-1-15,0 3 2 16,-4 12-2-16,-8 10 0 16,0 9-3-16,-3 0 2 15,-1 22-9-15,2 5 8 16,7 7 2-16,5-1 0 16,2-3 1-16,0 1-1 0,15-5 0 15,3-1 3-15,4-5-3 16,4-5 0-16,0-10 3 15,4-5-2-15,-4 0 4 16,5-10-5-16,-1-13 0 16,2-2 0-16,-4-8 0 15,0-7-17-15,-4-2-2 16,-2 2-10-16,-4 7 14 16,0 10 12-16,-4 9 1 15,-4 12-1-15,-3 2 3 0,-1 10-6 16,1 13 2-1,-3 8 4-15,-1 1 4 0,-3-1 8 16,0-3-7-16,-6-2 8 16,-8-6-9-16,0-3-2 15,0-5 1-15,-1-1 4 16,5-5-7-16,5-5-4 16,5-1-201-16,2 0-177 15</inkml:trace>
  <inkml:trace contextRef="#ctx0" brushRef="#br0" timeOffset="81221.57">31936 16587 924 0,'0'0'6'0,"0"0"4"0,0 0 14 15,8 119 26-15,-2-70 58 16,4 1-50-16,-3-4-27 15,-2-4-12-15,1-5-19 16,-6-6 2-16,0-2-2 16,0-11-1-16,-11-7-3 15,7-7-138-15,-2-4-111 16,0 0-239-16</inkml:trace>
  <inkml:trace contextRef="#ctx0" brushRef="#br0" timeOffset="81864.57">31936 16868 597 0,'0'0'221'16,"0"0"-215"-16,0 0 61 0,97-56-39 16,-58 45 2-16,-2-1-1 15,2-1-5-15,-3-1-16 16,-3-5-6-16,-7-6 2 16,-5-7-4-16,-7-11 1 15,-2-10 7-15,-2 3-4 16,-7 10 2-16,-1 13-5 15,-2 16 26-15,0 11 12 16,-3 0-32-16,-14 12-7 16,-2 18-2-16,-2 13 2 15,7 8 7-15,7 5 2 16,6 2-6 0,1-2 11-16,0-6 2 0,0-7-10 15,7-12 4-15,2-5-3 16,0-11-3-16,2-6-2 15,5-5 3-15,4-4 15 16,5-2-14-16,5-15-2 0,1-5-2 16,-1-8-1-16,0-3-1 15,-5 0 0-15,-6 7-1 16,-7 12 1-16,-7 8 1 16,-5 6-1-16,0 0-1 15,0 10-18-15,1 15 19 0,1 1-2 16,5 6 2-1,0-4 11-15,4-3-4 0,4-4 5 16,-2-7 1-16,3-4 1 16,0-4 10-16,3-5-6 15,-1-1 1-15,3 0 2 16,0-11-14-16,-5-9-7 16,0-6 4-16,-5-7-3 15,-3 4-1-15,-4-1-3 16,-4 13 3-16,0 7 1 15,0 6-1-15,-3 4-5 16,-8 0-4-16,-1 12-8 16,-2 7 17-16,6 3-16 15,5-2 16-15,3 1-2 0,0-3 2 16,8-2-2-16,8-2 2 16,1-7 3-16,5-3-3 15,0-4-7-15,-1 0-92 16,3 0-79-16,0-4-103 15</inkml:trace>
  <inkml:trace contextRef="#ctx0" brushRef="#br0" timeOffset="83037.47">32344 17376 274 0,'0'0'247'0,"0"0"-247"0,0 0 0 16,0 0 44-16,0 0 11 15,0 0 10-15,16-42-24 16,-16 64-2-16,0 9 61 15,-5 6-22-15,-5 7-37 0,1 4 33 16,1 1-38 0,0-2 23-16,5-4-25 0,1-5-23 15,2-7-7-15,0-7 1 16,0-12-5 0,0-6 0-16,0-2 0 0,0-4 2 15,0 0 6 1,0-6 7-16,0-15-4 0,-1-13-9 15,-4-8-4-15,-1-11 2 16,0-7 0-16,3-5-2 16,3 3 2-16,0 12 0 15,0 20-2-15,0 16 5 16,0 10-3-16,0 4 0 0,0 0-11 16,3 1 4-16,3 14-6 15,3 7 12-15,4 1 1 16,2 3 0-16,5 0 1 15,-4-1-1-15,-1-6 0 16,-1-1 0-16,-4-10 0 16,-6 0 0-16,-2-4-1 15,-2-2 1-15,0-2 0 16,0 0 0-16,0 0 1 16,0 0 0-16,0 0-1 15,4 0 4-15,5 0-3 16,9-10-1-16,7-6-5 15,4-3-14-15,10 0-9 16,0-5 11-16,1-2-9 0,-4-3-2 16,-6-2 17-16,-8 0 4 15,-10 4 5-15,-6 7 0 16,-6 11 2-16,0 9 4 16,-10 0-4-16,-7 2-6 15,-2 15 5-15,5 3 0 16,8 1 0-16,6 2 1 15,0-2 0-15,11-1 9 16,9-3-9-16,5-3 3 16,3-1 3-16,2-6-5 0,0-4 2 15,-4-3-3 1,4 0 0-16,-2 0 3 0,1 0-3 16,-2-6-1-16,-4 2 1 15,0-2-5-15,1 6 0 16,0 0-6-16,2 0-2 15,1 13-6-15,3 1-27 16,4 0-24-16,-1 3-7 16,0 0-75-16,1-5-310 15</inkml:trace>
  <inkml:trace contextRef="#ctx0" brushRef="#br1" timeOffset="100376.89">26050 5754 587 0,'0'0'81'0,"0"0"-38"0,0 0 54 0,-94-26-22 15,67 21-15-15,-2 2-26 16,-3 0 14-16,-2 1-23 15,-3 2 1-15,-6 0 11 16,1 0-10-16,-7 0-11 16,-5 0-1-16,-5 0-6 15,3 4 13-15,-1 6 2 0,10 3-10 16,2 2 2 0,3 3-7-16,2 6 4 15,-1 3-2-15,2 3-6 16,-1 5 5-16,0 3-3 0,1 5 3 15,0-1 1-15,-1 0 2 16,3 0 6-16,1 1-5 16,3 0-7-16,3-3 13 15,3 7-11-15,8 0 2 16,3 2 0-16,2 3 5 16,7 1 1-16,-1-2-2 0,5 1-2 15,3 0 2-15,0-6-11 16,0 4 0-16,0-3 0 15,0-4-3-15,8 3 0 16,-1-8-1-16,2 0 0 16,2 4 4-16,1-5-4 15,2 0 0-15,0 3-1 16,4-7 3-16,-3-1-2 16,4-3 0-16,2-3 0 15,-1-1 1-15,2-1-1 16,2 0-4-16,4-2 4 15,3 0 0-15,2-4 3 16,0-1-3-16,-2-2 0 0,4-2 0 16,1 1 0-16,4-2 4 15,6 2-4-15,-3-3 1 16,6-1 1-16,-2 1-2 16,-1-4 0-16,-1-1 1 15,-1-1-1-15,-2-2 0 16,0-1 3-16,-3 0-3 15,-2-2 0-15,1 0-1 16,2 0 1-16,-2 0-1 16,4-2 1-16,4-3-1 15,-1-2 0-15,1-1 1 16,-1-1 0-16,-3-1 0 16,1-4 1-16,-4 3-3 15,-4-4 2-15,-1 0 0 0,-4-2 1 16,1-1 0-16,-1-1-1 15,1-2 0-15,2-4 2 16,3 0 0-16,-2-4-1 16,-3 0 0-16,-1-1-1 15,-3 1 1-15,-4-1 2 16,0-1-3-16,-3 1 0 16,-5-1 2-16,1-4-1 15,-2 1 0-15,0 3 5 16,-2-5 1-16,0 0 8 15,3-1-8-15,-4 2 6 16,0-2 2-16,-2 3 0 0,-2 5-4 16,-1-1 4-16,-5 4 4 15,4-1 4-15,-5-2-7 16,0-1-11-16,0-1 19 16,0-3-16-16,-5-3-6 15,-2-6 5-15,-6 0-2 16,0-2 3-16,-2 0-8 15,0 3 12-15,-1 1-2 16,-3 2-9-16,-2 3-1 16,-2 0 5-16,-1 1-2 15,-2 3 1-15,0 1-4 16,-2 6 0-16,3 0 4 0,-7 6-4 16,-5 2-7-16,-7 3 6 15,-11 5-6 1,-3 2-7-16,-3 4-70 0,1 3-102 15,5 0-100-15,1 6-297 16</inkml:trace>
  <inkml:trace contextRef="#ctx0" brushRef="#br1" timeOffset="113273.23">14085 6031 231 0,'0'0'380'0,"0"0"-364"0,0 0 108 0,0 0-25 16,0 0-60-16,0 0 32 0,0 0-7 15,-18-77-29-15,18 75 12 16,0-1 7-16,0 3-28 16,0 0-5-16,0 0-21 15,0 0-2-15,0 5 1 16,0 5-7-16,6 4 8 15,5-2 1-15,2-4 6 16,-1 0-4-16,3-4-3 16,3-1 0-16,-1-3 10 15,5 0-8-15,-2 0 2 32,0-4-4-32,-2-4 2 0,-2-1-2 15,-1 1 0-15,-3 2 1 0,-5 4 1 16,-7 2-2-16,0 0-2 15,0 16-7-15,0 17 9 0,0 12 26 16,0 7-2 0,-3-2-15-16,-6 0 20 0,2-7-24 15,6-5-4-15,-4-5-1 16,5-8 2-16,0-5-2 16,0-8 0-16,0-5 1 15,0-3-6-15,0-4 5 16,0 0-14-16,-1 0-50 15,-1-15-63-15,-1-7-64 16,3-3-6-16,0 1-158 16</inkml:trace>
  <inkml:trace contextRef="#ctx0" brushRef="#br1" timeOffset="113676.89">14136 6236 800 0,'0'0'3'0,"0"0"77"0,0 0 23 0,0 0-56 16,0 0-35-16,0 0-12 16,-3-6 9-16,16 6 2 15,5 0 6-15,6 0 1 16,4 0-14-16,8-2 0 15,7-2-4-15,8 0-9 16,4-3-34-16,-5 0-230 16</inkml:trace>
  <inkml:trace contextRef="#ctx0" brushRef="#br1" timeOffset="114128.12">14727 6104 863 0,'0'0'25'0,"0"0"31"16,0 0 30-16,0 0-29 16,0 0-41-16,0 0 11 15,-3-12 26-15,3 12 6 16,-3-3 2-16,-5 3-8 15,-5 0-35-15,-2 0 7 16,-6 0-19-16,-1 7 0 16,3 4 3-16,3 1-7 0,4 0 1 15,5 0-3-15,1 1-5 16,6 0 2-16,0 2-7 16,0-1 6-1,10 2-2-15,12 2 6 16,3 1-6-1,4-1 6-15,1 1-2 0,-3-3 2 16,-5-2-9-16,-10-4 1 0,-7-2 7 16,-5 0 1-16,0-1 1 15,-18 1 10-15,-15-1 2 0,-7-1 16 16,1 0 3-16,2 0-22 16,7-4-10-16,6 0 3 15,7-2-7-15,7 0-41 16,9-11-85-16,1-16-110 15,3-10-112-15,16-4-347 16</inkml:trace>
  <inkml:trace contextRef="#ctx0" brushRef="#br1" timeOffset="114373.04">14724 6063 1032 0,'0'0'24'0,"0"0"68"0,0 0 11 0,0 0-74 16,0 0-29-16,0 0-3 16,28-20-4-16,8 12 7 15,4-2-1-15,0-1 1 16,-7 3-1-16,-6 2-14 16,-9 3-132-16,-6 3-63 15,-5 0-154-15</inkml:trace>
  <inkml:trace contextRef="#ctx0" brushRef="#br1" timeOffset="116116.19">14700 6107 1002 0,'0'0'37'0,"0"0"19"0,-123 0 73 0,65 18-66 15,-6 8-9-15,-9 2-24 16,-3 4-17-16,1 1 28 16,10-2-31-16,17-8-6 15,18-5 4-15,18-11-8 16,11-4-10-16,1-3-11 15,3 0-3-15,25 0 5 16,18 0 2-16,11-16-63 16,16-5-42-1,3-1-3-15,0 2 5 16,-4 3 57-16,-10 5 8 16,-13 4 41-16,-17 7 14 15,-16 1 0-15,-13 0 8 0,-3 0 20 0,0 8 39 16,-15 11 14-16,-10 10 23 15,-8 3-28-15,0-1-23 16,0 2-16-16,4-2-12 16,2-3 0-16,3-2-16 0,10-8-6 15,7-5-3 1,7-6-4-16,0-5-10 0,23-2-1 16,11 0 15-16,10-9-80 15,8-12-30-15,4-6 32 16,-1-5-29-16,-3 2 71 15,-11 1 27-15,-13 9 9 16,-16 11 17-16,-10 4 21 16,-2 5 86-16,0 0-14 15,-15 6-76-15,-11 12-31 16,-5 7-3-16,0 0 0 16,1 0 2-16,4-2-2 15,8-2-1-15,7-1 0 16,8-5-20-16,3-6-165 15,1-7-48-15</inkml:trace>
  <inkml:trace contextRef="#ctx0" brushRef="#br1" timeOffset="116689.32">15167 6031 303 0,'0'0'563'0,"0"0"-552"0,0 0 101 15,0 0-20-15,0 0-67 16,0 0-24-16,4-14 7 0,-3 28 4 16,1 4 13-16,-2 5 86 15,0-3-57-15,0 5-10 16,0-3-25-16,-7-2-18 15,2 0 8-15,2-5-9 16,2-3-2-16,1-5 1 16,0-6 1-16,0 2-5 15,0-3-3-15,3 0-12 16,16 0 20-16,9-3 0 16,4-7-14-16,1-2-51 15,-5 5-41 1,-6-3-24-16,-2 2-23 15,-6 0-36 1,-4 2-80-16,-4 0 47 16,-3-3 20-16,-3 0 202 15,0 2 228-15,0-2-139 0,0 3 106 16,0 3-71-16,0 2 34 0,0 1-68 16,0 0-6-16,0 0-20 0,0 4-45 15,0 12 4-15,0 12 65 16,-3 0-11-16,1 2-37 15,-1 2-10-15,2-2-16 16,-1-3-8-16,2-1-5 16,0-6-2-16,0-5-3 0,0-7-8 15,0-2-2 1,2-6-137-16,10 0-113 0,2-6-82 16</inkml:trace>
  <inkml:trace contextRef="#ctx0" brushRef="#br1" timeOffset="117064.85">15641 6107 958 0,'0'0'7'0,"0"0"30"0,0 0 30 0,0 0-6 0,-63 85-41 0,54-59 9 16,1-2-6-1,3-1-14-15,5-3 2 0,0-5-8 16,0-4 4-16,8-4-6 16,8-2 2-16,8-5 4 15,1 0-2-15,4-3-5 16,-1-11 4-16,-4-4-2 16,-8-3 4-16,-7-2-3 15,-9-4 3-15,0 1 17 16,-9-2 11-16,-15 4 16 15,-4 4-36-15,0 11-14 16,-1 5 5-16,2 4-5 0,6 0-11 16,-1 3 8-1,7 6-89-15,5 4-69 0,7-3-71 16,1-3-167-16</inkml:trace>
  <inkml:trace contextRef="#ctx0" brushRef="#br1" timeOffset="117525.85">15929 5976 827 0,'0'0'295'0,"0"0"-281"15,0 0 28-15,0 0 7 16,0 0-40-16,0 0-1 0,-67 38-8 15,64-25 0 1,3-5 0-16,0-1-2 0,0-4-2 16,0-1 4-16,0 1-1 15,7-3 1 1,10 0 1-16,1 0 2 16,1 0-3-16,-2-8-2 0,-3-2-1 15,-8 5 2-15,-4-5 1 16,-2 7 8-16,0 0-1 15,-5 2 5-15,-8 1 3 16,-3 0-15-16,2 1 6 16,1 10-6-16,2 2-1 15,7-1-2-15,1 2-1 16,3-2 1-16,0-1-7 0,1-3-8 16,13-4-36-1,5-2-97-15,4-2-2 0,5 0 12 16,2-6-147-16,-2-7 18 31</inkml:trace>
  <inkml:trace contextRef="#ctx0" brushRef="#br1" timeOffset="117960.48">16124 6004 385 0,'0'0'250'0,"0"0"-126"0,0 0 7 16,0 0-43-16,0 0-59 16,0 0-6-16,6 9 1 15,-12 14 48-15,-7 6-12 0,-4 3-17 16,-2 2-5-1,-2 2-24-15,2 3 1 16,-2 0 0-16,2 0-15 16,5-5 0-16,5-6 0 0,6-11 0 15,3-7 0 1,0-5-11-16,5-5 8 0,11 0-1 16,10 0-1-16,5-14-37 15,0-2-10-15,-1-2-12 16,-3 4-12-16,-8 4 44 15,-8 2 27-15,-7 7 5 16,-4 1 8-16,0 0 44 16,0 0 2-16,0 9-23 15,-3 8 18-15,-3 0-10 0,6 4-31 16,0-3 4 0,0-2-7-16,2-2-1 0,7-7-2 15,-2 1-2-15,3-6 9 16,-4-2-1-16,4 0 28 15,-4 0 57-15,-3 0-45 16,-2-6-8-16,-1-4 6 16,0 3-26-16,-16-5-10 15,-13 2-10-15,-4 4-6 16,-6 3 5-16,4 3-69 16,1 0-175-16,6 0-223 15</inkml:trace>
  <inkml:trace contextRef="#ctx0" brushRef="#br1" timeOffset="119117.62">16641 6063 174 0,'0'0'175'0,"0"0"-109"0,0 0 73 0,0 0-24 15,0 0-20-15,0 0-13 16,0 0-21-16,-12-20 0 15,9 20-14-15,-6 0-17 16,-6 13-12-16,-7 6-18 16,0 2 0-16,-1 0-5 15,0-3 6-15,5 0-3 16,5-6 1-16,6-4-24 16,3-2-127-16,4-6-105 15,0 0-248-15</inkml:trace>
  <inkml:trace contextRef="#ctx0" brushRef="#br1" timeOffset="119258.13">16520 6035 510 0,'0'0'1'16,"0"0"-2"-16,0 0-1 15,0 0-27-15,0 0-76 16,0 0-163-16</inkml:trace>
  <inkml:trace contextRef="#ctx0" brushRef="#br1" timeOffset="120551.13">16517 6089 432 0,'0'0'53'16,"0"0"41"-16,0 0-19 0,0 0-15 0,0 0-1 15,0 0-5-15,-3 0 13 16,3 0 3-16,0 0-20 16,0 0-10-16,0 0-14 15,0-3 23-15,1-7-10 16,11-5-20-16,2-1-4 16,2-2-12-16,-1-2 3 15,0-1 11-15,-3 7-6 16,-3 2 1-16,0 5-2 15,-6 6-9-15,-2 1 2 16,1 0-3-16,1 0-3 16,3 1-1-16,3 10 4 0,4-1 4 15,1 0-4 1,0-2 3 0,3 1-1-16,2-4-2 15,-1-4 1-15,5-1 1 16,-1 0-2-16,-4 0 7 15,-3 0-7-15,-6-1 2 0,-3-5-1 0,-1 2 2 16,-2-1 1-16,-3 4 6 16,0 1-8-16,0 0 11 0,0 0 6 15,0 11-19 1,-3 19-3-16,-8 11 3 0,0 6 5 16,1 5 21-16,-2 1-11 15,4 2-11-15,1-6-4 16,2-8 3-16,3-10-5 15,2-8 2-15,0-7-8 16,0-8 4-16,0-5-63 16,0-3-102-16,2 0-32 15,7-16-66-15,-1-12-290 16</inkml:trace>
  <inkml:trace contextRef="#ctx0" brushRef="#br1" timeOffset="120779.49">16750 6259 757 0,'0'0'91'0,"0"0"10"0,0 0 22 0,0 0-67 16,0 0-36-16,0 0-13 15,0 0 1 1,-14-4-8-16,23 3-2 0,11-2 2 16,10-1 1-16,8-5-1 15,1-1-80-15,1-1-83 16,-4-3-84-16,-3-1-202 15</inkml:trace>
  <inkml:trace contextRef="#ctx0" brushRef="#br1" timeOffset="121086.31">17127 6067 712 0,'0'0'124'16,"0"0"-38"-16,0 0 78 0,0 0-105 15,0 0 7-15,0 0-24 16,-63-8-34-16,48 21-1 15,-1 1 16-15,4-2-2 16,3 3-6-16,6-1-14 16,3 1 2-16,0 2 2 15,0 3-5-15,18-2-2 16,6-1-1-16,-1 4 4 16,6-1-2-16,0 0 1 15,-4 3 0-15,0-1 0 16,-10-2 0-16,-5-4 0 0,-10 0 6 15,0-2 4-15,-13-1 7 16,-16-2 19-16,-6 3-18 16,2-4-3-16,3-5-15 15,2-4-2-15,5-1 0 16,6 0-26-16,2-17-78 16,7-9-61-16,7-8-80 15,1-11-84-15</inkml:trace>
  <inkml:trace contextRef="#ctx0" brushRef="#br1" timeOffset="121310.46">17118 6053 772 0,'0'0'172'16,"0"0"-125"-16,0 0 116 0,0 0-90 16,88-32-55-16,-46 27-5 15,1 2-13 1,-3 3 0-16,-2 0-2 15,-8 0-1-15,-10 0-1 0,-8 4-51 16,-7 13-181-16,-5 4-14 16,-6 6-283-16</inkml:trace>
  <inkml:trace contextRef="#ctx0" brushRef="#br1" timeOffset="121631.75">16460 6773 861 0,'0'0'6'0,"0"0"187"16,0 0-55-16,0 0-86 15,82-45-9-15,-34 34 1 16,6-1-2-16,11 1-6 16,10 1-18-16,-2-1 0 15,-2 5-18-15,-9 2 0 0,-13 2-3 16,-4 2-9-16,-11 0-29 16,-7 0-173-1,-15 0-104-15,-12 0-357 0</inkml:trace>
  <inkml:trace contextRef="#ctx0" brushRef="#br1" timeOffset="121873.26">16688 6832 895 0,'0'0'62'0,"0"0"-40"16,0 0 54-16,0 0-4 15,-16 102-15-15,16-65 8 16,0 2-18-16,0 1 1 0,0-2-22 16,0-4-17-1,0-2-6-15,0-9-3 0,0-5-4 16,0-7 4-16,0-7-26 16,10-4-122-16,8 0-111 15,8-18 19 1,4-8-213-16</inkml:trace>
  <inkml:trace contextRef="#ctx0" brushRef="#br1" timeOffset="122460.43">16935 6957 845 0,'0'0'49'16,"0"0"67"-16,0 0-7 0,0 0-74 16,0 0-8-16,-56 73-10 15,56-52-2-15,0-1-6 16,0-5-9-16,10-4 7 15,4-2-7-15,3-6 0 16,4-1 0-16,1-2 1 16,2 0 2-16,-3 0-3 15,0 0 0-15,-5-8 0 16,-4-1 0-16,-5-1 0 16,-4-5 6-16,-3-3-1 15,0 1 0-15,-7-4-1 16,-11 1-1-16,0 4 12 15,-3-2-9 1,5 4 11-16,-2 3 43 0,10 1-8 16,2 3-27-16,2-1 1 15,4-4-21-15,0 1-5 16,13-2-5-16,10 1-1 0,-1 4 6 16,7 0-4-16,-1 2 3 15,-3 3 0-15,-1 3-6 16,-4 0 2-16,-1 0 1 15,-5 7-1-15,0 6 3 16,-6 3-3-16,-4 4 5 16,-4 1 1-16,0 4 0 15,0-2 13-15,-1 1-2 0,-4 1-1 16,5-1 3-16,0-3-9 16,0-2-2-1,6-8-3-15,11-5 0 0,6-6-1 16,7 0 2-16,7-7 1 15,2-12 6-15,-3-2-3 16,-7 1 4-16,-10-5 2 16,-9 0 23-16,-10-4 17 15,0 0-33-15,-16-1-8 16,-26 3-10-16,-14 4-10 16,-12 9-108-16,-9 1-220 15,-11 1-280-15</inkml:trace>
  <inkml:trace contextRef="#ctx0" brushRef="#br1" timeOffset="123161.26">15880 6106 303 0,'0'0'204'0,"0"0"-190"0,0 0 128 0,0 0-46 16,0 0-39-16,0 0-5 15,0-30 38-15,0 26-23 16,0 2-15-16,0 1 33 15,0 1-36-15,0 0-34 16,0 0 2-16,0 0-17 16,0 10 2-16,7 8 55 15,14 4 28-15,6 6-26 16,7 0-9-16,5 4-2 16,6 1-17-16,7 2-22 15,2-1 21-15,-3-3-3 0,-5-2-19 16,-10-5 8-16,-7-3-16 15,-8-5 2-15,-9-4-8 16,-3 0 6-16,-4-3-5 16,0 0-59-16,-5-9-369 15</inkml:trace>
  <inkml:trace contextRef="#ctx0" brushRef="#br1" timeOffset="125211.55">21401 5978 400 0,'0'0'46'0,"0"0"110"0,0 0-35 0,35-71-43 15,-29 58-4 1,-2 5 19-16,-2 6-6 15,-2 2-14-15,0 0-50 16,0 1-23-16,0 21-1 16,-5 7 1-16,-13 9 14 15,0-1-5-15,-2-3-3 16,3-3-4-16,1-4 1 0,5-7 1 16,5-4-4-1,3-4 1-15,0-7-4 16,3-2 3-16,0 1-1 15,0-4 1-15,8 0 0 0,7 0 4 16,9 0-3-16,-1 0-1 16,4 0 0-16,-2-7-20 15,-2 2-32-15,-4-3-29 0,1 1-28 16,-5-1 8 0,-3-1-58-16,-3-3-91 0,1-3 15 15</inkml:trace>
  <inkml:trace contextRef="#ctx0" brushRef="#br1" timeOffset="125465">21577 6056 173 0,'0'0'194'15,"0"0"-50"-15,0 0 15 16,0 0-7-16,0 0-20 16,0 0-27-16,8-31-88 15,-8 37-17-15,0 12 0 16,0 8 6-16,-5 1 7 16,1 0-6-16,-2 3 10 15,5-3-14-15,-2 0-3 16,3-5 0-16,0-2 0 15,0-6-6-15,0-4 5 16,0-4-22-16,0-2-90 16,0-2-61-16,0-2-56 0,4 0-65 15</inkml:trace>
  <inkml:trace contextRef="#ctx0" brushRef="#br1" timeOffset="126063.73">21782 6035 612 0,'0'0'113'0,"0"0"36"0,0 0-64 0,0 0 8 16,0 0-17-16,0 0-38 16,0-18-19-16,0 18 3 15,-8 8-18-15,-7 9-3 16,-4 7 13-16,-3 2 17 16,7 1 3-16,0 2-4 15,4 1-21-15,7-2 12 16,4-2-21-1,0 1 1-15,0-7-2 0,15-5 6 16,9-2-4-16,7-7 0 16,8-5-1-16,7-1 22 15,-1 0-15-15,-4-11-6 16,-9-4 11-16,-9-6-7 16,-12-5 16-16,-6-5 38 0,-5-3-37 15,-9 1 1-15,-17 7-19 16,-8 6-3-16,0 9 2 15,-2 5-3-15,3 6-6 16,7 0 0-16,7 12-8 16,6 5 7-16,6 5-59 15,7 0-106-15,0 1-28 16,16-3-44-16,7-3-247 16</inkml:trace>
  <inkml:trace contextRef="#ctx0" brushRef="#br1" timeOffset="126460.24">22576 6013 693 0,'0'0'50'0,"0"0"87"0,0 0-40 0,0 0-69 0,0 0-13 0,0 0-13 15,-42 36 6-15,10-9 19 16,-2 3 32-16,0-2-7 15,3 1-33-15,-1-1-18 16,8-2 4-16,-1-7-5 16,10 0-1-16,5-7 0 15,5-6-8-15,5-4-26 16,0-2-256-16,0 0-174 16</inkml:trace>
  <inkml:trace contextRef="#ctx0" brushRef="#br1" timeOffset="126689.39">22349 6007 817 0,'0'0'31'0,"0"0"-18"16,0 0-11-16,0 0 39 16,-7 89 13-16,23-57 29 15,5-1-24-15,3 1-27 16,3-1 5-16,2-5-18 15,0-2-15-15,-4-4-2 16,-1-5-2-16,-8-4-4 16,4-3-22-16,-10-8-267 15,0 0-291-15</inkml:trace>
  <inkml:trace contextRef="#ctx0" brushRef="#br1" timeOffset="127051.42">22810 6069 833 0,'0'0'131'0,"0"0"-116"16,0 0 152-16,0 0-85 15,0 0-57-15,0 0-8 16,-3-16-2-16,13 16-3 15,2 0 16-15,0 0-26 0,-1 4 1 16,-4 14-5-16,-4 4 6 16,-3 3-3-16,0 6-1 15,0 2 0-15,-13-2 5 16,-7-1-5-16,2-5 0 16,5-6 2-1,4-7 2-15,4-6-4 16,2-4 0-16,3 0 0 15,0-2 2-15,0 0-2 0,8 0 0 16,13 0 3-16,3-2 2 16,4-9-5-16,2-5-35 15,0-4-137-15,3-4-65 0,-2-2-117 16</inkml:trace>
  <inkml:trace contextRef="#ctx0" brushRef="#br1" timeOffset="127411.39">23108 6067 781 0,'0'0'60'16,"0"0"90"-16,0 0-76 16,0 0-23-16,0 0-27 15,0 0 5-15,-29-14-17 16,24 14 0-16,-3 2 5 16,-1 6-5-16,5 2 18 15,-3 3-10-15,2-1-11 16,2 3 9-16,3-1-17 15,0 0-1-15,5 1 5 16,9 1-1-16,8 3-1 16,0-1-3-16,5 1 0 0,-5 1 5 15,-4-3-5 1,-2 0 0 0,-11-2-2-16,-5-2 5 0,0 3 5 15,-9-2 11-15,-12 2 21 16,-4-5 12-16,-4 0-26 0,6-3-20 15,7-5-6-15,7-1 3 16,5-2-8-16,4-2-1 16,0-15-187-16,4-9-117 0,15-7 6 15</inkml:trace>
  <inkml:trace contextRef="#ctx0" brushRef="#br1" timeOffset="127643.04">23258 6022 912 0,'0'0'58'0,"0"0"67"16,0 0-16-16,0 0-91 15,0 0-17-15,84-24-1 16,-48 24 2-16,-1-1-2 16,-7 1 0-16,-9 0-12 15,-8 0-61-15,-7 0-142 16,-4 6 13-16,-9 8-238 15</inkml:trace>
  <inkml:trace contextRef="#ctx0" brushRef="#br1" timeOffset="127943.97">21910 6672 739 0,'0'0'21'0,"0"0"-6"0,0 0-15 16,0 0 51-16,124-5 4 16,-51-5 4-16,15-3-6 15,14 0 7-15,9-1-22 16,12 2-10-16,-4 2-11 15,-5 3-13 1,-17 1-2-16,-20 5-4 16,-26 1-4-1,-23 0-46-15,-22 0-116 16,-6 0-46-16,-27 0 33 16</inkml:trace>
  <inkml:trace contextRef="#ctx0" brushRef="#br1" timeOffset="128233.13">22428 6763 743 0,'0'0'132'0,"0"0"-66"16,0 0 48-16,0 0-62 16,0 0-52-16,0 0 31 15,10 64 32-15,-5-38-9 16,-1 6-9-16,-2 0-15 15,-2 2-11-15,0-1-14 16,0-6-5-16,0-3-1 16,0-8-1-16,0-6-8 15,0-4-2-15,9-6-138 16,9 0-48-16,5-7-7 0,2-18-205 16</inkml:trace>
  <inkml:trace contextRef="#ctx0" brushRef="#br1" timeOffset="128898.14">22674 6853 325 0,'0'0'551'0,"0"0"-531"16,0 0 10-16,0 0-16 15,0 0-8-15,0 0 1 16,-9 47 19-16,9-31 1 16,0-3-9-16,0 0-10 15,0 0 1-15,11-1 6 16,0-1 3-16,0-1-4 15,1-4-5-15,-2-1-8 0,1-2 2 16,-7-2 2 0,1-1-4-16,-2 0 11 0,-3 0-3 15,0 0 23-15,0 0 64 16,0-12-52-16,-8-1-39 16,-2-4 6-16,-5 1-9 15,0-5 6-15,-1 1 7 16,2 1-3-16,3-1 2 15,3 8-9-15,3-3 4 32,5 4 5-32,0 1-9 0,0 3 0 15,5 0-5 1,13 1-5-16,4 1 3 0,2 3 2 16,4-2-1-16,4 4 0 0,2 0-4 0,-3 0 3 15,-4 0 2-15,-5 11-13 16,-7 1 11-16,-7 1-4 15,-8 0 6-15,0 2 0 16,0 2 0-16,-12 4 10 16,-3-2-9-16,0 2-1 15,2-4 9-15,7-1-9 16,4 0 0-16,2-5 0 16,0 0-1-16,0-4 1 15,11-2 0-15,6 0 0 16,8-5 10-16,4 0-9 0,1 0 4 15,0-5-5-15,-3-6 3 16,-6-1-2-16,-2 1 0 16,-4-3 0-16,-4 2 9 15,-6-1-3-15,-5-1 5 16,0 3 12-16,0-4-7 16,-11 3-2-16,-5-1-15 15,0-1 0-15,-2 4-4 16,2-3 6-16,-2 4-4 15,3-1 1-15,-3 3-62 16,2 1-107-16,-8 0-221 16</inkml:trace>
  <inkml:trace contextRef="#ctx0" brushRef="#br1" timeOffset="130716">16481 9338 406 0,'0'0'0'0</inkml:trace>
  <inkml:trace contextRef="#ctx0" brushRef="#br1" timeOffset="130752.05">16481 9338 300 0,'0'0'0'0,"0"0"-148"16</inkml:trace>
  <inkml:trace contextRef="#ctx0" brushRef="#br1" timeOffset="131411.18">16357 9063 422 0,'0'0'125'16,"0"0"-74"-16,0 0 66 16,0 0 12-16,0 0-57 15,0 0 3-15,15-20 8 16,-15 20-16-16,0 0 12 16,0 0-18-16,0 0 9 0,0 0-8 15,-12 6-16 1,-6 11-33-16,-10 5-6 0,-7 8-3 15,0 1 19 1,5-2-12-16,7 3-6 16,6-2 10-1,5 1-14-15,6-5 0 16,4-3-1-16,2-2-5 0,0-2 1 16,8-5 2-16,5 0-2 0,6-6 2 15,5-4 4-15,6-3 4 16,3-1-4-16,3 0 1 15,-3-11 1-15,-5-3-4 16,-8 3 0-16,-9 3 3 0,-9 0-1 16,-2-3 11-16,-3 2-6 15,-19 1-5-15,-7 5 2 16,-5 3-4-16,1 0-4 16,3 3-1-16,5 10 6 15,8 2-2-15,4-1-8 16,6 2-5-16,2 1 5 15,5-1-48-15,0-2-77 16,0-2 13-16,11-3-46 16,8-5-25-16,5-4-142 15</inkml:trace>
  <inkml:trace contextRef="#ctx0" brushRef="#br1" timeOffset="131771.73">16641 9220 869 0,'0'0'16'0,"0"0"90"0,0 0 2 0,0 0-67 16,0 0-16-16,0 0-2 16,-81 73-2-16,76-52 19 15,1 1-22-15,4-5-10 16,0-2 2-16,0-2-5 15,14-4 0-15,1-3 12 16,4-6-1-16,6 0 2 16,5-1-7-16,0-15-11 15,-5 0 11 17,-8-3-3-32,-8-1 5 0,-4-1 16 0,-5 0-7 15,0-1-4-15,-13 6-11 0,-9 4-7 0,-8 6-3 16,-1 6-10-16,4 0-38 15,1 11-57-15,9 3-27 16,8 2-48-16,4-4-52 16,5-1-233-16</inkml:trace>
  <inkml:trace contextRef="#ctx0" brushRef="#br1" timeOffset="132179.62">17008 9276 850 0,'0'0'33'0,"0"0"-3"15,0 0 94-15,-70 78-38 16,43-56-53-16,1-2-19 16,5-4-14-16,5-3 3 15,5-9-8-15,3-4 4 16,2 0-40-16,-2-7-56 15,4-15-15-15,1-4 41 16,3-4-31-16,0-4 25 16,1 3 64-16,7 6 13 0,1 6 2 15,-5 12 54 1,0 7 48-16,-1 0-45 0,2 16-48 16,3 14 52-16,2 9 56 15,2 4-47-15,0-4-23 16,6-2-10-16,4-6-35 15,4-3-3-15,4-6-1 16,-2-6-7 0,3-8-10-16,-1-8-154 15,0 0-56-15,-2-15-399 16</inkml:trace>
  <inkml:trace contextRef="#ctx0" brushRef="#br1" timeOffset="132479.47">17248 9174 1012 0,'0'0'2'16,"0"0"172"-16,0 0-113 15,0 0-32-15,0 0-29 16,0 0-1-16,37-8 1 16,-10 7 2-16,-2 1-2 15,-5 0-1-15,-2 0-1 16,-5 13-5-16,-4 9 7 0,-4 9-5 15,-5 3 5 1,0 1 22-16,0-1 1 16,0-3 18-16,-2-3-18 31,-2-3-6-31,0-7-6 0,1-3-11 16,2-3 1-16,-3-3-4 15,4-2-9-15,0-4-96 0,-5-1-63 16,-4-2-62-16,-4 0-217 0</inkml:trace>
  <inkml:trace contextRef="#ctx0" brushRef="#br1" timeOffset="132626.4">17248 9409 775 0,'0'0'66'0,"0"0"82"16,0 0-73-16,0 0-73 0,0 0-2 15,0 0 1-15,98-51-3 16,-66 42-6-16,-4-2-100 15,-1-3-15-15,-5-1-167 16</inkml:trace>
  <inkml:trace contextRef="#ctx0" brushRef="#br1" timeOffset="132940.62">17554 9204 399 0,'0'0'401'0,"0"0"-340"0,0 0 95 16,0 0-109-16,0 0-25 15,0 0 0-15,-54 12-14 0,50 0 7 16,1 3 12 0,3-3-5-16,0 4 5 0,0 2-6 15,7 2-11-15,9 1 10 16,3 0-16-16,0 0 2 16,-4 0 1-16,0-2-6 15,-6-2 3-15,-3-2-4 16,-5-1 0-16,-1-3 11 15,0 1-5-15,-12-4 9 16,-5-2-9-16,4-2 4 16,-2-4-20-16,5 0 5 15,-1 0-110-15,5-18-72 16,2-7-38-16,4-9-298 16</inkml:trace>
  <inkml:trace contextRef="#ctx0" brushRef="#br1" timeOffset="133127.51">17594 9171 932 0,'0'0'38'0,"0"0"79"15,0 0-35-15,0 0-44 16,85-26-8-16,-48 22-16 16,-1 0-12-16,-4 1-1 15,-10 3-1-15,-10 0-34 16,-12 0-144-16,0 10-83 15,-18 7-239-15</inkml:trace>
  <inkml:trace contextRef="#ctx0" brushRef="#br1" timeOffset="133410.2">16381 9831 764 0,'0'0'62'15,"0"0"63"-15,0 0-60 16,0 0-25-16,0 0 8 16,79-24 28-16,-33 20-14 15,11 0-24-15,10-2-2 16,15 0-19-16,12-1-5 0,9 1-10 15,2 1 1-15,-4 1-6 16,-15 4-5-16,-20 0-42 16,-19 4-185-16,-21 6-135 15</inkml:trace>
  <inkml:trace contextRef="#ctx0" brushRef="#br1" timeOffset="133664.38">16844 9971 870 0,'0'0'209'15,"0"0"-164"-15,0 0 48 16,0 0-80-16,0 0 13 16,1 90 62-16,8-52-52 15,-6 5 0-15,-3-2-8 16,0 1-17-16,-4-9-10 15,-5-4-2-15,2-9 1 16,7-8-12-16,0-7-84 16,10-5-97-16,15-2-73 15,5-19-107-15</inkml:trace>
  <inkml:trace contextRef="#ctx0" brushRef="#br1" timeOffset="134375.97">17060 10063 993 0,'0'0'27'16,"0"0"65"-16,0 0-9 16,0 0-42-16,0 0-19 15,-46 81-12-15,46-63 2 16,8-4-12-16,3-1 0 16,4-3 5-16,0-6-4 15,6-1 3-15,1-3 3 16,5 0-5-16,1 0 3 15,-4 0-5-15,-6-3-5 16,-6-4-10-16,-7 0 13 0,-5-1 2 16,0-2 2-16,-9 1 1 15,-17-4 2-15,-2-2 1 16,-3 3 10-16,-2-4 24 16,3 0-33-16,5 1 4 15,8 1 5-15,5 0-7 16,12-2 7-16,0 1-16 15,5-1-1-15,17 5 1 16,6 3-12-16,2 1 11 16,2 2-2-16,-1 5-3 15,-3 0 4-15,2 0-4 16,-2 5 1-16,-4 5 5 16,-6 2-9-16,0 4 3 0,-9 2 3 15,-4-1 2 1,-5 5 1-16,0-1 0 0,0 1 0 15,-6-2 12-15,-2 1-10 16,2-2 3-16,6-2-5 16,0-5 3-16,0-1-4 15,12-5 1-15,6-6 0 16,5 0 13-16,2 0-13 16,2-6 4-16,-4-5-4 15,-6-1 1-15,-4-1-1 16,-2 1 0-16,-8-2 0 15,-3-4 1-15,0 1 1 16,-8-1 1-16,-8 0-3 16,-4 2 0-16,0 0 5 0,-3 5-5 15,5-1 0-15,2 2 1 16,5 0-1-16,5 2 1 16,5-1-2-16,1 0 3 15,0 2-5-15,0-1 2 16,0 4-42-16,0 2-69 15,0-4-173-15,3 4-486 16</inkml:trace>
  <inkml:trace contextRef="#ctx0" brushRef="#br1" timeOffset="135300.38">21946 9041 657 0,'0'0'71'0,"0"0"12"0,0 0 18 0,0 0-8 0,0 0-5 0,0 0 6 15,21-40 1-15,-21 40-7 16,-14 3-10-16,-12 14-55 16,-9 5-22-16,1 7 13 15,4 0 2-15,9-1-5 16,12 2-11-16,5-1-2 15,4-1 0-15,0-4 2 16,3-1-8-16,15-4 6 16,6-5 2-16,5-4 1 15,7-3-1-15,-1-2-2 16,2-4-1-16,-15-1-26 16,-5 0-7-16,-11 0 13 15,-6 0 23-15,0 0 1 0,-11-13-1 16,-10 3-7-1,-4 1 5-15,-2 4-12 0,6 2-21 16,6 3-22-16,8-1-10 16,7-1-25-16,0 0-86 15,13-3-93-15,13-4-125 16</inkml:trace>
  <inkml:trace contextRef="#ctx0" brushRef="#br1" timeOffset="135638.41">22359 9134 893 0,'0'0'82'0,"0"0"-7"15,0 0 7-15,0 0-38 16,-85 32 2-16,73-13-6 16,6-1-25-16,6-1-7 15,0-2-8 1,6-1 2-16,12 0-1 0,9-8 0 15,10-1 1-15,1-5 6 16,-3 0-5-16,0 0-3 16,-11-9 0-16,-11-5 0 15,-3-2 11-15,-10-3-11 16,0 0 0-16,-17 3-1 16,-12 1 1-16,0 8 1 15,-3 5-1-15,-1 2-14 16,5 0 8-16,3 4-73 0,10 7-76 15,4 0-51-15,11-1-221 16</inkml:trace>
  <inkml:trace contextRef="#ctx0" brushRef="#br1" timeOffset="135862.94">22773 9151 1082 0,'0'0'58'16,"0"0"-14"-16,0 0-12 16,0 0-28-16,0 0 54 0,-67 89-50 15,50-61-7-15,-2-3 1 16,3-5-1-16,2-7-1 16,3-3-8-16,5-8-86 15,-1-2-39-15,3 0-51 16,1-17-148-16,3-4-107 15</inkml:trace>
  <inkml:trace contextRef="#ctx0" brushRef="#br1" timeOffset="136035.26">22654 9159 703 0,'0'0'169'16,"0"0"-29"-16,0 0-95 0,0 0-15 16,0 0 67-1,0 0-35-15,52 81-38 0,-29-58-7 16,3-1-11-16,0-4-4 15,3-1-4-15,-4-5-6 16,2-4-116-16,0-8-83 16,-5 0-81-16</inkml:trace>
  <inkml:trace contextRef="#ctx0" brushRef="#br1" timeOffset="136362.79">23023 9075 907 0,'0'0'42'0,"0"0"73"16,0 0 27-16,0 0-87 15,0 0-34-15,0 0-21 16,69-19 0-16,-35 18 0 16,-4-3-2-16,-6 4 2 15,-8 0 0-15,-4 0-1 16,-6 0-2-16,0 8-5 15,-6 8 1-15,0 9 7 16,0 1 29-16,-6 2 0 16,-3-1 21-16,2-4-7 15,-1 1-22-15,7-1 9 16,-2-3-30-16,3-1 3 16,-2-3-6-16,2-8 3 0,0-1-7 15,0-2-90-15,0-1-95 16,0-4-87-16,-4 0-135 15</inkml:trace>
  <inkml:trace contextRef="#ctx0" brushRef="#br1" timeOffset="136565.15">23108 9237 874 0,'0'0'153'16,"0"0"-56"-16,0 0 45 15,0 0-92-15,0 0-27 16,0 0-23-16,-1-23-23 15,17 23-21-15,4 0-60 16,-6 0-117-16,-3 0-26 16,-2 0-252-16</inkml:trace>
  <inkml:trace contextRef="#ctx0" brushRef="#br1" timeOffset="136820.4">23108 9237 585 0</inkml:trace>
  <inkml:trace contextRef="#ctx0" brushRef="#br1" timeOffset="137313.88">23108 9237 585 0,'-37'-27'0'0,"32"29"57"0,-1-2-9 0,3 1-19 0,-1 0 13 0,4-1 12 15,0 0-4 1,0 0 11-16,0 0 15 0,-3 0 2 16,2 0-15-1,1-2-31-15,0-7 44 0,0-2-26 16,0-3-18-16,0-5 2 16,4-1-22-16,5 2 19 15,0 1 5-15,2 6-27 16,-1 3 10-16,-4 2-19 15,-2 6 0-15,5 0 0 16,0 0-2-16,6 9 2 16,3 13 0-16,-3 6 1 15,0 6 5-15,-8 2-4 16,-7 5 1-16,0-1 2 16,-6-3-4-16,-16 0 9 15,-8-10-10-15,-4-5 1 16,-1-5 4-16,4-6-2 0,6-4-3 15,4-4 0-15,9-3 3 16,6 0 0-16,0-12-3 16,0-7 0-16,6-7-6 15,0-2 1-15,7 1-8 16,15 3-3-16,-3 9 3 16,3 9 9-16,-5 6-2 15,-3 0-7-15,2 8 9 16,1 10-2-16,1 1 6 15,2 0 0-15,2-2 2 0,-1-3-2 16,1-3 0 0,4-1-4-16,-3-4 0 0,3-3-42 15,-1-3-162-15,1 0-72 16,-3-6-278-16</inkml:trace>
  <inkml:trace contextRef="#ctx0" brushRef="#br1" timeOffset="137709.31">23540 9121 989 0,'0'0'85'0,"0"0"-58"0,0 0 120 0,0 0-77 0,0 0-28 16,0 0-34-16,-63-22 2 15,55 22-9 1,-2 5 27-16,-2 3 5 0,6 1-11 15,1-1-7-15,-1 7-10 16,6-2-5-16,0 4 6 16,0 1-5-16,6 0 0 15,11 3-1-15,1 2 2 16,4-2 3-16,0 0-5 31,-3-3 0-31,-2-2-2 0,-5-2 2 0,-6-2 0 16,-1-5 0-1,-5 2 1-15,0-5 0 16,-3 3-1-16,-12-1 2 16,-11-2 8-16,1-1-7 0,0 0-6 15,7-3 2-15,2 0-93 16,5 0-45-16,5-14-54 0,3-6-26 16,3-8-160-16</inkml:trace>
  <inkml:trace contextRef="#ctx0" brushRef="#br1" timeOffset="137876.54">23659 9079 704 0,'0'0'212'15,"0"0"-167"-15,0 0 102 16,83-36-80-16,-57 34-47 16,-5 2-14-16,-5 0-6 0,-7 2-4 15,-9 12-6-15,0 7-111 16,-25 2-83-16,-16 5-36 15,-9 5-333-15</inkml:trace>
  <inkml:trace contextRef="#ctx0" brushRef="#br1" timeOffset="138148.37">22118 9769 839 0,'0'0'1'0,"-88"27"3"0,74-22 99 16,14-5-58 0,14 0-34-16,26 0 40 0,15-7 43 15,17-7-70-15,11-4-5 16,8 2 19-16,12 3-24 16,2-1 20-16,9 2-26 15,3 1-5-15,-1 1-1 16,2 3-2-16,-9 2 0 15,-18 5-3-15,-27 0-31 16,-30 0-142-16,-26 0-67 16,-8 0-230-16</inkml:trace>
  <inkml:trace contextRef="#ctx0" brushRef="#br1" timeOffset="138436.25">22759 9849 898 0,'0'0'67'0,"0"0"-22"15,0 0 26-15,0 0 26 16,-24 77-12-16,23-46-30 16,-2-1 16-16,0-1-27 15,0 1 13-15,1-4-44 16,-1-2-8-16,0-2 6 15,3-6-10-15,0-1-1 16,0-7 0-16,0-1-26 0,0-7-130 16,18 0-53-1,6-2-69-15,6-18-184 0</inkml:trace>
  <inkml:trace contextRef="#ctx0" brushRef="#br1" timeOffset="139084.21">22971 9957 1028 0,'0'0'12'16,"0"0"84"-16,0 0 0 16,0 0-48-16,0 0-23 15,0 0-12-15,-57 83-6 16,57-67 1-16,0-4-1 16,5-1-2-16,2-3 6 15,10-2-5-15,-4-4-1 16,5-2 6-16,1 0-11 15,-2 0 4-15,-4 0-4 16,-2 0 1-16,-4-2 4 0,-2-4-5 16,-1-3 2-16,-1-2-2 15,-3-3 2-15,0-3 0 16,0 0-2-16,-4-2 1 16,-7 0 1-16,1 5-2 15,1-2 0-15,1 3 5 16,5 3 8-1,2 0 7-15,1 2 1 16,0-1-17-16,0 1 8 16,9 1-12-16,7 0 0 0,5 6-1 15,0-2 0-15,-2 3 1 16,3 0 0-16,-5 0-8 0,-1 4 7 16,-2 5-2-16,-3 2-1 15,0 0 1-15,0 4 6 16,-2 0 0-16,0-1-3 15,-2 0 0-15,-1-1 6 16,-1-2-3-16,2 1-2 16,-3 0 7-16,1-2-6 15,-2 2 8-15,5-3-10 16,-2 0 3-16,4-3 16 0,0-1-13 16,10-1 2-1,4-4 7-15,3 0-10 0,1 0 7 16,-4 0-12-1,-7-9 1-15,-5-2 11 0,-4 0 20 16,-6-5 15-16,-2 4 11 16,-2-7-24-16,-19 4-16 15,-12 2-18-15,-7 3-3 16,-3 6-8-16,-5 4-106 16,3 0-202-16,2 0-382 15</inkml:trace>
  <inkml:trace contextRef="#ctx0" brushRef="#br1" timeOffset="180911.25">15010 8072 854 0,'0'0'32'0,"0"0"43"0,0 0 61 0,0 0-52 16,0 0-17-16,0 0-25 15,0 0-15-15,0-8 7 16,2 4-16-16,14-3-5 16,6-2 15-16,2 3 4 15,3 0 14-15,1 3-30 16,5 2 0-16,2 1 3 15,2 0-3-15,-6 0-7 16,-1 10 4-16,-9 3-7 16,-3 2 4-16,-8 1-3 15,-8 3-6-15,-2 4 5 16,-3 2-3-16,-24 0 0 0,-3-2-3 16,-3-4 2-16,-1-3 0 15,6-3-2-15,2-3 0 16,10-3-1-16,3-4 2 15,8 0-1-15,5-3 3 16,0 0-2-16,0 0 7 16,0 0-8-16,3 0-15 15,13 0 8-15,6 0 5 16,7 0 2-16,2 2-5 16,-1 10 5-16,1 6 4 15,-5 1-4-15,-4 1 1 16,-4 2-1-16,-7-2 1 0,-8-1-1 15,-3-1 2-15,0 1 1 16,-16-2 2-16,-10 1 3 16,-10-2-1-16,-7-1 11 15,-1-4-11-15,0-1 11 16,0-8-7-16,-2-2-7 16,1 0 7-16,3 0-7 15,8 0-2-15,6-4 3 16,4-8-4-16,2-1-1 15,10 3 0-15,2-1-4 16,8 4-50-16,2 1-72 16,0 0-86-16,16 3-90 15,11-2-118-15</inkml:trace>
  <inkml:trace contextRef="#ctx0" brushRef="#br1" timeOffset="181361.05">15708 8275 675 0,'0'0'275'0,"0"0"-233"0,0 0 193 0,0 0-141 0,0 0-3 15,0 0-25-15,0-32-14 0,-4 32-11 16,-8 0-22-16,-6 12-12 15,-3 7 7-15,-3 4 7 16,9 4-5 0,6-2 6-16,8 1-10 0,1-4 0 15,6-1-8-15,19-5-4 16,8-1 7-16,10-2-6 16,5-6 3-16,3-5-3 15,2-2 1-15,-4 0 1 16,-8-16-1-16,-7-7 0 15,-7-3 11-15,-9-6 5 16,-9-3-4-16,-9 2 3 16,-2 2-11-16,-23 3-3 0,-9 7-3 15,-4 8-5 1,-3 7 2-16,3 5-11 0,6 1-57 16,2 0-57-16,6 1-88 15,6 8-47-15,3-7-27 16,8-1-195-16</inkml:trace>
  <inkml:trace contextRef="#ctx0" brushRef="#br1" timeOffset="182207.84">15926 7743 679 0,'0'0'71'0,"0"0"-43"0,-97-57 134 0,63 42-85 16,-2 0 15-16,-3 3-26 15,-1 3-24-15,-7 2-11 16,-5 1 35-16,-3 3-49 16,-7 1 19-16,-3 2 10 15,-5 0-19-15,-1 5 7 16,2 7-16-16,0 3 24 15,8 4-28-15,3 1-3 16,6 3 17-16,7 6 2 16,2 0-5-16,4 4-15 15,3 1 4-15,3 1-4 0,1 4-6 16,5 1 8-16,1 3-4 16,7-1 10-16,3 1-9 15,5 7-5 1,5-2 1-16,2 1 5 0,4-4-4 15,0-2 1-15,2-5-4 16,12 2 0-16,7-3 6 16,3 2-8-16,7 1 14 15,8-1-8-15,4-2 0 16,9 0 1-16,6-3-3 16,11-1-2-16,6-2 2 15,5-5-4-15,4-2 6 0,-2-3-4 16,-1-3 3-1,-7-4-2-15,2-6-4 0,-1-5 7 16,-4-3-7-16,0 0 0 16,-7-3-2-16,-3-14 3 15,2-6-1-15,-5 2 3 16,-2-4 2-16,1-2 8 16,-11 2-10-16,-2-3 1 15,-4 7 10-15,-4-5-8 16,-2-1 3-16,0-1 3 15,-2-2 2-15,-2 0-1 16,-2-4-3-16,-3 1 0 16,-3-4 3-16,-3-1-3 15,-8 1-5-15,-5-3 6 0,-4 1-1 16,-2-3 6-16,0-5-12 16,-8 4 3-16,-11 0-4 15,-9 1-3-15,-7 2 0 16,-7 1 0-16,-11-1 0 15,-7 2 0-15,-10-1 0 16,-9 2 0-16,-3 4 0 16,0 1 0-16,4 6 0 15,7 5 0-15,-1 8 0 16,-1 10-17-16,0 3-87 16,-3 20-85-16,-3 15-279 15</inkml:trace>
  <inkml:trace contextRef="#ctx0" brushRef="#br1" timeOffset="191770.59">12790 9482 792 0,'0'0'206'0,"0"0"-200"0,0 0 84 0,0 0 30 15,0 0-93-15,0 0-19 16,0 0-2-16,-17 44 4 0,-3-12 63 16,-7 0-35-16,0 2-6 15,0-1-8-15,5-2-20 16,1-1 9-16,4-5-9 16,7-11-1-16,4 1-2 15,3-8-1-15,3-4-4 16,0 0 1-16,0 0-12 15,6 1 15-15,12-2 1 16,3 0 5-16,6-2-6 16,3 0 0-16,2 0 0 15,1 0-2-15,0-6 6 0,-3-4-8 16,-2-1-4 0,-4-1-26-16,-2-2 18 0,-7-3-3 15,-1 6 5-15,-7-3 14 16,-4 3 0-16,-3 2 10 15,0 2 5-15,0 7 10 16,0 0 50-16,0 0-48 16,0 0-12-16,0 8-15 15,0 17 4-15,-6 6 2 16,-1 7 6-16,-2 0-7 16,6-3 4-16,0 2-6 15,1-5-2-15,1-5-1 16,1-9-6-16,0-3 4 15,0-6-34-15,3-7-148 0,12-2-64 16,1-2-71-16</inkml:trace>
  <inkml:trace contextRef="#ctx0" brushRef="#br1" timeOffset="192332.99">13196 9690 936 0,'0'0'34'0,"0"0"59"0,0 0 60 0,0 0-102 16,0 0-45-16,0 0 3 15,35-44 29-15,-24 37-21 0,-3 3 3 16,-4 1-3-16,3-1-9 16,-2 0 6-1,-1 1-9-15,1 3-3 0,-1-4 1 16,1 4-3-16,5-5 0 15,-2 5-2-15,-2-2 4 16,-3-1-1-16,-3 3 1 16,0 0 8-16,0 0 61 15,0 0-16-15,-3 0-8 16,-11 0 0-16,-8 0-44 16,-2 5-1-16,2 4-1 15,2 2 0-15,7 0 2 16,1 2-2-16,3 0 0 0,4-1 0 15,3 0-1-15,2 1-1 16,0-1 1-16,0-1-4 16,13 5 2-16,2-1 2 15,4 4 0-15,3-1 0 16,-2 2 1-16,-1 0-2 16,-2-2 1-16,-5 2-4 15,-5-5 4-15,-4 1 0 16,-3 2 0-16,0-2 1 15,-4-5 6-15,-7 1-3 16,1-4 1-16,2-5-4 16,1-2 4-16,-1-1-5 15,0 0-12-15,2-3-76 0,3-18-69 16,3-6-34 0,0-11-64-16,6-5-61 0</inkml:trace>
  <inkml:trace contextRef="#ctx0" brushRef="#br1" timeOffset="192514.05">13341 9642 867 0,'0'0'41'0,"0"0"127"0,0 0-62 16,0 0-64-16,0 0-11 16,0 0 1-16,98-45-10 15,-71 38-13-15,-2 1-9 16,-3 0 0-16,-5 2-18 15,-1-2-107-15,-2 0-160 16,-2-3-229-16</inkml:trace>
  <inkml:trace contextRef="#ctx0" brushRef="#br1" timeOffset="193131.84">13430 9255 755 0,'0'0'18'0,"0"0"61"16,-116-31 44-16,74 21-40 15,-13 6 11-15,-14 1-50 0,-8 3 32 16,-3 0-27-16,-2 1 19 16,5 17-18-1,-1 7-3-15,2 9-8 0,2 7-2 16,14 2-5-16,15 6-5 15,9 2-15 1,8 5 11-16,6 3-7 16,4 4 5-16,7 2-7 15,5 3-7-15,3 1 11 0,3-8-14 16,0 3 1-16,9-4 6 16,15-4-6-16,6-2-1 15,6-5 2-15,7-4-6 16,9-2 7-16,11-6-7 15,13-6 0-15,6-6 2 16,15-6-1-16,6-8-1 0,3-4 2 16,-3-7-2-1,-6-4-1-15,-9-15-3 0,-8-9 4 16,-2-3 0-16,-14-5 1 16,-9-10-1-16,-8-2 6 15,-5-17-4-15,-3-6 14 16,-3-8-1-16,-7-8-13 15,-11-6 18-15,-11 4-10 16,-7 5-3-16,-7 7 7 16,-26 8 0-16,-10 3 9 0,-13 7-18 15,-11 9-5 1,-13 11 7-16,-10 17-7 0,-8 7 0 16,-2 9-1-16,-2 6 1 15,11 0-1-15,11 7-49 16,17 7-61-16,21 4-73 15,6 2-206-15,5 2-489 16</inkml:trace>
  <inkml:trace contextRef="#ctx0" brushRef="#br1" timeOffset="196659.25">22993 7317 708 0,'0'0'146'0,"0"0"-82"0,0 0 115 0,0 0 2 15,0 0-60-15,0 0-38 16,0 0-42-16,0 0-28 16,11 19 37-16,-11 30 23 0,0 5-33 15,0 1-17 1,0 0 19-16,0-5-32 0,0-4 8 16,-3-5-1-16,0-9-11 15,1-7 0-15,2-8-6 16,0-6-3-16,0-5 2 15,0-5-7-15,0-1-46 16,5 0-116-16,10-15-59 16,7-12-47-16,2-3-255 15</inkml:trace>
  <inkml:trace contextRef="#ctx0" brushRef="#br1" timeOffset="197007.83">23278 7472 49 0,'0'0'1144'0,"0"0"-1137"0,0 0 50 16,0 0 16-16,0 0-5 15,-3 78-23-15,2-40 7 16,1-4-12-16,-2-2-9 16,2-1 9-16,0-6-13 15,0-4-11-15,8-2 9 16,5-8-14-16,8-5-10 15,4-6 10-15,5 0-10 16,2-4 1-16,-4-16-2 16,-4-12 3-16,-6-5-1 15,-5-8-2-15,-8 2 3 0,-5 0 0 16,0 8-3 0,-18 5 2-16,1 6-4 0,-7 9 0 15,1 8-3-15,-1 6-7 16,-1 1-71-16,2 5-44 15,2 12-75-15,2 2-66 16,7-3-196-16</inkml:trace>
  <inkml:trace contextRef="#ctx0" brushRef="#br1" timeOffset="197549.04">23463 7150 1102 0,'0'0'26'0,"0"0"113"0,-88-44-4 15,49 41-106-15,-7 3-5 16,0 0 24-16,-12 19-11 16,-5 13 12-16,-7 6 6 15,-9 12 6-15,2 9-17 16,2 8 4-16,0 7-25 15,8 3-7-15,15-2 4 16,7-3-13-16,15-3 6 16,12-4-5-16,10 1-7 15,8-7 7-15,4-3-7 16,21-2-1-16,14-5 2 0,19-1-2 16,14-4 3-16,14-10-2 15,11-6 0-15,14-15 4 16,7-13-1-16,3 0-4 15,-7-26-4-15,-11-13-2 16,-12-6 0-16,-4-10 5 16,-12-5 1-16,-9-8 3 15,-6-5-3-15,-7-10 1 16,-10-8 3-16,-14-6-2 16,-13-4 2-16,-16 7 3 15,-4 10-4-15,-28 10 15 16,-19 16-6-16,-15 9-11 15,-8 6 0-15,-11 18-1 0,-6 11 0 16,-2 14-13-16,4 10-42 16,2 27-47-16,3 12-173 15,4 3-238-15</inkml:trace>
  <inkml:trace contextRef="#ctx0" brushRef="#br1" timeOffset="200457.98">19186 10424 404 0,'0'0'112'0,"0"0"-62"0,0 0 27 15,0 0-19-15,0 0-34 16,0 0-5-16,0 0 17 16,0-2 20-16,0 2 15 15,0-3 20-15,0 3 3 16,0 0 1-16,0-4-2 15,0 2-6-15,0 0-8 16,0-2-19-16,0 4-1 16,0 0 2-16,0 0-14 15,0 0-20-15,0 0-17 16,-6 24-10-16,-4 15-1 0,-2 12 1 16,-4 6 27-1,0-4-4-15,1-6-5 16,2 1-2-1,2-5-8-15,0 0 1 16,3-5-9-16,2-10 0 0,0-7 2 16,1-4-2-16,4-7-5 0,-3-4-10 15,4-6-77-15,0 0-51 16,0 0-29-16,12-23-26 16,6-7-45-16,4 1-20 15,0-2-228-15</inkml:trace>
  <inkml:trace contextRef="#ctx0" brushRef="#br1" timeOffset="200846.57">19244 10678 682 0,'0'0'67'0,"0"0"109"0,0 0-6 15,0 0-48-15,0 0-37 16,0 0-9-16,15-39-6 16,-15 39-24-16,0 0-22 15,-7 8 1-15,-7 4 4 16,2 0 14-16,0 1 3 15,5 0-26-15,0 3-7 16,2-3-2-16,5-1 5 16,0 0-4-16,0-5-12 15,15 8 4-15,7-3-4 16,8 3 0-16,9-2 6 16,-3 1-6-1,-5 0-1-15,-6-1 1 0,-5-1 0 16,-9-1-1-16,-7 0 1 15,-4 1 0-15,0-2 3 0,-20 3-3 16,-5-3 5-16,-3 2-4 16,0-3 1-16,3-4-4 15,1-1-1-15,12-4-20 16,1 0-79-16,9-5-45 16,2-20-76-16,0-6-26 15,2-6-83-15,15-3-290 16</inkml:trace>
  <inkml:trace contextRef="#ctx0" brushRef="#br1" timeOffset="201068.87">19460 10612 966 0,'0'0'159'0,"0"0"5"0,0 0 13 0,0 0-114 0,0 0-24 15,60-79-12-15,-38 74-21 16,-4-1-2-16,2 2-7 15,-2 3 3-15,-3-3-34 16,-5 4-76-16,-2 0-58 16,3 0-50-16,-6 0-88 15,-1-4-331-15</inkml:trace>
  <inkml:trace contextRef="#ctx0" brushRef="#br1" timeOffset="201596.62">19666 10309 895 0,'0'0'2'15,"0"0"88"-15,0 0 47 16,-82-80-58-16,48 64-1 16,-11 4-30-16,-6 0 1 15,-8 6-10-15,-4 6 41 16,-7 0-12-16,-2 10-32 15,-4 10 15-15,-3 10-27 0,1 8 1 16,6 10 1 0,0 11-2-16,3 10-7 0,8 6 10 15,13 1-19-15,14-2-2 16,10 1 7-16,15-4-8 16,9-4 8-16,0-4-10 15,21-6-2-15,13-4 5 16,11-6-5-16,15-5-1 15,12-1 2-15,14-8 0 16,14-9 3-16,12-9-1 16,12-10-2-16,6-5 4 15,-5-3-6-15,-7-18-5 16,-20-9 3-16,-14-11 2 0,-14-7 0 16,-9-11 0-16,-9-13 0 15,-14-15 4-15,-7-11 0 16,-16-15-1-16,-15-6-2 15,-2 1 1-15,-32 5 12 16,-17 14 0-16,-13 17-13 16,-12 16 8-16,-8 25-6 15,-14 20-3-15,-17 21 0 16,-4 17-8-16,-8 34 8 16,0 24-81-16,14 16-119 15,7 17-190-15,6 2-509 16</inkml:trace>
  <inkml:trace contextRef="#ctx0" brushRef="#br1" timeOffset="-83625.77">24186 16370 327 0,'0'0'490'0,"0"0"-490"16,0 0 73-16,0 0 64 0,0 0-90 16,0 0 31-16,0 0-6 15,-50-27-41-15,49 27-4 16,-1 0-7-16,1 0 5 15,1 0 30-15,-3 0-13 16,0 0 18-16,3 0-17 16,0 0-12-16,0 0 1 15,0 0-16-15,0 0-10 16,0 0 7-16,0 0-13 16,12 0 14-16,6 0 3 15,7 0-8-15,2 0 1 16,10 0-10-16,6 0 1 15,7-6 2-15,14-4 0 16,13 0-3-16,14-3 4 0,18-1 5 16,17 3-2-16,8 0-6 15,12 5 3-15,0 4 2 16,5-2-1-16,6 4-3 16,-1-2-1-16,5-4 0 15,-3-3-2-15,-7-4-1 16,-9-4 2-16,-15-1 1 15,-20-3 0-15,-20 3-1 16,-26 2 1-16,-25 3 0 16,-20 5 4-16,-13-2-5 15,-3 3 5-15,-3 0-4 16,-12 0-1-16,-7 4-9 16,-6 3-39-16,-7 0-81 0,-2 0-9 15,1 4 1-15,-1 9-100 16,6 2-46-16,-4 2-313 15</inkml:trace>
  <inkml:trace contextRef="#ctx0" brushRef="#br1" timeOffset="-82710.44">24324 16298 393 0,'0'0'300'0,"0"0"-299"0,0 0 70 0,0 0 22 15,0 0-42-15,0 0-9 0,-4-5-7 16,4 5 11-16,0 0 21 15,6 0-13-15,1 0-7 16,2 0-11-16,6 0-13 16,0 3 8-16,4-1-12 15,4-1-6-15,2-1 2 16,1 0-6-16,9 0 7 16,1 0-9-16,4-12-4 15,9-4-1-15,7-5 2 16,18-3-4-16,19-5 1 15,16-6 33-15,25 4 54 16,15 1-76-16,18 4-3 16,9 10 21-16,6 11-9 0,2 5-10 15,-8 2 7-15,-5 16-11 16,-8 1 2-16,-11 4-5 16,-9-3-1-16,-8-2 4 15,-17-7-2-15,-15 1-3 16,-21-8 3-16,-24-1 2 15,-22-3 10-15,-16 0-9 16,-15 0 14-16,-5 0 41 16,0-7-22-16,0-5-33 15,-3 2-7-15,-4 3 1 16,2-1 6-16,4 4-8 16,-1 2 5-16,2 1-5 0,0 1 1 15,0 0-5 1,0 0 4-16,0 0-3 0,0 0 0 15,0 0 2-15,0 0 0 16,0 0 1-16,0 0 1 16,0 0-1-16,0 0-2 15,0 0 2-15,0 0 3 16,0 0-3-16,0 0-2 16,0 0 2-16,0 0 0 15,0 0 1-15,0 0-2 16,0 0-3-16,0 0 0 15,0 0-2-15,0 0-26 16,-9 0-53-16,-12 5-83 16,-8 9-95-16,-9 2-138 0</inkml:trace>
  <inkml:trace contextRef="#ctx0" brushRef="#br1" timeOffset="-81924.86">24045 18014 777 0,'0'0'80'0,"0"0"-67"0,0 0 71 0,0 0-56 0,0 0-22 15,0 0 29-15,0 0 4 16,41 13-2-16,-12-6 11 16,10 0-29-16,15 3 11 15,15 0-6-15,16-4-1 16,16 3 0-16,18-2-17 16,18 0 11-16,11-4-1 15,13 2-6-15,7-2-5 16,7 2 0-16,4-1-4 15,-5 6 4-15,-6 1-5 16,-19 1 0-16,-13 4-1 0,-21-2 1 16,-24-1-2-1,-21-1-26-15,-25 0-66 0,-21-2-86 16,-24 0-89-16,-11-2-312 16</inkml:trace>
  <inkml:trace contextRef="#ctx0" brushRef="#br1" timeOffset="-81253.36">24205 18292 809 0,'0'0'0'0,"0"0"-31"16,0 0 31-16,0 0 11 16,0 0-11-16,0 0 0 15,-15-17 2-15,15 17 40 16,0 1 61-16,0-1-26 16,0 0-17-16,0 0-3 15,0 0-17-15,0 0-22 16,0 0 3-16,0 0 1 15,0 0-2-15,0 0 9 16,6 3-8-16,0-3 11 16,6 0-12-16,6 0-9 0,5 2 2 15,10-2-9-15,11 5 2 16,8 0 9-16,13 3-11 16,9 1 11-16,9 5-3 15,14-3-8-15,12 1 6 16,10 4-2-16,10 4-6 15,4-3 13-15,4 5-8 16,12 2 4-16,0-7 0 16,-1-1 10-16,-2-1-5 15,-13-3-6-15,-9 1 11 0,-13-4 8 16,-15-4-19-16,-14 0 10 16,-15-2-5-16,-17-3-4 15,-15 0 9-15,-15 0-14 16,-11 0 1-16,-6 0 14 15,-3 0-10-15,0 0 20 16,0 0-13-16,0 0-16 16,0 0 1-16,0 0-3 15,0 0 0-15,0 0-2 16,0 0 0-16,0 0-1 16,0 0-32-16,0 0-52 15,-5 0-53-15,2-2-47 16,3 1-56-16,0-4-160 15</inkml:trace>
  <inkml:trace contextRef="#ctx0" brushRef="#br1" timeOffset="-78789.66">14240 16374 671 0,'0'0'23'0,"0"0"-17"0,0 0-6 16,0 0 82-16,0 0-55 0,0 0-12 15,0 0 30-15,0 0 16 16,0 0-23-16,0 0 8 15,0 0-2-15,0 0-4 16,0 0-6-16,0 0-5 16,0-1-10-16,0 1 4 15,0 0-4-15,0 0-12 16,0 0 9-16,0 0-13 16,0 0 4-16,0 0-1 15,0 0-6-15,0 0 6 16,0 0-6-16,0 0 0 15,0 0 4-15,0 0-4 16,0 0 0-16,0 0 0 0,0-1 1 16,0 1 8-1,0 0-8-15,0 0 1 0,0-2 5 16,0 2-6-16,0 0 0 16,0 0 1-16,0 0-2 15,0 0 2-15,0-2-2 16,0 2 0-16,0 0-5 15,0 0 5-15,0 0-2 16,0 0 1-16,0 0-47 16,0 0-46-16,0 0-47 15,0 0-41-15,0 0-118 16</inkml:trace>
  <inkml:trace contextRef="#ctx0" brushRef="#br1" timeOffset="-74890.5">16069 16473 568 0,'0'0'209'0,"0"0"-201"0,0 0 6 0,0 0 84 16,0 0-65-16,0 0 1 15,-4 15 18-15,10-9-12 16,7 0-18-16,11-1-9 16,9 0 19-16,11-5-11 15,9 0-4-15,13-5 3 16,11-14-10-16,8-5-6 15,9-7 1-15,15 2-4 16,4 1 2-16,10 2-2 16,8 3-1-16,1 3 8 15,3 5 55-15,-2 4-49 16,-6 3-4-16,-11 8-7 0,-7 0 11 16,-12 0-9-16,-9 5-2 15,-13 3 5-15,-16-1-8 16,-23-2 0-16,-17-3-1 15,-14-2 4-15,-5 0 17 16,0 0 112-16,-6 0-74 16,-12-2-38-16,-4-4-20 15,1 0 0-15,-2 5-1 16,1 1 1-16,2 0-5 16,1 0-46-16,0 10-65 15,5 10-11-15,0 7-40 16,3 6-22-16,-3 5-114 15</inkml:trace>
  <inkml:trace contextRef="#ctx0" brushRef="#br1" timeOffset="-74176.01">16460 18342 794 0,'0'0'17'0,"0"0"4"0,0 0 95 16,0 0-60-16,0 0-48 0,0 0 5 16,-1 0 43-1,12 0-8-15,2 0-6 16,3 0-15-16,2 0-14 0,4 0 10 16,5 0-12-16,7 0-1 15,10 0-3-15,14 0-4 16,13 0 2-16,9 6 7 15,11-2 18 1,9 0-20-16,8 1 2 0,7-4 3 16,6 4-3-16,-7-5 4 15,-4 0 1-15,-12 0-5 16,-11 0-3-16,-20 0 1 0,-16 0-5 16,-23 0-5-1,-14 0 1-15,-13 0-1 0,-1 0 70 16,0 0 4-16,-6 0-31 15,-9 0-30-15,2 0-13 16,-1 0 0-16,2 0-1 16,9 0 0-16,-1 0-1 15,-1 0-8-15,-2 0-87 16,-9 0-155-16,-10 0-234 16</inkml:trace>
  <inkml:trace contextRef="#ctx0" brushRef="#br1" timeOffset="-66376.19">13532 16411 169 0,'0'0'525'15,"0"0"-525"-15,0 0 0 0,0 0 12 16,0 0-6-16,0 0-6 15,0 0 0-15,0 0 0 16,-11 18 2-16,11-16-1 16,0-2-1-16,0 0 4 0,0 0 0 15,0 4 3-15,0-4-4 16,0 0-3-16,0 0 1 16,0 0 0-16,0 0-1 15,0 0-2-15,3 0-5 16,5-4-25-16,2-6-63 15,-1-5-69-15</inkml:trace>
  <inkml:trace contextRef="#ctx0" brushRef="#br1" timeOffset="-58698.38">32143 18154 736 0,'0'0'0'0,"0"0"-624"0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5:52:54.3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3625 8190 766 0,'0'0'53'0,"0"0"-38"16,0 0 76-16,0 0-40 0,0 0-41 16,0 0-9-1,0 0 29-15,0 0 56 0,1 98 6 16,1-45-14-16,-2 5-10 15,0 0 13-15,0 3-47 16,0 3-18-16,0-2 4 16,-2 0-12-16,-1-8-4 15,2-9-3-15,-1-7 1 16,0-10-3-16,2-8 1 16,0-7-11-16,0-6-14 15,0-7-122-15,0 0-35 16,0-7 3-16,0-16-80 15,0-8-301-15</inkml:trace>
  <inkml:trace contextRef="#ctx0" brushRef="#br1" timeOffset="3260.84">3543 8199 346 0,'0'0'224'0,"0"0"-137"0,0 0 45 0,0 0-43 0,0 0-3 15,0 0-54-15,-18-61 8 16,18 41 41-16,0-3-30 16,15-2 4-16,6-7-27 0,3-1 13 15,11 0-15 1,1 1 2-16,3 8-11 0,0 5-2 16,4 15 1-1,-4 4-16 1,1 4 0-16,-2 19-2 0,-4 9 5 15,-10 4-5-15,-2 5 2 16,-11 8 0-16,-11 6 1 0,-5 3-1 16,-29 2 0-1,-18-1 6-15,-9-6-5 16,-5-4 7-16,5-12-8 16,11-7 0-16,10-9 2 0,16-8-2 0,14-10 0 15,8-3-3 1,2 0-14-16,5-19-85 0,19-3-85 15,4-2-38-15,8 5-59 16</inkml:trace>
  <inkml:trace contextRef="#ctx0" brushRef="#br1" timeOffset="3787.13">3822 8863 722 0,'0'0'15'0,"0"0"81"0,0 0 0 16,0 0-69-16,0 0-9 16,55-75-3-16,-28 40 8 15,1-3 9-15,-1-5 3 16,0-3-18-16,-3 3-9 15,-5 3 6-15,-5 11-14 16,-4 12 0-16,-7 7 5 16,-3 4 2-16,0 6 27 15,0 0 19-15,-3 0-22 16,-7 0-15-16,2 7-16 16,-1 6-5-16,1 4 3 15,0 1 3-15,8-1-4 0,0-1 0 16,0 2 3-16,0-2-2 15,5 1 2-15,9-1 0 16,0-2-2 0,-1-1 4-16,-1 2-4 15,-1-2 2-15,-3 1 0 0,0-1-2 16,-2-2 2-16,2 2 0 16,0-2-1-16,3-4 2 15,-2-1-2-15,7-4 0 16,6-2 1-16,10 0-6 15,7-6 0-15,7-14-70 16,3-6-90-16,-4-2-62 16,-5-2-78-16,-12 2-118 0</inkml:trace>
  <inkml:trace contextRef="#ctx0" brushRef="#br1" timeOffset="4563.09">4477 8575 432 0,'0'0'202'0,"0"0"-1"16,0 0-47-16,0 0-35 15,0 0-73-15,0 0-28 16,0 0 1-16,-45 43-16 15,45-21 0-15,0 1 2 16,3-5-3-16,13 0-2 16,1-8-1-16,8-1 1 15,2-8 3-15,6-1-3 16,1-3 3-16,2-14 10 16,-3-1-12-1,-5-5 4-15,-10 2-5 16,-4-3 2-16,-10-1 8 0,-4 0-5 15,-4 3 5-15,-17 5 12 16,0 5-4-16,-9 6 40 0,3 4-46 16,-1 2-9-16,1 6-6 15,9 14 2-15,3 4-6 16,3 4 4-16,9 2-7 16,3-2-7-16,0-1-42 15,18-6-72-15,9-6-5 16,6-5 18-16,6-7 11 15,7-3-23-15,6 0 28 16,2-17 100-16,13-4-5 0,1-7 7 16,0-4 0-1,0-4 0-15,-11 0 6 0,-12-2 31 16,-11 2-11-16,-22 2 5 16,-12 3 79-16,-3 5-11 15,-21 6-13-15,-9 8 35 16,-6 10-49-16,-5 2 2 15,5 4-22-15,3 16 2 16,5 5-25-16,7 4-22 16,5 1 0-16,10-2-7 15,9-3-6-15,0-2 0 16,1-5-8-16,15-7 14 0,6-8-13 16,4-3 13-1,7-3-5-15,6-19 5 0,1-6-19 16,-4-10-62-16,-3-4-18 15,-5-13 31-15,-7-13 14 16,-9-10 21-16,-4-9 32 16,-8-4 0-16,0 8 1 15,0 18 5-15,0 16 5 16,-8 23 25-16,-1 16 91 16,3 10-39-16,4 10-36 15,-2 25-47-15,3 12-4 16,1 7 12-16,0 3-12 15,5 6 17-15,9 6-15 16,4 4 1-16,-5-2-4 16,5-9 1-16,3-9-6 0,0-18 3 15,4-10-120-15,-1-10-119 16,7-15-122-16</inkml:trace>
  <inkml:trace contextRef="#ctx0" brushRef="#br1" timeOffset="4740.66">5690 8269 1004 0,'0'0'149'0,"0"0"-148"0,0 0 142 0,0 0-143 0,0 0-5 16,0 0-24-16,-35-19-1 0,46 31-224 15,-2 1-89-15</inkml:trace>
  <inkml:trace contextRef="#ctx0" brushRef="#br1" timeOffset="6087.92">5589 8228 168 0,'0'0'187'0,"0"0"-153"0,0 0 108 16,0 0-45-16,0 0 8 15,0 0-24-15,-22-37-17 16,22 34-10-16,0 1 54 16,0 2-37-16,-3 0-24 15,2 2-12-15,1 17-33 16,0 11 4-16,0 7 31 16,0-3-19-16,0-1 6 15,0-2-16-15,0-7-6 16,0-4 2-16,9-8-4 15,2-2-2-15,5-5 1 16,2-5 2-16,7 0 0 16,5-9-1-16,3-11-4 0,-2-6 2 15,1-5-54-15,-7-4 4 16,-6-1 29-16,-5 3 13 16,-7 11 9-16,-5 9 1 15,-2 8 0-15,0 5 18 16,0 0 7-16,-2 19-24 15,-10 5 1-15,0 6 2 16,2-3 1-16,10-5-5 16,0-4 2-16,0-2 6 0,0-4-8 15,7-5-1-15,8-4-2 16,9-3 6-16,6 0 1 16,3-12-4-16,1-6-25 15,3-5-55-15,-4-2-46 16,-3-2 1-16,0 0-40 15,-11 5 35-15,-8 6 46 16,-5 8 84-16,-6 5 11 16,0 3 157-16,0 0-33 15,-2 6-79-15,-8 15-41 16,-5 2 7-16,9 3 6 16,6-4-3-16,0-2-18 15,0-1 9-15,3-5-13 0,15-6 0 16,4-2 0-16,2-6-2 15,10 0 8-15,2-10-9 16,1-10-8-16,-1-6-34 16,-6-7-37-16,-5-8-30 15,-8-8 56-15,-5-8 25 16,-9-4 28-16,-3-1 18 16,0-1 1-16,-8 7 55 15,-5 13-4-15,-2 15-5 16,6 13 60-16,0 13 7 15,9 2-62-15,-6 17-70 16,6 17 0-16,0 9 6 16,-3 4-6-16,3 0 0 0,-3 0 1 15,-2 8 1 1,-2 0-1-16,6 1-1 0,-2-9-22 16,0-10-185-16,3-18-129 15</inkml:trace>
  <inkml:trace contextRef="#ctx0" brushRef="#br1" timeOffset="6259.63">6345 8075 1074 0,'0'0'5'0,"0"0"83"0,0 0-88 0,0 0-7 0,110-37 3 0,-71 37-5 16,-6 0-39-16,-14 5-201 15,-13 9-314-15</inkml:trace>
  <inkml:trace contextRef="#ctx0" brushRef="#br1" timeOffset="6870.95">4250 10020 925 0,'0'0'18'0,"0"0"137"16,0 0-47-16,0 0-108 15,0 0 0-15,3 110 20 16,16-41 16-16,0 0-18 16,-2 0 30-16,0-2-35 15,-4-2-13-15,1-5 0 16,-3-7-3-16,-3-17 3 0,-2-11 0 16,0-15-2-1,-4-8-3-15,-1-2-3 0,-1-20 2 16,0-18-1-16,0-16 4 15,0-9-2-15,0-13 3 16,-3-9 2-16,-12-10 0 16,6-14 3-16,-3-2-3 15,5 0 0-15,7 10-1 16,0 15 6-16,12 19-5 16,16 21 0-16,5 15-4 15,5 11 1-15,3 10 2 16,1 10-3-16,-6 0-1 15,-5 12 1-15,-10 12 0 16,-15 5 4-16,-6 5 0 16,-17 6 26-16,-16 1-6 15,-10 0 3-15,1 2 10 16,2-7-29-16,3 0-4 0,7-5 0 16,10 0-5-16,6-2 1 15,9 1-72-15,5 1-130 16,0-4-35-16,16-3-280 15</inkml:trace>
  <inkml:trace contextRef="#ctx0" brushRef="#br1" timeOffset="8710.7">4678 10315 898 0,'0'0'16'0,"0"0"35"0,0 0 15 0,0 0-43 0,96-59 10 0,-60 22-24 16,-5-4 4-16,-6 0-13 16,-4 1 3-16,-12 5 2 15,-9 7-5-15,0 6 0 16,0 10 5-16,-9 5 1 16,-7 7 12-16,-5 0-12 15,-2 7-3-15,3 9-3 16,-1 4 0-16,10 1-1 15,4 1-1-15,2-1 2 16,5 1-4-16,0-4 1 16,11 1 3-16,5 0-4 15,5-2 4-15,-3 0 0 0,3 2 0 16,-2-3 1-16,-4-1-3 16,2 5 2-16,-3-3 0 15,0-1 0-15,2-5 0 16,-2 0 0-16,-2-8-2 15,9-3 5-15,1 0-1 16,8-2-1-16,1-12 0 16,2-6 2-16,0-6-3 15,-2-1 0-15,-1-6-1 16,-3-4 2-16,-9-2-4 0,-11 0 0 16,-4 8 3-16,-3 9-6 15,0 6 11-15,-15 8-5 16,0 8 14-1,-7 0-8-15,0 10 4 0,-1 11-2 16,4 9-6-16,4 1 12 16,6 2-8-16,6-1 0 15,3-2-2-15,0-5-2 16,0-5 5-16,15-4-7 16,3-8 0-16,4-5 2 15,6-3 0-15,5-3-2 16,6-17 5-16,10-6-4 15,8-5 2-15,0-3-3 16,4-5-6-16,-10-4 2 16,-9-8-49-16,-14-6-1 0,-15-14 17 15,-8-5-2-15,-5-7 26 16,-8 0 8-16,-13 2 5 16,1 12 4-16,0 20-3 15,7 20 8-15,2 18 93 16,8 11-70-16,0 3-4 15,3 32-28-15,0 16 0 16,0 18 14-16,0 10-10 16,5 8 34-16,4 9 18 15,-2 14-10-15,2 9-13 16,-3 4-29-16,0 9-3 16,2 5 0-16,0-7 2 0,3-9-4 15,7-12 1-15,7-21-3 16,-1-19 1-16,4-17 2 15,-7-21-1-15,-3-16-7 16,0-11-3-16,4-4-15 16,1-25-32-16,-1-11 29 15,2-8 22-15,-4-12-48 16,-7-1 14-16,-7-7 3 16,-6 4-17-16,0 0 24 15,-24-1 28-15,-7 4 3 16,-10 1 11-16,-5 8 8 15,-5 2 58-15,-2 11 33 16,-2 4-86-16,5 6 26 16,7 4-3-16,12 5-37 15,7 3 9-15,15 6-8 0,6 4-5 16,3-3 7-16,0 2-13 16,9-7-6-16,21-4 4 15,7-6-1-15,8-3-2 16,5-6 5-16,0-5 0 15,-1-5-6-15,0-6 0 16,-3-3-14-16,-8 3-45 16,-7 4 6-16,-9 6 34 15,-16 12 11-15,-6 9 14 16,0 5 7-16,-4 4-6 16,-14 5 8-16,0 1 1 15,-1 5-3-15,2 21-3 0,7 7-4 16,4 6 0-1,6 6 6-15,0-4-6 0,3-3 0 16,18-7 4-16,2-7-1 16,9-7-2-16,-1-8-1 15,8-9 0-15,-2 0 2 16,1-12-1-16,-1-12-1 16,-3-5 0-16,-1-5-4 15,-6-4-3-15,-3-5-20 16,-5-2 7-16,-10 0 14 15,-7 6-20-15,-2 7 21 16,-2 9 3-16,-8 12 4 16,-1 4 6-16,1 7 13 0,1 0-13 15,1 0 3-15,2 5-11 16,1 6-3-16,3 2 0 16,2-1 3-16,0-1-2 15,0 1 2-15,3-1 0 16,12 2-3-16,-3 1 3 15,3 0 0-15,-3 3-1 16,-3 0 3-16,4 3-2 16,-4 1 0-16,1 0 0 15,1 1-3-15,-4-5 4 16,8 3-1-16,0-4 1 16,1-5 3-16,6-4-7 15,0-4 3-15,8-3 0 0,1 0 1 16,3-5-1-16,-2-11 0 15,-7-8-1-15,0-1-32 16,-10-9 6-16,-3-4 5 16,-9-2 2-16,-3 0 11 15,0 8 11-15,-3 7-2 16,-10 9 7-16,-2 13-5 16,-3 3 17-16,1 0 11 15,0 14-18-15,3 9 6 16,4 4-16-16,8 0 4 15,2-2-2-15,0-2-3 16,5-6 3-16,10-4-4 16,1-4 1-16,5-6-4 0,4-3 4 15,5 0-2-15,3-6-48 16,3-9-71-16,1-5-50 16,2-2-101-16,-5-2-276 15</inkml:trace>
  <inkml:trace contextRef="#ctx0" brushRef="#br1" timeOffset="9433.59">6806 9753 587 0,'0'0'316'0,"0"0"-313"0,0 0 40 0,0 0 22 15,0 0-38-15,-44 73-15 16,44-55-12-16,0-7 15 16,0-3-15-16,3-3 2 15,2-2-6-15,1-3 4 16,6 0 0-16,4-3 0 15,-2-16-4-15,10 1-16 16,-5-6-40-16,1 2 17 16,-6 2 38-16,-5 6-2 0,-4 8 7 15,-5 6 41-15,0 0 33 16,0 0-7-16,0 0-36 16,3 15-25-16,1 1 56 15,-1 4-27-15,5-6-29 16,-2 0-3-16,1-3-1 15,2-2 2-15,-3-4-4 16,6-5-1-16,3 0-3 16,3 0-43-16,7-11-62 0,5-8-12 15,3-6-5-15,0-4-43 16,-2-3-64-16,-3 2-38 16,-5 1 271-16,-11 5 29 15,-6 6 167-15,-6 7-21 16,0 5-26-16,0 3 21 15,-8 3-60-15,-7 0-40 16,-3 0-16-16,3 9-26 16,-1 7 3-16,10 4-8 15,3 3-13-15,3 0 3 0,0-4-12 16,0-3 1 0,6-5-3-16,10-3 1 0,5-3 0 15,8-5 2 1,8 0 1-16,6-5-3 0,2-9 0 15,1-3-47-15,-7-3-55 16,-5-2-25-16,-8 0 40 16,-14-1-3-16,-8 8 58 15,-4 1 32-15,-1 8 51 16,-13 3 36-16,-5 3 45 16,1 3-40-16,3 14-3 15,6 5-33-15,6 4-18 16,3-1 4-16,11-1-33 15,14-7-2-15,8-3 12 16,10-6-18-16,5-8-1 0,7 0 0 16,6-4-4-1,6-11-56-15,-4-11-303 0</inkml:trace>
  <inkml:trace contextRef="#ctx0" brushRef="#br1" timeOffset="12716.57">15434 2884 244 0,'0'0'300'0,"0"0"-286"0,0 0 87 0,0 0-18 16,0 0-24-16,0 0-10 15,67-79 1-15,-64 70 9 16,1-2-13-16,-4 3 29 16,0 0-19-16,0 1 19 15,0 1-10-15,-16 2-11 0,-12 4-44 16,-10 0-5-16,-11 24-1 15,-2 7-2-15,-4 8-2 16,0 6 0-16,4 9 13 16,5 3-12-16,11 4 2 15,12 2-3-15,12-5 0 16,11-7-3-16,6-5 3 16,24-10-9-16,13-7 7 15,11-8-6-15,7-9 1 16,5-7 4-16,1-5 3 0,-1 0-10 15,-8-14-48 1,-7-5-14-16,-16-4 19 0,-17-1 23 16,-12 1 30-16,-6 1 3 15,0 5 13-15,-7 7 46 16,-8 2-7-16,1 8-21 16,-3 0-1-16,-2 11-33 15,5 13-5-15,0 5 3 16,7-1-6-16,4 0 6 15,3-5 0-15,0-2 1 16,7-2-7-16,4-6 8 16,-1-1-4-16,2-3 3 15,2-4-29-15,3-1-155 0,3-4-121 16</inkml:trace>
  <inkml:trace contextRef="#ctx0" brushRef="#br1" timeOffset="14249.49">15935 3163 1287 0,'0'0'5'0,"0"0"-4"0,0 0 94 0,0 0-72 0,0 0-23 0,0 0-13 0,21-24 9 0,13 24 3 0,-1 0 0 16,-3 0-1-16,-5-7-23 15,-6-2-51-15,-6-3 57 16,-6 5-18-16,-7-1 9 16,0 2 25-16,-1 4 2 15,-18 2-2-15,-7 0 1 16,-6 6 2-16,-1 14-1 0,4 5 4 16,5 5 0-1,8 3 5-15,10-3-8 16,6-1 8-16,0-2-8 0,10-8 3 15,11-3-4-15,9-9 2 16,4-2-1-16,5-5 0 16,0 0-1-16,1-7-23 15,-1-9-63-15,1-5-17 16,-4-4 14-16,-5 0 38 0,-7 1 40 16,-9 5 12-16,-9 3 0 15,-6 5 18-15,0 9 82 16,0 2 15-16,-3 0-53 15,-8 21-62-15,-1 6 0 16,1 2 10-16,5 1-1 16,3-5 12-16,1-3-9 15,2-7-7-15,0-5 10 16,0-6-12-16,0-2 1 16,2-2 4-16,11 0 14 15,8-13 23-15,9-7-16 16,1-3-26-16,-4-4 0 15,-2 4-3-15,-5 1 0 16,-4 8-1-16,-7 4 2 0,-4 8 1 16,-4 2-2-16,1 0-25 15,2 12 19-15,2 8 3 16,1 3 3-16,2-1 3 16,6-1-3-16,2 0 9 15,7-6-6-15,7-3-1 16,9-6 42-16,15-4-31 15,8-2-8-15,1 0 3 16,-3-6-6-16,-8-8-4 16,-15-3 1-16,-12-4 1 15,-14-4 9-15,-10 2-9 16,-2 1 0-16,-4 3 9 16,-14 8-6-16,-9 7 8 0,-2 4 2 15,-6 3-8 1,-2 19 9-16,1 7-14 0,9 4 0 15,5 0 3-15,11-4-1 16,7-3-4-16,4-5 0 16,0-6 2-16,16-5-6 15,7-4 6-15,6-6 0 16,4 0-3-16,0-3-35 16,0-17-37-16,-2-5-5 15,-2-11-5-15,-6-10 50 16,-1-15-9-16,-3-10 25 15,-4-13 16-15,0-1-8 0,-6 1 11 16,-6 9 0 0,-3 22 1-16,0 16 29 0,0 18 34 15,-2 15 23-15,-10 4-34 16,-7 30-52-16,-5 15-1 16,1 13 3-16,1 6 3 15,5 3 42-15,1 4-18 16,7-2-3-16,7-5-10 15,2-11-7-15,4-8-2 16,15-8-8-16,7-12 0 16,5-8 3-16,5-11 3 15,7-6-6-15,5 0 12 16,4-16-10-16,2-7-2 0,-6-4-2 16,-7-3-6-1,-5 0 5-15,-15 1-9 0,-8 2 9 16,-8 5 0-16,-5 10 3 15,0 5 16-15,-5 7-16 16,-8 0 4-16,-2 13-8 16,-1 14-3-16,4 3 6 15,6 2-2-15,6-1 6 16,0-2-3-16,0-5 0 16,13-4 0-16,7-7 1 15,3-6-1-15,10-6 0 16,8-1 7-16,6 0-5 0,1-2 4 15,0-16-6 1,-6-3-16-16,-8-6 3 16,-4-5-36-16,-10-5 8 15,-12-1 22-15,-8 0 19 0,0 6 0 16,-4 6 0-16,-11 9 3 16,3 7 15-16,1 8-14 15,1 2 10-15,2 5-14 16,2 15-3-16,2 7-1 15,4 1 4-15,0-2 0 16,0-1-5-16,0-3 5 16,12-5-6-16,3 1 4 15,-2-6 4-15,1 5-2 16,-1-2 0-16,-1 1 0 16,0-5-2-16,0 3 2 0,0-4-1 15,1-1-1 1,8-2-85-16,0-6-81 0,7 1-42 15,7-2-238-15</inkml:trace>
  <inkml:trace contextRef="#ctx0" brushRef="#br1" timeOffset="14400.47">18286 3363 1151 0,'0'0'23'0,"0"0"168"0,0 0-101 16,0 0-90-1,0 0-12-15,0 0-16 0,-6-3-228 16,5 3-316-16</inkml:trace>
  <inkml:trace contextRef="#ctx0" brushRef="#br1" timeOffset="16149.45">12151 5210 729 0,'0'0'52'0,"0"0"42"0,0 0-22 0,0 0 39 16,0 0-17-16,0 0-16 15,8-49-18-15,-8 49-18 16,0 0-11-16,0 0-22 0,0 0 1 15,0 0-10 1,0 0 0-16,0 6-5 0,3 7 9 16,-3 8-4-16,0 6 20 15,0-1-1-15,0 9 39 16,0-1-47 0,0 6-7-1,0 3 17-15,0 2-21 16,0 6 6-16,0 2 9 15,0 5-8-15,0 7 4 16,0 13-7-16,6 8 48 0,10 11-23 0,-4 5-20 16,4 4-1-16,-2 2 5 15,-2 4-7-15,3 6 4 16,-2 0-9-16,1 2-1 16,-1 10 22-16,-1 5-17 0,-3 5 7 15,2 4-3-15,-4-3 1 16,-1-1 4-16,-5 0-7 15,-1-1-5-15,0 8 15 16,0 5-12-16,0 3-5 16,0 3 7-16,0-5-6 15,-1 0 12-15,-2-3-13 16,3 1 0-16,0 8 7 16,0-4-2-16,0 6-5 15,-4-6 4-15,-1-5 0 16,-1-3 3-16,0-3-7 15,-3 5 1-15,0 2 11 0,0 2-11 16,2-4-1-16,-7-8 4 16,7-3 0-16,-5-8 1 15,5-6-5-15,-1 5 0 16,2-5 9-16,1-1-8 16,1-3-1-16,4-9 7 15,-2-9-6-15,1-6 5 16,-1-13-6-16,2-7 0 15,0-10-2-15,0-7 2 16,0-10 0-16,0-11 1 16,0-10 1-16,0-8-2 15,0-7 0-15,0-7 0 0,0-5-1 16,0-1 2-16,0 0-1 16,0 0 4-1,0-1-4-15,0-10-21 0,-7-7-68 16,-2 3-17-16,5-4-81 15,-2 0-50-15,4-2-13 16,-5-1-58-16,2 0-130 16</inkml:trace>
  <inkml:trace contextRef="#ctx0" brushRef="#br1" timeOffset="17960.52">8592 8772 332 0,'0'0'42'0,"0"0"23"0,0 0 7 0,0 0-26 15,0 0-4 1,0 0 14-16,-33 13-7 0,28-10-7 16,4-2-10-16,1-1-3 15,0 0-8-15,0 0 9 16,0 0 8-16,0 4-17 16,0-2 1-16,7 2 13 15,11 2 57-15,6 2-41 16,5 0-19-16,2-1 7 15,2 0-8 1,4 0-26-16,0 0 13 16,5 2-17-16,7-1 7 15,8 0 4-15,8-2 15 16,10-2-1-16,10 0-21 16,9 1-1-16,11-1 6 15,11 0-10-15,12-2 0 0,14-2 18 16,9 0-16-16,5 0 4 0,1 0-5 15,6 0 0-15,11 0 11 16,10 0-7-16,7 0-5 16,3 0 0-16,1-2 4 15,-12 2 3-15,1 0-5 16,-5-1-1-16,8 1 14 16,6-1-14-16,-3 1 9 15,-2 0 15-15,-6 0-23 16,0-2 15-16,3 0-9 15,8 0-5-15,6-1 9 16,0 0-1-16,-2 0-4 16,3 0 13-16,1-3-15 0,11 2 15 15,12-3-19-15,1 3-1 16,2-2 15-16,1 2-13 16,3 0 3-16,8-1 2 15,3-1-1-15,-5 2-6 16,3-1 1-16,-3 0 1 15,3-1 7-15,5 0-9 16,-7-2 0-16,3 4 11 16,-4-4-8-16,0 1 8 15,5 0-11-15,-9 1 0 16,3 3 6-16,-8-1-1 0,-1-1-1 16,0 1-1-16,0 1 5 15,-1-1-7-15,-4 1-1 16,-4 0 0-16,2 1 18 15,-1-4-18-15,-4 3 1 16,-5-2 3-16,-4 2-2 16,-8-2 14-16,-5 1-16 15,2-2 3-15,-8 1-3 16,-2 3 2-16,-10-1-2 16,-4 0 9-16,-7 3-3 15,-3-2 1-15,-4-1-7 16,-8 0-2-16,-3 0 2 0,-4 0 0 15,-9 2 0 1,-9-1 6-16,-7 0-6 0,0 2 9 16,-10-2-9-16,-4 1 0 15,-10-3 1-15,-14 0-1 16,-13-1 0-16,-16-2 3 16,-15 3-2-16,-16 0 12 15,-13 1-9-15,-5 3 10 16,-1-2 22-16,0 2-29 15,0 0-4-15,0-1-3 16,0 1 3-16,0 0-6 16,0 0 0-16,0 0-8 15,0-1 8-15,0 1-10 16,-10 0-82-16,-16 0-82 16,-6 0-138-16,-10 0-24 0</inkml:trace>
  <inkml:trace contextRef="#ctx0" brushRef="#br1" timeOffset="19462.5">9487 6148 895 0,'0'0'1'0,"0"0"7"0,0 0 63 0,0 0-36 0,0 0-28 16,-60 119 12-16,48-50 11 15,2 5 60-15,-5 9-55 16,-6 2-11-16,-4 4 24 16,-5 0-27-16,3-7 0 15,-3-6-21 1,3-12 7-16,3-11-3 0,2-7-4 16,2-17 0-16,4-9 0 15,4-10 1-15,2-8 13 16,4-2-3-16,-2-10-5 0,1-21-2 15,-3-5-4-15,2-5 0 16,2 5 0-16,3 7 1 16,1 9 5-16,2 13 18 15,0 3 3-15,0 4 3 16,0 0-30-16,5 0-23 16,16 15 22-16,6 3 1 15,10-1 4-15,6-6-4 16,11 0 0-16,4-5 2 0,3-6-2 15,-3 0-3 1,-7 0 1-16,-6-14-27 0,-11-3-18 16,-5-6 6-16,-8-6 17 15,-5 6 17-15,-7-3 4 16,-6 5 3-16,-3 6 2 16,0 4 13-16,0 6 6 15,0 4 15-15,0 1-7 16,0 1-29-16,-6 17-2 15,0 7 0-15,3 6-1 16,0-1 5-16,3 1-4 16,0-6-1-16,0-4 0 15,3-4-5-15,9-8 6 16,4-4-32-16,2-5-117 16,5-6-57-16,-1-18-64 15,-2-9-324-15</inkml:trace>
  <inkml:trace contextRef="#ctx0" brushRef="#br1" timeOffset="19794.3">9741 6575 484 0,'0'0'290'0,"0"0"-263"0,0 0 120 16,0 0-73-16,-88-12-69 16,85 23 0-16,3 3-5 15,0 1 3-15,0-7-2 16,7 2-1-16,6-6 0 15,1-4 9-15,4 0 0 16,-1 0 9-16,-3-8-7 16,1-8-8-16,-8-3 6 0,-4 1-2 15,-3 0-1-15,0 1 4 16,-6 3-8 0,-5 4-2-16,-3 4 0 15,8 5-4-15,-3 1 0 0,5 5-23 16,4 11-77-16,0 4-79 15,3-3-217-15</inkml:trace>
  <inkml:trace contextRef="#ctx0" brushRef="#br1" timeOffset="20536.93">10039 6410 945 0,'0'0'13'15,"0"0"-11"-15,0 0 13 16,-33 83 36-16,25-24 70 16,5 4-76-16,-2 6-6 15,-1 0 2-15,0-4-14 16,0-5-18-16,1-9-9 16,2-6 2-16,-1-15 9 15,1-9-11-15,3-11 0 16,0-7 2-16,0-3 3 0,0-8 39 15,0-19 70 1,13-11-112-16,1-8 7 0,0 5-9 16,-3-1 0-16,4 8 0 15,-2 5 2-15,-1 9-2 16,-1 9 0-16,-4 7-1 16,1 4-4-16,-2 0-7 15,5 5-11-15,-3 12 21 16,-3 5-2-16,-5-2 4 15,0 0 0-15,-5-1 1 16,-7-4 2-16,-7 1-3 16,-5-4 2-16,0-6 5 15,0 0-6-15,0-5 6 16,5-1-3-16,4 0-3 16,3 0 8-16,5-1-7 0,-1-3-2 15,8 4 6-15,0 0-6 16,0 0-3-16,0 0-13 15,25 0 1-15,7 0 14 16,8 0 1-16,2 4 0 16,7-4 0-16,-4 0 2 15,7 0-1-15,-3 0-1 16,-7-10 4-16,-6-1-1 16,-11-3-3-16,-4 0 0 15,-9-2 7-15,-7-2-5 16,-2 2 2-16,-3 1 2 15,0 3-3-15,-6 3 6 0,-7 7-8 16,-3 2 7 0,-2 2-2-16,2 16-4 0,2 6-1 15,11 0-1-15,3 2 0 16,8-1 10-16,16-6 1 16,4-5-7-16,8-8 8 15,7-5-5-15,9-1 6 16,6-1-8-16,-5-7-2 15,-9 2-3-15,-17 1-16 16,-13 3-113-16,-8 0-32 16,-6 0-53-16,0 0-58 15</inkml:trace>
  <inkml:trace contextRef="#ctx0" brushRef="#br1" timeOffset="21219.65">8513 10159 983 0,'0'0'0'0,"0"0"11"0,0 0 158 0,0 0-97 15,0 0-72-15,0 0-1 16,-33 65 1-16,30-13 26 16,-5-2-22-16,7 0 21 15,-1-2-11-15,1-2-5 16,1-7-9-16,0-7 0 15,0-8-4-15,0-8 3 0,0-7-17 16,0-7-141-16,7-2-99 16,-2-14-49-16</inkml:trace>
  <inkml:trace contextRef="#ctx0" brushRef="#br1" timeOffset="21620.5">8416 10205 720 0,'0'0'34'0,"0"0"116"0,0 0-25 15,0 0-60-15,0 0-34 16,0 0-27-16,107-52 2 16,-41 74 26-16,-2 8-7 15,-6 8 6-15,-13 9-8 16,-12 5-19-16,-17 3 5 16,-13 3-4-16,-3-7 6 15,-12-6 12-15,-21-6 48 0,-1-10-25 16,1-4-4-1,2-10-24-15,14-3-8 16,7-8-10-16,4-3 4 16,6-1 6-16,0-17-2 0,27-23-8 15,13-11-1-15,17-14-27 16,7 5-31-16,-1 1-7 16,-7 17 21-16,-5 9 45 15,-14 17-5-15,-7 5 5 16,-11 11 18-16,-8 5-9 0,-3 20 9 15,-7 7 40 1,-1 8 2-16,0 0-20 0,-4 5-4 16,-7-5-29-16,2-4 7 15,3-7-13-15,2-10-2 16,2-5 0-16,2-6-10 16,0-5-11-16,0-3-175 15,0-18 41-15,3-17-111 16,6-13-124-16,0-12-99 15</inkml:trace>
  <inkml:trace contextRef="#ctx0" brushRef="#br1" timeOffset="21765.48">9115 10181 746 0,'0'0'131'0,"0"0"56"0,0 0-47 0,-7-74-59 0,4 73-46 0,3 1-35 31,0 9-19-31,0 18-24 0,3 6-158 0,6 4-295 16</inkml:trace>
  <inkml:trace contextRef="#ctx0" brushRef="#br1" timeOffset="22746.16">9284 10468 1016 0,'0'0'142'15,"0"0"-111"-15,4-100 85 16,29 72-26-16,1 6-13 15,-1 9-46-15,-13 7 15 0,-2 6-14 16,-8 0-20 0,2 5 1-16,0 16-8 0,3 8-5 15,-6 8 0-15,-3 1 7 16,-5 2-7-16,-1-6 0 16,0-4 0-16,-4-4-4 15,-8-9 4-15,-6-6 0 16,1-6-1-16,-3-5 3 15,-9 0-6-15,-5-5 4 16,3-13-6-16,-1-6-1 16,4 1 6-16,12 7 0 15,7 2-2-15,6 9 6 16,3 5-8-16,0 0 5 16,0 0-22-16,0 1 18 0,10 10-9 15,8 2 13-15,12-4 0 16,0-8 4-16,12-1 3 15,2 0-7-15,4-9 0 16,3-8-6-16,-5-7-8 16,0-8-78-16,-7-4 17 15,-8-8-31-15,-10-7 55 16,-4-4 10-16,-13-6 6 16,-4-6 9-16,0 2-6 15,-1 13 32-15,-11 14 7 16,1 16 10-16,1 10 25 0,5 9 33 15,2 3-38 1,2 0-35-16,-5 21-2 0,3 6-1 16,-3 11 1-16,6 4 0 15,0 2 20-15,0 1 7 16,0-1-2-16,0-3 2 16,0 1-25-16,4-5 10 15,1-3 3-15,2-7-10 16,1 0 4-16,-5-8-8 15,4-6-1-15,1-5 7 16,-4-5-7-16,-1-3 0 16,2 1 0-16,-2 1 4 15,2 0-5-15,0 3 1 16,1 2 0-16,3 0-1 0,0-1 1 16,-2 0 0-16,-1-1-1 15,5-4 4-15,7-1-3 16,0 0 1-16,4-1 1 15,3-12 12-15,1-4-14 16,0-7 0-16,-3-2-1 16,2-1-13-16,-8 0-33 15,-4 2-44-15,-7 4 7 16,-4 1 29-16,-2 3-11 16,0 3 28-16,0 5 17 15,0 5 21-15,-3 1 8 16,-2 3 17-16,1 0 4 15,-5 3 16-15,4 12-30 0,-2 8 42 16,4 3 15 0,1 0-25-16,2 3 42 0,0-3-35 15,0-2-34 1,0-4 10-16,5-5-29 0,-1-5-1 16,2-2 0-1,-3-4-4-15,5-4 4 0,1 0-167 16,-1-7-71-16,0-18-112 15</inkml:trace>
  <inkml:trace contextRef="#ctx0" brushRef="#br1" timeOffset="22958.36">9940 10050 908 0,'0'0'49'0,"0"0"-48"0,0 0-1 0,0 0 0 16,0 0-3-16,0 0 3 15,-13 51-2-15,26-34-39 16,4-9-177-16,-2-2-244 16</inkml:trace>
  <inkml:trace contextRef="#ctx0" brushRef="#br1" timeOffset="23745.33">10170 9987 967 0,'0'0'16'0,"0"0"172"16,0 0-94-16,0 0-94 0,0 0 11 16,10 82 42-16,1-29 78 15,-5-3-78-15,0 6-22 16,-3-3 13-16,-3 0-37 16,0-3 6-16,0-10-13 15,0-9 1-15,0-12 0 16,0-11-1-16,0-4 0 15,0-4 1-15,0 0 0 16,2 0 21-16,3-12-6 16,3-16-11-16,1-11-5 15,0 0-4-15,3-3 0 16,-2 3 3-16,-1 6-11 0,3 8 12 16,0 5-3-16,1 7 3 15,1 5-7-15,1 3 5 16,-5 5-4-16,2 0 3 15,-3 0-10-15,-3 0 13 16,-3 6-10-16,0 4 10 16,-3 0-5-16,0 0 5 15,-3 2 0-15,-12-5 2 16,-1 4-1-16,-4-4 8 16,-1-1-9-16,-1 2 0 15,3-4 4-15,1 0-4 16,1 5 0-16,7 3 0 15,2-2 0-15,4 5-3 0,4-1-3 16,0 4 6 0,15 0 2-16,12-4 0 0,4-2 14 15,6-5 3-15,5-7-13 16,4 0 3-16,4 0-9 16,6 0 0-16,3-11 7 15,0-1-7-15,-4-4 0 16,-11 1-1-16,-14-1 1 15,-14-4 0-15,-10 0 0 16,-6-1 0-16,0 5 0 16,-12 3 1-16,-12 4-1 15,-4 7 1-15,2 2 6 0,-2 0-4 16,3 7-3 0,5 8 0-16,7 5 8 0,8 3-6 15,5 1-2-15,0 0 16 16,8 1-10-16,17-6 14 15,4 0-13-15,2-5-6 16,-1-5 12-16,-2-4-13 16,2-2 0-16,-2-3-1 15,-3 0-1-15,4 0 1 16,-8-10-72-16,3-1-67 16,-7 1-21-16,-3 1 10 15,-2-3-17-15,-5 1-5 16,-2-1-69-16,-1 4-102 0</inkml:trace>
  <inkml:trace contextRef="#ctx0" brushRef="#br1" timeOffset="23970.92">11152 10293 1019 0,'0'0'160'0,"0"0"-30"0,0 0 44 0,0 0-122 16,0 0-24-16,0 0-28 0,30-31-5 15,-14 31-93 1,2-4-309-16</inkml:trace>
  <inkml:trace contextRef="#ctx0" brushRef="#br1" timeOffset="26758.28">13430 4822 444 0,'0'0'1'0,"0"0"0"0,0 0 11 0,0 0-12 15,0 0-1-15,0 0 0 16,0 0-4-16,8 6-16 15,-8 1-25-15,1 0-104 16</inkml:trace>
  <inkml:trace contextRef="#ctx0" brushRef="#br1" timeOffset="27960.66">13430 4822 185 0,'34'12'26'0,"-34"-12"0"16,0 0 2-16,0 0-13 15,0 0-12-15,0 0 4 16,0 0 0-16,0 0-6 15,0 0 11-15,0 0-8 16,0 0-4-16,0 0 6 16,0 0-6-16,0 0 1 15,0 0 0-15,0-3 0 16,0 3 18-16,0-3-7 16,0 3-3-16,0 0-4 15,0 0 1-15,0 0 9 16,0 0 16-16,0 0 3 15,0-2 14-15,0 2-3 16,0-3-16-16,0 2 6 0,0-3-8 16,0 3-1-1,0 1 3-15,0-4-14 0,0 2 5 16,0-2 4-16,0 0 1 16,0-1-2-16,0 0-12 15,0-2 10-15,0 2-9 16,0-3 5-16,0 2 25 15,0-2-13-15,0 2-2 16,0-6 25-16,0 3-28 16,0-1-3-16,0-1 18 15,0 3-8-15,0 0 21 16,0-2-20-16,0 1-15 16,0-1-4-16,0 3-3 0,0 1 23 15,0 2-7-15,0 2-10 16,0 0 19-16,0 2-17 15,0 0 0-15,0 0 2 16,0 0-18-16,0 3-2 16,0 21-9-16,3 14 9 15,6 11 11-15,-4 5 2 16,-2 4-4-16,-2-5 7 16,-1-1 2-16,0-8-12 15,0-10 1-15,0-3-4 16,0-7 7-16,0-10-5 0,0-6 1 15,0-4 7 1,0-4-4-16,0 0 6 0,0 0 14 16,0 0 20-16,0-16 18 15,0-14-35-15,0-11-30 16,-1-12-2-16,-4-8 4 16,2-9-4-16,-1-1 0 15,4 1 0-15,-3 12 0 16,3 15 0-16,0 11 0 15,0 14-2-15,0 9 4 16,0 6-4-16,0 3 1 16,0 0-20-16,0 20 16 15,16 11 2-15,2 7 0 16,2 5 3-16,-1 1 0 0,-3 1 1 16,4-9-1-16,-2-2-1 15,0-12 1-15,-2-6 0 16,-1-7 2-16,3-6-1 15,3-3 0-15,6 0 3 16,4-20-4-16,2-7 6 16,-2-10-2-16,-6-3-4 15,-4-5 0-15,-9-1 2 16,-6 11 1-16,-3 13-3 16,-3 11 0-16,0 7 2 15,0 4-8-15,0 8 4 16,0 23-11-16,-4 14 9 15,-4 4 5-15,4 5-1 0,1-1 0 16,3 2 2 0,0-1-3-16,0-2 1 0,0-4-3 15,12-6-1-15,1-8-11 16,7-7-122-16,5-12-70 16,5-8-30-16,1-7-100 15</inkml:trace>
  <inkml:trace contextRef="#ctx0" brushRef="#br1" timeOffset="28883.07">14204 5025 776 0,'0'0'10'0,"0"0"-1"0,0 0 70 0,0 0-47 15,0 0-3-15,0 0 65 16,66-27-56-16,-45 15-22 15,-5-1 1-15,-8-3-13 16,-4-2 24-16,-4 1-8 16,0-1-6-16,-6 3 13 15,-10 8-15-15,-4 3-5 16,-4 4-5-16,-2 4 4 16,-4 17-2-16,0 8 6 15,3 5-4-15,5 3 18 16,7-1-20-16,6-1 7 15,6-3-11 1,3-4 5-16,0-8-2 0,6-7-3 16,10-6 0-16,7-7 9 0,7 0-8 15,2-10 2-15,4-9-3 16,-1-7 4-16,-1-4-3 16,-4 0-1-16,-5 3 3 15,-10 4-8-15,-5 7 9 16,-8 11-4-16,-2 3 0 15,0 2 2-15,0 7-8 16,-2 20 1-16,-5 6 5 16,4 5 0-16,3-1 3 15,0-2-3-15,18-4 9 16,7-5-7-16,7-4 15 0,2-10-12 16,9-6-3-16,3-6 20 15,11-4-18-15,1-20 2 16,0-10-3-16,-3-8 3 15,-10-8 1-15,-10-8-7 16,-10-11 0-16,-13-12-3 16,-9-10 3-16,-3-2 0 15,-6 11-1-15,-15 16 8 16,-1 25-6-16,-1 23-1 16,3 17 0-16,-2 8 1 15,0 31-1-15,3 18 0 16,10 15 8-16,9 2-7 15,0 2 18-15,9-6-9 0,10-10-2 16,3-4 0-16,1-5-4 16,7-10-4-1,0-10 0-15,4-8 4 0,2-13 0 16,7-9-3-16,3 0 3 16,2-19 7-16,0-11-11 15,-9-5 0-15,-8-5-1 16,-9-4 0-16,-13 6-1 15,-7 6 2-15,-2 9 0 16,0 8 9-16,-14 12-9 16,-5 3 0-16,-2 8 0 15,1 17 1-15,7 5 1 0,7 5 0 16,6-1 1 0,3-1 20-16,19-3-22 0,10-5 4 15,5-5-5-15,9-2 7 16,7-9-11-16,17-4 4 15,18-5-199-15,19-1-131 16</inkml:trace>
  <inkml:trace contextRef="#ctx0" brushRef="#br1" timeOffset="29621.47">20221 4256 735 0,'0'0'0'0,"0"0"111"0,0 0 2 0,0 0-55 0,0 0-56 16,0 0 63-16,-5 108 37 15,-1-57-38-15,1-2-14 0,5-4 5 16,0-3-2-1,0-7-44-15,5-1-1 0,6-7-2 16,-2-9-4 0,-4-5 2-16,2-9-4 0,-5-4 0 15,1 0 8 1,1-12 6-16,-4-17 3 0,0-14-15 16,0-7 0-16,-3-10 3 15,-6-11-5-15,-3-10 1 16,-1-9-4-16,-1 4 3 15,1 3 0 1,4 18 2-16,6 18 1 0,3 20-1 16,0 13-1-16,0 10 1 15,3 4 4-15,13 0-6 16,11 8-6-16,11 15 6 16,3 8-4-16,0 5 3 0,-4 5-7 15,-4 1-9-15,-7 1-132 16,-6-1-92-16,-10-4-151 15</inkml:trace>
  <inkml:trace contextRef="#ctx0" brushRef="#br1" timeOffset="29818.93">20150 4497 828 0,'0'0'52'15,"0"0"-49"-15,0 0 133 16,0 0-113-16,0 0-22 0,80-7-2 15,-19 5-1 1,-1 0 1-16,-3-2-64 0,-6-4-140 16,-10 2-241-16</inkml:trace>
  <inkml:trace contextRef="#ctx0" brushRef="#br1" timeOffset="30648.32">20560 4507 586 0,'0'0'242'0,"0"0"-217"16,0 0 118-16,0 0-75 16,0 0-33-16,0 0-32 15,45-10-3-15,-17-1 6 16,-1-2-5-16,-2-1 5 0,-7 0-6 16,-3-2 0-1,-9 8 7-15,-3 1-3 0,-3 4 22 16,0 1 65-16,0 2-44 15,-3 0-14-15,-12 0-33 16,-4 14-3-16,0 11-3 16,6-1 6-16,12 2-5 15,1 1 4-15,3 1 1 16,24-5 0-16,4-3 0 16,9-5 0-16,8-4-1 15,0-7 1-15,3-4-7 16,-5 0-15-16,2-19-56 15,-6-2 22-15,-10-5-17 16,-2-3 15-16,-11-2 47 16,-8 1 5-16,-11 5 6 0,0 3 24 15,0 10 24-15,0 5 30 16,-6 7 6-16,1 0-60 16,-2 15-20-16,-2 9-2 15,3 7-2-15,3 1 3 16,3-4-1-16,0-2 9 15,0-2-11-15,0-8 1 16,0-6 1-16,0-4-1 16,5-5-1-16,-4-1 6 15,11 0 4-15,0-10 21 16,9-11-30-16,-2-2 4 16,4-1-7-16,-4 2 2 0,-6 2 0 15,-2 7 4-15,-5 5-4 16,-6 5 14-16,0 3 22 15,0 0-32-15,0 9-4 16,0 10-4-16,0 5 4 16,0-2 5-16,3-3-5 15,3-1 3-15,0-2-3 16,3-5 0-16,6-2 13 16,0-7-12-16,10-2 7 15,2 0 10-15,4-6-12 16,-1-10 2-16,0-2-8 0,-5-4 0 15,3 4 5 1,-8 1-5-16,-5 5 0 0,-6 6 4 16,-8 3 9-16,-1 3 46 15,0 0-45-15,0 0-12 16,2 13-4-16,2 6-1 16,2 4 3-16,-1 2-2 15,4-3 5-15,-3-2-3 16,2-1 0-16,1-4 0 15,0 1-9-15,9-2-26 16,3-4-143-16,6-4-68 16,3-6-48-16</inkml:trace>
  <inkml:trace contextRef="#ctx0" brushRef="#br1" timeOffset="31573.34">21928 4598 707 0,'0'0'202'0,"0"0"-181"0,0 0 89 0,0 0-59 16,0 0-47-16,0 0-4 16,41-29 0-16,-25 23 0 15,-9-4 12-15,-1 0-8 16,-3-2-1-16,-3-2 27 15,0 4-2-15,0 0 7 16,-3 3-2-16,-10 3-13 16,-5 4 0-16,-5 0-20 15,-2 8 0-15,0 7 6 16,6 1-4-16,5 4-2 0,5-1 2 16,3-1-1-16,5-4 0 15,1 0-1-15,0-6 0 16,4-3 2-16,11-1-2 15,4-4 1-15,-1 0 4 16,3 0-3-16,1-13-2 16,-2 1 0-16,1-4 0 15,-8 6-3-15,-1 3 3 0,-6 4 0 16,-4 3 0-16,-1 0 0 16,1 0-1-16,1 14-8 15,3 6 9-15,2 2 0 16,3-2 0-16,1-1 0 15,1-2 4-15,-2-7-2 16,7-3 2-16,-2-7-1 16,5 0-2-16,1 0 9 15,1-17-10-15,-1-6 2 16,-3-5-1-16,-2-3 2 16,-1-11-3-16,-5-3 0 15,-5-11-1-15,-2-9-5 16,0-8 6-16,-4-8-4 0,0-2 0 15,0 11-2 1,0 19 5-16,0 23 0 0,-7 19 1 16,6 11 0-16,-8 18 0 15,1 20-6-15,1 16 6 16,1 5 2-16,6 2 8 16,0 1 5-16,6-3-1 15,13-1 9-15,10-4-18 16,4-4-1-16,5-5 2 15,10-6-5-15,6-10 2 16,-5-8-3-16,-1-14 5 16,-6-7 0-16,-8-3-4 15,-4-17 3-15,-2-10-8 16,-9-3 4-16,-8-6-11 0,-7 3-4 16,-4 6-1-16,0 11 16 15,0 11 5-15,-7 8 2 16,-7 0 16-16,0 22-20 15,0 7 8-15,5 5 10 16,9 2 1-16,0 0 16 16,18 0 6-16,6-5-31 15,4-4-6-15,2-7-5 16,1-5-4-16,4-6-15 16,3-9-357-16</inkml:trace>
  <inkml:trace contextRef="#ctx0" brushRef="#br1" timeOffset="33446.61">10137 5759 656 0,'0'0'57'0,"0"0"-3"16,0 0 7-16,0 0-32 16,0 0-10-16,0 0-11 15,0 0 15-15,76-11-7 0,-53 11-3 16,8 0 6 0,1 0-14-16,3 0 9 0,4 0 0 15,6 0-11-15,12 5 32 16,11-1-13-16,10-1-13 31,11 1 5-31,4 0-12 0,10-2 3 16,8 0-5-16,7 0 3 15,6-1-1-15,9-1-2 16,6 3 0-16,12-2 8 0,14-1-6 16,10 0 2-1,8 0-4-15,4 0 1 0,-5 2-1 16,1 1 0-16,-1-1 0 15,2 0 0-15,2-1 2 16,7-1-2-16,-3 0 0 0,-3 0 0 16,-2 0-1-16,-6 0 1 15,3 0 0-15,-1-5-2 16,-4-4 4-16,-5 4-2 16,-7-2 0-16,-5-2 1 15,-3 0-1-15,3-1 0 16,0-5 0-16,5 0 1 15,-1 2-1-15,-2-2 0 16,-2-2-1-16,-10 4 3 16,-4 0 0-16,0 1-2 15,-3-1 0-15,2-1-4 16,2 3 3-16,1-1 1 0,0 1 0 16,-6 4 0-16,-2-2 5 15,1 0-5-15,0 4 0 16,0-2 3-16,3 1-2 15,-3 1 0-15,2 1 6 16,-2 1-6-16,-3 0 13 16,0 2-7-16,3 1 1 15,1 0 8-15,4 0-9 16,4 0-4-16,-1 0 3 16,1 0-4-16,2 0 7 15,-3 1-5-15,1 3-3 16,4 2 7-16,-3-2-4 15,5 1-3-15,2-3-1 0,-4 2 6 16,7 0 1 0,-4-2-7-16,-2 2 0 0,1-2 9 15,-2-1-5-15,1 0-3 16,-4 2-1-16,-2 0 0 16,-1 0 4-16,-3 1-4 15,-2 0 2-15,0-2 2 16,2-2-2-16,-4 3-4 15,0-2 1-15,-3-1 1 16,-3 0 0-16,-1 0 0 16,-4 0 2-16,-8 0-3 15,-3 0 5-15,-3 0-4 0,-6 0 0 16,-10 0 2 0,-11 0-8-16,-7-5 6 0,-12-2 0 15,-5-1-2-15,-15-1 3 16,-14 1-1-16,-11 2 1 15,-8-3 6-15,-5 2-3 16,-6 1 2-16,-3 1-5 16,-2 2 4-16,-1 0-4 15,0 0-1-15,0 1 0 16,0-3-84-16,0-2-210 16</inkml:trace>
  <inkml:trace contextRef="#ctx0" brushRef="#br1" timeOffset="33618.53">25210 5595 824 0,'0'0'56'0,"0"0"62"0,0 0-118 16,0 0-5-16,0 0-90 15,0 0-279-15</inkml:trace>
  <inkml:trace contextRef="#ctx0" brushRef="#br1" timeOffset="35323.48">17886 5074 577 0,'0'0'100'0,"0"0"49"0,0 0-87 0,0 0 16 15,0 0 11 1,0 0-10-16,-23-40-5 16,18 32-44-16,0 1 18 15,2 1 6-15,-1 2-16 16,3-2-8-16,-4 1 6 15,5 2-3-15,0 1-11 0,0 1 2 16,0 1-13-16,0 0 21 16,0 0-14-16,-1 0-10 15,1 0 19-15,0 0-26 16,0 0 2-16,0 0-3 16,0 0 3-16,0 0-8 15,-2 1 3-15,-1 11 1 16,-3 8-6-16,3 3 7 15,-4 7 0-15,0 3 5 16,0 4-3 0,3 3 7-16,-1 1-3 0,2 0-5 15,2 2 20-15,1 4-19 16,0 2 2-16,0 3 19 0,0 5-7 16,3 7 4-16,3 4-9 15,1 10-7-15,1 5 24 16,1 7-20-16,-3 5 8 15,1 1-5-15,-1 4-9 16,0 1 12-16,-3 3-14 16,-3 2 5-16,0 2 14 15,0-2-14-15,0 6-2 0,0 8 7 16,0 5-7-16,0 4 12 16,0 1-15-16,0-3 3 15,0-1 7-15,1-4-8 16,3-2-2-16,0 4 5 15,1 2-2-15,-1 6 7 16,1 5-10-16,2-5 0 16,-3-2 10-16,1-4-6 15,-4 2-4-15,1-3 5 16,-1 8-1-16,-1 1 12 16,0 4-10-16,0 0-6 15,0-1 11-15,0-4-10 16,0 1-1-16,0-2 3 0,-3 0 3 15,-1 7 2 1,2 5-8-16,-1-2 0 0,2 2 8 16,1-3-8-16,0-3 0 15,0-5 3-15,0-4 0 16,0 5 4-16,0 1-7 16,0 2 0-16,0-2 8 15,0-7-5-15,0-6-3 16,0-6 1-16,0-5 4 15,0-4 0-15,0 0-5 16,0 2 0-16,0-3 6 16,-7-4-5-16,1-7-1 15,0-5 1-15,0-11 2 16,1-6 3-16,2-7-6 0,-1-12 0 16,2-10-1-1,-1-10 1-15,3-11 0 0,0-9-1 16,0-5 4-16,-1-9-2 15,1 0-1-15,0 0 0 16,0 0 4-16,0 0-4 16,0-14 0-16,0-2 0 15,0-3-26-15,0-1-66 16,0 0-55-16,0-3-123 16,6 1-205-16</inkml:trace>
  <inkml:trace contextRef="#ctx0" brushRef="#br1" timeOffset="37244.18">24208 4038 768 0,'0'0'8'0,"0"0"96"0,0 0-28 0,0 0 11 16,0 0 5-16,0 0-25 15,-18-32-23-15,18 32-7 16,0 0-5-16,0 0 7 16,0 0-19-16,0 0-9 15,0 0 6-15,0 8-17 16,-1 6 1-16,-2 6 22 15,3 5 29-15,-5 4-15 16,2 3-17-16,3 1-13 16,-3 5 19-16,0 3-13 15,-2 6-8-15,4 5 8 16,-4 4-6-16,0 6 26 16,3 4-17-16,-1 7-12 0,0 7 16 15,3 9-13-15,0 4 1 16,0 7 10-16,0 0-15 15,0 8 16-15,0 0-12 16,3-2-3-16,5 6 12 16,0 0-12-16,-2 7-1 0,2 5 2 15,-3 3-1 1,2 6 10-16,-3-2-14 16,-4-2 2-16,3 3 14 0,-3-3-15 15,0-2 2-15,0 6 3 16,0 1-2-16,-3 4 4 15,-4 1-8-15,-2-5 0 16,3-3 8-16,-2 2-7 16,2-6 1-16,-1 1 4 15,1 7-6-15,2-3 7 16,-2 4-7-16,4-4 0 16,2-5 3-16,0-3-3 15,0-4 0-15,0-4-1 16,6 1 4-16,3 0-4 15,4-1 1-15,-2-2 0 0,0-4 2 16,0-7-2-16,-2-4 1 16,0-4-4-16,0-5 6 15,-1-5-3-15,-4-5 0 16,1 1 0-16,-2 0 0 16,0-2 0-16,-2 3 0 15,-1 1-1-15,3-3 2 16,0-1 2-16,-2 0-3 15,1-1 0-15,2 0 4 16,1 1-2-16,1-2-2 16,3-5 6-16,0 9-6 15,6-3 9-15,0 2-9 0,3 5 0 16,6-2 12-16,-4-2-12 16,3-2 0-16,1-5 4 15,-1-2 0-15,4-3-1 16,-1 2-3-16,-2-12 0 15,0-2 7-15,-4-8-7 16,-2-8 0-16,-3-3-2 16,0-5 4-16,-3-7-2 15,-4-2 0-15,1-8 0 16,-5-3-4-16,-3-6 4 16,-1-4-5-16,0-3 3 15,0 0-60-15,0 0-75 0,-1 0-125 16,-20-7-150-16,-13-3-440 15</inkml:trace>
  <inkml:trace contextRef="#ctx0" brushRef="#br1" timeOffset="39322.75">8677 11589 354 0,'0'0'205'0,"0"0"-125"0,0 0-7 16,0 0 9-16,0 0-48 0,0 0-19 16,0 0-1-1,0 0-6-15,0 0 2 0,0 1-9 16,0 2 7-16,9 0 23 16,11-2 32-16,6 1 4 15,5-2-5-15,5 0-39 16,3 0 9-16,4-4-5 15,3-2-9-15,2 0-5 16,4-1-13 0,5 2 13-16,7 1-13 15,8 1 1-15,13 0 2 0,3-1-2 16,6 0-1-16,1 2 0 16,4-3-1-16,-1 0-2 15,1 1 3-15,-8 0 0 16,-6-3-2-16,-2 2 3 0,-2 0-1 15,0-3 0-15,7-1 0 16,6 0 2-16,8 0-2 16,6-1 1-16,13 0-2 15,3 0-1-15,7-2 2 16,6 3-3-16,2-1 7 16,1-2-4-16,9 4 0 15,2 4 0-15,8-2 2 0,6 3-2 16,-1 3-3-16,1 0 1 15,-2 0 2-15,-5 0 2 16,5 0-2-16,1 5 0 16,5 0 1-16,2 2-1 15,-1 1-1-15,-1-5 0 16,-7 4 1-16,0-3 0 16,4 4 0-16,-1-3 0 15,8-1 1-15,-5 0-1 16,-4 2 0-16,-3-2-1 15,-5-3 1-15,-3 5 0 16,1-3 0-16,1-1 1 16,2 1 4-16,-3-2-5 15,-2 2 0-15,-2-3 1 0,-8 2 4 16,-2-1 0-16,2-1-5 16,-5 0 1-16,3 0 3 15,1 0 1-15,-1 0-5 16,-4-1 5-16,-2-5-4 15,-1 2 15-15,-6 0-12 16,4-3-2-16,5 0 11 16,-3-2-10-16,9-1-1 15,-1-3-2-15,-2 3 7 16,0-2-5-16,-5 0-1 16,-5 0 0-16,1-1 12 15,3-2-11-15,-1-3 6 16,6 0-8-16,-2 0 6 15,1-4-2-15,-1 1-4 0,0 0 0 16,-6-2 8-16,-2 0-6 16,0-1-2-16,1 2 6 15,-1-1-2-15,5-4 6 16,-5 1-6-16,-1 0-2 16,1-1 11-16,-2 4-2 15,-6 0-1-15,-2 3 4 16,8-1-12-16,-3 2 18 15,7-2-20-15,4 1 4 16,1 2-2-16,-1 0-1 16,3-1-1-16,-2 3 5 0,0 1-3 15,4 0 10 1,1-1-5-16,1 1-6 0,3 2 16 16,4 0-15-1,-1 1-2-15,1 2 5 0,-5 3 0 16,2-2 4-16,-3 2-9 15,4-1 0-15,5-4 5 16,2 3-5-16,-3 1 0 16,0-2-1-16,2 2 5 15,-7 0 2-15,2-2-6 16,-1 0 1-16,-6-1 7 16,2 1-7-16,-2 2-2 15,-6-2 1-15,-1 5 0 16,-5-2 5-16,-5-1-5 0,-7 1 0 15,-3 0 3-15,-5-2-2 16,-4 1-1 0,-5 0 0-16,-8 2-1 0,-6-5-1 15,-8 3 2-15,-2-2 0 16,-10 3-3-16,-9-1 4 16,-5-1-1-16,-7 1 1 15,-8-2 6-15,-3 1-2 16,-6 1-5-16,-8-2 0 15,-1 2 0-15,-6 2 0 16,-6-1 0-16,0 1 0 16,-5 3 5-16,-1 1-11 15,0 1 4-15,0 1-80 0,0 0-75 16,0 0-81 0,-4 1-127-16</inkml:trace>
  <inkml:trace contextRef="#ctx0" brushRef="#br2" timeOffset="43284.93">26011 11414 736 0,'0'0'55'0,"0"0"16"0,0 0 107 0,0 0-54 0,0 0-46 16,0 0-28-16,11-24-15 15,-11 24 11-15,0 18-18 16,-3 15-11-16,-9 13 97 16,2 11-63-16,2 4-13 15,2 1-11 1,5-1-11-16,1-6-11 0,0-7-5 16,0-8 0-1,9-5-5 1,1-8 5-16,3-7-14 0,1-7-57 15,4-7-99-15,5-6-30 16,2-2-101 0,-1-23-250-16</inkml:trace>
  <inkml:trace contextRef="#ctx0" brushRef="#br2" timeOffset="43995.25">26422 11564 371 0,'0'0'712'15,"0"0"-712"-15,0 0 0 16,0 0 3-16,-27 79 35 16,21-43-3-16,1 0 15 15,2-3 9-15,2-1-20 16,1-5-20-16,0-5-6 0,0-4 0 16,14-5-12-16,5-4 0 15,5-6 8-15,6-3-5 16,3 0 2-16,1-8-3 15,-6-9-2 17,-5 1 3-32,-6-4-2 15,-8-1-1-15,-7-5 14 16,-2-5-12-16,0-1 7 16,-15 0 8-16,-8 5 31 0,1 0-21 15,0 1-13-15,2 5-7 0,4 4 9 16,4 3-7-16,6 7 13 0,4 3-13 15,2-1-9-15,0 3 11 16,0-3-12-16,10-5-5 0,13 0 4 16,6 3-7-16,3-2 7 15,3 2 1-15,4 0-3 16,7 0 2-16,0 3 1 16,2 2 0-16,-2 2-2 15,-13 0 2-15,-8 6 0 16,-12 8-6-16,-6 4-4 15,-7 5 10-15,0 5 0 16,0 1 2-16,-9 1 0 16,0-1 3-16,3-4 1 15,4 0-6-15,2-2 2 0,0-3 0 16,11-2 0-16,11-4-2 16,6-5 11-16,5-6-8 15,5-3 4-15,5 0-6 16,-1 0 2-16,-2-12 4 15,-6-7-7-15,-5 0 0 16,-10-3 10-16,-8-4-1 16,-10-4 12-16,-1-6 1 15,-7 2-12-15,-17-5 9 16,-8 7-4-16,0 4-13 16,-3 3 4-16,1 4-6 15,-1 7 0-15,1-1-8 16,3 6-108-16,-1 3-232 15</inkml:trace>
  <inkml:trace contextRef="#ctx0" brushRef="#br2" timeOffset="47057.12">25536 6241 762 0,'0'0'61'0,"0"0"-54"0,0 0 35 0,0 0-18 0,0 0-3 16,0 0 40-16,-42 76-2 15,20-51-9-15,-5 5-9 16,-6 1 14-16,-8 2-22 15,-2 3 15-15,-3 1-29 16,0-2 5-16,6-1-15 16,4-3 5-16,7-5-2 15,7-7 2-15,11-3-3 16,11-6-10-16,0-4 1 16,0-2-2-16,16-3 1 15,13-1 3-15,7 0 10 0,3 0-4 16,3-5 0-16,2-3-10 15,0-3 2-15,2 3-1 16,-6-3-1-16,-4 4-4 16,-5-3-57-16,-2 0-118 15,-12-2-60-15,-8-2-74 16</inkml:trace>
  <inkml:trace contextRef="#ctx0" brushRef="#br2" timeOffset="47360.37">25397 6336 843 0,'0'0'75'16,"0"0"-52"-16,0 0 28 15,0 0-48-15,0 0 51 16,21 80 23-16,-12-40 4 15,-5 3-4-15,2 5-22 16,-6 8-23-16,0 2-18 16,0 4-14-16,0 1 0 15,-6-7-1-15,5-6-1 16,1-10 1-16,0-5-2 16,0-11-33-1,6-5-102-15,6-9-67 0,2-10-116 16</inkml:trace>
  <inkml:trace contextRef="#ctx0" brushRef="#br2" timeOffset="47758.28">25848 6506 919 0,'0'0'11'16,"0"0"8"-16,0 0 31 16,0 0-33-16,0 0 34 15,-44 88 11-15,29-55 1 16,3 0 16-16,5-1-21 16,2-2-24-16,5-2-24 15,0 0 7-15,5-4-10 16,14-7 13-16,13-2 15 15,6-8-3-15,10-7 1 16,9 0 1-16,1-7-13 16,-3-14-1-16,-8-4 10 15,-15-4-2-15,-3-9-8 0,-16-3 19 16,-12-5-12 0,-1 1-23-16,-14 3 3 0,-18 6-7 15,-7 11-8-15,-10 7-12 16,-5 16-105-16,1 2-90 15,-2 9-98-15,-2 13-369 16</inkml:trace>
  <inkml:trace contextRef="#ctx0" brushRef="#br2" timeOffset="50320.56">25296 9321 579 0,'0'0'180'0,"0"0"-172"0,0 0 79 0,0 0 19 0,0 0-49 16,0 0-20-16,-23 0 17 15,10 8 9-15,-2 1-6 16,-6 6 5-16,-3 4 12 15,-3 8-15 1,-3 6 6-16,1 7-26 0,0 6-1 16,-1 4 1-16,3 1-16 15,5 4 7 1,6-7-13-16,8 2-4 16,8-10 0-16,0-7-13 15,8 0 1-15,16-8 3 0,5-7-3 16,13-2 1-16,1-13 1 15,5-3-1-15,0 0 2 0,-6-10-3 16,-7-6-1 0,-11-1 7-16,-7-5-6 0,-7-2 4 15,-7 4 1-15,-3-4 5 16,0 4 17-16,-18 2-21 16,-6 6-1-16,-7 4-6 15,-3 8-3-15,-1 0 2 16,2 4 1-16,1 12-6 15,5 5 6-15,8 3-10 16,6 3-7-16,10 0-18 16,3 2-57-16,11-1-66 15,19-2-34-15,12-8-39 16,7-6-63-16,3-11-359 0</inkml:trace>
  <inkml:trace contextRef="#ctx0" brushRef="#br2" timeOffset="50744.49">26088 9593 1155 0,'0'0'11'0,"0"0"92"0,0 0 20 0,0 0-24 0,0 0-41 16,0 0-31-16,-48-29-2 15,18 47-5-15,-4 5 10 0,1 4 23 16,5 5-25 0,4 1-16-16,3-1 10 15,7 4-10-15,6-7-2 0,8-2-9 16,0-3 3 0,11-1-8-16,12-5 8 0,12-5-4 15,9-11 7 1,9-2-7-16,6 0 4 15,-4-15-3-15,-4-5 2 0,-12-3 1 16,-10-6-3-16,-8 0 6 16,-12-7 15-16,-9 0 2 15,0-1-2-15,-15 3-17 16,-12 2-3-16,-6 9-2 16,-8 10 0-16,-6 9-9 0,-5 4-29 15,1 8-69-15,5 18-123 16,0 2-163-16,-3-1-495 15</inkml:trace>
  <inkml:trace contextRef="#ctx0" brushRef="#br2" timeOffset="67709.35">14065 12327 198 0,'0'0'11'0,"0"0"-11"0,0 0 30 16,0 0-5-16,0 0-1 15,0 0 0-15,0 0-7 16,2 0 8-16,-2 0-8 0,0 0-12 15,0 0-5 1,0 0 0-16,1 0-11 0,-1 0 0 16,0 0-2-16,0 0 13 15,0-2-1-15,0 2 1 16,0 0 0-16,0-3 7 16,0 3 14-16,0-2 21 15,0 2-3-15,0 0-11 16,0-1 10-16,0 1-10 15,0 0-6-15,0 0-7 16,0 0 4-16,0 0 9 16,0 0 0-16,0 0-12 15,0 0 3-15,0 0-10 16,0 0 5-16,0 0-1 16,0 0 0-16,0 0 5 0,0 0 5 15,0 0 0-15,0 0 7 16,0 0-12-16,0 0 0 15,0 0-4-15,0 0-2 16,0 0-3-16,0 0-3 16,0 0 2-16,0 0-4 15,0 0-2-15,0 0-2 16,0 0-1-16,0 0 1 16,0 0 6-16,0 1-2 15,0-1 1-15,0 2-3 0,0-2-1 16,0 3 5-1,0-3-3-15,0 0 3 0,0 0 9 16,0 0-4-16,0 0 3 16,0 0 8-16,0 0 9 15,0 0 15-15,0 0 2 16,0 0 0-16,0 0 26 16,0 0-23-16,0-3 5 15,-3-7-13-15,-7-6-36 16,3-3 10-16,-2-5-5 15,3-2 2-15,0-2 10 16,3 4-10-16,1 2 6 16,1 6 1-16,1 3-13 15,0 4 5-15,0 6-5 16,0 3-1-16,0 0-3 0,0 0-4 16,0 0-8-1,0 10-6-15,6 7 14 0,10-1 4 16,5 1-4-16,2-2 0 15,8-3 4-15,9-2-2 16,5-5 0-16,10-5 3 16,0 0-5-16,-4 0 0 15,-3 0-2-15,-14-4 2 16,-9-3-2-16,-8 0 2 16,-7-2 0-16,-2-3 8 15,-5-1-2-15,-2-2 1 16,-1 7-5-16,0-1 4 0,0 4 29 15,0 4 3-15,0 1-7 16,0 0-31-16,0 17-4 16,-3 20-2-16,-10 13 6 15,-8 15 3-15,0 6 14 16,3 4-8-16,0 2-1 16,3 1 4-16,0-2-9 15,5-5 4-15,-2-6-3 16,3-13-4-16,0-10 3 15,3-14-3-15,0-9 0 16,5-11 0-16,-1-4 1 16,2-4-4-16,0 0-6 15,0-4-61-15,0-17-52 16,2-9-123-16,8-6 0 16,-1-1-54-16,-4 0-324 0</inkml:trace>
  <inkml:trace contextRef="#ctx0" brushRef="#br2" timeOffset="67896.95">14206 12622 901 0,'0'0'93'0,"0"0"31"0,0 0 54 0,0 0-104 16,0 0-47-16,0 0-6 15,0 0-17-15,12-10-3 16,25 5 7-16,8-5-8 15,4 3 0-15,2-3-109 0,-5 0-134 16,0-4-111-16</inkml:trace>
  <inkml:trace contextRef="#ctx0" brushRef="#br2" timeOffset="68382.75">15007 12403 960 0,'0'0'89'0,"0"0"-69"15,0 0 119-15,0 0-66 16,0 0-39-16,0 0 0 0,16-39 54 16,-16 39 0-1,0 0-21-15,0 0-14 0,-7 0-18 16,-14 0-22-16,-4 4-7 15,-4 7-3-15,6 5 8 16,3 0-5-16,5-1-5 16,5 5 8-16,2 2-9 15,5 0 2-15,3 0-1 16,0 3 2-16,11 2-4 16,9 3 1-16,5-1 0 15,0 2 2-15,2 1-2 16,-2-2-3-16,-3-3 3 15,-7-2 0-15,-4-9 1 16,-7-4-1-16,-2-5 0 16,-2-2 5-16,0 1-4 0,-17-2 3 15,-9 5 26-15,-7-3-16 16,0-5-5-16,0-1-9 16,5 0 1-16,2 0-4 15,5-16 2-15,8-2-45 16,9-13-76-16,4-10-64 15,13-5-73-15,16-5-173 16</inkml:trace>
  <inkml:trace contextRef="#ctx0" brushRef="#br2" timeOffset="68720.67">15223 12354 1460 0,'0'0'26'16,"0"0"213"-16,0 0-153 0,0 0-33 0,0 0-36 16,0 0-14-16,108-39 11 15,-60 33-13-15,-7 0 5 16,-3 0-6-16,-4 2 4 16,-4 1-1-16,-7 0-2 15,-4-1 2-15,-5 0 7 0,-3 2 2 16,-3-2-1-1,0 2-5-15,0-1-2 16,-2 0 2-16,0 0-6 16,-2-1 0-16,3 3-3 15,-5-3-4-15,1 4-28 16,-1 0-65-16,-1-3-136 0,-1-1-198 16</inkml:trace>
  <inkml:trace contextRef="#ctx0" brushRef="#br2" timeOffset="70417.55">20857 12133 370 0,'0'0'314'0,"0"0"-294"16,0 0-2-16,0 0 38 16,0 0 29-16,0 0-18 15,49 0-7-15,-44 0-35 16,-5 0 38-16,0 0-12 16,0 0-1-16,0 4 32 15,-17 6 16-15,-8 4-3 16,-11-3-35-16,0 0-34 15,4-3 2-15,2-5 2 16,4-3-15 0,5 0 17-16,4 0-21 0,4-15 8 15,3-9-6-15,10-9-12 0,0-5-1 16,23 3-6-16,8 5 0 16,0 9 4-16,-1 9-2 15,-2 8 1-15,1 4 2 0,2 2-5 16,2 21 5-1,-2 11 1-15,-6 12 0 0,-5 7 5 16,-14 6-5-16,-6 3 3 16,-10 2 4-16,-18-6-7 15,-9-7 10-15,0-7-9 16,0-7 4-16,1-9 10 16,1-11-6-16,12-3 1 15,9-8 0-15,8-6-5 16,6 0 5-16,0-9-7 15,0-18-3-15,2-9 0 16,16-7-7-16,2 4-4 16,0 12 6-16,-2 11-2 15,-5 10 6-15,4 6-3 16,2 0 1-16,8 12 3 16,6 5 0-16,1 3 2 0,5-2-3 15,1-1 3-15,-1-3-3 16,1-2 1-16,-7-5-7 15,3-4-51-15,-2-3-117 16,3 0-27-16,2-8-25 16,0-13-113-16</inkml:trace>
  <inkml:trace contextRef="#ctx0" brushRef="#br2" timeOffset="70793.53">21577 12140 430 0,'0'0'609'0,"0"0"-605"0,0 0 151 0,0 0-11 0,0 0-64 16,-98-25-51-16,74 43 19 15,-1 1-7-15,2 1 8 16,7-1 7-16,4 0-20 16,9-2-23-16,3 0-5 15,0 4 2-15,3 1-8 16,19 0-1-16,7 3 4 15,7 0-5-15,1 1 0 32,2 0 1-17,-4-4 1-15,-5 1-1 0,-6-5-1 0,-7-1 1 0,-10-6-2 16,-4-1 1-16,-3-3 0 16,0-1 6-16,-18-3-1 0,-10 1 10 15,-7-2-15 1,4-2-1-16,4 0 1 0,6-2-34 15,6-16-88-15,4-9-72 16,5-12-17-16,6-12-188 16,0-5-322-16</inkml:trace>
  <inkml:trace contextRef="#ctx0" brushRef="#br2" timeOffset="70968">21807 12056 1358 0,'0'0'34'0,"0"0"117"0,0 0-16 16,121-59-107-16,-66 49-28 16,-7 3-6-16,-3-1-10 15,-12 0-247-15,-10-9-404 16</inkml:trace>
  <inkml:trace contextRef="#ctx0" brushRef="#br3" timeOffset="106569.38">26186 6967 268 0,'0'0'211'0,"0"0"-189"0,0 0-22 0,0 0 37 0,0 0-9 0,0 0-23 16,3 0-5-16,-3 0 0 16,0 0 0-16,0 0 0 15,0 0 0-15,0 0 1 16,0 0-1-16,0 0 5 15,0 0-5-15,0 0 0 16,0-2 10-16,0 2-7 16,0 0 0-16,0 0 6 15,0 0-7-15,0 0 5 16,0-2-1-16,0 2-4 16,0-2 5-16,0 2-5 15,0 0 3-15,0 0-2 0,0 0 0 16,0 0 4-16,0 0-4 15,0 0-3-15,0 0 6 16,0 0-5-16,0 0-1 16,0 0 1-16,0 0 2 15,0 0-3 1,0 0 0-16,0 0 0 0,0 0 1 16,0 0-1-16,0 0 0 15,0 0 3-15,0 0-1 16,0 0-2-16,0 0 0 15,0 0 0-15,0 0 0 16,0 0 0-16,0 0 0 0,0 0 4 16,0 0-3-1,0 0 2-15,0 0 1 16,0 0 0-16,0 0 5 16,0 0-4-16,0 0 2 15,0 0 2-15,0 0-6 0,0 0 9 16,0 0-8-16,0-2-4 15,0 2 7-15,0 0-7 16,0 0 1-16,0 0-3 16,0 0 3-16,0 0-1 15,0 0 0-15,0 0-5 16,0 0-83-16,0 0-323 0</inkml:trace>
  <inkml:trace contextRef="#ctx0" brushRef="#br3" timeOffset="112416.22">14711 4396 306 0,'-143'52'4'0,"-7"1"-8"0</inkml:trace>
  <inkml:trace contextRef="#ctx0" brushRef="#br3" timeOffset="114180.14">14218 6897 425 0,'0'0'45'0,"0"0"-19"0,0 0 67 0,0 0-28 0,0 0-14 0,0 0 25 15,-17 12-22-15,13-11 29 16,-2-1-36-16,-2 0 11 0,-2 0-10 16,1 0-1-1,1 0-2-15,0-3 1 0,2-7-5 16,0 1 14-16,4-4-24 15,1-3-16-15,1-1 2 16,0 0-16-16,1 2 2 16,8 2 4-16,3 2-5 15,3-1 2-15,4 4 0 16,-2 2-2-16,7 6-2 16,1 0 0-16,5 3 0 15,0 16 2-15,1 9-2 16,0 9 5-16,-8 8-4 15,-8 12 3-15,-8 8-1 16,-7 5-2-16,0 2 1 16,-18-6-2-16,-10-7 1 0,-8-2 7 15,-4-7-7-15,-2-2 2 16,-1-5-1-16,1-9 1 16,5-4 6-16,2-8-9 15,9-7 0-15,5-5 3 16,7-8-3-16,7-2 7 15,-2-4 6-15,3-17-8 16,3-7-5-16,3-3-4 16,0 2 0-16,3 4 1 15,10 9 1-15,1 3-4 16,2 7 5-16,1 4 1 16,8 2-1-16,3 0-2 0,5 8 3 15,1 3 2 1,4 2-1-16,3-1-1 0,1 1 2 15,-1-3-2-15,-4-2 0 16,-3-1-2-16,-8-3-5 16,-1-4-59-16,2 0-142 15,1 0-69-15,0-13-266 16</inkml:trace>
  <inkml:trace contextRef="#ctx0" brushRef="#br3" timeOffset="115778.08">15204 7172 483 0,'0'0'31'0,"0"0"58"0,0 0 55 16,0 0-5-16,0 0-33 16,0 0 28-16,-29 5-49 15,10-14-24-15,-1-3 5 0,1-8 10 16,0-5-11-1,1-1-21-15,0-8-24 0,3-1 15 16,2 0-22-16,7-2-3 16,4 4 2-16,2 2-10 15,0 4 6 1,9 1-6-16,8 2-2 0,2 5 0 16,5-1-5-16,4 6 4 15,1 6 0-15,2 0 1 16,0 8-5-16,-1 0 5 15,-1 0-3-15,-3 0 2 16,-2 9 0-16,-3 4 0 16,-5 1 0-16,-3 2-8 15,-4 0 9-15,-4 0-4 16,-2 1 4-16,-3 1-2 0,0 1 2 16,-1 1 0-16,-15 1-2 15,-8 1 2-15,-2 2 6 16,-5-1-6-16,-2 1 1 15,8-2 4-15,-1 1-4 16,6 4 4-16,1-5-3 16,3 2 0-16,3 1 6 15,2-2-6-15,7 2-2 16,-1-2 7-16,5 1-4 16,0 0-2-16,0-3 1 0,8 1 1 15,10-2 3-15,3-2-6 16,6-3 3-16,10-1-1 15,0-2 2-15,0-7 5 16,-1-1-9-16,-4-4 3 16,-6 0 0-16,-2-7 2 15,-4-7-1-15,-2-4 20 16,-8-6 17-16,0-4-2 16,-8-8-1-16,-2-3-11 15,0-2-6-15,-2 5-18 16,-12 2 1-16,-2 6-4 15,-7 8-3-15,-9 6-11 16,-8 9-61-16,-11 5-140 0,-4 0-324 16</inkml:trace>
  <inkml:trace contextRef="#ctx0" brushRef="#br3" timeOffset="118242.32">20427 6792 531 0,'0'0'45'0,"0"0"-2"0,0 0 6 0,0 0-38 15,0 0-8-15,0 0 0 16,0 0 1-16,0-4 6 15,0 4-5-15,0 0 1 16,0 0 0-16,2-2 5 16,-2 2-4-16,0-2 4 15,0 0-11-15,0 0 1 16,0 0 8-16,0-2 3 16,0 2 7-16,0-3 3 15,0 2-7-15,0 0 4 16,0-2 13-16,0 2-13 15,0-3 5-15,0 0-14 16,0-1-2-16,0 0-3 0,0 1-1 16,1 2 23-16,-1 0 7 15,2-2-6-15,-2 2-12 16,0 1 1-16,0-2 18 16,0 2-10-16,0 1-2 15,0-2 12-15,0 2-17 16,0 2 3-16,0-3-9 15,0 3 2-15,0 0 1 16,0 0-4-16,0 0 0 16,0 0-5-16,0 0 2 15,0 0 1-15,0 0-5 16,0 0 1-16,0 0 7 0,0 0-5 16,0-3-3-16,0 1 3 15,0-1 3-15,0-3 1 16,0 0-5-16,0-1-4 15,0 0 9-15,0-1-6 16,0 3 1-16,0-1 4 16,0 3-1-16,0 0 7 15,0 2-11-15,0 1 3 16,0 0 6-16,0 0-7 16,0 0 0-16,0 0 3 15,0 0-3-15,0 0-1 16,0 0-6-16,0 2-6 15,0 14 6-15,0 6 1 0,0 8 13 16,0 6 3 0,5 6-5-16,-5 7 8 0,4 5-7 15,-4-2-6-15,0 6 1 16,0-2-7-16,0-3-1 16,0-6 4-16,0-10-4 15,0-7 0-15,0-5 0 16,1-5 1-16,2-7 3 15,-1-4-4-15,-2-7 0 16,0-2-1-16,0 0 3 16,0 0-2-16,1 0 4 15,-1 0-2-15,0 0 5 0,0 0-7 16,0-2-16-16,3-13-69 16,0-2-61-16,2-3-8 15,3 0-49-15,1-3-88 16,2-1-394-16</inkml:trace>
  <inkml:trace contextRef="#ctx0" brushRef="#br3" timeOffset="119090.73">21177 6728 561 0,'0'0'48'0,"0"0"-22"0,0 0 64 0,0 0-37 16,0 0-12-16,0 0 9 16,-52 3 14-16,45-3 11 15,-2 0-17-15,0 0 1 16,2-6 38-16,-1-4-43 16,1 0-31-16,1-1-1 0,1 1-9 15,1 4 36-15,4-2-8 16,0 1-30-16,0 3 1 15,0-1-4-15,0-2-1 16,10 1-6-16,7 0 1 16,-4 2 4-16,5 2-6 15,-3 2-2-15,1 0 2 16,6 10 0-16,0 7 1 16,1 3-1-16,-3 4 2 15,1 3 0 1,-5 5 1-16,-4 1-3 15,-7 0 6 1,-5 1-3-16,0-1 8 16,-5 3-6-16,-20 1 4 0,-5 2 14 15,-6 1-11-15,-4-2 1 0,1-4 11 0,0-4-11 16,7-5 0-16,2-4-7 16,5-4-6-16,9-9 9 15,10-1-5-15,3-6-2 16,3-1 6-16,0 0 2 15,0 0 6-15,0-9-5 16,8-8-5-16,8-7-6 16,4 0 0-16,2 7-2 15,-4 3 1-15,-6 5-2 0,-5 9 2 16,-1 0-6 0,5 5-3-16,4 13 10 0,4 4 0 15,1 1 2-15,2 1-1 16,3-2 0-16,0-3 3 15,1-2-4-15,2-3 2 16,2-4 2-16,1-3-3 16,2-5 1-16,1-2 5 15,1 0-4-15,-7-6-1 16,-7-7-2-16,-6-2-4 16,-3-7-35-16,-2 0-188 15,-7-2-162-15</inkml:trace>
  <inkml:trace contextRef="#ctx0" brushRef="#br3" timeOffset="141964.07">14600 9866 599 0,'0'0'77'0,"0"0"-41"0,0 0 35 0,0 0 36 16,0 0-21-16,0 0-30 16,0 0 0-16,12-74 7 15,-5 61-13-15,1 2 1 16,-4 0-13-16,1 5-1 0,-4 1 20 16,1 4-1-16,-2 1-29 15,0 0-1-15,0 0-3 16,0 0-2-16,0 0-21 15,-3 23 4-15,-14 9-4 16,-7 12 3-16,-7 2 1 16,-4 5 6-16,1-3-8 15,1-6 9-15,6-2-8 16,7-10 1-16,5-5-7 16,4-7 4-16,7-6-1 15,1-9 0-15,3 0-2 16,0-3 2-16,0 0 0 15,0 0 1-15,1 0 0 0,16-5 2 16,2-1-3-16,5 1 0 16,1 5-3-16,-2 0 3 15,-1 0-5-15,5 0 5 16,0 5-4-16,3 0 7 16,-2-4-3-16,-1 1 0 15,-6-2 0-15,-2 0-3 16,-4 0 3-16,-6 0-13 15,3-2 5-15,1-9-15 16,1-3 8-16,-1-3 3 16,-1-5 3-16,-1-8 8 15,0-2-4-15,-1 1 5 16,-3 6 0-16,-2 7 1 0,-2 12-1 16,-2 6 5-16,-1 0 6 15,0 11-7-15,0 19 6 16,0 14-10-16,0 10 38 15,-7 7-20-15,-6-1 17 16,0 0-24-16,1 1-7 16,2-7-4-16,1-5 0 15,0-8-2-15,4-11 1 16,2-11-74-16,3-7-148 16,0-12-108-16,0-4-334 15</inkml:trace>
  <inkml:trace contextRef="#ctx0" brushRef="#br3" timeOffset="143157.54">15347 10036 54 0,'0'0'0'15,"0"0"-28"-15,0 0 27 0,0 0 0 16,0 0 1-16,0 0 1 0,0 51 11 16,3-49 70-16,0-2-60 15,-3 0 20 1,0 0 41-16,0 0 19 0,0 0-27 15,0-2-7-15,0-2 42 16,0 0-27-16,0-1-35 16,0-2 21-16,0-1 15 15,0 0-31-15,-3-2-21 16,-3 0 24-16,0-2 10 16,0-4-28-16,-3 0 4 15,2 0-18 1,1 0 6-16,3 5-4 0,-2 4-3 15,5 2 11-15,0 4-3 16,-1 0-6 0,1 1 8-16,0 0-24 0,0 0 2 15,0 0-11-15,0 0-17 16,0 2 11-16,7 10 6 0,11 1 0 16,3-3 6-16,5-2-5 15,6-2 1-15,1-5-2 16,3 1 2-16,3-2-2 15,-2 0 0-15,-4 0 0 16,-6-2 1-16,-4-4 1 16,-6-3-2-16,-1-3 2 15,-5 0-2-15,-2 0 9 16,-3 2-5-16,-5 7-2 16,-1 3 7-16,0 0 20 0,0 0 11 15,0 6-40-15,0 20-1 16,-5 11 1-16,-8 12 8 15,-4 8 5-15,-2 3 16 16,-3 8-2-16,-2-2-9 16,0 1-10-16,0-6-5 15,4-6-1-15,6-8-2 16,1-9 0-16,5-12 1 16,2-11-1-16,2-7 0 15,2-6-1-15,2-2 1 0,0 0 2 16,0 0-2-1,0-12-38-15,0-4-42 0,9-11-87 16,2 1 10-16,2 0-108 16,-2-3-146-16</inkml:trace>
  <inkml:trace contextRef="#ctx0" brushRef="#br3" timeOffset="144075.54">15823 10304 561 0,'0'0'177'0,"0"0"-141"0,0 0 96 16,0 0-35-16,0 0-28 15,0 0-3-15,0 0 15 16,0 0-3-16,0 0 7 15,0 0 11-15,0 0-23 16,0 0-1-16,0 0-12 16,0 0-15-16,0 0-2 15,0 0-8-15,0 0-3 16,-2 0-4-16,1 0-4 0,-1 0 9 16,1 0-4-16,-3 0-7 15,2 0 2-15,-1 0-7 16,-3 0 6-16,-6 0-14 15,-16 0-9-15,-21 0 0 16,-25 0 0 0,-21 3 0-16,-14 11 0 0,-3 3 0 15,14 1-40-15,17-4-92 16,11-4-200-16,9-10-979 0</inkml:trace>
  <inkml:trace contextRef="#ctx0" brushRef="#br3" timeOffset="151005.57">20476 9745 239 0,'0'0'584'0,"0"0"-577"0,0 0 30 0,0 0 80 0,0 0-34 16,0 0-23-16,0 0-25 15,0-14 0-15,0 14 10 16,0 0 9-16,0 0-16 15,0 0 5-15,0 0-11 16,0 0-18-16,0 9 3 16,0 8-11-16,5 8 30 15,1 7-12-15,-4 3-5 16,1 4 5 0,-3 4-4-16,0 0 4 15,0-3-11-15,0-1-9 0,0-5 3 16,0-2-6-16,0-5 1 0,0-2 0 15,0-8-1-15,0-6 2 16,0-4-3-16,0-4 0 16,0-3 2-16,0 0-1 15,0 0-1-15,0 0 7 16,0 0-1-16,0 0-6 16,0 0-10-16,0-6-60 15,0-8-33-15,5-4-53 0,6-3-3 16,8-5-53-16,1 1-29 15,2 0-230-15</inkml:trace>
  <inkml:trace contextRef="#ctx0" brushRef="#br3" timeOffset="152588.88">20981 9756 208 0,'0'0'218'0,"0"0"-193"0,0 0 36 16,0 0-5-16,0 0-20 16,0 0-14-16,0 0 8 15,0 0 4-15,0 0-2 16,0 0-2-16,0 0 6 15,0 0-2-15,0 0 4 16,0 0 3-16,0 0-6 0,0 0-5 16,0 0-10-16,0 0-12 15,0 0 12-15,0-3-8 16,0 3-2-16,0-2 3 16,0 0-2-16,0-2 0 15,0 2-1-15,0-3-9 16,0 0 5-16,0 1 0 15,0-1-3-15,0 0 15 16,4-1-7-16,7 0 0 16,-1-1-1-16,5 1-6 15,-3 0 13-15,2 2-5 16,-1 1-5-16,0 1 11 16,5-1-9-16,0 3-1 0,3 0 1 15,1 0-7-15,0 3 5 16,-3 4-5-16,-3 1 1 15,-3 2 0-15,2 3 0 16,-6-1 0-16,-1 5 6 16,-5 2-6-16,-3 1 1 15,0 2-2-15,-11-3 5 16,-8 0-6-16,-1-3 3 16,-2-2 0-16,0-3-4 15,7-3 0-15,0-1 1 16,9-4 0-16,1-3 1 15,5 0-3-15,0 0 2 16,0 0 1-16,0 0 0 16,0 0 1-16,0 0 5 0,0 0-7 15,0 0 3-15,0 0 5 16,0 0-4-16,5 0-4 16,1-5-1-16,9 0-1 15,0 1-4-15,1 2 5 16,2 0 0-16,3 2-2 15,0 0 1-15,0 0-1 16,-2 2 1-16,-1 7-1 16,-3 0 2-16,-1 5-1 15,-1-2 1-15,-3 3 1 16,0-1-1-16,-5 0 2 16,-2 0-1-16,-3-3 1 0,0 3 6 15,0-2-7-15,-6 2 0 16,-12-1 13-16,-5 1 3 15,-9-2 6-15,-4-2 7 16,-4-2 2-16,-2-4-16 16,2-2 6-16,3-2-17 15,4 0-4-15,6-14 1 16,8-8-4-16,14-11-106 16,5-9-124-16,13-9-387 15</inkml:trace>
  <inkml:trace contextRef="#ctx0" brushRef="#br3" timeOffset="162666.78">6081 3248 830 0,'0'0'21'0,"0"0"-19"0,0 0 95 0,0 0-15 16,0 0-25-16,0 0 14 16,0 0-6-16,-79-22-10 15,53 28 10-15,-2 13-15 16,0 6-24-16,-4 6 2 16,1 7 0-16,0 6-15 0,4 1-6 15,9 2 5-15,3-3-12 16,6-3 10-16,9-8-7 15,0-3-3-15,0-7 2 16,18-5-2-16,6-4-1 16,10-7 0-16,14-7 2 15,10-6 1-15,12-16-2 16,2-14 0-16,2-3-1 16,-11-9-3-16,-15-4-7 15,-13-4-22-15,-24-5 2 16,-11 3 23-16,-11 2 2 15,-35 9 6-15,-10 12 14 16,-13 15-12-16,6 16 4 16,5 4 17-16,6 18-6 0,7 15-11 15,8 7-6-15,7 12-1 16,5 0-1-16,7 1-2 16,10-1 2-16,5-2 2 15,3-6-6-15,3-7 3 16,23-10-1-16,8-5-10 15,12-11-4-15,2-5-25 16,13-6-7-16,2-3-40 16,-2-21-31-16,5-6-27 15,-7-11-34-15,-5-8-73 16,-9-11-29-16,-10-6 51 16,-10-8 233-16,-12-6 189 15,-4 0-47-15,-8 2 44 0,-1 11-51 16,0 15-38-16,0 15 15 15,0 18-21-15,-1 9 16 16,-2 10 7-16,1 4-72 16,1 23-34-16,-2 15-8 15,1 11 31-15,-1 7 8 16,0 7 2-16,-2 4 3 16,0 2-7-16,-1-4-29 15,3-11 4-15,3-8-12 16,0-10 1-16,0-11 2 15,6-8-3-15,0-9 0 16,1-6 0-16,-2-6 4 0,-2 0-3 16,3-8 15-16,3-15 22 15,6-11-9-15,-2-7-28 16,8 0 3-16,-4 3-2 16,2 4 0-16,-3 12 1 15,-1 7-3-15,1 12 0 16,-2 3-2-16,8 0-5 15,-2 19 6-15,5 2 1 16,-4 7 0-16,-4-1 4 16,-6 3-4-16,-9 1 0 15,-2-4-1-15,-2 2 1 16,-20-6 0-16,-5-2 7 16,-6-4-3-16,-1-7 3 0,3-6 1 15,1-4 3 1,3 0 1-16,3-6-12 0,8-9 5 15,4-4-5-15,9 5-52 16,3-4-100-16,12 4-101 16,13 0-84-16,8 2-343 15</inkml:trace>
  <inkml:trace contextRef="#ctx0" brushRef="#br3" timeOffset="163526.51">6916 3357 964 0,'0'0'22'0,"0"0"125"0,0 0 10 0,0 0-103 16,0 0-7-16,0 0-28 0,23-72 15 16,-4 72-20-16,6 0-1 15,-1 3 3-15,5 15-12 16,-2 6 4-16,-4 6-3 15,-8 4-3-15,-6-2 2 16,-9 3-3-16,0-3-1 16,-16-2 5-16,-7-3-4 15,-4-7-1-15,1-5 1 16,-1-8 1 0,0-1 5-16,2-6-5 15,2 0 0-15,4-6 9 16,1-9-5-16,6-2 0 15,4 2-6-15,2 0-2 0,6 5 0 0,-2 6 2 16,2 4-5-16,0 0 3 16,0 0-17-16,13 5 11 15,8 9 6-15,3-3 2 16,6 0 1-16,1-4-1 16,6-5 0-16,2-2-2 15,3 0 4-15,2-6-3 16,-3-9 1-16,-7-5-7 0,-4-2 7 15,-5-5-8 1,-8-3-7-16,-2-4 14 0,-8-1-4 16,-2 8 4-16,-5 4 2 15,0 8-1-15,0 6 15 16,-3 7-11-16,-6 2 6 16,-3 0-10-16,0 22-4 15,-2 6-3-15,3 5 2 16,6-4 3-16,5 2 2 15,0-4-1-15,15 0 0 16,6-6-1-16,12-5-2 16,4-9 4-16,0-7-5 15,2 0 10-15,-2-4 0 16,-2-17-5-16,-5-3 0 16,-8-2-1-16,-6-3-3 0,-7-2 4 15,-7-1 3-15,-2 2-2 16,0 4 7-16,-5 8-4 15,-5 5-2 1,4 9 7-16,0 4 1 0,1 0-10 16,1 17-4-16,-2 6-3 15,0 5 5-15,6-1 2 16,0-4 0-16,0-2 2 16,7-4-2-16,5-3 0 15,-1-4 0-15,5-1-6 16,-2-5 5-16,2-4-53 15,-2 0-85-15,3 0-40 0,0-13-59 16,-1-3-48 0,-4-3-75-16</inkml:trace>
  <inkml:trace contextRef="#ctx0" brushRef="#br3" timeOffset="163823.6">7698 3330 370 0,'0'0'157'0,"0"0"42"0,0 0-29 0,0 0-29 15,0 0-31-15,0 0-55 16,0-41-55-16,0 61 1 15,3 6 21-15,8 4 14 16,5 0 0-16,-1-1-20 16,3 1-7-16,1-6 6 15,-4-4-14-15,0-8 1 16,-6-6 0-16,-3-5 2 16,-2-1 0-16,4-4 40 15,1-18 84-15,1-8-94 16,1-8-6-16,-3-4-11 15,-3-4 2-15,1 0-16 16,-6 6 0-16,0 10-3 16,0 11-2-16,0 11 0 0,0 8-9 15,0 2-96-15,-6 21-114 16,1 8 86-16,2 5-88 16,2-4-119-16</inkml:trace>
  <inkml:trace contextRef="#ctx0" brushRef="#br3" timeOffset="165351.93">8329 3320 981 0,'0'0'41'0,"0"0"95"16,-42-81-16-16,27 66-31 15,-4 8-21-15,-2 7-26 16,-3 0-18-16,-1 7-23 15,-2 11-2-15,2 9 0 16,2 5-2-16,7-3 2 16,4 5 1-16,6-4-3 15,6-7 1-15,0-2-2 16,5-9 1-16,12-6-3 16,4-5-7-16,3-1-29 0,5-7-9 15,0-14-8 1,0-5 12-16,-4 0-2 0,-3-1 17 15,-10 4 23 1,-6 8 9-16,-4 6 13 16,-2 4 26-16,0 5 26 0,0 3-57 15,0 16-8-15,0 5 0 16,0 3 11-16,0-2-6 16,0-2 4-16,0-4-5 15,13-7-3-15,-1-5 1 16,4-4-1-16,1-3 0 15,7 0 5-15,1-16-5 16,3-8 7-16,1-7-8 16,-5-8-9-16,0-10-10 0,-5-10-3 15,3-12-10-15,-8-4 9 16,-8-1 8-16,-6 4 12 16,0 15 3-16,-2 18 0 15,-7 16 22-15,0 17 12 16,2 6 20-16,-2 25-54 15,3 15 8-15,3 16-8 16,3 5 8-16,0 1-5 16,0-1 3-16,9-5-5 15,7-11 1-15,1-5-2 16,2-11 3-16,1-10-4 0,-1-8 1 16,3-9 0-1,-2-2-2-15,5-11 2 0,-1-14-8 16,-2-8-26-16,-2-2-2 15,-5-2 21-15,-5 1 3 16,-4 6 11-16,-6 8 1 16,0 10 10-16,0 7 24 15,0 5 21-15,0 4-47 16,-3 15-6-16,0 9-2 16,0 6 1-16,3-3 8 15,0-2-8-15,0-1 1 16,3-8-2-16,6-3 0 0,6-8 0 15,0-3 0 1,3-6 0-16,1 0 7 16,5-11-5-16,2-12 0 0,-1-6-2 15,-1-1-1-15,-6 0-1 16,-5 3 1-16,-7 7 1 16,-1 8 4-16,-5 8 1 15,0 4 20-15,0 0-25 16,0 9-5-16,0 12-1 15,0 6 6-15,0 0 6 16,0 0-1-16,0-2-3 16,9-7 0-16,4-3 2 15,2-6-4-15,1-6 7 16,5-3-5-16,2 0 8 16,0-18 6-16,1-5-14 15,-2-8-1-15,0-6 0 16,-3-6 0-16,-9-1 8 0,-8 0-9 15,-2 7 0-15,-11 8 6 16,-17 9-6-16,0 11 1 16,-2 9 4-16,2 0 8 15,2 11-9-15,10 16-4 16,1 3-2-16,10 4 0 16,5 2 2-16,0-2-1 15,14-6-2-15,7-2 3 16,1-9-2-16,6-8-5 15,2-9-78-15,3 0 16 0,3-7-18 16,4-12 4 0,3-7-5-16,-4-1 54 0,-9-4-28 15,-8-1 48-15,-11 2 14 16,-5 4 3-16,-3 5 17 16,-3 9 60-16,0 5 10 15,0 7-46-15,0 0 40 16,0 0-84-16,0 13-8 15,9 10 6-15,-2-1 3 16,2-1-1-16,3-4 0 16,0-5 1-16,4-5-1 15,2-7 0-15,6 0 1 16,3-4 6-16,3-14-7 0,-2-1 2 16,-3 3-2-1,-5 0 0-15,-1 8 5 0,-7 2-4 16,-4 3 6-16,2 3 3 15,2 5-2-15,1 9 9 16,1 3-3-16,4 1-9 16,-2-4 7-16,2-2-10 15,-1-6-2-15,2-4 6 16,3-2-5-16,1 0-1 16,4-10 0-16,0-14-90 15,-7-7-132-15,-5-6-164 16</inkml:trace>
  <inkml:trace contextRef="#ctx0" brushRef="#br3" timeOffset="165581.34">8684 2777 966 0,'0'0'2'0,"0"0"19"0,-82-15 142 0,82 9-98 15,27 0-60-15,16 0-5 16,11-6-14-16,7-1-26 16,-1 1-89-16,3-7-57 15,-10 6-145-15</inkml:trace>
  <inkml:trace contextRef="#ctx0" brushRef="#br3" timeOffset="165681.26">9300 2620 953 0,'0'0'27'16,"0"0"71"-16,0 0-10 16,0 0-88-16,0 0-17 15,0 0-174-15,-31 21-97 16</inkml:trace>
  <inkml:trace contextRef="#ctx0" brushRef="#br3" timeOffset="166116.06">6237 4134 794 0,'0'0'28'16,"0"0"2"-16,0 0 159 0,0 0-67 16,0 0-13-1,0 0-11-15,-38-27 3 16,38 27-31-16,0 0-22 15,0 0-8-15,0 0-16 16,0 0-13-16,22-5-10 16,20-5 2-16,22-3 0 15,15-2 3-15,15-8-6 16,8 5 1-16,14-1-4 16,-1 0 3-16,-8 3-5 0,-11 4-98 15,-25-3-93-15,-26 7 1 16,-30 1-146-16,-15 1-275 15</inkml:trace>
  <inkml:trace contextRef="#ctx0" brushRef="#br3" timeOffset="166385.66">6815 3981 715 0,'0'0'67'0,"0"0"-58"16,0 0 103-16,0 0-32 15,0 0 23-15,19 96-19 16,-4-64 13-16,0 1-20 15,0 3-16-15,0 1-17 16,-2 0-6-16,-1-3-23 16,3 1-11-16,-2-8-4 15,-2-2-1-15,-5-7-3 16,3-5-6-16,-3-6-127 16,1-3-72-16,5-4-60 0,3-4-158 15</inkml:trace>
  <inkml:trace contextRef="#ctx0" brushRef="#br3" timeOffset="167889.13">7270 4242 621 0,'0'0'126'16,"0"0"-115"-16,0 0 107 16,0 0-64-16,0 0-30 15,72-91 4-15,-62 72 9 16,-7 0 13-16,-3 4 14 15,0 2-37-15,-5 5 32 0,-14 4-28 16,-5 4-24 0,-7 0-7-16,0 4 0 15,-4 17 8-15,4 4-7 16,4 6 2-16,6 3 4 16,6-1-4-1,11 3 0-15,4-7-3 0,0-4 3 16,16-5-1-16,10-9-2 15,5-11-1-15,3 0-1 0,3-6-24 16,-4-13-39-16,-6-5 3 16,-9-3 3-16,-6-5 46 15,-9 1 11-15,-3 5 2 16,0 5 10-16,-6 6 21 0,-3 8 31 16,0 7 27-1,0 0-72-15,-1 10-11 16,2 12-6-16,2 5 0 0,3 1 9 15,3 1-8-15,0-6-1 16,6-3 0-16,9-4 2 16,6-4 1-16,4-8-3 15,8-4 0-15,6 0-3 16,4-9 2-16,2-12-20 16,-6-1-65-16,1-9-8 15,-10-8 7-15,-9-5 43 16,-6-8 18-16,-8-1 23 15,-7 3 3-15,0 9 26 16,0 7 63-16,-3 11 19 0,-6 7 10 16,2 8-31-1,4 4-10-15,1 4 0 0,-1 0-77 16,2 14-3-16,-1 17-9 16,2 9 12-16,0 10 4 15,0 4 1-15,8 2 2 16,7-1-4-16,0-3-2 15,1-9 0-15,-7-5-1 16,3-8 0-16,-5-12 0 16,-2-9 0-16,-4-6-1 15,-1-3 1-15,0 0 2 16,0-15 14-16,0-9-16 16,2-10-1-16,1-3 1 0,1-3 0 15,4 4-3 1,2 5-2-16,1 5 5 0,3 10-1 15,-3 7 1-15,4 8-8 16,3 1 5-16,1 5-6 16,4 18 4-16,-1 4 5 15,5 4 0-15,-3 1 3 16,-9 0-3-16,-5-2-2 16,-10-3-1-16,0-5 1 15,-10-5-5-15,-14-2 6 16,0-5 0-16,-6-4 1 15,-7-3 0-15,4-3 2 0,-3 0-1 16,2-6-1 0,4-6 0-16,6 2 4 15,11 4-3-15,7 3 2 0,6 0 7 16,0 3-10-16,0 0 0 16,18 0-24-16,10 0 21 15,12 6 2-15,2 2 2 16,3-5 1-16,7-3-2 15,2 0 0-15,8-3 5 16,4-12-5-16,0-5-1 16,-7-3-14-16,-10-9-49 15,-10-8 0-15,-10-13 13 16,-13-8 14-16,-6-7 17 0,-10 3 8 16,0 9 7-1,-1 13 5-15,-11 14 4 0,2 12 32 16,2 9 39-16,-2 8-37 15,2 0-22-15,-2 15-16 16,-3 13-2-16,2 12 2 16,8 4 4-16,3 6 21 15,0 1 5-15,0-1-19 16,18-3 10-16,7-6-15 16,5-7-3-16,10-8 5 15,10-10-7-15,6-8 1 16,13-8 2-16,0 0-2 15,-4-17-3-15,-12-6 1 16,-15-3-38-16,-11-6-19 0,-15-2 38 16,-12-1 15-16,0 3 4 15,-12 8 4-15,-7 5 47 16,-4 8 14-16,1 5-37 16,2 6 23-16,4 0-9 15,3 15-27-15,1 10 7 16,9 3 6-16,3 3-6 15,0-1-11-15,10 0-3 16,10-5 9-16,2-3-12 16,5-3 5-16,6-4-6 15,-2-2-4-15,-1-5 4 16,0-1-3-16,-11-3 1 16,2-2-2-16,-6-2 0 0,-3 0-2 15,-3 0-8-15,7 0-68 16,-1-7-69-16,3-4-56 15,3-2-56-15,-2-5-80 16</inkml:trace>
  <inkml:trace contextRef="#ctx0" brushRef="#br3" timeOffset="169651.48">9676 2195 606 0,'0'0'16'0,"0"0"33"0,-97-60 54 0,52 40-6 0,-5 3-20 0,-5 1-44 16,-6 0 24-16,-7 2-7 15,-3 0-18-15,-16 2 0 16,-11 1-4-16,-17 1 6 16,-14 1-19-1,-11 1 4-15,-3 2 0 16,-6 1 2-16,-2 4-1 15,2 1-3-15,-5 0-5 16,-1 1 1-16,-3 13 1 0,-2 0-1 0,5 0 11 16,9 3-11-16,9-1-6 15,15-1 6-15,6 0-9 16,8 4-3-16,6-1-1 16,-2-1 3-16,2 3-5 15,-2 4 2-15,-2 3 0 16,3-1 7-16,3 1-7 15,3 1 4-15,7 0-3 16,4-2 0-16,6 5 6 16,6 2-6-16,7 2-1 15,3 0 1-15,1 8 1 16,-2 2 0-16,5 1-2 16,-1 4 0-16,1 0 11 0,5 2-9 15,1 2 2-15,9 7 4 16,1 3-5-16,8 0-3 15,6 1 0-15,3 2 2 16,8 0 3-16,1 5-5 16,12 4 6-16,4 4 4 15,2 4-8-15,0 5 4 16,11 4-3-16,7 0-2 16,1-4 6-16,7-4-7 15,2-6 1-15,3-2 0 16,4-3 6-16,-1-3-7 15,6-3 0-15,-1-4 2 0,3-2-2 16,2-2 2 0,3-4-1-16,3-5 8 0,7-2-9 15,0-2 4-15,8 1-3 16,7-2 2-16,6-3 5 16,4-4-7-16,3-4 0 15,3-5 0-15,0-5 0 16,4 1-1-16,4-6 3 15,1-2-1-15,-3-5 3 16,-6-1 0-16,1-5-4 16,-3-1 5-16,5-6-6 15,4 0 10-15,8 0 3 16,3-6-8-16,1-1 7 0,1-1-9 16,0-2-1-1,-3 3 4-15,2-4-3 0,-7 1 3 16,-1-2 3-16,-5 1-8 15,-5-5 11-15,-4 5-11 16,-2 0 7-16,0 0-1 16,2-1-5-16,-5 3-2 15,-2-2 0-15,1 0 4 16,-1 0-4-16,-1 2 0 16,1-2 0-16,-4 2 5 15,-2-1-4-15,0 2 1 16,-1-3 0-16,-2 3-2 15,0-4 10-15,-4 1-10 16,1 4 0-16,0-6 5 0,-1 2-5 16,1 0 0-16,1-3 0 15,-1 0 1-15,1-4-4 16,2 0 3-16,0-1-2 16,-1-1 0-16,-1-1 2 15,-3-1 0-15,-1 0 0 16,-2 1 2-16,-1-5-1 15,-2 2-1-15,0 2 0 16,-3-2 2-16,-6-2 0 16,-1 1 0-16,-5-3-2 15,2 1 1-15,-2-3-1 16,5-1 2-16,-2-3 1 16,5-2 1-16,-3-2-4 0,-2-1-2 15,-4-3 2-15,-5-1 0 16,-1-2 1-16,-9 1-1 15,-2-3 0-15,-4 1 2 16,-3 0 0-16,-6-4-2 16,-2 0 0-16,-1-2 3 15,-3-7-2-15,-3-1-1 16,2 2 0-16,-2-3-1 16,-3 7 3-16,0 4-2 15,0 0 0-15,0 2 1 16,-9 4-1-16,-8 1 0 15,2 0 0-15,-4 0-2 0,-3-1 6 16,-2-2-4 0,-6 1 0-16,0-5 1 0,-6-6 0 15,-1 1-1-15,-3-1 0 16,-4 2 3-16,-3 6-3 16,-8 2 0-16,-8-1-4 15,-18 0-3-15,-28 2 6 16,-32 2-6-16,-39 6-3 15,-36 6-3-15,-24 9-116 16,-9 3-140-16,0-4-233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6:00:55.55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5840 4250 622 0,'0'0'3'0,"0"0"-3"0,0 0 215 0,0 0-150 16,0 0 24-16,0 0 2 16,0 0-8-16,74 0 9 15,-55-14-48-15,-4-1 15 16,3-1-7-16,-11-3-3 15,-1-1 11-15,-6-4 2 16,0 0 3-16,-12 2-42 16,-16 3-14-16,-11 5 14 15,-7 6-23-15,-6 8 11 16,2 0 4-16,-2 22-6 16,-1 8 20-16,3 13-18 15,-3 12-4-15,1 11 20 16,-5 19-14-16,4 16 5 0,-3 18-5 15,-5 19 10 1,-2 15 4-16,-1 9-22 0,-2 4 1 16,2 2 9-16,-4-9-14 15,-6-13 7-15,-2-9-1 16,-12-10-2-16,-6-12 11 16,-12-9-7-16,-4-12 1 15,-5-17 14-15,15-16-24 16,12-16-1-16,27-19-1 15,16-16 2-15,12-10 5 16,8-18-5-16,7-20-14 16,5-13 2-16,8-11-55 0,5-13-44 15,5-9-25 1,20-11-164-16,3-10-106 0</inkml:trace>
  <inkml:trace contextRef="#ctx0" brushRef="#br0" timeOffset="350.57">4736 4229 1302 0,'0'0'0'0,"0"0"7"0,0 0-1 0,0 0 46 16,78 107 99-16,-35-22-44 15,5 14-50-15,0 23 12 16,-3 22-1-16,1 18-42 16,-7 19-1-16,-11-1-10 15,-13-10-15-15,-8-21 8 16,-4-23-8-16,-3-20 0 16,0-23 11-16,2-16-7 15,1-21 1-15,-2-18 0 16,1-14 1-16,-1-6-11 15,1-8 5-15,7-14-19 16,12-25-53-16,7-28-108 16,6-22-124-16,4-24-142 15</inkml:trace>
  <inkml:trace contextRef="#ctx0" brushRef="#br0" timeOffset="727.2">6121 3917 1094 0,'0'0'12'16,"0"0"6"-16,0 0 67 15,0 0-34-15,0 0-40 16,84-66 6-16,-46 63-2 0,1 3 12 15,-6 0 2 1,-3 9-10-16,-6 9-2 0,-14 3 3 16,-5 10-3-16,-5 1 32 15,-2 7-12-15,-23 1 16 16,-6-5-1-16,-2-1-21 16,3-7 0-16,12-10-7 15,8-5-20-15,8-5 6 16,2 1-10-16,7-2 0 15,23-4-2-15,18 0 2 16,18-2 0-16,11 0-26 16,-1 0-147-16,3 0-105 0,9-2-197 15</inkml:trace>
  <inkml:trace contextRef="#ctx0" brushRef="#br0" timeOffset="963.44">7044 4547 1265 0,'0'0'48'0,"0"0"-42"16,0 0 124-16,81-18-66 15,-23 9-47-15,2 3-17 16,-3 3-7-16,-15 3-4 15,-14 0-85-15,-7 6-81 0,-18 13-70 16,-3 2-54 0,-26 2-148-16</inkml:trace>
  <inkml:trace contextRef="#ctx0" brushRef="#br0" timeOffset="1116.08">7228 4657 272 0,'0'0'293'0,"0"0"-157"16,0 0 37-16,0 0-39 15,0 0-68-15,0 0-6 16,63 12-10-16,-5-24-50 15,6-3-8-15,5 0-206 16</inkml:trace>
  <inkml:trace contextRef="#ctx0" brushRef="#br0" timeOffset="8761.35">8905 4273 726 0,'0'0'96'0,"0"0"-94"0,0 0 124 0,0 0 2 16,0 0-46-16,0 0-13 15,0 0 9-15,-33-10-7 16,27-3-20-16,-7-3 6 16,7-2-18-16,6-5-10 0,0-3-16 15,0-7-9 1,3 2 4-16,19-1-8 0,2 6-3 15,3 7 2-15,-2 7-2 16,2 8 2-16,-1 4-7 16,3 0 3-16,-2 16 2 15,-3 13 0-15,-6 12 3 16,-5 13 2-16,-13 11 0 16,0 11-1-16,-25 4-1 15,-15 1 1-15,-14-8 3 16,0-6-4-16,-2-10 0 15,5-11 4-15,0-12-4 16,9-8 10-16,9-14-1 16,10-7-7-16,8-5 10 15,12-11-7-15,3-18-1 0,0-13-4 16,19-6-3-16,11-2 2 16,3 3-2-1,1 9-5-15,-2 13 7 0,-4 16-4 16,-3 9-2-16,0 7 1 15,1 17 3-15,-2 6 3 16,4-1 0-16,1 0 0 16,-3 1-1-16,1-7 1 15,1-2-3-15,1-8-97 16,2-6-79-16,2-7-86 16,4-1-199-16</inkml:trace>
  <inkml:trace contextRef="#ctx0" brushRef="#br0" timeOffset="9303.61">9799 4288 894 0,'0'0'16'0,"0"0"168"0,0 0-81 0,-87-38-37 0,74 27 11 0,-2-5-45 15,7-4 17-15,4-5-39 16,4-5-7-16,0-1 3 16,9 3-6-16,13 4-2 15,8 5 0-15,1 7-5 16,4 6 4-16,-2 4 2 0,-1 2-9 16,-6 0 8-16,-4 12-2 15,-5 7 3-15,-9 3 1 16,-8 6 0-16,0 2 1 15,-25 9 2-15,-8-2-2 16,-14 4 34-16,0 0 15 16,0 0 8-16,8-4-24 15,10-1 1-15,12-3-17 16,12-3-18-16,5-5 1 16,5-5 3-16,26-6-4 15,12-4-1-15,15-10 1 16,0 0 1-16,5-6 6 0,-12-14-7 15,-5-5 0-15,-10-1 4 16,-15 0 0-16,-14-1 0 16,-7 0 9-16,-18 3-9 15,-17 5 2-15,-10 6-6 16,-4 6-3-16,7 3-4 16,7 4 2-16,10 0-18 15,9 0-89-15,8 4-112 16,8 4-50-16,0-3-200 15</inkml:trace>
  <inkml:trace contextRef="#ctx0" brushRef="#br0" timeOffset="9496.94">10407 4326 1015 0,'0'0'182'0,"0"0"-181"0,0 0 123 0,0 0-43 0,108-15-65 16,-57 15-14-16,7 0-2 16,3 0-2-16,3 0-73 15,2-8-185-15,-1-3-368 16</inkml:trace>
  <inkml:trace contextRef="#ctx0" brushRef="#br0" timeOffset="10038.06">11316 3932 1012 0,'0'0'3'0,"0"0"93"15,0 0 5-15,85-25-37 16,-46 25-42-16,2 0-5 16,-3 0 0-16,-7 11 6 15,-4 3-8-15,-10-1 2 16,-7 3-17-16,-7 2 3 0,-3 1 5 16,-13 3 0-16,-15-4 21 15,-7 3 14-15,-1-7-9 16,9 0 0-16,8-6-25 15,5-1-4-15,8-2-5 16,6 1-2-16,0-1 2 16,0 5-6-16,11-1 6 15,14 7 0-15,2 1 0 16,3 2 0-16,-6 2 0 16,-2 3 2-16,-7-2-1 0,0 0-1 15,-9 1 0-15,-6-3 13 16,0-2 4-16,0-1 21 15,-21-2 12-15,-6-4-21 16,-6-1-3-16,-1-3-14 16,0-3-10-16,7-3 1 15,3-1-3-15,12 0-2 16,4-3-21-16,8-16-116 16,0-6-80-16,23-9-91 15,10-5-232-15</inkml:trace>
  <inkml:trace contextRef="#ctx0" brushRef="#br0" timeOffset="10386.94">12043 4028 955 0,'0'0'131'15,"0"0"-99"-15,0 0 110 0,0 0-17 0,0 0-39 16,-57 79-8-16,46-49-5 15,5 3-24-15,6 2-16 16,0-4-13-16,23-1 1 16,7-5 4-16,8-5-13 15,7-6-1-15,9-8 0 16,10-6-10-16,0 0 11 16,0-15-8-16,-10-9-2 15,-17-9 18-15,-7-11 2 16,-15-5 2-16,-12-7-13 15,-3 3-11-15,-27 8 10 0,-16 8-10 16,-15 15 0-16,-12 11-5 16,-14 11-2-16,-10 11-64 15,-13 17-144-15,-5 3-183 16,-10 2-345-16</inkml:trace>
  <inkml:trace contextRef="#ctx0" brushRef="#br0" timeOffset="10901.61">8990 5059 872 0,'0'0'14'0,"0"0"-10"0,-94 0 172 0,76 0-73 16,5 0-24-16,5 0 0 16,4 0 26-16,4 0-57 0,0 0-13 15,0 0-1 1,9 0-19-16,25 0 11 0,30-2 16 15,39-5 7-15,43-3-14 16,41-1-18-16,35-1-8 16,29-2-9-16,17 0-2 15,11-2 2-15,9-3 1 16,-6-6-1-16,-16-1-18 16,-32-4-37-16,-34 4 13 15,-39-4 33-15,-44 4 9 16,-34 2 4-16,-29 5-1 15,-23 6 16-15,-12 6 30 16,-7 1-17-16,-7 1-22 16,-1 5-10-16,-2 0-1 15,5 0-4-15,1 6 5 16,-2 6-18-16,0 0-131 16,-5-4-152-16,-1-6-208 0</inkml:trace>
  <inkml:trace contextRef="#ctx0" brushRef="#br0" timeOffset="11684.06">10357 5173 610 0,'0'0'57'0,"0"0"87"0,0 0 14 0,0 0-64 0,0 0 23 16,0 0-28-16,-14-9-28 15,14 9-3-15,0 0-27 16,9 0-16-16,12 0-10 16,3 3-2-16,-3 10 4 15,3 8-7-15,-8 1-2 16,-4 6 1-16,-7-1 2 15,-5 4 3-15,0-4-4 16,-14-2 1-16,-10-4 6 0,2-3-6 16,2-5 2-16,4-3 2 15,4-5 0-15,9-1-5 16,3 2-2-16,0 3-11 16,3 3 10-16,17 1 0 15,11 3 3-15,9-2-1 16,-3 1 2-16,-1-1-2 15,-11-1 1-15,-12 0 0 16,-12-3 2-16,-1 2-2 16,-18 2 5-16,-24 0 21 15,-10 1 38-15,-3-3-12 16,6-2-12-16,11 0-24 16,13-4-2-16,10 0-14 0,6-6-2 15,9 0-8-15,0 0-45 16,9 0-150-16,19-22-101 15,10-2-109-15</inkml:trace>
  <inkml:trace contextRef="#ctx0" brushRef="#br0" timeOffset="12011.31">10765 5441 1015 0,'0'0'14'0,"0"0"151"0,0 0-109 15,0 0-51-15,0 0 50 0,0 0 29 16,-41 99-49 0,41-72-16-16,0 1-4 0,13-4-1 15,11-4-6-15,6-9-8 16,16-4 15-16,2-7-5 16,4 0 4-16,-1-15 10 15,-9-5-6 1,-8-9 28-16,-12-4-21 15,-11-4 1-15,-11-2-11 16,0 0-13-16,-14 4-2 16,-14 5-2-16,-8 9-5 15,2 4-61-15,-2 6-69 0,7 1-54 16,7 2-108-16,9-4-223 16</inkml:trace>
  <inkml:trace contextRef="#ctx0" brushRef="#br0" timeOffset="12428.14">12624 3709 828 0,'0'0'40'0,"0"0"130"0,0 0-79 0,0 0 7 0,0 0-84 15,0 0 24-15,33 85 29 16,0-31 8-16,6 11-1 16,5 10-20-16,-9 4-35 15,-8 0-1-15,-17-4-18 0,-10-1 0 16,-27-5-2 0,-35-6-2-16,-29-4 0 15,-27-6-176-15,-21-6-100 16,-13-1-191-16</inkml:trace>
  <inkml:trace contextRef="#ctx0" brushRef="#br0" timeOffset="12688.72">8598 3870 49 0</inkml:trace>
  <inkml:trace contextRef="#ctx0" brushRef="#br0" timeOffset="12962.39">8429 3641 287 0,'0'0'35'0,"0"0"91"0,0 0-9 15,0 0 1-15,6 73-20 16,-6-46-17-16,-3 5-3 16,-12 6-7-16,-3 14-8 15,-4 12 11-15,-8 15-20 16,2 17 23-16,-5 9-16 16,3 5-11-16,15-4-6 15,15-6-26-15,6-7-16 16,49-11-2-16,29-11 0 0,29-12-3 15,20-6 0-15,18-15-57 16,7-13-239-16,16-12-242 16</inkml:trace>
  <inkml:trace contextRef="#ctx0" brushRef="#br0" timeOffset="13621.22">13652 3303 482 0,'0'0'22'0,"0"0"32"0,0 0 67 0,0 0-22 16,0 0-20-16,0 0-36 15,-64-17 23-15,64 16 1 16,0 1-35-16,3 0-21 15,15 0 21-15,10 0 24 16,2 0 9-16,1 3-35 16,-2 7-12-16,-11 6 8 15,-2 4-6-15,-11 1-8 16,-5 3 16-16,-5 1 29 0,-20 0-2 16,-6 2 9-1,-1-4-36-15,7-3 5 16,11-4-18-16,7-4-14 0,7 1-1 15,10-3-8-15,29-3 8 16,24 0 0-16,19-5 0 16,15-2-6-16,0 0-178 15,0 0-182-15</inkml:trace>
  <inkml:trace contextRef="#ctx0" brushRef="#br0" timeOffset="14043.77">15326 4107 1087 0,'0'0'30'0,"0"0"-23"0,0 0 112 0,0 0-49 0,0 0-27 15,0 0 45-15,125 0-44 16,-56 0-14-16,4-5-22 16,0 1-4-16,-9 1-4 15,-11 0-5-15,-12 0-4 16,-9 1-97-16,-8-3-110 16,-14-4-100-16,-10 1-277 15</inkml:trace>
  <inkml:trace contextRef="#ctx0" brushRef="#br0" timeOffset="14243.59">15692 3855 965 0,'0'0'48'0,"0"0"221"16,0 0-163-16,0 0-92 16,0 0-8-16,3 77 36 15,16-25 35-15,7 8-41 16,0 8-3-16,3 1-33 15,0 4 3-15,1-1-7 16,0-2-14-16,-6-9-300 16,-4-8-371-16</inkml:trace>
  <inkml:trace contextRef="#ctx0" brushRef="#br0" timeOffset="27025.38">19038 3176 557 0,'0'0'53'0,"0"0"-27"0,0 0 130 16,0 0-45-16,0 0-47 0,0 0-39 16,0 0-24-16,6-5 31 15,1 38 83-15,-2 5-69 16,-3 8 20-16,-2 1-8 15,0 5-8-15,0-3-20 16,0-4-15-16,-7-5-9 16,0-4-6-16,1-2 2 15,0-9-3-15,2-5 1 16,2-8-6-16,2-4-96 16,0-8-136-16,8-5-2 15,9-21-272-15</inkml:trace>
  <inkml:trace contextRef="#ctx0" brushRef="#br0" timeOffset="27351.51">19308 3223 863 0,'0'0'18'0,"0"0"17"16,0 0 21-16,106-6-23 15,-70 26-5-15,-2 7 18 16,-7 4-7-16,-13 4 1 15,-8 6-3-15,-6 1-13 16,-6-1-6-16,-18-3 0 16,-6-3-9-16,3-5 10 15,6-5-8-15,2-8 4 0,11-7 1 16,5-6-14 0,3-4 2-16,0 0-4 0,15 0 0 15,20-2 11-15,9-10-5 16,4 1-6-16,4 0 0 15,-3 0-19-15,2-3-81 16,3 0-145-16,0-5-188 16</inkml:trace>
  <inkml:trace contextRef="#ctx0" brushRef="#br0" timeOffset="27559.52">20080 3323 1077 0,'0'0'5'0,"0"0"36"0,0 0 98 16,0 0-126-16,0 0-7 15,0 0-7-15,95-14 2 16,-43 14 4-16,-4 0-5 16,-5 0-9-16,-2 0-25 15,-9-5-169-15,-2 2-65 16,-3-4-235-16</inkml:trace>
  <inkml:trace contextRef="#ctx0" brushRef="#br0" timeOffset="27815.05">20846 3165 594 0,'0'0'405'0,"0"0"-363"0,0 0 105 16,0 0-101-16,0 0-34 15,0 0-5-15,-14 33 65 16,14-4-31-16,0 1-20 16,0 2 0-16,0 0-12 15,0-1-7-15,0-2-4 16,7-3 2-16,0-4-22 16,7-5-148-1,2-7-119-15,2-7-284 0</inkml:trace>
  <inkml:trace contextRef="#ctx0" brushRef="#br0" timeOffset="28092.57">21212 3155 941 0,'0'0'45'0,"0"0"49"16,0 0-66-16,0 0 60 15,-60 87-44-15,60-50-15 16,0 0-2-16,8-5-10 15,11-3-8-15,9-10 6 16,4-5-6-16,4-11-2 16,1-3 8-16,5-3-1 15,4-16 5-15,-4-8-5 16,-6-9 1-16,-8-1 8 16,-9-3-11-16,-10 2 6 15,-9 5-12-15,-15 8 0 16,-25 9-6-16,-8 14-11 15,-11 2-13-15,-10 14-38 0,-15 15-79 16,-10 8-75-16,-10 7-112 16</inkml:trace>
  <inkml:trace contextRef="#ctx0" brushRef="#br0" timeOffset="28496.29">18834 4132 1209 0,'0'0'181'0,"0"0"-172"15,0 0-9-15,0 0 31 16,85-53-24-16,9 38 5 15,33-4-7-15,40-2 9 16,31-2 21-16,33-2-25 16,26 0-6-16,12-2-4 15,7-1 0-15,6 3 7 16,-12-1-7-16,-21 1-8 16,-33 1 8-16,-49 4 1 15,-41 1 2-15,-46 0-3 16,-35 2 2-16,-26 7 6 15,-13 1-4-15,-6 3 3 0,0 4-4 16,-6 2-3-16,-17 0-6 16,-15 7-75-16,-8 13-82 15,-11 2-60-15,0 1-148 16</inkml:trace>
  <inkml:trace contextRef="#ctx0" brushRef="#br0" timeOffset="29879.7">20457 4234 801 0,'0'0'68'0,"0"0"-61"0,0 0 43 0,0 0-23 15,0 0 11-15,0 82 70 16,-1-45-45-16,-4 4 3 16,2-1-9-16,-3-2-27 15,5-1-5-15,-3-5-17 16,-1-3-5-16,0-3 6 15,2-6-9-15,0-4 0 16,3-6 0-16,0-3-46 16,6-5-139-16,12-2-93 15,-1-9-242-15</inkml:trace>
  <inkml:trace contextRef="#ctx0" brushRef="#br0" timeOffset="30202.83">20727 4384 861 0,'0'0'191'15,"0"0"-186"-15,0 0 98 16,0 0-35-16,0 0-68 16,0 0 3-16,66-42-2 15,-44 42-1-15,-8 9 0 16,-4 3 2-16,-4 7 6 15,-6 4 5-15,0 6 4 16,-5 1 4-16,-18 4 8 16,-1-4-3-16,0-4 1 0,4-4 9 15,9-6-16-15,6-6-3 16,5-2-6-16,8-4-6 16,32-4-1-16,18 0-2 15,20-1-2-15,5-16-6 16,-1-3-130-16,2-5-68 15,-2-9-98-15,-10-11-124 16</inkml:trace>
  <inkml:trace contextRef="#ctx0" brushRef="#br0" timeOffset="30690.51">18944 3108 725 0,'0'0'28'0,"0"0"20"0,0 0 101 16,-79-12-85-16,42 26-39 15,-9 8 27-15,-8 9 15 16,-3 4 1-16,5 9-17 16,4 15-29-16,9 7 0 0,10 17-2 15,17 12-11 1,12 8 4-16,35-5-13 16,36-10-1-1,30-18-2-15,24-11-1 16,22-13 2-16,9-9-62 15,19-10-201-15,7-13 127 0,9-14-302 16</inkml:trace>
  <inkml:trace contextRef="#ctx0" brushRef="#br0" timeOffset="31188.28">22118 2782 670 0,'0'0'43'0,"0"0"75"0,0 0 21 16,0 0-37-16,0 0-15 15,0 0-45-15,0-32-27 16,0 32 3-16,0 0-12 15,0 0-2-15,14 19 4 16,9 6 23-16,14 7 28 0,8 9-6 16,4 5-15-1,-1 5-4-15,-3 8-20 16,-11 0-4-16,-17 1 4 16,-14-2-7-16,-8-6-1 15,-41-6-5-15,-26-10 3 16,-12-7-2-16,-4-7-2 0,5-4-105 15,11-5-93-15,8-10-162 16</inkml:trace>
  <inkml:trace contextRef="#ctx0" brushRef="#br0" timeOffset="31627.04">22583 2541 950 0,'0'0'19'16,"0"0"27"-16,0 0 67 15,0 0-48-15,0 0-33 0,0 0-25 16,-6-18 4-1,22 18-6-15,7 0 8 0,7 0-4 16,0 0-1 0,-2 0 7-16,-7 5-6 0,-6 12-1 15,-2 2 3-15,-7-1-11 16,-4 2 13-16,-2-1-8 16,0 0 10-1,-11-4 9-15,-1 1-1 0,5-5-7 16,4-5 5-1,3 1-12-15,0-1 3 16,31-3-2-16,24 2 20 0,22-1 9 16,17-4-34-16,13 0-5 15,5 0-1-15,4-3-15 16,7-16-222-16,-1-7-339 0</inkml:trace>
  <inkml:trace contextRef="#ctx0" brushRef="#br0" timeOffset="32711.87">20898 4291 400 0,'0'0'119'0,"0"0"-69"0,0 0 22 16,0 0 7-16,0 0-48 16,0 0 21-16,7-7 16 15,-1 5-12-15,0-2 1 16,-3-1 8-16,1 0 14 16,2 0-3-16,-3-1-4 15,-3 2-15-15,0 3 14 0,0 1 9 16,0 0-9-16,0 0-14 15,-5 0-29-15,-14 4-14 16,-6 11-14-16,-5 6 12 16,3 6-1-16,3 2-6 15,8 1 19-15,4 1-17 16,2 1 3-16,10-1-3 16,0 0-2-16,4-3 2 15,20-2-7-15,9-3 0 0,10-7 4 16,8-5-3-16,10-11-1 15,10 0 3-15,2-1-3 16,-5-16 3-16,-9-8-3 16,-11-3 3-16,-14-8 6 15,-14-7-6-15,-13-9 4 16,-7-1 6-16,-12 2 9 16,-17 6-2-16,-13 10-18 15,-14 15-1-15,0 12 2 16,-7 8-3-16,5 18-6 15,5 24-4-15,12 12-122 16,11 7-244-16,9 6-364 0</inkml:trace>
  <inkml:trace contextRef="#ctx0" brushRef="#br0" timeOffset="34073.3">14143 6772 699 0,'0'0'78'0,"0"0"6"0,0 0 41 0,0 0-38 0,0 0-23 16,0 0-18-16,0 0 19 15,-10 0-10-15,10 0-3 16,0 0 25-16,0 0-34 15,0-2-19-15,3 1 5 16,19-4-14-16,14-2 18 0,12 3 1 16,4-5-24-1,0 4 8-15,3 0-15 0,-8 2-2 16,-4 0-2-16,-9 2 0 16,-8-1 1-16,-6 0-2 15,0 2-11-15,-8-1-33 16,-6 1-113-16,-3-1-37 15,-3-3-25-15,0 0-28 16,-12-2-234-16</inkml:trace>
  <inkml:trace contextRef="#ctx0" brushRef="#br0" timeOffset="34322.31">14388 6552 559 0,'0'0'166'0,"0"0"-80"0,0 0 92 15,0 0-39-15,0 0-77 16,0 0-19-16,-2 7-11 16,12 22 149-1,6 8-38-15,-6 5-71 0,0 2-5 16,-5 4-28-16,-2-3-20 16,-3 1-19-16,0-4 6 15,0-2-12-15,8-3-30 16,6-6-291-1,6-9-271-15</inkml:trace>
  <inkml:trace contextRef="#ctx0" brushRef="#br0" timeOffset="36495.37">15851 6194 467 0,'0'0'27'0,"0"0"18"0,0 0 127 0,0 0-57 0,0 0-42 0,0 0 24 0,0 0-19 16,15-52-22-16,-15 52-13 15,0 0-23-15,5 6-2 16,2 17-5-16,1 4 71 16,-1 7-22-16,1 5-26 15,-1 1 8-15,0 3-17 16,0-4-18 0,-1-4 7-16,-2-9-13 15,1-7-2-15,-1-6 0 16,-1-2 2-16,-2-7-4 0,-1-2 1 15,2-2-14-15,-1 0-61 16,1 0-48-16,-1 0 13 0,1-10-5 16,-1-6-107-16,2-4-62 15,-1-1-109-15</inkml:trace>
  <inkml:trace contextRef="#ctx0" brushRef="#br0" timeOffset="37378.75">16084 6303 32 0,'0'0'21'0,"0"0"-21"0,0 0 2 0,0 0 6 16,0 0 3-16,0 0 1 15,0 1 10-15,0-1 3 16,0 0-13-16,0 0-6 15,0 0 5-15,0 0-9 16,0 0 9-16,0 0-6 16,0 0 2-16,0 0 6 15,0 0-7-15,0 0-4 16,0 0 3-16,0 0-3 16,0 0 2-16,0 0-4 0,0 0 0 15,0 0 0 1,0 0 0-16,0 0 0 0,0 0-1 15,0 0 1 1,0 0 0-16,0 0 0 0,0 0 0 16,0 0 0-1,0 0 0-15,0 2 0 16,0-2 0-16,0 1 0 0,0 1 0 16,0-2 0-16,0 1 1 15,0-1-3-15,0 0 2 16,0 1-3-16,0 1 0 15,0-1-2-15,0 1-2 16,0-2-7-16,0 0-9 16,0 1-38-16</inkml:trace>
  <inkml:trace contextRef="#ctx0" brushRef="#br0" timeOffset="44996.93">15862 6169 515 0,'0'0'6'0,"0"0"1"0,0 0 77 0,0 0-20 16,0 0-9-16,0 0-4 0,0 0 11 15,-3-10 22-15,3 7 2 16,0 3-11-16,0 0 5 16,0 0-14-16,0-3-12 15,0 3 3-15,0 0-26 16,0 0-8-16,3 0-6 16,0 0-1-16,-2 0 2 15,-1 0-8-15,0 0-1 16,0 3 4-16,-13 14-11 15,-16 7 13-15,-6 7 3 16,-8 0-2-16,-1 2 6 16,1-2-10-16,6-3 2 15,5-4 2-15,11-6-16 0,10-5 5 16,11-3-5 0,0-3-7-16,16-4 5 0,23-3 2 15,16 0 10-15,12 0-1 16,5-10-6-16,5-2-1 15,-2 5-2-15,-1-4 0 16,-5 2-1-16,-9 1-1 16,-11 0-3-16,-9 1-58 15,-9 1-118-15,-9-2-89 16,-8-1-195-16</inkml:trace>
  <inkml:trace contextRef="#ctx0" brushRef="#br0" timeOffset="45463.45">16466 6106 760 0,'0'0'141'0,"0"0"-87"0,0 0 94 0,0 0-32 0,0 0-82 0,0 0-26 15,-24 0-1-15,5 12 8 16,-2 2 7-16,0-1 14 16,8-2-5-16,2 0-22 0,5-2 9 15,5 1-13-15,1 1-3 16,0 3 4-16,6 3-2 15,16-1 11-15,5 1-6 16,4 1 5-16,2 1-9 16,-2 3-3-16,-5-2 1 15,-8 3-3-15,-7-5 3 16,-6 0 3-16,-5-4-4 16,0 1 6-16,-10-1 3 0,-13-3 2 15,-5 2-5 1,1-7-8-16,3-1-2 0,8-5-1 15,4 0-80 1,7-8-88-16,5-14-110 0,0-9-251 16</inkml:trace>
  <inkml:trace contextRef="#ctx0" brushRef="#br0" timeOffset="45638.75">16577 6092 1026 0,'0'0'37'16,"0"0"13"-16,0 0 49 16,0 0-39-16,117-17-42 15,-75 17-17-15,0 0-1 16,-6 0-2-16,-5 7-119 0,-3-3-197 16</inkml:trace>
  <inkml:trace contextRef="#ctx0" brushRef="#br0" timeOffset="45850.59">16958 6298 565 0,'0'0'443'15,"0"0"-433"-15,0 0 69 0,0 0-24 16,103-7-49-1,-68 1-6-15,-1 3-4 0,-7-4-179 16,-2-1-206-16</inkml:trace>
  <inkml:trace contextRef="#ctx0" brushRef="#br0" timeOffset="46196.9">17646 5978 1046 0,'0'0'20'0,"0"0"60"0,0 0 62 16,0 0-90-16,0 0-23 16,0 0 97-16,-24 39-37 15,-1-14-22-15,-8 3-20 16,-6 0-29-16,-3 2 5 15,4 1-16-15,4-5-3 16,7-1-4-16,10-5 2 16,10-5-2-16,7-3 0 15,0-2-1-15,21-5 0 16,17-2 1-16,12-3 0 16,8 0-2-16,2 0-4 15,-1 0-18-15,-7-8-39 16,-8-2-50-16,-8-3-60 0,-8-1-87 15,-10-5-106-15,-9-1-377 16</inkml:trace>
  <inkml:trace contextRef="#ctx0" brushRef="#br0" timeOffset="46433.51">17700 5978 818 0,'0'0'139'0,"0"0"1"15,0 0 35-15,0 0-99 16,0 0-61-16,0 0 30 16,-2 67 87-16,10-30-62 15,-2 3-20-15,-2-1-21 0,-2 4-21 16,-2-2-8-16,0-1 4 16,2-7-10-16,3-3 5 15,3-6-60-15,5-5-162 16,7-7-115-16,0-11-178 15</inkml:trace>
  <inkml:trace contextRef="#ctx0" brushRef="#br0" timeOffset="46774.24">18042 6000 932 0,'0'0'30'16,"0"0"75"-16,0 0 17 16,0 0-34-16,109-12-49 15,-71 12 7-15,0-2 13 16,-9 2-21-16,-5 0-10 16,-10 0-13-16,-7 2-1 15,-4 13-4-15,-3 4 0 16,0 9 13-16,0 6 26 15,0 1 3-15,-7 5-7 16,-1-2-24-16,-1 1-16 16,4-2 0-16,3-6-4 0,-1-4-1 15,0-5-5 1,1-8 1-16,2-2-71 0,-1-6-182 16,1-6-44-1,0 0-80-15</inkml:trace>
  <inkml:trace contextRef="#ctx0" brushRef="#br0" timeOffset="46961.25">18191 6222 765 0,'0'0'241'16,"0"0"-149"-16,0 0 22 16,84-26-55-16,-35 22-44 15,-3 3-12-15,-3-1-6 0,-7 1 2 16,-12 1-70-16,-8 0-138 15,-10 0-50 1,-6 0-333-16</inkml:trace>
  <inkml:trace contextRef="#ctx0" brushRef="#br0" timeOffset="47373.37">16089 6794 1078 0,'0'0'35'16,"0"0"-35"-16,0 0 219 16,0 0-128-16,0 0-77 15,0 0 23-15,85-34 12 16,10 24-29-16,20 1 5 15,18-1 2 1,22 0-12-16,21 0 14 0,20-1-10 31,14-3-19-31,2 1-3 16,-8 0 2-16,-16 0 0 16,-24 2 1-16,-30-2 4 0,-35 1-1 15,-38 0-3-15,-31 2-1 0,-20 3 1 0,-10 0 9 16,0 1-9-16,-20 5-11 15,-13 1-38-15,-9 0-72 16,-7 7-41-16,-2 9-36 16,-6 2-152-16</inkml:trace>
  <inkml:trace contextRef="#ctx0" brushRef="#br0" timeOffset="47836">16950 7059 785 0,'0'0'47'0,"0"0"113"0,0 0 84 0,0 0-128 0,0 0-62 16,0 0-8-16,3-9-19 16,-17 30-12-16,-10 8 54 15,-10 5 11-15,-3 1-49 16,-5 1-3-16,-3 1-12 0,5-2-9 15,5-1-2 1,8-4-5-16,8-5 3 0,12-6-6 16,7-3 3-16,0-2-2 15,15-5-2-15,23-2 4 16,12-6 5-16,9-1-5 16,7 0-7-16,2 0-11 15,-6-7-21-15,-5-3-33 16,-10 2 7-16,-12 0-45 15,-9-1-6-15,-10 0-39 16,-11 2-43-16,-5-4-82 16</inkml:trace>
  <inkml:trace contextRef="#ctx0" brushRef="#br0" timeOffset="48100.55">16991 7116 1026 0,'0'0'9'16,"0"0"200"-16,0 0-134 15,0 0-57-15,0 0 85 16,17 90-18-16,-4-44-14 16,-2 6-17-16,-4 5-35 15,3 7-18-15,-7-3-2 16,-1-4-1-1,-2-4-1-15,0-11-51 0,0-8-162 0,3-10-42 16,4-12-144-16</inkml:trace>
  <inkml:trace contextRef="#ctx0" brushRef="#br0" timeOffset="48528.09">17590 7116 982 0,'0'0'83'16,"0"0"1"-16,0 0 113 16,0 0-99-16,0 0-35 15,0 0-4-15,10-57-10 16,-23 57-26-16,-10 0-18 15,-3 1 16-15,0 13-11 16,-1 5 5-16,9-1-3 16,5 5 0-16,4-1-1 15,6-1-2-15,3 1-5 16,0 1 0-16,13 1-2 16,8 2-1-1,6 1-1-15,0-2 1 0,3 1-1 16,-2-2 0-16,-4-1 0 0,-7-5-2 15,-6-1 2 1,-5-5 0-16,-6-3 0 0,0-1-1 16,0 0 1-16,-12-1 0 15,-9-3 1-15,2-2-1 16,-1-2-20-16,3 0-97 16,2-6-101-16,1-13-58 15,8-6-82-15</inkml:trace>
  <inkml:trace contextRef="#ctx0" brushRef="#br0" timeOffset="48711.54">17706 7150 1084 0,'0'0'101'0,"0"0"52"0,0 0 21 16,115-56-103-16,-66 48-44 15,5 0-19-15,-4-1-6 16,-2 0-2-16,-3-6-65 15,-3-5-146-15,-2-5-135 16,0-8-176-16</inkml:trace>
  <inkml:trace contextRef="#ctx0" brushRef="#br0" timeOffset="49314.2">15444 5677 426 0,'0'0'140'0,"0"0"-104"0,0 0 127 0,0 0 1 0,0 0-78 15,0 0 33 1,9-66-8-16,-12 77-70 0,-16 20-40 15,-7 16 23-15,-8 23 43 16,-2 12 32 0,0 11-31-16,2 15-36 15,7 10-13-15,12 2-13 16,15-5-5-16,27-10-2 16,34-19-1-16,24-17-10 15,20-16-48-15,20-13-88 16,14-15-61-16,18-11 32 0,14-10 68 15,10-4-399-15</inkml:trace>
  <inkml:trace contextRef="#ctx0" brushRef="#br0" timeOffset="49810.95">18477 5663 642 0,'0'0'88'0,"0"0"21"0,0 0 104 0,0 0-58 15,0 0-24-15,0 0-64 16,-19-33-8-16,28 33-8 15,19 4 2-15,14 15 34 16,18 7-23-16,2 10-30 16,2 13-18-16,-2 12-7 15,-17 8 6-15,-10 3-13 16,-18 0-1 0,-17-1-2-16,-6-8 1 15,-26-5-2-15,-14-9 1 0,-5-10-4 16,-4-6-1-16,5-7-112 0,5-12-154 15,10-12-148-15</inkml:trace>
  <inkml:trace contextRef="#ctx0" brushRef="#br0" timeOffset="50192.09">18940 5386 849 0,'0'0'119'0,"0"0"-58"0,0 0 95 16,0 0-63-16,0 0-36 16,0 0-29-16,95-31 7 15,-72 41 11 1,-5 3-25-16,-4 5-1 0,-3 2-6 15,-6-1-6-15,-5 5 11 16,0-2-4-16,-3-1-4 16,-10-1 17-16,-1-6-11 15,6-2-3-15,2-3 0 0,6-5-3 16,0 2 0-16,6-3 5 16,25 0 7-16,15 2 10 15,17-5-29-15,7 0-4 16,9 0-6-1,4-6-189-15,5-12-312 0</inkml:trace>
  <inkml:trace contextRef="#ctx0" brushRef="#br0" timeOffset="50832.68">21409 6372 826 0,'0'0'87'0,"0"0"1"0,0 0 78 0,0 0-74 16,0 0-50-16,0 0 4 16,44 0 5-16,6 0 40 15,10-8-62-15,7 0 2 16,3-2-5-16,-6 2-23 16,-5 4-3-16,-9 0-1 15,-14 2-69-15,-14-2-157 16,-16-2-131-16,-6-3-346 15</inkml:trace>
  <inkml:trace contextRef="#ctx0" brushRef="#br0" timeOffset="51026.21">21701 6179 1202 0,'0'0'58'15,"0"0"-46"-15,0 0 80 16,0 0 90-16,15 92-88 15,3-57-31-15,0 1-38 16,3 1-16-16,-2 0-7 16,1 1 1-16,2-6-3 15,2 4-36-15,7-6-192 16,-1-8-208-16</inkml:trace>
  <inkml:trace contextRef="#ctx0" brushRef="#br0" timeOffset="52209.09">23167 5284 604 0,'0'0'356'0,"0"0"-290"0,0 0 124 0,0 0-68 15,0 0-80-15,0 0-27 16,1 75 96-16,-1-27-30 15,0-1-26-15,0 1-7 16,0 0-31-16,0-5-12 16,0-2-5-16,0-11 2 15,0-5-6-15,3-11 4 16,6-2-5-16,-2-7-58 16,4-5-95-16,5 0-4 15,1-17-59-15,5-8-123 16,2-13-338-16</inkml:trace>
  <inkml:trace contextRef="#ctx0" brushRef="#br0" timeOffset="52539.1">23565 5223 957 0,'0'0'10'0,"0"0"148"15,0 0-63-15,0 0-65 16,-88 2-3-16,70 18 6 15,2-1 24-15,-1 3-16 16,7-2 16-16,4 0-25 0,3-4-16 16,3 2 6-16,0 4-2 15,9-1-13-15,15 4 12 16,7 0-7 0,9 3-4-16,8-2-4 15,1 1-3-15,-4 0 5 16,-5 0-6-16,-10-2 2 15,-5-4 4-15,-12-7-1 16,-9-3 7-16,-4-4-5 0,-15 0 5 16,-16 1 21-16,-11-3-19 15,-3 0-9-15,3-4-5 16,8-1-2-16,7 0 0 16,8 0-62-16,8-10-103 15,8-12-18-15,3-4-92 0,5-16-116 16</inkml:trace>
  <inkml:trace contextRef="#ctx0" brushRef="#br0" timeOffset="52732.08">23728 5251 1125 0,'0'0'18'0,"0"0"164"15,0 0-99-15,0 0-57 16,117-23 17-16,-69 23-27 15,-2 0-12-15,0 3-4 16,-4 5-5-16,1 0-80 0,-2 4-133 16,-4-2-128-16,-4-1-239 15</inkml:trace>
  <inkml:trace contextRef="#ctx0" brushRef="#br0" timeOffset="52995.09">24368 5592 1364 0,'0'0'1'0,"0"0"195"16,0 0-123-16,0 0-71 15,94-19-2-15,-38 19-8 0,-5 0 8 16,-5 0-3-16,-3-3 0 15,-2-2-56 1,-1-5-98-16,3-3-62 0,2-1-93 16,3-7-329-16</inkml:trace>
  <inkml:trace contextRef="#ctx0" brushRef="#br0" timeOffset="53256.02">25345 5232 1229 0,'0'0'21'16,"0"0"38"-16,0 0-10 0,0 0 6 15,0 0 47-15,-17 110-76 16,32-70 33-16,0 1-36 16,-2-3-17-16,0-1-4 15,-6-7 0-15,-1-3-2 16,-2-4-5-16,2-6-67 15,2-3-145-15,2-9-136 16,-1-5-242-16</inkml:trace>
  <inkml:trace contextRef="#ctx0" brushRef="#br0" timeOffset="53633.51">25652 5211 1143 0,'0'0'13'0,"0"0"140"15,0 0-52-15,0 0-27 16,0 0-72-16,0 0 3 16,60-21-5-16,-42 35 1 15,-2-1 1-15,-5 4 8 16,-3-2-8-16,-2 2 4 16,-4 1-6-16,-2-5 2 15,0 1 2-15,-2 2-4 16,-12-4 18-16,-3 0 17 15,-1-3 0-15,3 0 5 16,2-2-13-16,8 1-20 16,5 4-3-16,0 1-4 0,12 5 0 15,17 2 6 1,14 4-6-16,2-2-1 0,-4 2-1 16,-6-3 4-16,-10-2-6 15,-11-6 4-15,-8 1 0 16,-6-3 1-16,-3 3 1 15,-27 0 0-15,-17 2 5 16,-18-1-1-16,-16 2 3 16,-1 0-9-16,-4-2-8 15,-3 1 5-15,-2-5-131 16,-16-2-136-16,-9-6-47 16,-14-3-293-16</inkml:trace>
  <inkml:trace contextRef="#ctx0" brushRef="#br0" timeOffset="54023.49">23105 5019 786 0,'0'0'14'0,"0"0"49"0,-97-35 64 0,55 32-79 0,-5 3 10 15,2 0-9-15,3 0 36 16,13 7-39-16,7 3-10 16,0 12-6-16,3 11-7 15,-1 18 21-15,-1 11 17 16,5 8 0-16,-2 7 5 15,11 7-38-15,3 3 8 16,4-1-19-16,10 4-14 16,24 3 0-16,18-1-3 15,12-6-2-15,14-10 1 16,16-13-59-16,10-14-135 16,7-20-112-16,1-14-357 15</inkml:trace>
  <inkml:trace contextRef="#ctx0" brushRef="#br0" timeOffset="54495.52">26259 4823 38 0,'0'0'899'0,"0"0"-890"0,0 0 118 0,0 0-27 0,0 0-57 15,0 0-37-15,0 15 24 16,23 14 68-16,12 8 12 16,7 10-13-16,2 11-25 0,0 7-10 15,-6 7-35 1,-10 5-14-16,-13 0 2 0,-15-2-11 15,0-9-3-15,-26-5-1 16,-14-12 0-16,-8-11-3 16,-5-7 0-16,2-9-97 15,8-7-162-15,10-12-129 16</inkml:trace>
  <inkml:trace contextRef="#ctx0" brushRef="#br0" timeOffset="54872.38">26604 4578 1005 0,'0'0'14'15,"0"0"12"-15,0 0 81 16,89-25-35-16,-69 25-43 15,-1 10-12-15,-5 6 0 16,-4 3 21-16,-4 5-11 16,-3 2-12-16,-3 2 27 15,0 0 20-15,0-4-29 16,0 1-11-16,0-7-12 16,-1-1 5-16,1-4-4 15,0-7-4-15,0 3 5 0,3-3-5 16,16 0 14-16,14 0 29 15,18-4-34-15,14 3-8 16,5-4-8-16,2 1-1 16,-6-2 0-16,-8 0-17 15,-9 0-134-15,-10 3-99 16,-16 1-165-16</inkml:trace>
  <inkml:trace contextRef="#ctx0" brushRef="#br0" timeOffset="55351.45">23115 6388 912 0,'0'0'0'0,"0"0"14"0,0 0-14 0,0 0 162 16,0 0-151-16,0 0 45 16,-7 21 90-16,61-33-69 0,12-3 16 15,19 0 5 1,22-2-37-16,29 1-8 0,25-1-9 15,26 3-11 1,24 0-15-16,23-2-5 0,16-3-12 16,11-3-1-16,0 0-4 15,-11-2 2-15,-12-1-2 16,-29-1-5-16,-26 1-12 16,-34-1 12-16,-34-1-8 15,-34 4 11-15,-23 2 6 16,-18 4 0-16,-16 5-1 15,-7 6 0-15,-11 6-49 16,-6 0-62-16,-6 0-65 16,-23 13-18-16,-16 5-28 0,-16 0-269 15</inkml:trace>
  <inkml:trace contextRef="#ctx0" brushRef="#br0" timeOffset="55780.04">24782 6659 638 0,'0'0'65'0,"0"0"-33"0,0 0 137 0,0 0-114 0,0 0 32 15,0 0 23-15,11-42-1 16,-11 42 3-16,0 0-12 16,0 0-49-16,0 5-15 15,0 17-18-15,0 12 32 16,0 5 1-16,0 1-33 15,-3 1 21-15,-2 3-32 16,2-4 0-16,2-4-4 0,-1-3-1 16,1-10-3-16,1-6 1 15,0-6-6-15,0-6-16 16,0-5-145 0,4 0-99-16,17-14-8 0,9-14-220 15</inkml:trace>
  <inkml:trace contextRef="#ctx0" brushRef="#br0" timeOffset="56182.85">25219 6584 555 0,'0'0'589'0,"0"0"-588"16,0 0 211-16,0 0-109 0,0 0-72 15,0 0-21 1,-28-18-3-16,3 34 19 0,-5 3 38 15,0 2 5-15,3-1-24 16,12-1-26-16,0 4 6 16,9-3-12-1,6 1-10-15,0 1 6 0,12 1-6 16,12-1 3-16,9 4 1 16,-2-2-6-16,6-1 2 15,-2 2-3-15,-7-4 1 16,-5-3 1-16,-7 1-2 15,-5-6 0-15,-8-2 0 16,0-5 3-16,-3-2 1 16,0-1 3-16,-11 3 3 0,-11-3 7 15,-4 0-17-15,1-3 0 16,6 0-1-16,3 0-28 16,5-3-50-16,5-14-109 15,6-11-67-15,0-8-44 16,9-8-290-16</inkml:trace>
  <inkml:trace contextRef="#ctx0" brushRef="#br0" timeOffset="56355.07">25476 6557 1119 0,'0'0'27'16,"0"0"125"-16,127-46-32 15,-66 38-96-15,-1 2-8 0,-5 0-16 16,-8 0-8-16,-11-2-94 15,-4-2-204-15,-6-4-468 16</inkml:trace>
  <inkml:trace contextRef="#ctx0" brushRef="#br0" timeOffset="58513.39">12474 12320 207 0,'481'121'0'0,"9"-4"-7"16,14-3 7-16,9-8 2 16,7-6 20-16,9-13 28 0,-4-8-3 15,8-9-20-15,-11-9-24 16,-4-9-2-16,-15-14-1 16,-32-6-18-16</inkml:trace>
  <inkml:trace contextRef="#ctx0" brushRef="#br0" timeOffset="-131764.58">4007 12320 759 0,'0'0'44'0,"0"0"-28"0,0 0 112 0,0 0 10 16,0 0-58-16,0 0-11 0,0 0-20 16,11-27-15-16,-7 7 10 15,-1-2-14-15,-3-5 1 16,0-1 17-16,-2 0-14 16,-14 0-10-16,-6 0-8 15,-4 6 3-15,-8 4-2 16,-2 8-12-16,-7 10 2 15,-6 6 10-15,-5 26-10 0,-6 15 0 16,5 10-7 0,4 8 0-16,8 2 7 0,13-1-6 15,11-7-1-15,11-2 0 16,8-15-1-16,3-6 0 16,21-14-4-16,9-9 3 15,9-11-2-15,10-2 3 16,3-24 0-16,6-14-2 15,-1-14-27-15,-6-9 11 16,1-10-13-16,-6-13-27 16,-4-17-19-16,6-18-35 15,-2-17-23-15,5-11 5 16,-4 1 2-16,-9 14 34 16,-13 24 24-16,-12 26 71 15,-11 28 6-15,-5 19 54 16,0 18 24-16,0 14 73 15,-2 3-88-15,-8 30-41 0,-5 21-24 16,-3 18 41 0,0 15 32-16,2 16-19 0,-1 19 10 15,-2 12-27-15,1 7 13 16,3-7-29-16,6-11-25 16,6-16 0-16,3-21-2 15,6-18 1-15,19-16-3 16,5-18 0-16,6-13-2 15,6-18-37-15,4-3-65 16,5-29 45-16,4-18-64 0,-1-10-33 16,-3-19-18-1,-2-16-124-15</inkml:trace>
  <inkml:trace contextRef="#ctx0" brushRef="#br0" timeOffset="-131250.93">4904 11483 688 0,'0'0'113'0,"0"0"-49"0,0 0 110 0,0 0-76 0,0 0-34 16,0 0 21-16,-85-21-57 15,65 60-14-15,-4 21 36 16,-1 16 6-16,0 13 6 16,-5 17-4-16,3 11 5 15,-9 10-16-15,5 9-20 16,5 6-9-16,-1 4-2 0,7 7-16 15,2 8 2 1,4 3 0-16,2-2-1 0,2-12-2 16,1-13-1-16,0-15 2 15,4-16 0-15,1-15 0 16,4-21-3-16,0-15 2 16,2-20-31-16,14-19-36 15,3-16-43-15,4-21 17 16,10-31 30-16,1-17 5 15,-3-15 51-15,-2-9 6 16,-7-2 4-16,-13 3 2 16,-9 12 15-16,-9 14 39 0,-28 10 60 15,-20 10-12-15,-6 6-34 16,-13 7-27-16,-6 4-13 16,3 3-11-16,9 0-3 15,13-2-15-15,17-5 5 16,19-6-8-16,21-11-3 15,5-10-3-15,45-3-41 16,24 2-58-16,21 3-85 16,6 7-35-16,2 8-52 15,0 6-102-15</inkml:trace>
  <inkml:trace contextRef="#ctx0" brushRef="#br0" timeOffset="-131049.52">5587 12305 1389 0,'0'0'7'0,"0"0"-7"0,0 0 54 0,0 0-51 15,0 0-6-15,0 0 3 16,91 0-21-16,-64 0-130 15,-6 7-104-15,-11 1-75 16</inkml:trace>
  <inkml:trace contextRef="#ctx0" brushRef="#br0" timeOffset="-130920.8">5663 12484 961 0,'0'0'75'0,"0"0"-32"15,0 0 89-15,0 0-87 16,94-12-22-16,-25-6-23 15,20-2-1-15,14-3-86 16,9-5-241-16</inkml:trace>
  <inkml:trace contextRef="#ctx0" brushRef="#br0" timeOffset="-130032.86">8307 11435 489 0,'0'0'330'0,"0"0"-317"0,0 0 99 0,0 0 7 16,0 0-104-16,-96 36 31 16,53 23 17-16,-8 25 25 15,-4 13-50-15,4 13 62 16,-2 9-36-16,3 7-41 16,6 2-10-1,11-8-7-15,16-20-3 0,16-20-3 16,1-22-9-16,24-20 2 15,17-14-22-15,18-16-94 16,8-8-68-16,6-15-56 0,1-21-106 16</inkml:trace>
  <inkml:trace contextRef="#ctx0" brushRef="#br0" timeOffset="-129674.36">8399 12058 955 0,'0'0'2'0,"0"0"57"16,0 0 62-16,0 0-29 16,0 0-72-16,0 0-15 0,47-67 3 15,-3 73-8 1,-5 18 4-16,-5 13 2 0,-8 11-2 16,-10 3 6-16,-9 0-10 15,-7-3 2-15,0-8-1 16,-10-6 0-16,-5-8-1 15,2-11 1-15,5-8 0 16,7-6 8-16,1-1-9 16,0-17 13-16,0-17 20 15,18-15-33-15,11-9-2 16,6-5-3-16,2-2 5 16,-4 1-5-16,0 11 3 15,-6 14-15-15,-7 14 1 16,-3 16-36-16,-2 9-50 15,-2 0-68-15,-2 25-16 0,2 5-106 16</inkml:trace>
  <inkml:trace contextRef="#ctx0" brushRef="#br0" timeOffset="-129264.35">9021 12083 765 0,'0'0'58'0,"0"0"52"16,0 0 6-16,0 0-52 16,0 0-5-16,-98 21-39 15,71 8 19-15,8 2 3 0,5-2-28 16,4-1-1 0,7-3-13-16,3-5 0 0,0-3-2 15,19-7 2-15,5-6-1 16,9-4 1-16,4-4 0 15,1-14 0 1,-1-10 0-16,-3-5-21 0,-11-4 15 16,-6-9 0-16,-9-1 2 15,-7 2 3-15,-1 4 1 16,0 12 4-16,-9 9-4 16,-11 12 0-16,0 8 4 15,-4 2-4-15,-3 21-3 16,7 8 1-16,6 7 1 0,8 5-2 15,6-3-10 1,0 0-43-16,3-4-104 0,14-6-52 16,3-10-190-16</inkml:trace>
  <inkml:trace contextRef="#ctx0" brushRef="#br0" timeOffset="-128721.06">9415 12053 718 0,'0'0'88'0,"0"0"22"16,0 0 25-16,0 0-46 16,0 0-64-16,0 0-24 15,-61 43 4-15,48-12 2 16,7-3-7-16,4-1 0 0,2-6-4 16,0-4 4-16,0-9-1 15,12-3-2-15,6-5-7 16,3 0-10-16,3-12 0 15,1-7-18-15,4-4 16 16,-6-3-24 0,0 4 23-16,-10 6 12 0,-7 9 11 15,-3 7 12-15,-3 0-9 16,0 17 1-16,0 16 15 16,0 8 49-16,-3 3-24 15,3-4-19-15,0-7-7 16,18-2 5-16,6-10-23 15,1-8 2-15,8-9 3 0,4-4 1 16,2-4-1-16,7-19 14 16,-5-8-15-16,-10-7 7 15,-3-5-11-15,-11-9 0 16,-4-2 11-16,-7-2-10 16,-4 7 4-16,-2 15 8 15,0 15-2-15,0 9 26 16,-2 10 14-16,-10 4-33 15,-1 21-18-15,-4 8-3 16,6 4 1-16,6-5 1 16,5-1-5-16,0-1 4 15,0-4-20-15,9 0-87 0,3-6-25 16,3-6-44-16,7-6-15 16,5-7 84-16,10-1-249 15</inkml:trace>
  <inkml:trace contextRef="#ctx0" brushRef="#br0" timeOffset="-128334.74">10194 12012 780 0,'0'0'21'0,"0"0"131"0,0 0-48 0,0 0-31 0,0 0-1 15,0 0-18-15,-85-69-49 16,70 84-2-16,0 3 19 0,5 6-22 15,5 0 5 1,5 4-1-16,0 2-3 0,5 2 4 16,11 1-5-1,5-1 0-15,0 1-1 0,-3-4 1 16,7 1 0 0,-7-4 0-16,-6-3 0 0,-2 3-2 15,-10-8 2-15,0-1 0 16,-16-5 9-16,-15-2-4 15,-13-4 58-15,-9-6 31 16,-4 0-32-16,3 0-2 16,6-8-40-16,7-8-15 15,18-4 3-15,15-1-8 0,8-1-12 16,17 2-72-16,27 1-111 16,9 2-1-16,4 4-98 15,0 1-310-15</inkml:trace>
  <inkml:trace contextRef="#ctx0" brushRef="#br0" timeOffset="-128140.83">10481 12202 107 0,'0'0'859'0,"0"0"-805"16,0 0 149-16,0 0-57 16,0 0-35-16,0 0-82 15,85 0-12-15,-35-3-7 16,8 3-10-16,6 0 0 15,-4 0-22-15,0 0-203 0,-3-2-110 16,-1-8-364 0</inkml:trace>
  <inkml:trace contextRef="#ctx0" brushRef="#br0" timeOffset="-127934.77">11268 11878 976 0,'0'0'19'16,"0"0"114"-16,0 0-55 16,0 0 30-16,0 0 52 15,-3 98-92-15,3-58-43 0,0 6 4 16,0 2-5-16,0-1-24 16,0-1 0-16,0-5-8 15,0-4-6-15,0-10-49 16,6-10-115-16,-1-9-48 15,8-8-147-15</inkml:trace>
  <inkml:trace contextRef="#ctx0" brushRef="#br0" timeOffset="-127674.77">11662 11557 965 0,'0'0'45'0,"0"0"24"16,0 0-1-16,0 0 70 15,76 115-66-15,-49-50-29 16,-2 12 5-16,-5 9 27 16,-7 5-51-16,-13 0-19 15,-3-5-5-15,-27-1 0 16,-10-8-6-16,-8-6-1 15,-5-7-80-15,-4-6-179 16,2-10-168-16</inkml:trace>
  <inkml:trace contextRef="#ctx0" brushRef="#br0" timeOffset="-126346.63">12117 12309 736 0,'0'0'15'0,"0"0"57"0,0 0 18 0,0 0-11 15,0 0-30-15,0 0-33 16,-7-18-16-16,-5 27 0 16,-5 5-3-16,4-3 6 15,1-3-6-15,6-4 0 16,3-1-16-16,3-3-11 16,0 0-8-16,0 0 8 15,0-10 8-15,6-5-13 0,6-4 34 16,0 4 1-16,-3 2 0 15,1 6 19-15,-8 4 25 16,2 3-3-16,-1 0-15 16,3 13-9-16,0 5 1 15,4 5-18-15,-2 1 3 16,-8 5-8-16,0 5-17 16,0 0-260-16</inkml:trace>
  <inkml:trace contextRef="#ctx0" brushRef="#br0" timeOffset="-125883.7">9757 13181 853 0,'0'0'0'0,"0"0"43"0,-84 26 20 0,47 11 5 15,-5 13-15-15,5 8 11 16,4 6-37-16,0 4 28 16,4 0-19-16,3-4 5 15,11-3-41-15,9-7 2 16,6-6-5-16,0-7 3 15,21-12-5-15,18-9-14 0,7-17-129 16,12-3 6 0,8-24 2-16,4-10-89 15,0-9-77-15</inkml:trace>
  <inkml:trace contextRef="#ctx0" brushRef="#br0" timeOffset="-124749.81">10042 13521 659 0,'0'0'88'0,"0"0"21"15,0 0 19-15,0 0-63 16,0 0-34-16,0 0-12 16,-93 56-2-16,65-17 35 15,0 3-22-15,4 0 10 0,6-2-12 16,6-7-17 0,8-4-7-16,4-9-4 15,0-8-3-15,14-9 0 16,10-3 3-16,12-11 0 0,4-15 0 15,6-6-4 1,-2-5-1-16,-2 3-31 16,-4 1-16-16,-12 4 2 0,-5 9 19 15,-14 9 26-15,-5 9 5 16,-2 2 27-16,-5 0 19 16,-16 12-44-16,2 8 4 15,-3 7 3-15,3-2-3 16,9 0-6-16,9 0 2 0,1-4-1 15,0-5-1-15,10-3-1 16,8-8 1-16,3-5 0 16,7 0 0-16,0-13-3 15,2-8 3-15,-4-2-11 16,-2-2 6-16,-8 2-1 16,-10-1 6-16,-6-3 0 15,0 0 1-15,-12-3-1 16,-10 1 0-16,-7-1-1 15,1 0-1-15,1-1 2 16,2 0 0-16,10-2-4 16,3-1 4-16,11-1-7 15,1 1-5-15,8 1-8 16,15 0 7-16,8 3-18 0,6 0-43 16,1 6 15-16,-1 5 45 15,0 6 8-15,2 10 6 16,-2 3 0-16,-4 8-1 15,-6 18 1-15,-10 12 0 16,-10 6 15-16,-7 11 23 16,0 2 24-16,-6 3-21 15,-11 2 4-15,3-2-1 16,0-1-38-16,8-9-3 16,6-6 8-16,0-5-11 15,0-11 0-15,6-5 0 16,9-10 0-16,3-8 1 15,7-5-1-15,8-5 0 0,11-16 13 16,3-8-13-16,1-4-1 16,-2-4-1-16,-10-1 2 15,-3-1-3-15,-12 0 0 16,-11 8 0-16,-7 8 3 16,-3 7 0-16,0 8 15 15,0 8 8-15,-7 0-4 16,-4 0-9-16,2 0-10 15,3 0-2-15,0 4-6 16,5 0 8-16,-2-1-3 16,0 0 2-16,1 2 1 15,-2-2 3-15,4-1-3 0,0-2 0 16,0 0 0 0,0 0 1-16,0 1-1 0,-3 0 4 15,0 2-2-15,0 0 12 16,0 3-14-16,-3 0 0 15,6 6 5-15,0 2-5 16,0-1 7-16,0 5 1 16,12 0-4-16,0-1 4 15,-2 3-8-15,-1 0 0 16,-4-2 2-16,-1-1-1 16,-4-3 3-16,0 0 3 15,0-2 3-15,-10-1 28 16,-2-4-28-16,-1-3-9 0,2 1 5 15,2-5-5 1,-3 0-2-16,5 0-34 0,4-16-102 16,3-4-73-16,0-3-75 15,13 1-271-15</inkml:trace>
  <inkml:trace contextRef="#ctx0" brushRef="#br0" timeOffset="-124576.77">11144 13534 860 0,'0'0'136'15,"0"0"13"-15,0 0 31 0,0 0-90 0,0 0-63 0,0 0-27 16,60-37-5-16,-26 30-2 0,10 0-15 16,0-4-82-16,9 5-18 15,-4-7-182-15,-6 0-257 16</inkml:trace>
  <inkml:trace contextRef="#ctx0" brushRef="#br0" timeOffset="-124321.48">11759 13218 252 0,'0'0'998'0,"0"0"-990"16,0 0 111-16,0 0-77 15,0 0-8-15,0 0-3 0,-6 75 45 16,15-29-30-16,-6 4-46 16,-3 1 1-16,0 0-7 15,0-3 0-15,0-5-33 16,0-9-176-16,0-9-90 16,2-13-332-16</inkml:trace>
  <inkml:trace contextRef="#ctx0" brushRef="#br0" timeOffset="-124086.71">12081 12987 844 0,'0'0'337'0,"0"0"-316"16,0 0 29-16,90 72 92 15,-38-21-30-15,6 10-25 16,-1 9-31-16,-11 11-17 16,-14 11-12-16,-26 9-25 15,-20 12-4-15,-47 10 2 32,-30 4-62-32,-18 4-111 0,-13-3-40 15,-10-7-124-15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6:07:40.61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4529 4199 656 0,'0'0'165'0,"0"0"-152"0,0 0 121 0,-33-83 17 16,21 74-72-16,-10 3-10 15,-2 3 20-15,-6 3-35 16,-10 3-19-16,-3 19-14 16,1 11 7-16,0 10-5 15,-4 12 10-15,4 10-9 16,8 4 12-16,7 3-15 15,11-1-8-15,11-2 0 16,5-10-3-16,12-5-10 16,22-10-2-16,14-6 2 15,15-15 3-15,19-7-2 16,6-16 0-16,0-6-1 16,-6-20-2-16,-6-15 0 15,-12-3 2-15,-16-4 0 16,-14-10 2-16,-13-6-2 0,-16-10 0 15,-5-3 1-15,-23 6 0 16,-15 7-2-16,-9 16 0 16,-8 16 1-16,3 18-1 15,4 14 1-15,-1 3-3 16,7 26 3-16,3 8-1 16,4 9-3-16,9 3 2 15,4 2 2-15,7 2-4 16,9-2 2-16,6-2 0 15,3-5-2-15,24-9-2 16,16-8 0-16,6-9-7 16,17-12 6-16,13-6 1 15,4-8-31-15,1-17-18 0,-5-7-36 16,-9-8 8-16,-16 1 8 16,-14-4-7-16,-19 1 27 15,-7 4 46-15,-13 7 9 16,-1 12 2-16,0 10 19 15,-9 9 59-15,-2 0-20 16,-5 21-56-16,-2 10 5 16,0 5 15-16,8 1 2 15,1 2-10-15,6-6-1 16,3 0-11-16,0-8 5 16,10-6-7-16,8-9-2 15,5-6 4-15,2-4-3 16,8 0 3-16,1-13 1 0,-1-9-4 15,-2-10 1-15,-5-3-2 16,-6-4 0-16,-6 5-3 16,-8 5 3-16,0 11 0 15,-6 9 2-15,0 9 2 16,0 5-4-16,-6 21-4 16,0 14 4-16,-6 7 23 15,6 2-7-15,6-5 8 16,0-2-8-16,4-6-8 15,13-8-1-15,10-6-7 16,3-9 1-16,1-8 5 16,9-5-5-16,2-6 2 15,3-18 3-15,-3-9-2 0,-2-8-2 16,-9-6-2-16,-10-12-9 16,-3-10 8-16,-10-13-10 15,-8-9-21-15,0-7 17 16,-14 8-4-16,-2 15 16 15,1 29 5-15,7 25-2 16,1 21 34-16,1 7-13 16,0 33-16-16,1 19-5 15,5 12 29-15,0 1 10 16,8 1-9-16,11-2-10 16,-2 0-9-16,-3-5-11 15,3-7-3-15,-4-5-18 16,-7-13-117-16,2-16-89 15,-5-13-142-15</inkml:trace>
  <inkml:trace contextRef="#ctx0" brushRef="#br0" timeOffset="736.66">5338 4248 989 0,'0'0'25'0,"0"0"128"0,0 0-35 0,0 0-59 16,0 0-53-16,0 0 25 16,85 2 6-16,-30-2-24 15,11 0-13-15,1 0 0 16,3-6-105-16,3-4-266 16,5-5-503-16</inkml:trace>
  <inkml:trace contextRef="#ctx0" brushRef="#br0" timeOffset="1659.42">6821 4142 1040 0,'0'0'10'0,"-102"11"-6"0,56 17 162 0,0 10-76 0,7 9-40 16,9 3-12-16,8 1 8 16,10-3-17-16,12-3-20 15,0-5 3-15,12-9-4 16,18-8 2-16,14-7-6 15,10-12-3-15,13-4 10 16,2-4-10 0,-5-18 0-1,-9-6-1-15,-16-8 6 16,-24-5-6-16,-15-4 0 16,-9-5 0-16,-30 3 7 0,-16 9-7 15,-5 14 0-15,-1 14 0 0,3 10-1 0,12 13 1 16,6 22 0-16,11 9 1 15,11 5 3-15,9 2-4 16,9 1-2-16,3-8 1 16,22-7 1-16,13-7-3 0,8-12 2 15,17-10 1-15,11-8-3 16,7-8 2-16,4-24-91 16,-3-10-16-16,-9-13-8 15,-12-11-6-15,-13-13 41 16,-15-13 35-16,-18 2 5 15,-9 8 26-15,-6 21 15 16,-3 25 43-16,-15 22 82 16,-6 14 12-16,0 23-94 15,-1 29-21-15,4 18 47 16,6 23-22-16,6 17 14 16,9 23-14-16,0 19-16 15,0 23-22-15,0 11-9 0,0 1-2 16,-3-18-2-1,-10-24-11-15,-7-26-7 0,-1-22 15 16,-2-25 7-16,-2-23 2 16,0-23-2-16,3-18 0 15,-5-10 10-15,-3-37 2 16,2-24 1-16,1-26 9 16,12-24 3-16,15-20-6 15,3-11-15-15,34 6-2 16,17 13-4-16,15 23-4 15,11 20-3-15,13 16-37 16,14 16-140-16,16 9-13 0,12 5-300 16</inkml:trace>
  <inkml:trace contextRef="#ctx0" brushRef="#br0" timeOffset="2032.76">9223 3869 346 0,'0'0'725'0,"0"0"-720"0,0 0 113 0,0 0-76 15,-17 122 62-15,5-40-28 16,-4 12-24-16,4-4-27 16,-3-5-25-16,9-10 5 15,3-14-10-15,3-18 5 16,0-15-82-16,3-14-75 15,3-13-84 1,-6-1-150-16</inkml:trace>
  <inkml:trace contextRef="#ctx0" brushRef="#br0" timeOffset="2660.07">8756 4311 149 0,'0'0'936'15,"0"0"-932"-15,0 0 71 16,0 0-11-16,0 0-55 15,0 0-9-15,68 15 6 16,13-24-3-16,10-13 1 16,8-7-1-16,6-7-4 15,0-5 1-15,-5-8-97 16,-18-12-107-16,-24-6-26 16,-28-3-17-16,-24 12 247 15,-6 13 56-15,-27 20 188 16,-7 18-36-16,-5 9-74 15,0 35-57-15,2 26-13 0,7 19-1 16,12 8 4-16,16 5-28 16,2-5-3-16,2-8-16 15,16-9-17-15,6-8-3 16,1-20-1-16,-1-13 1 16,1-13 0-16,-2-17 0 15,5-2 0-15,5-25 6 16,4-17-5-16,-1-11-1 15,0 0-3-15,-5 6-8 16,-7 14 10-16,-12 13-9 16,-4 12 10-16,-5 8 0 15,-3 8-11-15,0 15 7 0,5 10 4 16,3 1 0-16,7-1 7 16,7-4-6-16,5-2-1 15,12-10 0-15,-2-10 0 16,5-7 2-16,-5 0-1 15,-4-22 0-15,-5-9 0 16,-14-9 2-16,-7-7-3 16,-7 2 1-16,0 7 2 15,-16 13 7-15,1 16-1 16,-6 9 17-16,2 21-11 16,2 17 1-16,7 12 9 15,10 1-10-15,0-4-9 16,28-2-1-16,12-6-5 0,17-8-10 15,22-4-86-15,20-10-113 16,14-8-293-16</inkml:trace>
  <inkml:trace contextRef="#ctx0" brushRef="#br0" timeOffset="3034.97">11898 3714 850 0,'0'0'131'0,"0"0"-40"0,0 0 23 0,-9 103 44 0,-2-28-14 0,1 14-55 16,3 3-18-16,5 8-33 16,2-3-14-16,0-7-24 15,0-11 2-15,8-14-2 0,3-16-8 16,-3-18-79-16,-4-15-97 15,-1-16-87-15,-3-4-74 16,-3-29-285-16</inkml:trace>
  <inkml:trace contextRef="#ctx0" brushRef="#br0" timeOffset="3436.5">11689 4134 776 0,'0'0'241'0,"0"0"-241"16,0 0 144-16,0 0-143 15,87-10 5-15,-7 14 1 16,11 0-4-16,9-2 0 0,-9 6-3 16,-11 1-1-1,-18 3-1-15,-25 4-1 0,-19 6 3 16,-18 1 0-16,-6 3 4 16,-24 2 66-16,-7 3 35 15,-2-4-1-15,9 3-40 16,9-4-21-16,17 3-24 15,4-3-14-15,24-3-4 16,21-5 4-16,14-5-4 16,14-10 0-16,0-3-1 15,-5 0 2-15,-13-16-2 16,-16-8 0-16,-19-4 1 16,-17-9 7-16,-3-6 0 15,-28-2 0-15,-14 7-2 16,-11 7-5-16,-6 9 1 0,4 12-2 15,7 7-3-15,11 3 0 16,12 3-8-16,11 15-87 16,14 2-91-16,8 0-68 15,19-3-160-15</inkml:trace>
  <inkml:trace contextRef="#ctx0" brushRef="#br0" timeOffset="3666.31">13005 3857 1256 0,'0'0'0'0,"0"0"155"0,0 0-53 0,0 0-93 0,-30 96 115 0,30-17-67 0,0 6-37 0,7 3-3 15,1-1-16-15,-1-6-1 16,2-12-1-16,0-14-15 15,-1-16-70-15,-1-15-117 16,1-18-71-16,0-6-187 16</inkml:trace>
  <inkml:trace contextRef="#ctx0" brushRef="#br0" timeOffset="3854.03">12896 4089 1239 0,'0'0'4'0,"0"0"-2"0,0 0 80 16,0 0-82-16,0 0-2 16,149 6-2-16,-76 6-194 15,-10-1-195-15</inkml:trace>
  <inkml:trace contextRef="#ctx0" brushRef="#br0" timeOffset="4486.22">13636 4370 880 0,'0'0'100'15,"0"0"-85"-15,0 0 81 0,0 0-68 16,62-84-18-16,-60 59-1 16,-2-2 28-16,-18 0 20 15,-15 9-8-15,-7 5-1 16,-9 7-5-16,-1 6-4 15,1 3 6-15,6 19-5 16,7 6-22-16,11 5 6 16,6 2-24-16,11 2 4 15,8-4-5 1,0-3 1-16,14-7-4 16,9-8 4-16,6-8-12 15,5-7-6-15,3 0-36 0,2-15-10 16,-2-10 17-16,-4-5 25 15,-5-5 16-15,-6-1 6 0,-8 7 0 16,-9 9 1-16,-4 10 5 16,-1 8 46-16,0 2 52 15,0 8-86-15,0 21-15 16,-4 9 18-16,4 1 10 16,0-2-1-16,15-3-7 15,9-2-5-15,6-9-3 16,4-7-14-16,6-8 2 15,-1-8 3-15,4-1-5 16,0-22 8-16,1-8-9 16,-5-9 0-16,-5-11-5 0,-7-13 2 15,-11-14-18-15,-5-16-18 16,-11-16 4-16,0-7 13 16,-6 1-11-16,-14 21 1 15,1 30 26-15,-1 34 6 16,0 31 16-16,0 25 8 15,-2 34-10-15,5 20 31 16,8 14 3-16,9 3-6 16,0-2 0-16,24 2-19 15,6-5-7-15,7-11-11 16,2-7-3-16,4-12-2 16,1-12 0-16,2-16-9 15,-1-13-69-15,4-17-182 0,0-3-324 16</inkml:trace>
  <inkml:trace contextRef="#ctx0" brushRef="#br0" timeOffset="5314.42">15407 4142 711 0,'0'0'75'0,"0"0"-50"0,0 0 115 0,0 0-52 16,79-85-33-16,-61 62 7 15,-3 3-6-15,-8 4-3 16,-5 6 10-16,-2 0 14 15,-3 3 21-15,-23 5-22 16,-9 2-53-16,-9 0-18 16,-3 17 5-16,-3 7-1 15,7 1 11-15,4 5-10 32,11 1-8-32,7 1-1 0,14 0-1 15,7 1-3 1,6 3-1-16,23-2 0 15,16 1 3-15,13 3-2 16,11-1 1-16,6-1-13 0,2 0-15 0,-7-3 4 16,-13-7-25-16,-23-9-20 0,-19-7 40 15,-15-5 19-15,-22-5 12 16,-33 0 30-16,-23 0 30 16,-10-11 9-16,-9-4-2 15,9-1-29-15,7 2-5 0,19 2-18 16,17 7-8-1,22 1-7-15,13 4-3 0,10 0-10 16,10 8-160-16,23 7 4 16,18-7 12-16,18-1-84 15,7-7-13-15,7 0-272 16</inkml:trace>
  <inkml:trace contextRef="#ctx0" brushRef="#br0" timeOffset="7130.34">16243 4173 1008 0,'0'0'85'0,"-102"-20"148"0,48 20-134 0,3 0-15 0,10 13-37 16,11 7-26-16,10 4-19 16,9 0 1-16,8 2-5 15,3-4 2-15,1-3-3 16,21-3 3-16,8-4-2 15,8-5 2-15,6-7-1 16,3 0-35-16,-4 0-27 16,-5-15-27-1,-9-1-2-15,-11-3 51 0,-9 1 35 16,-9 2 6 0,0 0 11-16,0 3 39 15,-14 3 32-15,5 4-3 0,3 4-42 16,3 2-7-16,2 0-26 15,1 2-4-15,0 12-5 16,0 7 5-16,16 0 0 0,7-2 0 16,6-6 0-16,6 1-5 15,1-12 2-15,0-2-51 16,-2 0-26-16,-1-13 9 16,-6-6 25-16,-5-1 5 15,-8 0 35-15,-6 1 5 16,-3 4 2-16,-2 3 7 15,-2 4 19-15,-1 4 40 16,0 4-14-16,0 0-15 16,0 0-34-16,2 17-3 0,4 11-1 15,4 6 36-15,1 1-25 16,1-4-9-16,2-3 1 16,-2-6-2-16,3-9-1 15,-3-4 3-15,4-9-2 16,4 0 6-16,2-16 1 15,5-9-7-15,1-6 5 16,-2-2-6-16,-7 3 1 16,-4 1 2-16,-6 8 0 15,-7 6 2-15,-2 6 0 16,0 8 35-16,0 1 18 16,0 0-58-16,0 13 1 15,0 6-2-15,0 3 2 16,0-1-1-16,0-2 0 15,0-6-2-15,6-1 2 0,8-6 0 16,6-2 0-16,10 0 2 16,3-4 1-16,2 0-2 15,-7 0-1-15,-9 0-8 16,-7-8 8-16,-4-2-6 16,-6 0 4-16,-2 2 2 15,0 1 1-15,0 2 4 16,0 3-5-16,0 2-5 15,0 0 4-15,0 2-17 16,3 11 16-16,12 4 2 0,7 1 0 16,10-3-3-1,7-3 1-15,2-7 2 0,1-4-1 16,-1-1 1-16,-6-2-42 16,-8-18 27-16,-6-7-41 15,-8-5 45-15,-2-5 0 16,-7 0 9-16,-4 4 2 15,0 4 0-15,0 12 2 16,0 4 3-16,0 10 18 16,0 3 1-16,-6 26-24 15,-3 22 0-15,-3 20 27 16,6 17 8-16,2 11-5 16,4 12 10-16,0 10-13 15,0 1-12-15,15-2-7 16,3-8-6-16,-3-15 1 0,-2-12-2 15,-5-20-1-15,-2-22 0 16,-5-19 0-16,-1-17 0 16,0-4 0-16,0-23-5 15,0-21-2-15,0-18-2 16,0-21 7-16,-3-18 1 16,2-26-7-16,1-11 3 15,0-6-13-15,0 4-10 16,3 24 16-16,8 27 6 15,1 25 6-15,5 24 1 0,2 17 2 16,4 14 2 0,8 9-5-16,2 5-3 0,1 22 0 15,0 10 3-15,-8 6-1 16,-13 4 1-16,-9-3 0 16,-4-3 5-16,-14-5-5 15,-19-10 0-15,-3-11 2 16,-4-7 1-16,0-8-1 15,4 0 4-15,7-12-2 16,10-9 4-16,7 0-3 16,8 0-4-16,4 3 5 15,0 9-5-15,0 5-1 16,3 4 0-16,17 0-3 16,10 8 2-16,11 9 1 15,6 3 0-15,4-2 3 0,6-3 0 16,7-3-3-1,0-2 0-15,0-10 0 0,-2 0 3 16,-10-10-3-16,-6-19-3 16,-6-12 1-16,-9-15-14 15,-2-14-4-15,-11-17 0 16,-7-7-2-16,-9 5 6 16,-2 17-3-16,-3 25 15 15,-18 21-2-15,-4 18 6 16,-5 8 0-16,-1 18 2 15,1 21 3-15,5 15 20 16,13 9 11-16,10 6-9 0,2 0 8 16,9-3-21-1,18-2-8-15,6-7 0 0,7-6-4 16,6-11 0-16,0-13-2 16,2-15 0-16,-2-12 0 15,-7 0-13-15,-4-23-18 16,-9-11 13-16,-7-7-17 15,-12-3 20-15,-7 5 5 16,0 6 10-16,-7 17-4 16,-12 10 5-16,0 6-1 15,-2 16 18-15,5 17-1 16,8 6 34-16,8 1-18 16,3 1-25-16,19-4 11 15,8-5-18-15,2-7 1 16,8-6-2-16,12-8-14 0,11-9-161 15,9-2-209-15</inkml:trace>
  <inkml:trace contextRef="#ctx0" brushRef="#br0" timeOffset="12000.08">19368 4277 851 0,'0'0'147'0,"0"0"-147"0,0 0 0 0,0 0 60 16,0 0 68-16,89 46-42 15,-26-35-37-15,16-9-1 16,6-2-10-16,3 0-33 16,2 0-3-16,-8-11-4 0,-11-3-3 15,-6-2-93-15,-15 0-96 16,-15-2-88-16,-20-4-275 15</inkml:trace>
  <inkml:trace contextRef="#ctx0" brushRef="#br0" timeOffset="12226.21">20090 4077 947 0,'0'0'20'0,"0"0"-13"16,0 0 25-16,0 0 97 15,71 76-55-15,-38-40-33 16,-6 1 3-16,-9 0-10 0,-10-5-24 16,-8 2 5-1,0-4-13-15,-18-4 5 0,-8-2-7 16,-3-4-1-16,0-4-79 16,7-8-262-16</inkml:trace>
  <inkml:trace contextRef="#ctx0" brushRef="#br0" timeOffset="12721.18">22149 3529 1184 0,'0'0'44'0,"0"0"12"0,0 0 28 16,0 0-72 0,0 0-8-16,-42 87 13 0,-1-32 21 15,-8 6-5-15,-7-1-2 16,0-3-16-16,7-8-3 16,9-5-4-16,16-5-2 15,10-11 9-15,9-5-10 16,7-9-2-16,15-1-3 15,22-8 4-15,20-4 13 16,13-1-2-16,11-1-12 16,-5-12 0-16,4 0-3 15,-9-2-7-15,-12 2 7 16,-16 1-72-16,-20-2-130 16,-15-4 2-16,-8-3-65 0,-19-1-222 15</inkml:trace>
  <inkml:trace contextRef="#ctx0" brushRef="#br0" timeOffset="12950.85">22146 3605 586 0,'0'0'376'0,"0"0"-350"16,0 0 140-16,0 0-81 16,0 0-72-16,0 0 50 15,12 86 61-15,0-32-31 16,-2 5-1-16,2 7-46 15,-4 6-26-15,-1 6-4 16,-4 3-14-16,-3-4 5 0,0-9-7 16,5-11-5-16,2-12 3 15,3-15-80-15,10-14-101 16,5-14-70-16,14-2-109 16</inkml:trace>
  <inkml:trace contextRef="#ctx0" brushRef="#br0" timeOffset="13284.18">22668 3859 1107 0,'0'0'40'0,"0"0"10"16,0 0 43-16,-80 62-45 16,63-14 3-16,4 4-13 15,8 0-2-15,5 1-7 0,0-6-20 16,20-5-8-16,6-9 1 15,9-8-2-15,7-12 4 16,5-10 2-16,0-3-3 16,-1-10 5-16,-10-16-5 15,-4-14 5-15,-9-7 7 16,-14-12 14-16,-9-7 49 16,-2 4-39-16,-28 4-25 15,-8 12-11-15,-8 13-3 16,2 14-6-16,2 10 1 15,2 9-47-15,1 15-129 16,6 13-167-16,5 3-402 16</inkml:trace>
  <inkml:trace contextRef="#ctx0" brushRef="#br0" timeOffset="14748.92">16438 2587 870 0,'0'0'27'0,"0"0"-25"0,0 0 17 0,0 0 34 15,12 105 41-15,-12-45-33 16,0 4-32-16,0 2 17 16,0 0-18-16,0-6-21 15,-2-5-4 1,-1-8-3-16,3-12 0 0,0-9-3 16,0-7-4-16,0-11-129 15,15-8-92-15,5-6-89 16</inkml:trace>
  <inkml:trace contextRef="#ctx0" brushRef="#br0" timeOffset="15068.12">16751 2788 868 0,'0'0'32'16,"0"0"-31"-16,0 0 10 15,0 0 45-15,-39 108 14 16,31-63-30-1,3-3 5-15,5-4 0 0,0-6-31 16,0-6 9 0,5-9-4-16,11-5-8 15,4-10 8-15,5-2-7 0,8-6 5 16,5-16 10-16,-4-7-26 16,-2-3 8-1,-13-6 1-15,-7-3-7 16,-12 1 28-16,0 2 1 15,-13 6 21-15,-13 10-23 0,-4 8-28 16,-1 9 3-16,0 5-5 0,1 5-14 16,6 15 5-16,6 6-51 15,8 2-98-15,8 0-62 16,2-7-137-16</inkml:trace>
  <inkml:trace contextRef="#ctx0" brushRef="#br0" timeOffset="15561.55">17259 2601 983 0,'0'0'0'0,"0"0"55"16,0 0 79-16,0 0-67 15,0 0-66-15,0 0 2 16,-13-26 3-16,13 26 4 15,0 0 24-15,0 0 13 16,0 0-18-16,0 0 8 16,0-4-14-16,0 4-13 15,0 0 3-15,0 0-10 16,-3 0 2-16,-4 6-5 16,-3 12 2-16,-4 11-3 15,-1 7 1-15,0 2 0 0,1 0 9 16,7 0 3-1,6-4 1-15,1-4-12 0,8-4 1 16,21-6 4-16,10-6-6 16,4-10 0-16,5-4 2 15,0 0 1-15,-4-18 2 16,-8-2-5-16,-11-5 3 16,-11-5 6-16,-11-2-5 15,-3-5 6-15,-15-2 13 16,-13 1-13-16,-7 8-3 15,0 4-7-15,6 14-6 16,1 9 2-16,4 3-8 16,5 0-71-16,5 15-90 0,8 5-52 15,5-6-61-15,1-3-284 16</inkml:trace>
  <inkml:trace contextRef="#ctx0" brushRef="#br0" timeOffset="15821.83">17727 2345 1048 0,'0'0'10'0,"0"0"-5"0,0 0 80 0,88 57 51 0,-46-1-68 0,-8 10-36 15,-9 12-9 1,-13 2-11-16,-12-4-12 0,-6 1-2 15,-31-8 1-15,-20-4-4 16,-13-7-99-16,-12-9-94 16,-10-11-51-16,-2-11-256 15</inkml:trace>
  <inkml:trace contextRef="#ctx0" brushRef="#br0" timeOffset="16121.17">16515 2155 870 0,'0'0'1'0,"0"0"35"16,0 0 110-16,0 0-98 15,0 0-30-15,-97 64 28 16,65-9 35-16,-7 10 18 15,-6 13-24-15,0 9-10 16,1 13-5-16,0 12-34 16,7 4 11-16,9-3-18 15,14-12-14 1,14-15 3-16,27-18-8 16,31-17-7-16,27-13 4 15,28-10-3-15,28-10-12 16,38-3-137-16,40-13-103 0,34-2-21 15</inkml:trace>
  <inkml:trace contextRef="#ctx0" brushRef="#br0" timeOffset="17264.06">23515 3926 734 0,'0'0'35'0,"0"0"20"0,0 0 45 15,0 0-46-15,0 0-5 16,0 0-20-16,-4-28-2 15,4 28 9-15,0 0-7 16,0 0 3-16,0 0 11 16,0 0-23-16,0 0 4 15,0 0 2-15,0 0-10 16,0 0 4-16,0 0-10 16,0 0-4-16,0 0 14 15,0 0-18-15,0 0 4 16,0 0 2-16,0 0-7 15,0 0 9-15,0 0-10 0,0 0 0 16,0 0 10 0,0 0-8-16,0 0 5 0,0 0 4 15,0 0-8-15,0 0 10 16,0 0-9-16,0 0-2 16,0 0 13-16,0 0-12 15,0 0 0-15,0 0 0 16,0 0 0-16,0 0 4 15,0 0-7-15,0 0 0 0,0 0 1 16,0 0 0 0,0 0-1-16,0 0 4 15,0 0-1-15,0 0 5 16,0 0-2-16,0 0-3 16,0 0 6-16,0 4-9 15,0 11 0-15,0 10 1 0,0 15 8 16,0 10 34-16,0 6-7 15,4 6-7 1,-2 3 5-16,-1 6-27 16,-1-1-3-1,0 1-4-15,0-8 8 16,0-8-8-16,-7-8 0 0,1-10 0 16,0-7-5-16,2-9 4 0,1-9-26 0,0-12-97 15,3 0-65 1,-3-20 77-16,-2-16-174 0,-1-14-30 15,0-11 46-15</inkml:trace>
  <inkml:trace contextRef="#ctx0" brushRef="#br0" timeOffset="17521.9">23447 3953 579 0,'0'0'144'0,"30"-73"-95"0,-3 56 57 0,3 5-27 0,5 10-33 0,8 2-6 16,4 4-10-16,-1 16-9 15,-1 5 21-15,-9 9-17 16,-11 1-8-16,-12 2 2 16,-13 0 11-16,-5 3 18 0,-31-4-4 15,-12-3-13-15,-9-4 0 16,0-5-21 0,7-10-2-16,16-3-8 0,14-5-1 15,10-6-2-15,10 0-5 16,0 0-99-16,25-18-71 15,14-5-122-15,11-3-177 16</inkml:trace>
  <inkml:trace contextRef="#ctx0" brushRef="#br0" timeOffset="17976.4">24056 4023 958 0,'0'0'84'0,"0"0"-77"0,6 81 105 16,-2-25 11-16,3 10-44 15,-1 9 21-15,-4 10-55 16,1 7-14-16,-3-1-2 16,0 1-24-16,-3-2 0 15,-5-13-8-15,-3-13 4 16,0-22-1-16,5-12 0 16,5-16-1-16,-2-11-2 15,3-3 2-15,0-27-11 16,-2-13-51-16,-1-21-31 0,-1-14 80 15,1-11-26-15,-5-14 10 16,-2-6 29-16,1-2 0 16,5 1 2-16,4 17 2 15,0 18 8 1,6 20 10-16,14 13 5 0,7 16 0 16,8 7-3-16,5 13-23 15,9 3-2-15,0 13 1 16,-1 14 1-16,-2 5 0 15,-15 2 0-15,-9 1 0 16,-21 2-1-16,-1-5 2 16,-23-3 1-16,-18-4 12 15,-1-5-6-15,0-4-3 16,4-7-5-16,11-5-6 16,9-2-12-16,3-2-130 15,10-2-192-15,5-14-594 0</inkml:trace>
  <inkml:trace contextRef="#ctx0" brushRef="#br0" timeOffset="18533.18">24497 4188 916 0,'0'0'100'0,"0"0"-99"0,0 0 75 0,0 0-67 16,76-101 31-16,-38 65 5 16,1-6-19-16,-4-6 52 15,-4-7-27-15,-6-9-19 0,-6-5-15 16,-10-4-9-1,-8 4 9-15,-1 11-11 16,-3 15 8-16,-12 20 35 16,2 11-4-16,-4 12-9 0,-2 15-36 15,-5 31-10-15,0 17 7 16,5 12 3-16,13 5 0 16,6 1 11-16,6 2-8 15,28-3 1-15,18-6-4 16,17-10 0-16,13-10-5 15,2-10 5-15,-2-10-38 16,0-13-212-16,-7-17-200 0</inkml:trace>
  <inkml:trace contextRef="#ctx0" brushRef="#br0" timeOffset="19936.53">25821 4223 1249 0,'0'0'17'0,"0"0"48"16,0 0-47-16,0 0-10 15,82-64-15-15,-45 37 7 16,-4-12 0-16,-6-16 1 16,-10-12 0-16,-7-12-2 15,-10-6 1-15,0 5 0 16,0 10-2-16,0 18 2 0,-5 20 0 15,0 13 7-15,-1 13-3 16,-1 6 13-16,-5 19-17 16,-6 23-3-16,0 12 0 15,2 10 6-15,12 5 3 16,4 2 14-16,0 3-10 16,16-2 13-16,12-8-17 15,9-7-6-15,5-14 12 16,3-13-11-16,-5-9-1 15,-4-13 7-15,-1-8-5 16,-4-2 11-16,0-21-13 16,-4-6 3-16,-6-11-6 15,-6-6-1-15,-6-2-2 0,-8 4-1 16,-1 9 6-16,0 14 1 16,0 11 4-16,0 7 4 15,-6 3 4-15,-1 18-12 16,-1 11-13-16,1 9 12 15,5-1 1-15,2-2 5 16,0-4-5-16,11-6 2 16,4-6-1-16,3-4 3 15,1-8-4-15,2-4 7 16,3-3-6-16,1-1 5 16,2-17-6-16,-3-7-8 15,-3-6-9-15,-3-5-26 0,-6-7 28 16,-2-3-6-16,-3-4-9 15,-2-3 12-15,-2-4-13 16,-1-5-9-16,-2-8 10 16,0-11-11-16,0-4-6 15,0-5 3-15,-3 9-4 16,-2 14 26-16,0 19 21 16,2 20 1-16,-1 15 40 15,3 13 28-15,-1 0-49 16,-2 28-19-16,2 21 0 15,2 17 6-15,0 13 19 0,0 13 20 16,15 8 12-16,2 2-2 16,0 3-23-1,-3-6-4-15,-2-9-12 0,-3-12 4 16,-5-13-20-16,1-20 2 16,-4-11-3-16,1-17 2 15,-2-10-1-15,1-7 2 16,-1 0-1-16,0-17 31 15,0-18-29-15,0-10 1 16,0-12-8-16,0-6 2 16,0-2-11-16,0 1 4 15,-4 10 5-15,2 11 0 16,2 11 4-16,0 11 0 16,5 7 4-16,8 7-4 0,5 6-10 15,6 1 3-15,3 3-8 16,1 13 14-16,-4 8-3 15,-3-2 0-15,-9 3-1 16,-9-3-5-16,-3 1 10 16,-6-1-1-16,-21-4 3 15,-3-4 5-15,-6-6-7 16,-1-2 1-16,6-6 0 16,1 0 1-16,9 0-2 15,5 0 0-15,8 0 2 16,6 0 8-16,2 0-10 15,0 0-3-15,2 0-5 16,17 11-8-16,10 8 15 0,5 1 1 16,5 2 0-16,1-4 4 15,5 1-4-15,9-9 1 16,4 0 9-16,0-8-8 16,-3-2 4-16,-4 0-5 15,-11-2 2-15,-7-15 3 16,-6-5-5-16,-12-10 5 15,-5-5 1-15,-8 0-6 16,-2 3 5-16,-2 9 4 16,-14 9-4-16,-1 12 9 15,-7 4-9-15,2 4-2 16,-2 25 6-16,9 9-7 0,9 7 50 16,6 0-4-1,0-4-22-15,12-3 8 0,9-8-31 16,4-5 12-16,1-9-7 15,-1-4-6-15,4-9 5 16,2-3-8-16,2 0-5 16,0-2 1-16,-5-18-186 15,-16-11-119-15,-12-14-260 16</inkml:trace>
  <inkml:trace contextRef="#ctx0" brushRef="#br0" timeOffset="20239.37">26258 3313 971 0,'0'0'54'0,"0"0"-50"0,0 0 5 0,0 0 69 16,4 78-14-16,21-45-21 15,3-1-16-15,0-6-12 16,-1-6 1-16,-3-12-4 15,-4-8 11-15,3 0 38 16,-2-21 55-16,-4-8-39 16,-4-7-31-16,-12-1-30 15,-1 0-12-15,-8 6-4 16,-17 7-10 0,-11 14-32-1,-8 10-102-15,-7 6-87 0,-9 19-59 16,-1 10-212-16</inkml:trace>
  <inkml:trace contextRef="#ctx0" brushRef="#br0" timeOffset="22749.26">1942 6400 669 0,'0'0'608'0,"0"0"-603"0,0 0 188 0,-88-33-98 15,49 69-42-15,-3 15-17 16,-5 18-2 0,2 7-3-16,0 5-8 0,5 3 4 15,1-1-16-15,5-2 1 16,1-10-10-16,12-15 3 15,6-19-3-15,8-19-2 16,7-18 0-16,1-11 1 16,23-34 1-16,6-21 6 15,15-19-8-15,2-14 0 16,3-11-4-16,5-17-2 16,5-12-5-1,-5-1-3-15,-3 17-4 16,-9 33 8-16,-16 36 10 0,-12 37 0 15,-8 22 5-15,-2 45-4 16,-2 26 10-16,0 24 35 16,-3 15-21-16,0 7 6 0,0 7 0 15,0-2-27-15,0-6 3 16,0-11-6-16,-3-15-1 16,-3-23 0-16,0-24 1 15,5-23-2-15,1-25-5 16,0-13-2-16,0-27 1 15,-2-18-14-15,-8-13 6 16,-16-11 15-16,-17-3-11 0,-15 1 11 16,-21 9 0-16,-12 18-2 15,-11 20 1-15,-9 19 2 16,6 18 1-16,11 7 15 16,12 24 8-16,28 8-10 15,17 3-9-15,17 1-2 16,19 0-2-16,1-4-2 15,23-3-1-15,15-3 1 16,13-12-3-16,9-10-1 16,7-7-20-16,7-4-3 15,13-10 15-15,10-18-11 16,12-9-7-16,12-6 7 16,6-4-12-16,5-3-27 15,-8-2-22-15,-3 2 29 0,-20 3 33 16,-17 6 3-16,-26 7 19 15,-22 9 4-15,-23 8 9 16,-11 6 64-16,-2 4 21 16,-9 4-44-16,-15 3-5 15,-7 0-27-15,-2 18-4 16,-6 6 3-16,3 6-12 16,11 6-1-16,1-2-8 15,10 5 1-15,4-2-2 16,7 3 3-16,3-3-3 15,0-1 2-15,16-1-1 0,6-4 0 16,1-1 0 0,1 5-3-16,-2-4 2 0,-2 3-2 15,-5-2 2-15,-8 0-2 16,-7 0 4-16,0-4-4 16,-10-6 2-16,-11-5 1 15,7-7 1-15,3-7 0 16,3-3 1-16,5-7 4 15,3-18-6-15,12-13-1 16,18-10-6-16,13-6-4 16,5-7-23-16,6-6-2 15,1-2-5-15,-3 1 15 0,0 7 13 16,-11 8 12 0,-13 11 0-16,-12 15 1 0,-11 9 4 15,-5 8 4-15,0 10 23 16,-6 0 3-16,-18 14-21 15,-1 14-6-15,-5 6 1 16,5 4 6-16,8 1 3 16,12-1-15-16,5-1 1 15,0-3-1-15,26 2-2 16,8 1 3-16,8-4-3 16,3 0 0-16,4-2 0 15,-3-2 0-15,-7-2 0 16,-9-2-1-16,-15-1-1 15,-12-2-1-15,-3-2 0 0,-21-3 3 16,-14-3 5 0,-9-2-3-16,-7-6 5 0,9-1-3 15,2-3-2-15,15-2-1 16,4 0-1-16,13 0-3 16,8-6 2-16,0-7-57 15,18-10-70-15,21-4-120 16,6-6-62-16,10-4-281 15</inkml:trace>
  <inkml:trace contextRef="#ctx0" brushRef="#br0" timeOffset="24374.14">3336 6659 508 0,'0'0'829'0,"0"0"-788"15,0 0 17-15,0 0 44 0,0 0 15 16,-97 110-64-16,83-63-7 15,8-2-27 1,6 1-9-16,0-6-7 16,3-6-3-16,11-9 1 0,5-7 0 15,2-8-2 1,3-10 1-16,7 0-7 0,5-12-2 16,4-13-31-1,-1-7 2-15,0-5-11 16,-6-9 6-16,-5 0-5 0,-4 2 33 15,-12 11 8-15,-5 10 5 16,-7 12 4-16,0 9 6 16,-7 2 44-16,-10 11-31 15,-5 19-2-15,0 9 26 0,2 3-23 16,10 3 0-16,7-1-20 16,3-4 1-16,6-3 1 15,18-6-2-15,7-4-2 16,5-10 0-16,5-10 0 15,3-7-2-15,2-2-17 16,-3-22-57-16,-2-8 42 16,-1-4-24-16,-6-2 42 15,-4-4 4-15,-9 5 8 16,-5 2 1-16,-7 7 4 16,-4 11-1-16,-5 7 8 0,0 10 24 15,0 0 20 1,-17 17-43-16,-2 10-2 0,-1 7 22 15,0 3-2-15,2-5-18 16,6 1-3-16,0-6-5 16,3-6 2-16,6-6-3 15,0-8 0-15,3-7 2 16,0 0 0-16,8-8 3 16,14-15-2-16,6-7-2 15,5-6-2-15,3-2-16 16,0 0-16-16,1 3 17 0,-10 8-14 15,-2 10 16-15,-10 7 13 16,-9 10-2-16,-3 0 1 16,-3 17-10-16,0 11 12 15,0 6 22-15,-6 3-9 16,-7-5 9-16,7-1 4 16,0-5-20-16,3-8 2 15,3-4-8-15,0-6 1 16,0-5 8-16,12-3-9 15,10-4 5-15,6-16-5 16,7-3-1-16,-1-5 1 16,-1-3-8-16,1-1-18 15,-2 1 11-15,-10 6 0 16,-9 4 15-16,-2 12-1 0,-7 3 2 16,-4 6-2-1,0 4 1-15,-9 13 0 16,-7 7 8-16,1 2 5 0,5-3 3 15,2 2-10-15,8-1-4 16,0-4 4-16,18-2-3 16,3-4-3-16,13-7 10 15,-3-7-10-15,2 0-4 16,0-7 4-16,-3-11-2 16,-2-6-1-16,-1-3-12 15,-6-5 7-15,0 1 8 16,-8 1-1-16,-1 3 1 15,-6 9 0-15,-3 6 3 16,-3 7 5-16,0 5-3 0,0 0-2 16,0 13 2-16,-3 9-3 15,-6 8 12-15,2-3-5 16,2 2-7-16,5-5 6 16,0-4-8-16,0-5 4 15,12-5-4-15,8-6 1 16,5-4 2-16,3 0-3 15,1-4 1-15,-3-13-3 16,-3-3-6-16,-1-2 4 16,-4 0 2-16,-1-3-2 15,-6 1 2-15,0 4 2 16,-5 1 0-16,2 5-3 16,-3 7 3-16,-2 2-2 0,-3 4 1 15,3 1-8 1,0 3 1-16,0 15 4 0,0 0 4 15,2 2 4-15,-2-4-4 16,7 2 5-16,-1 1-3 16,9-2-1-16,-3 1 7 15,7-4-8-15,2-3 0 16,9 1 10-16,3-5-9 16,9-4 4-16,5-3-1 15,2 0-4-15,-1-8 0 16,0-9 0-16,-3-2 0 0,-2-6-2 15,-4-4 2-15,-1 2-2 16,-5-3 0-16,-6-5 3 16,-9-1-2-16,-3-3 1 15,-7 4 0-15,-11 5-1 16,-3 6 1-16,-26 10-5 16,-11 10 5-16,-5 4 13 15,-9 16 31-15,4 18-8 16,3 15 1-16,4 14 4 15,9 13-9-15,9 15-13 16,6 8 1-16,12 2 3 16,3 7-14-16,4-4-5 15,0-8 2-15,0-8-2 16,0-13-4-16,0-19-1 16,-8-6-3-16,-14-17-7 15,-5-19-47-15,-2-14-58 0,-6-4-2 16,6-28-172-16,-5-13-101 15</inkml:trace>
  <inkml:trace contextRef="#ctx0" brushRef="#br0" timeOffset="24695.32">4871 6188 1357 0,'0'0'0'0,"0"0"0"0,0 0 21 0,-36 104 49 0,36-73-6 0,15-3-40 15,12-8-20-15,6-7-3 16,8-11 3 0,3-2-3-16,0-11 0 0,-6-16-1 15,-10-7 0-15,-16-7 5 16,-12-2-1-16,-6-1-3 15,-33 5 7-15,-10 10 0 16,-8 13 9 0,-4 12-17-16,0 4-3 0,10 24 0 15,11 13-85-15,9 7-273 16,17 0-568-16</inkml:trace>
  <inkml:trace contextRef="#ctx0" brushRef="#br0" timeOffset="25534.32">7656 6165 930 0,'0'0'5'0,"0"0"14"0,0 0 113 15,0 0-100-15,-55 99 26 16,31-29 55-16,-1 6-37 0,1 0 28 15,1-1-42-15,1-4-28 16,3-5 6-16,4-11-25 16,7-16-7-16,3-9-6 15,3-17-2-15,2-9 0 16,0-4-2-16,0-3 2 16,12-24 24-16,3-16-15 15,6-12-9-15,-2-9 13 16,-1-5-2-16,4-12-1 15,2 0-4-15,0 7 0 16,0 20 9 0,-6 21-10-16,-6 20 4 0,-3 13-6 15,6 27-1-15,1 21-2 0,5 14 9 16,0 7-9-16,-3 2 10 16,1-1-8-16,0-5-3 15,3-8 1-15,-2-14 0 16,1-13 5-16,-4-16-5 15,-1-9 0-15,4-5 14 16,3-24-4-16,6-16 18 16,-4-11-1-16,-1-10-15 15,-9-12 1-15,-6-4-13 16,-2-3 0-16,-4 13-3 16,3 21 2-16,-1 21-13 0,-1 23-42 15,-1 9-70-15,3 31-95 16,0 16 150-16,6 9-106 15,3 4-34-15,6-3 66 16,6-5-84-16,7-11-151 16</inkml:trace>
  <inkml:trace contextRef="#ctx0" brushRef="#br0" timeOffset="25851.24">8427 6672 859 0,'0'0'96'0,"0"0"100"0,2-91 15 0,-4 74-113 0,-9 7 36 15,-3 10-48-15,-4 0-45 16,-1 9-27-16,-2 16-14 16,5 4 12-16,8 4-11 15,8-2 1-15,0-2-2 16,18-5 0-16,10-8 0 16,13-6 0-1,5-10 1-15,5 0 0 16,-1-16-1-16,-12-11 0 15,-10-4 5-15,-16-8-5 16,-6-3 4-16,-6-3 2 0,-9 1-6 16,-18 5 6-16,-4 10-6 15,3 11-2-15,3 12 0 16,5 6-11-16,5 16-52 0,1 16-85 16,11 7-53-1,3 4-94-15,0-2-162 0</inkml:trace>
  <inkml:trace contextRef="#ctx0" brushRef="#br0" timeOffset="26224.14">8968 6567 1024 0,'0'0'218'15,"16"-88"-163"-15,7 57 164 16,5 12-124-16,9 10-19 15,0 9-51-15,5 12-12 0,1 19 2 16,-4 9 8-16,-9 4-21 16,-13 3-1-16,-10-2 0 15,-7-4 1-15,0-6-4 16,-23-6 0-16,-3-7 2 16,0-8 5-16,1-8-5 15,5-6 0-15,4-4 2 16,4-21 1-16,6-9 2 15,6-9-5 1,0-8-2-16,17-4 1 16,11-3-1-1,14 5-11-15,4 6-19 16,2 15-38-16,1 12-39 16,3 16-44-16,-5 4 10 0,-13 18-101 15,-3 13-111-15</inkml:trace>
  <inkml:trace contextRef="#ctx0" brushRef="#br0" timeOffset="28270.25">9690 6701 1109 0,'0'0'59'16,"0"0"31"-16,0 0 43 16,13-74-60-16,25 46-50 15,6 1-16-15,3-4-6 16,-3-1 4-16,-10-2 1 15,-7 1-3-15,-13 7 12 0,-10 7-8 16,-4 4 44-16,-4 10-11 16,-21 5 4-16,-8 8-19 15,-8 23-20-15,-1 16-3 16,4 5 20 0,10 5-1-16,8-1-13 0,15-4 3 15,5-4-6 1,5-9 1-16,20-9-6 15,8-10 0-15,6-12 4 0,13-8-4 16,5 0 3-16,11-21-1 16,9-9-1-16,3-8-2 15,-5-12-3-15,-2-8-14 16,-12-11 1-16,-10-13-7 16,-12-10 6-16,-8-11 9 0,-7-6-14 15,-11 8 22-15,-10 15-6 16,-3 28 7-16,0 25-2 15,-15 24 5-15,-4 13-2 16,-8 35-1-16,-4 18 2 16,1 17-2-16,3 13 5 15,9 4 4-15,2 7 7 16,-1 0 4-16,8-7-10 16,6-9-3-16,3-11-6 15,8-10 0-15,20-14-1 16,10-11 0-16,3-17 10 15,12-12-8-15,8-7 1 16,6-6-1-16,6-17-1 0,-12-10-2 16,-6-11-3-16,-18-7 0 15,-17-5 2-15,-11 2 2 16,-9 9 0-16,-6 12-2 16,-20 12 4-16,-3 16 0 15,-7 5 1-15,-4 9-3 16,2 16 14-16,4 11-9 15,10 2-4-15,8 0 8 16,4-1-7-16,10-6-1 16,2-5-1-16,0-9-2 15,8-7-1-15,11-5 4 0,8-5-2 16,6 0 1 0,3-13-11-16,1-10-5 0,0-2-7 15,-3-2 13 1,-5 4 10-16,-8 2-7 0,-5 15 6 15,-13 4 1-15,-1 2-1 16,-2 20 1-16,0 14 0 16,-2 10 6-16,-5-1 13 15,4-3-13-15,3-7 9 16,0-3-10-16,0-13-3 16,10-5-1-16,11-10 1 15,6-2-2-15,10-11 4 16,7-14-4-16,3-7-12 15,3-12-22-15,-1-9 3 0,-7-10 1 16,-1-9-17-16,-4-9 20 16,-1-8 6-16,-6-2-3 15,-8 8 17-15,-9 19 5 16,-9 27 2-16,-4 23 2 16,0 14 12-16,-14 28-12 15,-11 29 6-15,-5 17 14 16,4 9 19-16,5 2-5 15,4-6-18-15,4-3 0 16,4-10-17-16,7-5-1 16,2-11 4-16,6-12-3 15,17-12-1-15,2-15 3 16,9-11-2-16,5-6-1 16,6-19 0-16,0-11-18 0,-1-7 10 15,-3-8-40-15,-5 0 39 16,-11 7 7-16,-10 9 1 15,-5 14 1-15,-8 15 1 16,-2 6 5-16,-5 3 16 16,-20 25-19-16,-2 11 8 15,3 6 10-15,2 3-4 16,11-3-4-16,4-6-8 16,4-4-4-16,3-8 6 15,0-5-7-15,3-8 0 16,24-8 1-16,7-4 0 0,9-2 3 15,5-4-4-15,-3-17-4 16,1-10-23-16,-4-9-7 16,-3-2 15-16,-6-3 0 15,-10 7 17-15,-9 8-1 16,-11 14 6-16,-3 6-1 16,0 10 22-16,-20 4-10 15,-3 19-8-15,-4 11 9 16,7 3-5-16,4 1 10 15,10-1-17-15,4-4-2 16,2-3 5-16,0-5-4 16,8-7 0-16,20-7 1 15,15-7-3-15,7-4 6 16,2 0-6-16,-6-11 0 16,-4-13-4-16,-9-7-6 0,-4-10 1 15,-9-4 6-15,-5-7 3 16,-14 1-3-16,-1 6 3 15,-4 12-2-15,-17 12 0 16,-3 11 3-16,-4 10-1 16,-3 3 5-16,-2 21-5 15,3 9 17-15,7 7-12 16,9 1-2-16,3 2 8 16,11-5-9-16,0-5 1 15,3-8-3-15,22-4 0 16,7-8 1-16,11-4-1 15,8-7 0-15,7-2-3 0,4-5 0 16,1-13-9-16,-2-6-21 16,-8-4 12-16,0-3 17 15,-10-1-3-15,-13 8 7 16,-10 5 5-16,-14 9-3 16,-6 7 12-16,0 3 7 15,0 2-21-15,-11 19 1 16,-4 5 2-16,2 4 7 15,4-1 2-15,9-5-4 16,0-5-4-16,0-5-4 16,0-4 1-16,14-4 3 15,6-4-1-15,6-2-1 16,5 0 2-16,3-12-3 0,2-5-1 16,2-2 0-16,-4 0 0 15,3 5 3 1,-7 4-3-16,-9 4-1 0,-2 5-1 15,-7 1 4-15,-2 0-3 16,4 4 1-16,-2 8 0 16,1-3-1-16,1 1 3 15,7-4-2-15,1 1 1 16,1-5 0-16,2-2 2 16,-1 0-3-16,-5-9-2 15,-1-5 2-15,-6-7-57 16,-8-6-102-16,-4-5-92 0,-7-8-99 15,-27-5-186 1</inkml:trace>
  <inkml:trace contextRef="#ctx0" brushRef="#br0" timeOffset="28469.91">11282 6169 894 0,'0'0'0'0,"0"0"-13"0,0 0 13 0,118 17 0 16,-44-11-10-16,1 0-241 15,-2-4-319-15</inkml:trace>
  <inkml:trace contextRef="#ctx0" brushRef="#br0" timeOffset="28684.41">12038 6113 563 0,'0'0'441'0,"0"0"-408"16,0 0 176-16,0 0-110 16,0 0-61-16,0 0 9 15,-61 5 5-15,68 12-20 16,14 1-6-16,4 1-26 16,8-5 9-16,2-4-9 15,-4-6-1-15,-1-4 1 16,-3 0-5-16,-3-15-85 0,-2-11-74 15,2-11-100-15,3-13-358 16</inkml:trace>
  <inkml:trace contextRef="#ctx0" brushRef="#br0" timeOffset="29562.36">18513 2558 758 0,'0'0'95'0,"0"0"-59"0,0 0 108 0,0 0-70 0,0 0-54 16,0 0-16-1,0-3 10-15,0 17 8 0,3 6 74 16,0 1-37-16,0-1-13 16,3 1-9-16,-3-7 20 15,1-2-35-15,-2-4-7 16,4-5 6 0,5-3-4-16,8 0 7 15,9-1 11-15,8-16-8 0,4-5-5 16,2-2-21-16,-8 2 0 15,-2-3-1-15,-6 2 0 16,-7 1-2-16,-5 4-23 16,-5 8-68-16,-4 5-89 15,-5 5-49-15,0 3-80 16,-15 14-204-16</inkml:trace>
  <inkml:trace contextRef="#ctx0" brushRef="#br0" timeOffset="29924.1">18598 2685 684 0,'0'0'80'16,"0"0"-26"-16,0 0 93 15,0 0-47-15,0 0-34 16,0 0 16-16,14-33 3 15,-14 33-28-15,7 0-19 0,-3 8 27 16,2 6 1-16,-3 0-28 16,3-1-2-16,-1-1-6 15,1-5-5-15,1-1-6 16,2 0-3-16,7-6 4 16,6 0-1-16,9 0 6 15,5-9-11 1,5-1-5-16,-2-5-6 0,0-2-3 15,-2-1 2-15,-6-5-2 16,2 2-11-16,-7 1-68 16,1 6-110-16,-8 6-115 15,-8 2-156-15</inkml:trace>
  <inkml:trace contextRef="#ctx0" brushRef="#br0" timeOffset="34222.1">12007 6123 138 0,'0'0'58'0,"0"0"-23"0,0 0 34 0,0 0 7 16,0 0-13-16,0 0 39 15,0 0 4-15,3-14-16 16,-3 14-22-16,-3 0 8 15,-9 1-53-15,-3 11-18 16,-1 5 6-16,-1 0 3 16,9-2 2-16,5-2-6 15,2-3-8-15,1-2 3 16,0-3-2-16,0-2-3 16,9-2 0-16,8-1 2 0,6 0 8 15,3-2 1-15,-1-10 4 16,-4-1-4-16,3-5 0 15,-6-1 7-15,-6-3-6 16,-9 1 8-16,-3 1 17 16,0 1 1-16,-15 4-24 15,-8 8 11-15,-6 7-4 16,-7 0-21-16,-5 23-8 16,7 7-31-16,0 2-142 15,11 1-152-15</inkml:trace>
  <inkml:trace contextRef="#ctx0" brushRef="#br0" timeOffset="39519.78">7904 7417 643 0,'0'0'109'0,"0"0"-75"0,0 0 79 16,0 0 54-16,0 0-91 16,0 0 4-16,0 0-14 0,-3 4-25 15,3-4-12 1,0 0-3-16,0 0-10 0,0 0-16 15,9 0 5-15,9 0 6 16,16 1-1-16,11 5-2 16,16-1 9-1,22 1-6-15,19-1 9 0,28-2-16 16,19-1 3-16,28-2 14 16,13 3-19-16,23 1-2 15,24 0 8-15,17 0-5 16,19 6-3-16,5-4-3 15,10 0 3-15,10 4 6 16,6-3-6-16,4 0 0 16,-1 0 2-16,-7 0 3 0,-5 1 14 15,-19 1-16-15,-17-1 2 16,-28 0 21-16,-21 0-13 16,-25 2-3-16,-33-3-3 15,-32 1-3-15,-31-2 4 16,-29-2-8-16,-27-1 1 15,-19-3 20-15,-12 0-19 16,-2 0 75-16,0 0-25 16,0 0-30-16,0 0 3 15,0 0-7-15,0 0-11 16,0 0 16-16,0 0-20 16,0 0-1-16,0 0 3 15,0 0-3-15,0 0 7 0,0 0-9 16,0 0 0-16,0 0 1 15,0 0 1-15,0 0-2 16,0 0 0-16,0 0 4 16,0 0 0-16,0 0-4 15,0 0 0-15,0 0 10 16,0 0-9-16,0 0 1 16,0 0 7-16,0 0-9 15,0 0 11-15,0 0-11 16,0 0 2-16,0 0 1 15,0 0-1-15,0 0-2 16,0 0 0-16,0 0 2 0,0 0-2 16,0 0 0-16,0 0 0 15,0 0-4-15,0 0 4 16,0 0 0-16,0 0 0 16,0 0-9-16,-12 0 3 15,-7 0-22-15,-2 0-67 16,6 0-38-16,9-7-97 15,6-11-97-15,0-13-290 16</inkml:trace>
  <inkml:trace contextRef="#ctx0" brushRef="#br0" timeOffset="41272.97">13357 6788 490 0,'0'0'6'0,"0"0"6"0,0 0 57 0,0 0-11 15,0 0 12-15,0 0-32 16,-19-66 29-16,19 61-20 15,-3-2 26 1,1 0-11-16,-1-1 5 0,1 1-3 16,2 0-1-1,0 2-10-15,0 1-10 0,0-1-18 16,0 4-9-16,5 1-3 16,14 0-12-16,7 0-1 15,5 7 11-15,-1 14-9 16,-5 2 4-1,-5 7 7-15,-8-1-11 0,-9 2 18 16,-3-2-14 0,-6 0-4-16,-23-2 10 15,-8-3-3-15,-5-5 0 0,2-6-7 16,1-7 3-16,0-6 3 16,3 0-4-16,5-10 1 0,4-10 10 15,7-2-13-15,4-2 5 16,5-1-7-16,8 3 2 15,1 7-4-15,2 6 1 16,0 6 0-16,0 3-1 0,2 0-18 16,14 18 14-16,4 1 2 15,5 3 4-15,2-1-3 16,1-3 3-16,6-4 0 16,5-8-4-16,9-6 11 15,7 0-8-15,6-11 1 16,3-12 0-16,-6-6-8 15,-8-5 8-15,-11-5-19 16,-11-4 3-16,-6-9-2 16,-9-5 14-16,-2-5-1 15,-6-5-1-15,-4 10 4 16,-1 13 2-16,0 21 0 0,0 15-2 16,-6 8 2-1,-7 22-5-15,-1 17-4 16,-2 11 9-16,3 8-4 0,3-1 4 15,3 1 0-15,6-2-2 16,1-8 4-16,0-5-4 16,13-8 1-16,8-11-8 15,3-7 6-15,4-9 3 16,2-8 0-16,1 0 7 16,2-16-7-16,-1-7 5 15,-1-7-2-15,-6-1 0 16,-6-3 7-16,-6 3-7 15,-6 8-1-15,-1 7 5 16,-6 8-5-16,0 8 9 16,0 0-11-16,0 12-6 0,0 13 6 15,-6 6-2 1,3 1 4-16,3-4 2 0,0-4-3 16,7-4-1-16,11-5 0 15,6-2 0-15,4-5 3 16,4-7-2-16,2-1 2 15,2 0-1-15,0-15-1 16,-5-2 6-16,-4-7-7 16,-5-3 0-16,-8-2 3 15,-2 3-3-15,-9 2 0 16,-3 12 5-16,0 6-4 16,0 6 2-16,0 0-3 15,-6 17-23-15,-6 11 20 0,3 6 3 16,1 0-2-1,5-2-3-15,3 0 5 0,0-5-1 16,0-7-3-16,8-1 4 16,5-10-2-16,4-7 2 15,11-2 0-15,2-2 1 16,1-16-1-16,0-5 2 16,-2-7-2-16,-8-3 0 15,1-4-3-15,-7 3 3 16,-6 5 0-16,-4 10 0 15,-5 10 5-15,0 7 3 16,0 2-8-16,-5 27-14 16,-10 13 14-16,-3 12 1 0,2 6 3 15,1 11 12-15,0 6-5 16,0 7 7-16,-1-3-18 16,5-10 1-16,-2-10 3 15,8-14-4-15,1-16 0 16,2-9-1-16,2-15 5 15,0-5 11-15,0-7 10 16,0-21 4-16,6-15-18 16,8-10-11-16,-1-15 0 15,5-15-1-15,0-13 2 16,1-7 4-16,2 0-5 0,-1 14 0 16,1 20-3-16,-4 21 3 15,0 20-3-15,-1 15 1 16,1 9-4-16,10 4-11 15,4 6 7-15,5 13 10 16,1 6-5-16,-5-2 5 16,-7 2 0-16,-8-3-2 15,-9 0 4-15,-8-4-2 16,-3-1 4-16,-27-1 0 16,-13-2 12-16,-8-2-14 15,-5-6-2-15,0-1 1 16,5-5 0-16,4 0-2 15,3-4-84-15,5-10-149 0,4-9-78 16</inkml:trace>
  <inkml:trace contextRef="#ctx0" brushRef="#br0" timeOffset="41593.33">14260 6241 862 0,'0'0'1'0,"0"0"7"0,0 0 38 0,-51 82 26 0,48-52-6 16,3-5-56-16,0-3 65 16,0-3-31-16,16-4-20 15,11-7 1-15,9-8-9 16,9 0 4-16,-2 0-2 0,-4-18-17 15,-9-7 24 1,-11-5-13-16,-12-5 4 0,-7-1 43 16,-1 7-41-16,-24 8-3 15,-8 11-15 1,-8 10-10-16,-2 7 3 16,4 23-87-16,5 6-204 0,9 3-337 15</inkml:trace>
  <inkml:trace contextRef="#ctx0" brushRef="#br0" timeOffset="43109.37">16873 6673 390 0,'0'0'133'0,"0"0"-86"15,0 0 68-15,0 0-31 0,0 0-32 16,0 0 1 0,0 0 31-16,0 0-10 0,0 0-13 15,0 0 7-15,0 0-25 16,0 0-6-16,0 0-1 16,0 0-14-16,0 0 17 15,0 0-6-15,0 0-5 16,0 0 18-16,0 0-5 15,0 0-12-15,0 0 4 16,0 0-11-16,0 0 3 16,0 0-19-16,0 0-2 15,0 0 1-15,2 3-5 16,13-1 0-16,10 0 5 16,8 2 4-1,6-2 11-15,7 2-20 16,8-4 2-16,4 0 7 0,8 0-9 15,1 0 0-15,-2 0-2 16,0 0 5-16,-3 0 2 0,-2-4-5 16,-9 4 0-16,-14-2-5 15,-10 2 5-15,-14 0-5 16,-4 0-2-16,-4 0-43 16,-5 0-77-16,0 0-71 15,0 0-48-15,0 0-55 16</inkml:trace>
  <inkml:trace contextRef="#ctx0" brushRef="#br0" timeOffset="43360.06">17634 6528 342 0,'0'0'536'0,"0"0"-524"0,0 0 49 0,0 0-5 0,0 0-41 0,0 0 23 0,76 7 48 16,-44 8-25-16,-2 3-29 16,-8 5-4-16,-12 1-8 15,-5 2 6-15,-5 3-1 16,-15 1-7-16,-21 4 3 16,-13 2-21-16,-9 3 2 15,0-5-5-15,5-4-121 16,9-9-399-16</inkml:trace>
  <inkml:trace contextRef="#ctx0" brushRef="#br0" timeOffset="44596.09">19823 6389 1094 0,'0'0'18'0,"0"0"-5"15,0 0 153-15,0 0-77 16,0 0-73-16,0 0-14 0,23 50 10 15,-16-3 28-15,-1 6 18 16,-3 3-41-16,-3 2 16 16,0 2-10-16,0-3-15 15,0-8 4-15,0-5-12 16,0-11 0-16,0-11-3 16,0-8 3-16,0-8-1 15,0-5 0-15,0-1 2 16,0-10 18-16,0-16-10 15,0-16 2-15,0-10-22 16,0-14 10-16,0-10 1 31,0-5 0-31,0 4 2 0,0 4-3 16,0 21 1-16,0 18 0 16,0 18 4-16,0 10-1 15,1 6-5-15,2 6 2 16,5 21-22-16,3 9 22 0,3 7 0 0,2-2 0 15,3-3-3-15,3-3 3 16,5-4 0-16,2-5-2 16,4-8 2-16,5-5-6 15,2-11 6-15,2-2 0 16,1 0 4-16,-4-19-4 16,-2-9-16-16,-9-8-25 0,-10-6-8 15,-7-5 40-15,-9 3-20 16,-2 5 19-16,0 11 10 15,0 13 2-15,0 7 16 16,0 6 12-16,0 2-28 16,-4 17-2-16,0 12-22 15,1 8 22-15,0 1 7 16,3-3-7-16,0-1 0 16,6-3-2-16,10-6 2 15,6-4-8-15,4-3 6 16,5-8-5-16,9-6 5 15,2-4-56-15,4 0-47 0,-1-13-5 16,-6-10-21 0,-6-4 15-16,-8-6 49 0,-10 0 45 15,-10 4 22-15,-5 5 0 16,0 7 73-16,-4 5 55 16,-9 8-14-16,-2 4-73 15,-2 0-12-15,0 16-29 16,5 7 19-16,6 2 0 15,6 0-8-15,0-3-11 16,12 1 1-16,12-5 11 16,6-1-10-16,7-5 2 15,6-6 3-15,-1-4-4 16,-3-2-2-16,-2-4 3 16,-7-15 2-16,-9-4 6 0,-3-9-2 15,-14-6-8-15,-4-1 14 16,-10 4-15-16,-17 7 0 15,-6 6 3-15,-4 12-2 16,-5 5 1-16,3 5-3 16,3 2-5-16,7 17 2 15,6 9-7-15,11 3-3 16,9 2-20-16,3 1-84 16,12-3-59-16,17-4-12 15,3-11-236-15</inkml:trace>
  <inkml:trace contextRef="#ctx0" brushRef="#br0" timeOffset="45099.09">21242 6423 1029 0,'0'0'21'0,"0"0"76"0,0 0-64 0,0 0-22 0,0 0 58 16,1 127 24-16,8-62-36 15,-1 6-11-15,0 6 4 16,0-4-42-16,0 0 1 16,-2-11-5-16,2-13-3 15,-2-14-2-15,-1-12 1 16,-5-15 0-16,3-8 2 16,-3 0 5-16,0-25 13 15,0-18-11-15,0-14-3 0,-3-14-6 31,-13-12 0-31,-1-11-4 0,-1-5-3 16,2 0 7-16,3 12-3 0,6 15 3 16,7 19 0-16,0 17 4 15,7 13-4-15,7 13-1 16,11 10-6-16,5 0 1 16,8 17-1-16,-2 11 7 15,-4 6-4-15,-6 4-1 16,-11 0 1-16,-7-3 4 15,-8 1-4-15,-4-5 7 0,-24-6-3 16,-9-2 5 0,-4-6-4-16,-1-7 8 0,4-4-9 15,12-4-3 1,7-2-5-16,10 0-3 0,9 0-130 16,0-8-32-16,9-8-136 15,16-6-185-15</inkml:trace>
  <inkml:trace contextRef="#ctx0" brushRef="#br0" timeOffset="45737.05">21776 6307 983 0,'0'0'40'0,"0"0"26"0,0 0-4 0,0 0-42 0,0 0 53 16,-39 93-49-16,31-59 18 0,1-2-21 15,7-3-17-15,0-2 3 16,9-5-5-16,6-6 4 16,6-7-6-16,6-4 0 15,2-5 13-15,6 0-7 16,1-15-3-16,-3-9 4 16,-7-8-6-1,-12-10-1-15,-12-6 0 16,-2-4 0-1,-13 1-3-15,-19 8 3 0,-3 10 0 16,-2 12-2-16,-3 12 7 16,4 9-7-16,3 2 2 0,5 20-1 15,9 9-5-15,5 7 6 0,12 3-3 16,2 3 1-16,5-4 4 16,20-2 1-16,10-7-3 15,7-6 0-15,5-6 4 16,4-10-4-16,-2-6 0 15,3-3-1-15,-7-3 3 16,0-16-4-16,-6-5 2 16,-5-8 0-16,-7-5-5 15,-11-4 5-15,-8 0-7 16,-7 4 6-16,-1 9 2 0,0 14 4 16,0 4-5-1,0 10 0-15,-1 0 4 0,-7 6-4 16,-1 15-17-16,-1 7 17 15,4 2-3-15,4 1 2 16,2-4-2-16,0 3 3 16,0-8 0-16,14-1 0 15,4-6 0-15,3-2 1 16,6-5 0-16,1-4-1 16,0-4 0-16,7 0-5 15,0 0-84-15,7-2-83 16,-3-14-135-16</inkml:trace>
  <inkml:trace contextRef="#ctx0" brushRef="#br0" timeOffset="46922.92">22576 5799 1069 0,'0'0'0'0,"0"0"12"0,-27 112-10 0,27-56 56 16,0 5-4-16,9 3 7 16,12 3-31-16,1-4 9 15,2 0-5-15,-3-8-26 16,3-7 9-16,-1-12-17 16,-2-8 1-16,-1-11-4 0,1-9 12 15,1-4-8-15,4-4-1 16,2-6-2-16,-3-17-36 15,-4-13-15 1,-6-2 2-16,-6-4 26 0,-5 3-2 16,-4 7 27-16,0 9 0 15,0 9 11-15,0 8 36 16,0 6 2-16,-8 0-30 16,0 16-19-16,-1 13-10 15,1 6 10-15,1 1 10 16,7-1-4-16,0-4 6 15,4 1-12-15,8-8 4 16,6-7 2-16,2-2-6 0,7-8 0 16,4-3 11-1,5-4-5-15,0 0-6 0,-3-17-5 16,-7-9-34-16,-2-8 32 16,-6-6-27-16,-8 2 23 15,-2 6 10-15,-5 9 2 16,-3 9 6-16,0 10 5 15,0 2 44-15,0 2-45 16,0 11-11-16,-9 14-12 16,1 4 12-16,4 4 0 15,4-4 9-15,0 0-9 16,4-5 1-16,15-4 7 16,3-2-4-16,11-6-4 15,8-2 3-15,9-6 5 0,3-2 8 16,-8-2-16-16,-8-6 0 15,-11-16-6-15,-10-12 6 16,-8-10-14-16,-8-3 9 16,-3-1 5-16,-21 5-1 15,-6 12 1-15,0 9 0 16,-3 9 21-16,-1 13-11 16,4 0 0-16,0 21-7 15,8 10 2-15,1 6-3 16,9 1-2-16,12 1 4 15,0-5-7-15,15-3 3 16,10-3 0-16,7-7 0 16,0-5 6-16,7-8-7 0,-1-8 1 15,0 0-19-15,4-4-22 16,2-19-2-16,3-4-16 16,1-6 22-16,-2-2 18 15,-10 0 16-15,-11 7-1 16,-14 9 4-16,-7 7 26 15,-4 7 27-15,0 5 37 16,0 0-74-16,0 0-11 16,0 8-5-16,-4 8 7 15,2 2 16-15,1-1-7 16,1-1-13-16,0-1-3 16,1-4 1-16,13-1 5 0,2-4-1 15,2-5-3-15,7-1 1 16,5 0 12-16,1-13-12 15,4-9-2-15,-4 0 1 16,-1-1 5-16,-2 4-4 16,-11 6-3-16,-7 8 0 15,-2 4 11-15,-7 1-9 16,4 0-2-16,1 10-9 16,4 5 9-16,3 4 7 15,3-2-4-15,0-3-2 16,8-4 10-16,-3-3-7 15,4-5-1-15,5-2-1 16,-6 0-2-16,-4-4-2 0,-8-12-129 16,-8-10-88-16,-8-10-201 15</inkml:trace>
  <inkml:trace contextRef="#ctx0" brushRef="#br0" timeOffset="47101.78">22261 5859 1192 0,'0'0'0'0,"0"0"0"16,0 0-2-16,0 0-7 0,88-7-47 0,9 18-118 16,4-2-137-16</inkml:trace>
  <inkml:trace contextRef="#ctx0" brushRef="#br0" timeOffset="47235.21">23074 5891 900 0,'0'0'231'0,"0"0"-211"16,0 0 140-16,0 0-131 16,0 0-29-16,0 0-28 15,40-24-81-15,5 25-259 16</inkml:trace>
  <inkml:trace contextRef="#ctx0" brushRef="#br0" timeOffset="50784.25">17554 5697 354 0,'0'0'66'0,"0"0"57"0,0 0 47 0,0 0-26 16,0 0 13-16,0 0-30 15,-6-19-16 1,-14 19-61-16,-6 0-29 0,-7 3 18 16,-3 8-4-16,2 0 1 15,2 3-2-15,4 1-29 16,6-1 3-16,5-1-3 16,5 2 0-16,8-1-4 15,4 1-1-15,0-1 0 16,7 4-6-16,16 1 3 15,14 5-1-15,9-1 3 16,5 3 2-16,1-1 3 16,-1-3-4-16,-5 1 0 0,-6-3-6 15,-10-5 6-15,-15-2 0 16,-9-5-1-16,-6-4 1 16,-6 2 12-16,-25 1-8 15,-20 2-1-15,-6 1 17 16,-4-3-17-16,-2-5 9 15,8 3 8-15,3-4-19 16,7 1 13-16,15-1-14 16,11-1 0-16,13 0-7 0,6 2 5 15,3 0-36-15,28-2-113 16,20 0 103-16,19 0-9 16,11-5-51-16,4-12 15 15,3-2-19-15,1-4 14 16,-2-7 53-16,-11-3-39 15,-9-4 77-15,-15-3 7 16,-10-1 20-16,-12 1 67 16,-12 9-5-16,-9 6 70 15,-6 11-73-15,-3 6 58 16,0 6-24-16,-23 2-55 16,-5 0-58-16,-6 8 4 0,-6 13-12 15,5 5 8-15,4 4 0 16,3 0-1-16,11 3 3 15,9-2-8-15,8-3 5 16,0-3-13-16,8-7 8 16,17-5-12-16,7-8 18 15,4-5-1-15,-1 0-25 16,6-7-42-16,0-14 17 16,0-4 8-16,-2-2 39 15,-5-3-8-15,-12 4 12 16,-7 4-2-16,-14 7 5 15,-1 5 14-15,0 5 27 16,0 5 52-16,-5 0-33 0,-7 8-63 16,-6 12 0-16,7 8-5 15,4 1-5-15,7 1 9 16,0-4-5-16,4-5-2 16,16-2 5-16,9-9-4 15,15-5 7-15,8-5 7 16,11 0-1-16,-2-6-7 15,-3-12 1-15,-13-4-5 16,-8-5 5-16,-11-2 1 16,-13 0 2-16,-6 5 6 15,-5 7-4-15,-2 8 39 16,0 4 25-16,0 5-40 0,0 3-29 16,0 17-12-1,-9 7 11-15,-3 4 1 0,5-1-2 16,0-1 2-16,3-5 1 15,2-7 1-15,2-2-2 16,0-8 2-16,0-4-1 16,0-3-1-16,0 0 0 15,10 0 10-15,9-17 8 16,8-5-18-16,3-8 3 16,0-4-1-16,-4 0-2 15,-6 4 0-15,-5 11-3 16,-9 8 3-16,-2 8 2 15,-4 3-2-15,0 0 0 0,0 6-26 16,0 18 14 0,1 7 9-16,1 2 6 0,3-2-1 15,1-6-2 1,0-1 0-16,0-8 2 0,5-5-1 16,-3-4 3-16,3-4-4 15,5-3 1-15,3 0 22 16,1-11-16-16,5-9-4 15,0-5 1-15,0-6-2 16,-2-6 1-16,-1-1-3 16,-5 4 0-16,-7 8 0 15,-4 11 1-15,-4 10-1 0,-2 5 4 16,0 0-4 0,0 6-8-16,0 18-5 0,0 5 11 15,0 2 0 1,6-1 2-16,4-4 0 0,2-5 2 15,1-5 0-15,4-3-1 16,2-6-1-16,2-5 4 16,3-2 11-16,6 0-11 15,4-12-3-15,2-2 3 16,4-2-3-16,-8-1 4 16,-4 3-5-16,-11-2 0 15,-1-1 4-15,-7-3-4 16,-5-2 1-16,-1 0-2 15,-3-1 4-15,0-1-6 16,0 4 3-16,-3 5 0 16,-6 4 3-16,0 5-1 0,-2 6-2 15,-5 0 0-15,0 3-5 16,-1 17 5-16,4 8-3 16,4 3 1-16,9 1-2 15,0 1 4-15,6-5-3 16,17-3 2-16,-1-8 2 15,1-3 1-15,-1-6-2 16,2-3-36-16,-2-5-166 16,-1 0-198-16</inkml:trace>
  <inkml:trace contextRef="#ctx0" brushRef="#br0" timeOffset="51346.23">25730 5943 237 0,'0'0'0'0,"0"0"-20"0,0 0 9 0,-56 74-66 16</inkml:trace>
  <inkml:trace contextRef="#ctx0" brushRef="#br0" timeOffset="52625.03">25507 6017 467 0,'0'0'120'0,"0"0"-105"16,20-70 137-16,-10 40-72 16,-2-3-42-16,-6-3 29 15,-2 3-4-15,0-1-30 16,-5 0 47-16,-10 2-27 15,-6 5-20-15,-3 2 31 0,6 6-2 16,3 9-22 0,6 5 36-16,5 5-6 0,-2 0-53 15,-12 30-17 1,-6 18-2-16,-4 24 2 16,2 17 7-16,7 10 13 0,7 13 18 15,2 9 7 1,2 7-8-16,6 3-32 0,1-2 2 15,1-4-2-15,0-10 2 16,0-11-7-16,0-12 0 16,-3-13 0-16,-5-16-9 15,-5-20 9-15,0-16-37 0,2-13-73 16,1-14-64 0,-4-8-26-16,0-25-81 0,-9-19-30 15,1-14 141 1,-5-9 170-16,-9-12 25 0,-4-4 100 15,0-6-19-15,1-1-44 16,6 8 36-16,9 16-38 16,16 21 50-16,8 15-45 15,3 10-22-15,29 4 14 16,17 5-55-16,18-1 10 16,12 1-12-16,9-2 8 15,2 2 19-15,2 1 1 16,-4 5-6-16,-8 6-13 15,-15 4-8-15,-20 3-1 16,-18 0-1-16,-23 0-1 16,-4 1-3-16,0 11 10 15,-1 6 17-15,-13 2 68 0,-2 4-31 16,-2 1-3-16,8 0-48 16,8-1-7-16,2-3-1 15,2 3-2-15,17-6 2 16,9-5 0-16,6-6 3 15,4-6 1-15,1-1-4 16,-2-6-4-16,-6-15 0 16,-11-10-34-16,-7-7 30 15,-9-7 7-15,-4-2-10 16,-5 9 11-16,-13 9 0 16,-8 10 1-16,-2 11 11 15,-3 7-8-15,-4 1 7 16,4 12-11-16,4 14 7 15,9 6-7-15,11 2 0 0,7 0-9 16,1-1 7-16,20-1-4 16,10-7 6-16,5-7 2 15,0-7 6-15,3-9-16 16,-3-2 8-16,-2-6-32 16,2-16 10-16,-3-10-13 15,0-5 17-15,-8-8 6 16,-4 3 6-16,-11 5 6 15,-4 11 2-15,-3 10 3 16,-1 9 23-16,-2 7 19 16,0 2-40-16,0 19-7 0,3 12 0 15,2 5 20 1,6-1-20-16,3-1 5 0,3-5-10 16,7-4 5-16,3-6-27 15,3-8-109-15,9-9-85 16,6-4-91-16,8-2-418 15</inkml:trace>
  <inkml:trace contextRef="#ctx0" brushRef="#br0" timeOffset="54186.14">26810 5795 1142 0,'0'0'119'0,"0"0"-101"0,0 0-5 0,0 0 18 0,-46 120 16 15,46-65-24-15,0-3-7 16,0-4-5-16,0-7-11 16,1-7 4-16,2-8-6 15,0-9 2-15,0-8-3 16,-1-6-1-16,2-3-29 16,2-8 6-16,1-18 14 15,1-13-48-15,-2-15 59 16,-3-10-6-1,-3-11-22-15,0-2 19 0,0 11 6 16,0 15 5-16,0 20 15 16,0 14 29-16,0 10 43 15,0 6-5-15,0 1-80 0,0 16-2 16,0 20-6-16,0 14 6 16,0 6 17-16,6 2-11 15,7-2 15-15,8-2-16 16,6-9-1-16,4-8 1 15,3-10-5-15,2-10 0 16,5-11 0-16,3-6 3 16,3-3-7-16,0-18 0 15,-2-11-36-15,-3-12 16 16,-9-8-8-16,-7-7 16 16,-9 2 4-16,-11 14 12 15,-3 16 0-15,-3 14 14 0,0 11 50 16,0 2-35-16,-3 22-29 15,-6 19 0-15,0 12 8 16,6 2-4-16,3-4 13 16,0-6-13-16,17-5 0 15,12-5 8-15,12-7-12 16,12-2 28-16,7-9-27 16,3-10 5-16,-4-7-6 15,-7 0 0-15,-11-15-13 16,-11-14-32-16,-14-11 28 15,-12-5-7-15,-4 1 23 0,-4 8 1 16,-15 8 5 0,-5 10-5-16,-3 13 3 0,-3 5 15 15,0 4-11-15,2 19 1 16,4 5-7-16,8 3 4 16,7 0-3-16,6-5-2 15,3 0-2-15,0-6 0 16,1-5 4-16,13-3-3 15,5-6 1-15,5-6-2 16,6 0-1-16,1-8-4 16,2-12-16-16,-2-1-8 15,-1-4 8-15,-6 3 10 16,-6 6 9-16,-9 6 4 16,-3 8-1-16,-5 2 1 0,1 0-6 15,-1 20 6-15,2 10 2 16,3 4 31-16,2-2-21 15,2-3 7-15,2-3-11 16,2-6-8-16,3-5 0 16,6-9 4-16,1-6 4 15,4 0 1-15,5-12-9 16,4-13-3-16,-4-6-3 16,-3-12-12-16,-6-13-36 15,-5-9 16-15,-3-20-20 16,-5-12 1-16,-7-2 14 0,-4 6 1 15,0 24 38 1,-1 25 4-16,-5 21 19 0,-3 23 51 16,-4 17-51-1,-4 31-17-15,1 18 7 0,7 15 5 16,7 4 11-16,2-2 1 16,0-2 11-16,15-9-22 15,6-11-13-15,9-9 5 16,3-9-7-16,7-13-1 15,6-12 1-15,2-13 2 16,1-5-2-16,-5-11 0 16,-6-19-44-16,-11-12-48 15,-9-12 46-15,-9-7 18 16,-9 4 25-16,0 9-2 16,-3 14 5-16,-11 16 64 15,0 15 14-15,-3 3-57 0,-2 33-20 16,1 9 5-16,3 10 39 15,7 0-19-15,7-4-12 16,1-1 9-16,1-8-23 16,16-5 5-16,4-11-5 15,4-9 0-15,3-11 5 16,5-3-5-16,2-10 0 16,-1-17-30-16,0-13-20 15,-2-10 20-15,-5-7-4 16,-2-4-7-16,-3 6 22 15,-2 9 9-15,-1 15 10 16,-5 14 1-16,-6 14 1 16,0 3-2-16,1 24-1 0,4 14 1 15,1 7 57 1,-2 0-39-16,1 1 2 0,1 0 18 16,-1-2-2-16,-4-6-2 15,-5-8-14-15,-4-10-18 16,-1-8 22-16,-23-9-8 15,-9-3-7-15,-9-3 1 16,-1-12-9-16,6-9-2 16,4-2-11-16,11-2-138 15,10 1-114-15,9-3-179 16</inkml:trace>
  <inkml:trace contextRef="#ctx0" brushRef="#br0" timeOffset="54999.07">29756 5788 529 0,'0'0'572'0,"0"0"-562"0,0 0 119 15,0 0-83-15,-87 33 18 16,54 3-27-16,6 7-14 15,6-2 6-15,6-1-24 16,7 0 2-16,8-5-7 0,0-5 3 16,13-5 2-1,13-5-3-15,6-8 3 0,6-7 3 16,3-5-8 0,-1-1-45-16,-4-23-43 15,-5-7-2-15,-10-14 36 16,-12-11 10-16,-9-3 24 15,0 5 18-15,-21 7 2 16,-11 17 13-16,-3 15 13 0,1 15 5 16,1 2-8-16,5 25-8 15,8 11-3-15,7 4-3 16,8 2-3-16,5-2 7 16,2-6-13-16,17-4 0 15,6-6 0-15,3-9 0 0,7-6 0 16,2-8-47-16,7-3-79 15,0-8-6-15,1-17-5 16,-2-9-55-16,-4-13-18 16,-5-16 65-16,-2-12 75 15,-4-9 70-15,-4-2 116 16,-8 9 16-16,-5 15 28 16,-7 19-38-16,-4 19 7 15,0 15 48-15,-8 9-125 16,-12 22-49-16,-7 21 5 15,2 23 57-15,4 20 2 16,4 16-18-16,1 15 17 16,3 16-31-16,5 10-16 0,8 7 27 15,0 4-4-15,15-4-20 16,-3-6-22-16,-9-16 0 16,-3-18-1-16,-2-27 1 15,-17-27-3-15,-3-30-27 16,-6-26-16-16,-2-5 38 15,-3-36 2-15,-2-17 6 16,4-20 4-16,6-8-2 16,7-10-2-16,12-1 0 15,6-3 4-15,6 1 0 0,25 9-4 16,14 8-7 0,10 11-5-16,8 20-53 0,4 8-71 15,2 14-27-15,0 11-25 16,-3 7-194-16</inkml:trace>
  <inkml:trace contextRef="#ctx0" brushRef="#br0" timeOffset="55810.93">30100 5673 648 0,'0'0'22'0,"0"0"43"0,0 0 13 0,0 0-65 16,0 0-13-16,0 0 2 15,-22-29-4-15,22 27 2 16,0-1-68-16,3-2-45 16,5 2-8-16,3 1 4 15,-3 2 30-15,-2 0 87 16,-3 0 16-16,-3 0 77 16,0 0 60-16,-17 11-50 15,-19 15 31-15,-14 11 4 16,-12 8 12-1,-11 10-13-15,-2 3-28 0,-1 3-15 16,7-5-28-16,19-6-31 0,19-6-28 16,18-7 7-16,13-8-14 15,18-2 1-15,29-7 10 16,23-8-10-16,25-6 3 16,6-6-4-16,3 0-18 15,-9-18-9-15,-11-11-7 16,-20 1 10-16,-21 4 21 15,-21 9 6-15,-15 8 3 16,-7 7 36-16,-27 0-16 16,-27 21-8-16,-18 11-7 0,-4 9 36 15,7 5 6-15,13 7-33 16,10 6-6-16,7 0-6 16,17 0-4-16,15-6-4 15,7-6 0-15,24-10 0 16,18-9-1-16,12-6 4 15,4-9-6-15,0-6-3 16,-4 0-26-16,-11-1 25 16,-12 3-3-16,-11 5 6 15,-14 8-3-15,-6 5 1 0,-8 9 6 16,-23 2 9 0,-11 3-5-16,-6 3 22 0,1 0-10 15,3-3-3-15,10-5 5 16,9-10-18-16,13-9 1 15,11-5-1-15,1-7-15 16,19-5 4-16,21 0-96 16,14-17-59-16,8-19-90 15,4-11-96-15,0-18-253 16</inkml:trace>
  <inkml:trace contextRef="#ctx0" brushRef="#br0" timeOffset="56171.75">30841 5709 1001 0,'0'0'24'0,"0"0"134"0,-114 14-59 0,80 17-24 0,3 9-31 16,7 2-19-16,8 4 1 15,7-1-1-15,7-11-24 16,2 1 4-16,0-9 1 15,14-5-6-15,8-5 13 16,8-6-8-16,7-7-5 16,3-3 2-16,-1 0-2 15,-4-19-9-15,-9-9-26 16,-7-6 6-16,-9 0 29 16,-10 2-2-16,0 1 2 15,-10 7 2-15,-12 1 0 0,-3 7 2 16,-2 4-4-16,0 8-10 15,2 4 7-15,2 4-13 16,4 18-21-16,10 5-141 16,9 2-76-16,0-1-44 15</inkml:trace>
  <inkml:trace contextRef="#ctx0" brushRef="#br0" timeOffset="56486.18">31096 5831 910 0,'0'0'37'16,"0"0"183"-16,0 0-104 0,0 0-30 15,99-34-71-15,-77 58 9 16,-4 5-8-16,-3 3-13 16,-9-3 1-16,-5-5-1 15,-1-9-3-15,0-4 0 16,-1-5 0-16,-8-3 4 15,2-3-2-15,-1 0 6 16,5-14 6-16,1-13-8 16,2-11-6-16,3-1-3 15,18-2-23 1,4 4-14-16,5 5-18 16,-4 5-52-16,5 5-53 15,-5 10-56-15,-6 4-232 16</inkml:trace>
  <inkml:trace contextRef="#ctx0" brushRef="#br0" timeOffset="57346.88">31769 5588 745 0,'0'0'8'16,"0"0"140"-16,85-77-68 15,-56 51-26-15,-3-5 7 16,0-3-38-16,-6-4 31 0,-5 3-5 16,-10 4-44-1,-5 4 39-15,-2 7 5 16,-20 5-18-16,-4 12-1 16,-6 3-30-16,-7 10-2 0,-1 27-3 15,2 12 5-15,4 13 10 16,9 11-3-16,7 12 47 15,7 18-6-15,8 9-14 16,3 9 4-16,0 7-25 16,-3 0-10-16,-10 5 12 15,-10-5-14-15,-12-2-1 16,-10-5 2-16,-5-4 0 16,3-9-4-16,8-9 2 15,17-13-8-15,17-25 4 0,5-20-19 16,20-17 13-16,17-18 6 15,8-6-2-15,7-10-3 16,-1-26-1-16,-5-13 10 16,-7-14 5-16,-9-11-5 15,-11-9 5-15,-11 0-2 16,-8-1 3-16,-8 4 12 16,-23 1-8-16,-8 4-4 15,-6 8 15-15,2 7-17 16,4 10-1-16,11 12 3 15,13 15-5-15,7 10 1 0,7 7-2 16,1 4 0 0,0 0-6-16,18 0 3 0,15 0-11 15,11-4-11-15,7-2-20 16,1-4 0-16,4-8 5 16,-3-9 2-16,0-2 29 15,-1-5-19-15,-9-1 10 16,-10 2 16-16,-11 2 2 15,-13 5 11-15,-9 6-8 16,0 1 10-16,-7 5 11 16,-8 6 4-16,-2 6-12 15,4 4-6-15,0 0-6 0,1 17-8 16,2 9-1 0,7 4 5-16,3 1 3 0,0 1-1 15,8-6 3 1,12-2-5-16,8-4 5 0,5-4-1 15,4-5-4-15,3-6-8 16,-4-5-23-16,-2 0-76 16,-2 0-23-16,-5-11 7 15,-5-4-48-15,-4 3-30 16,-2-2-166-16</inkml:trace>
  <inkml:trace contextRef="#ctx0" brushRef="#br0" timeOffset="58831.28">32422 5917 946 0,'0'0'32'0,"0"0"163"0,0 0-154 0,0 0-33 0,0 0 2 0,0 0-5 15,-41 84 15-15,33-57-16 16,1-2 5-16,-1-6-9 15,4-5 0-15,-2-8-2 16,6 0 4-16,0-6-2 16,0 0 2-16,0 0 6 15,0-2 23-15,13-15-24 16,12-7 2-16,1-6-18 16,3-3 10-16,-1 1-1 15,-6 4 0-15,-3 6 0 16,-8 9 2-16,-5 6-2 15,-4 5 0-15,-2 2-4 16,0 3-8-16,0 17-7 0,0 7 18 16,-7 1 2-16,3-4-2 15,2-1 1-15,2-5 0 16,0-4 0-16,0-4 3 16,0-4-3-16,11-2 7 15,5-4 5-15,5 0 15 16,3 0-24-16,3-8-1 15,3-4 5-15,-2-5-6 16,0 2-1-16,-5-2 0 16,-2 2 1-16,-8 6 0 0,-7 3-1 15,-1 4 0 1,-5 2 12-16,0 0-12 0,0 0-13 16,0 14-7-16,0 6 20 15,-5 3 2-15,5-2-2 16,0-2 0-16,5 0 14 15,12-7-13-15,8 3 9 16,3-8 0-16,3-3-6 16,2-3 7-16,-2-1-11 15,-4 0 1-15,-5-12 2 16,-2-3-3-16,-8-5 0 16,-6-3 0-16,-6 1 5 0,0 1-6 15,-3 6 1-15,-12 4 0 16,-3 5-8-16,3 5 7 15,0 1-2-15,1 0-1 16,4 7-7-16,4 3 10 16,3 0-6-16,3-3-1 15,0 2 1-15,0-3 9 16,11 0-2-16,5-2 0 16,2-1-6-16,0-2 1 15,-6-1-11-15,0 0 16 16,-8 0-9-16,-2 0 10 15,-1 0-1-15,1 5 0 16,1 1-12-16,3 2 10 16,1 2 0-16,-2-3 2 0,1 1-2 15,0-4 2-15,1 1 0 16,8-2-1-16,2-3 6 16,0 0-4-16,-3 0-1 15,-2-13-3-15,0-9 1 16,-5-7-14-16,-1-8 6 15,-3-9 6-15,-2-13-2 16,5-6 0-16,2-4-7 16,4-8-8-16,3 5 19 15,-1 13-13-15,-3 17 15 16,-6 24-1-16,-5 15 2 0,-3 3-4 16,-17 19-13-16,-1 19 16 15,-1 8-5-15,4 10 3 16,9 4 2-16,5 6-1 15,4-1 9-15,1 1-3 16,18-9-4-16,6-8 6 16,3-14 6-16,6-13-13 15,0-9 5-15,-3-8-3 16,1-5-1-16,-9 0 15 16,0-13-15-16,0-7 1 15,-4-4-2-15,0-3 2 16,-2-6-5-16,-10 6 3 15,-4 2 0-15,-3 7 0 0,0 11 0 16,0 7-4 0,0 0 4-16,-14 7-20 0,-2 16 18 15,3 1 2-15,1-1-3 16,9 6 2-16,3-6 1 16,0-4 0-16,8-4 4 15,6-3-1-15,5-5 1 16,1-7 0-16,4 0-1 15,0-1 6-15,2-15-9 16,-1-5 2-16,-1-3 3 16,-1-4-3-16,-3-6-2 15,-1-1 0-15,-5 2 1 16,1 7 7-16,-9 13-4 16,-2 4 1-16,-4 9 45 0,0 0-50 15,0 13-5-15,0 15-11 16,5 8 16-16,0 4 11 15,0 1 11-15,-1-8 7 16,-4-3 1-16,0-5-19 16,-16-5 0-16,-21 2-8 15,-24-7 0-15,-30 1-3 16,-23-2-49-16,-20-6-382 16</inkml:trace>
  <inkml:trace contextRef="#ctx0" brushRef="#br0" timeOffset="62706.39">6546 9621 825 0,'0'0'49'0,"0"0"46"0,0 0 58 0,0 0-91 16,0 0 20-16,0 0-20 16,0 0 2-16,-16-50 20 15,14 41-37-15,2-6-7 16,0-1 17-16,0-9-4 16,0 3-27-16,0-6-15 15,2-2 18-15,4 3-13 16,0 4-11-16,-2 10 14 15,-1 7-10-15,-3 6 3 16,3 0-12-16,5 12-16 0,2 14 14 16,8 4 0-16,3-4 4 15,0 2-1-15,7-8 0 16,5-3-1-16,3-8 2 16,7-8 1-16,0-1 5 15,-1 0-8-15,-8-15 0 16,-4-3 3-16,-9-3 0 15,-9-1 0-15,-6 4 0 16,-6 5-2-16,0 4 10 16,0 6 7-16,0 3 17 15,-3 11-34-15,-12 29 2 16,-9 20-3-16,-7 19 1 0,-5 10 7 16,2 4 3-16,6 3-6 15,-1 0-1-15,5-10-4 16,5-6 1-16,4-16-3 15,3-16 2-15,3-16-1 16,6-14-2-16,1-16 3 16,2-2-13-16,0 0-31 15,0-14-34-15,0-13-115 16,0-4-84-16,2-2-51 16,1-1-339-16</inkml:trace>
  <inkml:trace contextRef="#ctx0" brushRef="#br0" timeOffset="63830.55">13017 8347 167 0,'0'0'771'0,"0"0"-763"0,0 0 111 0,0 0-30 15,0 0-74-15,0 0-3 16,-33 87 87-16,6-33-22 16,-7 7 2-16,-5-3-6 15,3-2-40-15,2-4-13 0,6-10-3 16,9-10-6 0,8-9-4-16,9-9-7 0,2-8 0 15,6-6 0-15,24 0 4 16,12-10 6-16,10-7-10 15,5 1 5-15,2-1-6 16,3 2 1 0,-6 1 0-16,-5 0-1 15,-14 4-53-15,-9-2-91 16,-11 4-48-16,-7-6-76 16,-10-3-132-16</inkml:trace>
  <inkml:trace contextRef="#ctx0" brushRef="#br0" timeOffset="64104.07">13124 8463 872 0,'0'0'110'0,"0"0"46"15,0 0 37-15,0 0-149 0,0 0-39 16,0 0 92-16,-34 105 4 16,29-47-34-16,-2 4-14 15,4 4-26-15,-6 4 9 16,3-1-29-16,0-3-5 15,1-4-3-15,5-13 1 16,0-12-7-16,0-10-25 16,0-16-114-16,19-11-77 15,9-1-50-15,5-29-37 16,5-9-468-16</inkml:trace>
  <inkml:trace contextRef="#ctx0" brushRef="#br0" timeOffset="64408.07">13513 8488 1152 0,'0'0'12'0,"0"0"228"0,0 0-202 15,0 0-4-15,-75 124 27 16,59-68-36-16,7 4 32 16,5-3-18-16,4-4-27 15,0-9 0-15,20-7-2 16,8-10-10-16,6-10 6 15,8-11-5-15,4-6 1 16,1-6 5-16,-3-18-5 16,-8-10 2-1,-9-7-1-15,-15-8-2 0,-7-9 10 16,-5-3-4-16,-14 3 0 16,-16 7 0-16,-3 13-7 15,-4 13-2-15,2 14-2 0,3 11-4 16,3 1-11-16,9 23-60 15,7 9-62-15,9 5-67 16,4 2-37-16,7-6-118 16</inkml:trace>
  <inkml:trace contextRef="#ctx0" brushRef="#br0" timeOffset="65282.99">14156 8401 1122 0,'0'0'78'16,"0"0"-8"-16,0 0 166 15,0 0-157-15,0 0-33 16,0 0-39-16,-59-1 3 16,38 29 23-16,6-2-23 15,5-2-8-15,5-3 3 16,5-2-4-16,0-5 0 15,2 0 0-15,15-7 0 16,5-7 0-16,6 0-1 16,3-2 1-16,-1-17-4 15,-3 3-4 1,-8-3-3-16,-8-2 10 0,-7 6 0 16,-4 3 2-16,-1 2-2 15,-20 5 5-15,-5 3-9 16,-4 2 4-16,2 2-1 0,1 13 1 15,5 3 3-15,5 3-1 16,6 3-2-16,8-4-2 16,3 1 1-16,6-7 1 15,15-5-6-15,13-6 5 16,7-3-23-16,4-5-37 16,0-18-7-16,6-4 18 0,-4-6 4 15,-2-1 37-15,-3 2 9 16,-6 7 0-16,-15 6 10 15,-6 10 19-15,-12 8 14 16,-2 1-20-16,-1 15-7 16,0 19 15-16,0 15 30 15,-12 12-25-15,-16 9-12 16,-5 9 7-16,-10 5-5 16,-4-1-25-16,-2 2 4 15,0-3-5-15,12-13-3 16,14-13 2-16,10-18-5 15,12-17 2-15,1-14 0 0,7-7-27 16,23-11 17 0,7-13 12-16,14-11-37 0,-1-3-16 15,-5-7 3 1,-3 2 16-16,-16 9 24 0,-9 7 12 16,-12 13 7-16,-5 10 27 15,0 4 72-15,-17 0-69 16,-5 14-34-16,1 7 13 15,9 3-8-15,6 0-8 16,6-5 6-16,0-7-6 16,17 1-2-16,7-7 2 15,5-6 3-15,1 0-2 16,3-6-1-16,-3-9 0 16,-3-4 3-16,-8 0 0 0,-7-2-3 15,-11 2 12-15,-1-1-9 16,-6 1-1-16,-16 2-2 15,-3 3-24-15,-2 1-98 16,-3 3-169-16,0 3-268 16</inkml:trace>
  <inkml:trace contextRef="#ctx0" brushRef="#br0" timeOffset="66344.8">16285 8593 898 0,'0'0'161'0,"0"0"-83"0,0 0 47 0,0 0-69 0,-16 81 47 0,7-26-7 16,0 5-55-16,1 5 34 15,1 2-39-15,7-2-26 16,0-8-8-16,0-12 3 15,8-15-5-15,7-14 0 16,1-11 0-16,5-5 0 16,3-14 0-1,3-18 7-15,-4-15-6 0,-6-9 4 32,-6-9-2-32,-6-11-3 15,-3-5 3-15,-2 2-1 0,0 14 0 16,0 17-2-16,0 23 0 15,0 20 12-15,0 5-5 0,0 29-7 16,0 16-7-16,0 11 7 0,0 0 3 16,18-6-3-16,10-6 4 15,10-7-5-15,5-9 1 16,5-6 0-16,5-14 1 16,2-5 1-16,3-3-4 15,-2-6-8-15,-10-15-24 16,-12-5 3-16,-10-7-4 15,-13-6 20-15,-7 4 14 16,-4 6 1-16,0 9 5 16,0 11 6-16,0 6 32 15,0 3-21-15,-1 0-22 0,1 21-20 16,0 4 20 0,0 7 0-16,10-4 5 0,5 0-4 15,9-7 0 1,6-4-1-16,0-5-5 0,2-5-3 15,1-7-49-15,3 0-62 16,2-3-18-16,0-14-15 16,-2-10 14-16,-5-3 60 15,-7-3 18-15,-9 2 60 16,-6 7 12-16,-5 10 76 16,-4 6 64-16,0 4-21 15,0 4-27-15,0 0-77 16,2 10-22-16,5 9 4 15,1 2 18-15,5-3-16 16,4-2 0-16,3-4-2 16,2 0-9-16,6-8 9 15,5-2-9-15,1-2 2 0,-3 0-2 16,-5-2 3-16,-8-14-1 16,-11-5 0-16,-7-4 6 15,0-4 5-15,-20 0-10 16,-13 6 33-16,-5 4-23 15,-2 9-3-15,2 5 2 16,4 5-12-16,6 8-2 16,5 14-1-16,10 5-1 15,7 4-3-15,6 0-5 16,9-1-67-16,14-5-54 0,8-5-26 16,2-9-99-16,2-8-98 15</inkml:trace>
  <inkml:trace contextRef="#ctx0" brushRef="#br0" timeOffset="66768.6">17786 8381 899 0,'0'0'34'0,"0"-105"90"0,0 85 102 0,0 20-98 16,-7 14-38-16,0 33-85 15,2 17 4-15,0 10 51 16,2 2-21-16,3 0-16 15,0-1 7-15,0-7-21 0,0-13-7 16,0-11-2 0,0-13 0-16,0-16 0 15,0-9 0-15,0-6 3 0,0 0 0 16,7-13 6-16,5-15-6 16,7-6-3-16,2-4-6 15,1 3-7-15,2 6-13 16,0 6 0-1,1 9 23-15,2 10-4 16,7 4 2 0,4 6 3-16,-1 18-1 0,-3 5 3 15,-4 4 6-15,-12 1-3 0,-15-1 21 16,-3-1 10-16,-19-5 9 16,-22 0 6-16,-14-4-26 15,-13 0 0-15,-10-5-23 0,0 0-6 16,-2-6-11-16,-5-5-181 15,-3-4-260-15</inkml:trace>
  <inkml:trace contextRef="#ctx0" brushRef="#br0" timeOffset="67900.67">7716 10812 731 0,'0'0'54'0,"0"0"37"0,0 0 20 0,0 0-31 0,0 0-23 16,0 0-2-16,-84 20 29 15,77-15-16-15,1-3-20 16,5-2 32-16,1 0-13 16,0 0 2-16,0 0-17 15,0-15-7-15,0-8-32 16,0-2-11-16,0 2-2 16,0 2 6-16,3 7-5 15,1 4 3-15,-3 8-2 16,-1 2-1-16,3 0-2 15,6 1-9-15,5 10 7 0,11 5 3 16,4 0 0 0,2-5 1-16,5-3 0 15,2-3-1-15,1-5 1 0,-3 0-1 16,-6 0 0-16,-9-2-1 16,-9-5 5-16,-6 3-3 15,-5 0 5-15,-1 4 1 16,0 0 11-16,0 0-17 15,0 24-1-15,-13 21 0 16,-8 20 1-16,-4 18 15 16,-1 7-4-16,-4 3 0 15,3-1-5-15,2-10-7 16,6-17 0-16,4-14-4 16,3-15 6-16,6-16-4 15,4-11 0-15,2-7-15 0,0-2-63 16,0-11-56-16,0-16-82 15,0-8-87-15,-10-10 35 16,-8-2-291-16</inkml:trace>
  <inkml:trace contextRef="#ctx0" brushRef="#br0" timeOffset="68061.5">7562 11164 923 0,'0'0'103'0,"0"0"37"0,0 0 17 0,0 0-106 16,0 0-42-16,0 0-4 15,31-8-1-15,19 1 2 0,8-2-2 16,8-2-4 0,1-1-29-16,3-2-175 15,-3 0-126-15,0-5-500 0</inkml:trace>
  <inkml:trace contextRef="#ctx0" brushRef="#br0" timeOffset="68422.05">8422 10887 1010 0,'0'0'84'16,"0"0"22"-16,0 0 48 15,0 0-78-15,0 0-33 16,0 0 0-16,0-11 28 16,-8 11-13-16,-13 7-22 0,-6 11-9 15,-3 3-2-15,7 1 4 16,5-4-9-16,10 2-19 15,8-1-1-15,0 4 0 16,8 0 3-16,22 4-5 16,3 2 2-16,5-1 0 15,-2-2-2-15,-6 4 2 16,-5-3-2-16,-8-2 2 16,-10-4 0-16,-7-3-2 15,0 1 8-15,-18-1-5 16,-13-2 4-16,-4-3-3 15,-3-4-3-15,11-6 1 0,1-3-7 16,10 0-71-16,9-15-131 16,7-14-100-16,0-8-215 15</inkml:trace>
  <inkml:trace contextRef="#ctx0" brushRef="#br0" timeOffset="68578.69">8723 10793 1143 0,'0'0'160'0,"0"0"-152"16,85-47 30-16,-46 35-35 15,2 6-3-15,-9 4-12 16,-13 2-232-16,-17 0-232 16</inkml:trace>
  <inkml:trace contextRef="#ctx0" brushRef="#br0" timeOffset="69858.78">3131 11133 885 0,'0'0'11'0,"0"0"55"0,0 0 17 16,-85 110 0-16,63-52-11 15,4 5-12-15,0 3-6 16,4 3-8-16,9 0-24 16,5-5 17-16,0-12-28 15,16-14-7-15,14-16 8 16,7-16-11-16,11-6 9 16,7-19 2-16,5-23-2 15,4-10 1-15,-6-7-11 0,-7-1 1 16,-15 0 3-1,-19 2-3-15,-17 1 8 0,-3-4-4 16,-31 8 1 0,-9 8 5-16,-2 18-9 0,-1 19 24 15,4 8 4-15,1 27-27 16,6 18-1-16,11 12-2 16,11 6 0-16,13-1 4 15,0-1-4-15,13-6 0 16,14-5-1-16,10-7 0 15,7-11 1-15,9-14-3 16,7-13 3-16,1-5-1 16,8-19 1-16,-2-11 0 15,-7-9-6-15,-8-6 9 16,-13 3-4-16,-17 0 1 16,-10 0 0-16,-12 7 11 15,0 7-10-15,0 11 5 0,-6 8 22 16,3 9 20-16,-2 5-35 15,-2 22-13-15,6 9 0 16,-1 8 0-16,2 1 0 16,0-3 0-16,10-7 1 15,4-1-1-15,2-9-1 16,1-9 0-16,-1-5 1 16,1-11 0-16,8 0 0 15,-1-17 0-15,1-12 6 16,2-5-3-16,-6-4-1 0,-5-2-1 15,-4 0 1-15,-7 7 0 16,2 9 0-16,-7 13-2 16,0 10 3-16,0 1-3 15,0 21-10-15,0 16 0 16,3 11 10-16,3 2 1 16,5 0 3-16,5-6-3 15,4-8 3-15,3-9-3 16,1-9 2-16,1-9 0 15,4-9-3-15,2-3 9 16,5-22-9-16,6-13 0 16,-5-9 3-16,2-6-2 15,-15-3-2-15,3-8-3 0,-11-3 4 16,-10-10-4 0,-6-5 3-16,0 5 1 0,-6 18-1 15,0 19 5-15,0 23-4 16,2 17 0-16,1 27-5 15,3 28-2-15,0 12 7 16,0 10 6-16,3-4-1 16,10-4-3-16,-4-5-3 15,0 0 1-15,0-3 0 16,-3-9-3-16,-3-11-38 16,0-17-156-16,-2-16-21 15,4-8-89-15,-2-13-112 16</inkml:trace>
  <inkml:trace contextRef="#ctx0" brushRef="#br0" timeOffset="70033.05">4363 11337 1137 0,'0'0'29'0,"0"0"80"0,0 0-36 0,0 0-71 0,0 0-1 15,105-6-2-15,-44 6 0 16,15 0-18-16,14 0-87 15,17 0 55-15,9-2-102 16,-3 2-110-16,-3-3-317 16</inkml:trace>
  <inkml:trace contextRef="#ctx0" brushRef="#br0" timeOffset="70774.06">5760 11209 1229 0,'0'0'11'15,"-94"13"102"-15,55 8 43 16,8 2-58-16,4 5-30 16,11 2-47-16,5-1-2 15,5-1-1-15,6-6-18 16,0-1 1-16,3-2 1 16,15-9 6-16,11-2-8 15,5-5 0-15,12-3 0 16,9-6-2-16,-4-13 1 15,1-8 1-15,-4-7-4 0,-11-9-23 16,-10-6-2-16,-18-4-22 16,-9 2 10-16,-8 9 31 15,-17 14-13-15,-5 13 23 16,-4 13-6-16,0 2 10 16,-5 24-4-16,6 10 11 15,6 9-1-15,12 4 17 16,8-4-18-16,7 0-2 15,3-6-1-15,19-7-4 16,9-8-4-16,7-9 0 16,7-5 0-16,5-8-1 15,4-8-26-15,1-15-6 16,1-13-20-16,3-11-42 16,-1-8 66-16,-1-12 28 0,-5-7-26 15,-13-5 26-15,-8 0 0 16,-17 9 3-16,-2 25 9 15,-11 15-5-15,-1 24 60 16,0 6 43-16,0 38-93 16,0 24 27-16,0 23 35 15,0 21-15-15,0 11-1 16,0 17-27-16,14 16 10 16,0 7-16-16,-3 13-19 15,-8-5 3-15,-3-1-11 16,-17-12 0-16,-21-14-2 15,-1-30 0-15,-3-29 0 16,3-31 1-16,5-29 0 16,0-19-4-16,-2-9 5 0,5-34-1 15,2-21-2-15,7-21-10 16,13-21-2-16,9-20-9 16,5-12 1-16,29 1 9 15,18 11-8-15,17 19 9 16,11 19-7-16,11 13-38 15,14 8-33-15,19 13-17 16,20 2-45-16,13 4-270 16</inkml:trace>
  <inkml:trace contextRef="#ctx0" brushRef="#br0" timeOffset="72253.89">10779 11032 794 0,'0'0'1'0,"0"0"108"0,0 0 35 0,0 0-55 16,0 0 23-16,-18-70-85 15,18 67 36-15,0 2 6 16,-3-4-4-16,-3-4 5 15,-3-3-24-15,1-6-26 16,-3 3-10-16,5-2 14 16,0 3 6-16,-2-4-16 15,4-4-7-15,4 1 9 16,0-2-16-16,0 0-1 16,0-6 0-16,0-6 1 15,0 3-2-15,0 4 2 16,0 10 0-1,0 13 3-15,0 5-2 0,-3 17-1 16,0 27-11-16,0 21 11 0,1 13 10 16,2 3-8-16,0 2 7 15,0-1 7-15,0-6-15 16,5-2 4-16,1-13-5 16,3-11 1-16,-3-14-3 15,-2-15 2-15,1-11 0 16,-5-6 1-16,3-4 2 0,-2 0-1 15,2-12 7-15,4-17-4 16,-2-12-5-16,9-7 0 16,0 3 0-16,-3 4-1 15,-2 10 4-15,1 15-6 16,-5 9 3-16,-4 6 0 16,1 1-1-16,5 1-9 15,5 13 3-15,0 3 4 16,9 4 6-16,-3-3-5 15,4 0 2-15,8-1 0 16,4-5 3-16,7-5-3 16,5-4-1-16,2-3-5 15,4 0-37-15,-2-10-26 16,-6-10-31-16,-4-7 9 16,-6-9 37-16,-11 2 8 0,-8 3 35 15,-8 6 11-15,-7 9 7 16,0 9 33-16,0 6 72 15,0 1-27-15,-1 1-62 16,-8 20-21-16,-3 6 11 16,6 9 24-16,6 1-36 15,0-2 10-15,15 1-9 16,10-5 1-16,12-4 2 16,8-6-5-16,4-8 0 15,-1-7 3-15,-5-6-3 0,-10 0 0 16,-13-12-5-1,-10-15 5-15,-10-5 3 0,-6-11-3 16,-19-4 0 0,-12 4 0-16,-7 7 1 0,2 4-3 15,-1 10 2-15,10 7 0 16,8 8-3-16,10 7-3 16,6 0-8-16,9 13-31 15,0 17-89-15,14 1-2 16,14 3-53-16,8-3-61 15,1-7-149-15</inkml:trace>
  <inkml:trace contextRef="#ctx0" brushRef="#br0" timeOffset="72748.67">11871 11094 1137 0,'0'0'10'0,"0"0"262"0,0 0-181 0,0 0-71 15,0 0-20-15,0 0 0 16,-3 38 1-16,16-13 8 16,2 0 4-16,3-4-9 15,-1-3-3-15,-1-6 4 16,6-2-5-16,1-8 0 16,4-2 5-16,0 0 0 15,-1-20-4-15,-2-5-1 16,-3-7 1-16,0-2 4 31,-5 5-4-31,-7 5-1 0,-4 8 12 16,-5 8-8-16,3 5 72 0,-3 3-41 15,1 0-35-15,4 4-6 0,7 12-2 16,1 7 8-16,6-3 0 16,4-4 7-16,-1-5-7 15,8-6 0-15,9-5 1 16,4 0 3-16,4 0 3 15,-9-15-5-15,-7-1 4 16,-12-7-3-16,-11-4 3 16,-8-9-2-16,0-2 8 15,-25-5 4-15,-8 1-16 16,-1 5-1-16,-3 9-2 16,7 10-4-16,10 11-21 0,4 7-66 15,7 7-90-15,9 20-47 16,0 3-38-16,0 3-154 15</inkml:trace>
  <inkml:trace contextRef="#ctx0" brushRef="#br0" timeOffset="74643.59">13182 10928 1154 0,'0'0'25'0,"0"0"258"0,0 0-147 0,0 0-36 0,0 0-97 16,0 0-3-16,3 4-2 15,11 32 2-15,-4-5 0 16,1 2 1-16,-1-7-1 16,-4-3 0-16,0-7 0 15,0-6-2 1,-1-3 2-16,2-4 0 0,2-3 0 15,4 0 0-15,10-14 9 16,2-8-9-16,3-9 0 16,-1-4-3-16,-1-4 3 15,-2 5-1 1,-5 6-2-16,-9 7 3 16,-5 11 5-16,-5 6-4 0,0 4-1 15,0 3 0-15,0 16-10 16,6 12 10-16,-2 5 4 0,2-3-2 15,3-2 8-15,0-5-2 16,1-6-8-16,0-8 8 16,-4-5-8-16,-2-7 1 15,9 0 3-15,8 0-2 16,5-13 9-16,4-7-9 16,1-10-1-16,0-1-2 15,-4-4 5-15,-5-5-5 16,-6 7 2-16,-5 7 0 0,-6 10 3 15,-5 10-4-15,0 6 0 16,0 0 0-16,0 12-9 16,0 16 2-16,0 5 6 15,4 1 1-15,7-3 7 16,-1-7-7-16,8-2 0 16,7-6 7-16,11-5-5 15,12 1 13-15,4-8-12 16,2-4 1-16,0 0-1 15,-2 0-3-15,-10-6 0 16,-11-12 3-16,-9-8-3 16,-13-7 3-16,-9-7-3 15,0-2 0-15,-3 4 0 0,-13 7-1 16,-7 9-3 0,0 7 4-16,-1 13-5 0,-3 2 4 15,1 15-4-15,-1 11 5 16,4 4-1-16,5-1 1 15,13 2-1-15,2-1-2 16,3-3 3-16,0-9-1 16,8-4-3-16,10-3 4 15,2-9-1-15,2-2-3 16,0 0-13-16,-1-6-13 16,0-15-20-16,0-2-17 15,-2-8 2-15,-6-6 13 0,-3-1-9 16,-6 3 14-1,-4 10 40-15,0 10 7 0,0 8 0 16,0 7 7 0,0 0 1-16,0 7-6 0,0 14-4 15,0 2 2-15,0 2 0 16,0-2 6-16,9 0-6 16,6-1 4-16,9-4-4 15,7-4 0-15,3-5 0 16,6-5-41-16,-1-4-71 15,-6 0 5-15,-5-11 37 16,-5-10-5-16,-8-7 71 16,-5-4 4-16,-1 6 1 15,-5 3 33-15,-4 7 28 16,2 8 26-16,-2 7 5 0,0 1-13 16,0 1-72-1,0 18-4-15,0 4 24 0,0 6 27 16,6-2-19-16,-1-2-10 15,1-4 2-15,2-4-1 16,-2-5-21-16,0-4-1 16,2-4 4-16,4-4-5 15,0 0 3-15,2 0 4 16,5-8-8-16,0-11 0 16,2-3-3-16,3-6 0 15,0 1-2-15,-5 2-2 16,-6 6-3-16,-5 6 7 0,-5 6 0 15,-1 2 1-15,-2 5-1 16,0 0 0-16,0 0-3 16,2 14-15-16,4 7 18 15,2 3 9-15,-1-5-6 16,5 3 16-16,0-7-14 16,0-4 0-16,3-1 2 15,0-7-5-15,3-3-1 16,2 0 1-16,2 0 3 15,0-6-8-15,2-10 3 16,-1-7-4-16,-1-4-8 16,-5-7-11-16,-5-1 0 15,-4 1 1-15,-4 10 12 16,-2 13 10-16,-2 7 1 16,0 4 2-16,0 0-3 0,0 15-7 15,0 9 7-15,0 4 21 16,1-2-16-16,5-4 8 15,3-3-6-15,3-5-3 16,-3-5 1-16,9-5-3 16,7-2-1-16,7-2 6 15,1 0-5-15,1 0-3 16,-6-11 1-16,-1-7-5 16,-3-4-7-16,-5-1-8 15,-4-1 16-15,-7 3 0 16,-4 7 8-16,-4 6-6 15,0 1 5-15,0 4 14 0,0 3 21 16,0 0-36-16,-6 14 0 16,-3 19 1-16,-1 16 31 15,-2 14 0-15,10 16 3 16,2 17-14-16,2 12 42 16,17 13-44-16,2 8-15 15,-7-1 2-15,-5 2-1 16,-6-12-7-16,-3-14 0 15,-3-16 1-15,-20-20-6 16,-10-20 5-16,-7-18 0 16,-5-18 0-16,-4-12 1 15,1 0-2-15,2-23-2 16,4-16 1-16,8-14-2 0,7-15 1 16,8-20-16-16,10-14 5 15,9-16-14-15,0 0-31 16,23 5-54-16,15 14-27 15,8 19-44-15,5 5-96 16,2 1-403-16</inkml:trace>
  <inkml:trace contextRef="#ctx0" brushRef="#br0" timeOffset="76146.03">16842 10671 1043 0,'0'0'50'0,"0"0"3"0,0 0 102 0,0 0-69 15,0 0-41-15,0 0 2 16,43-40-31-16,0 9-15 15,-4-4 1-15,-7-9 2 16,-12-11-2-16,-7-11 11 16,-12-8-1-16,-1-3-7 15,-12 7 5-15,-13 13-4 16,-2 18 4 0,3 17 14-16,4 18 15 0,-6 8-9 15,-4 31-30 1,-5 20 0-16,7 18 7 15,10 10-3-15,14 7 1 0,4 1 4 16,15-3-8-16,22-9-2 16,12-10-1-16,11-14 2 0,11-10 2 15,3-20-2-15,-3-17-2 16,1-8-2-16,-8-20-10 16,-6-17-19-16,-8-13 2 15,-16-7 7-15,-13-12 21 16,-14 0 3-16,-7 0 0 15,0 12 1-15,0 16 2 16,-3 19 14-16,0 16 12 16,-3 6 3-16,0 33-32 15,2 14 5-15,4 14 1 16,0-3-5-16,15-5 6 16,8-6 1-16,7-3-8 15,3-11 0-15,0-8 3 16,0-12-3-16,-3-8 0 0,0-5 0 15,-2-11 0-15,2-16-1 16,-1-11-17-16,0-14-18 16,-3-11 7-16,-4-16-18 15,-8-11-7-15,-7-4-8 16,-6 0 11-16,-1 9 38 16,0 20 7-16,0 15 6 15,-5 22 5-15,1 14 1 16,0 9 60-16,-1 5-21 0,-1 35-41 15,0 17-2-15,6 14 22 16,0 15-8-16,0 6 17 16,12 4 11-16,3-1-20 15,-4-7-19-15,2-13-3 16,-4-9 0-16,-2-18-2 16,-4-17 0-16,-1-12-1 15,1-10 4-15,-3-4-1 16,0-11 19-16,0-19-12 15,0-16-9-15,0-10-1 16,7-6 1-16,2-3-2 16,5 1 3-16,4 8-2 15,4 12 0-15,-1 13 1 16,0 13-6-16,-2 8 5 16,-2 10-6-16,-4 0 5 0,0 21-7 15,-7 10 6-15,-6 7 0 16,-1 4 3-16,-24-3 0 15,-5-5 0-15,-8-8 0 16,0-6 3-16,-1-4-2 16,2-8 0-16,14-6 0 15,5-2-1-15,11 0 11 16,7-8-11-16,0-6 0 16,0 2-3-16,18 0-4 15,7 9-8-15,3 3 8 16,2 7 7-16,8 15 0 15,0 5 0-15,3 3 0 0,2-3 3 16,8-3-3-16,2-5 0 16,0-7 0-16,0-6 0 15,-5-6 0-15,-5 0 0 16,-7-18-1-16,-8-9-2 16,-8-5 4-16,-7-9-2 15,-8-5-10-15,-5 0 11 16,-2 6-2-16,-14 9 2 15,-2 19 0-15,-2 12 1 16,-2 4 2-16,4 35 7 16,6 14 12-16,11 4 13 15,1 5 1-15,7-2-17 16,12-4-8-16,1-9-6 0,4-8-5 16,0-12-1-16,-4-15 0 15,-3-9-1-15,1-3-13 16,-9-11-99-16,-8-16-104 15,-1-16-155-15,-15-12-566 16</inkml:trace>
  <inkml:trace contextRef="#ctx0" brushRef="#br0" timeOffset="76469.58">17543 9893 1124 0,'0'0'8'0,"0"0"-5"0,0 0 31 0,0 0 12 0,-1 75 11 0,40-50-48 15,9 1-1-15,2-9 12 16,-1-7-10-16,-10-9 4 16,-12-1-12-16,-12-3 10 15,-13-17 29-15,-2-8 50 16,-19-7-55-16,-19-2-12 15,-9 3-22-15,-2 10 2 16,9 7-4-16,6 12-1 16,8 5-1-1,11 5-16-15,15 21-87 16,0 13-92-16,31 10-54 16,13 4-152-16</inkml:trace>
  <inkml:trace contextRef="#ctx0" brushRef="#br0" timeOffset="76731.53">19986 10484 1564 0,'0'0'11'0,"0"0"0"0,0 0 2 16,98-34 15-16,-43 34-15 15,-3 0-9-15,-8 0-8 16,-14 6 3-16,-17 0-83 16,-10 2-145-16,-3 2-108 15,-22 0-93-15</inkml:trace>
  <inkml:trace contextRef="#ctx0" brushRef="#br0" timeOffset="76910.72">19948 10678 872 0,'0'0'283'0,"0"0"-139"16,0 0 123-16,90 0-117 0,-26-7-119 16,8 3-31-16,-2-1-2 15,-6 0-12-15,-6-3-313 16,-6-9-733-16</inkml:trace>
  <inkml:trace contextRef="#ctx0" brushRef="#br0" timeOffset="82220.22">23395 9965 528 0,'0'0'74'0,"0"0"-49"0,0 0 45 0,0 0-42 0,0 0-10 0,0 0-15 15,0 0 12-15,0 0 26 16,0 0 5-16,0 0 13 16,0 0 5-16,0 0 1 15,0 0-12-15,0 0-8 16,0 0-16-16,0 0-2 16,0 0-5-16,0 0 1 0,0 0 2 15,0 0-6-15,-2 0 24 16,-1 0-15-16,-3 0-4 15,0 0-9-15,0-4 3 16,-1-2 18-16,-3 1-9 16,5-2-12-16,-1-2 8 15,1-1-11-15,2 0-2 16,-1 2 4-16,0 1-9 16,1 1 5-16,3 1-7 15,0 3 0-15,0-1 11 16,0 3-9-16,0 0-4 15,-2 0-1-15,2 0 1 16,0 0-1-16,0 0 0 16,0 0-3-16,0 0 2 15,0 0 1-15,0 0-8 16,0 0 7-16,0 0 0 16,0 0-1-16,0 0 2 0,0 0 0 15,0 0-1 1,0 0 2-16,0 0-2 0,0 0 1 15,0 0 0-15,0 0 1 16,0 0-1-16,0 0 0 16,0 0-1-16,0 0 1 15,0 0 0-15,0 0 2 16,0 0-1-16,0 0 4 0,0-4-5 16,0-4 3-1,10-4 4-15,2-2-7 0,1 0 0 16,-2 0 2-1,-3 4 4 1,-5 2 5-16,1 2 5 16,-4 5 15-1,0 1 4-15,0 0-22 16,0 0-7-16,0 0-6 0,0 15-10 16,-4 12 10-16,-13 10 19 0,-7 6-10 15,-5-2 20-15,-3 1-4 0,-2 2-16 16,-2-3-1-16,-1-4-3 15,4-3 2-15,6-8-7 0,9-10 0 16,11-8 4 0,5-6-4-16,2-2 0 0,0 0 3 15,0 0-2-15,0 0 2 16,2 0-3-16,13 0 0 16,12-4-2-16,12-1 2 15,7 2 0-15,2-2 0 16,5 2 0-16,-1 0-3 15,1 0 2-15,-7 2-1 16,-15-1-5-16,-9 2 7 16,-11 0-7-16,-8 0-3 15,-1 0-55-15,-2 0-50 16,0 0-44-16,0 0-56 16,-11-5-24-16,-7-4-197 0</inkml:trace>
  <inkml:trace contextRef="#ctx0" brushRef="#br0" timeOffset="82519.06">23419 9937 509 0,'0'0'82'0,"0"0"72"15,0 0-3-15,0 0-4 0,0 0-86 0,0 0-20 0,-9-9-1 0,9 30 28 16,-3 8 87-16,0 5-76 15,-2 7 24-15,1 5-37 16,-4 6-29-16,1 2 20 16,2 3-26-16,-4 2-26 15,2-4-1 1,3 4-4-16,-4-8 0 16,0-16-1-16,5-11 1 15,3-8 0-15,0-11-2 0,0-2-9 16,0-3-39-16,3 0-118 15,17-14-95-15,10-16 13 0,7-9-185 16</inkml:trace>
  <inkml:trace contextRef="#ctx0" brushRef="#br0" timeOffset="82921.45">23805 10061 856 0,'0'0'250'15,"0"0"-245"-15,0 0 104 16,0 0-41-16,0 0-36 16,0 0 47-16,-82 85 8 15,64-55-26-15,3 0 8 16,5-4-38-16,4 0-14 16,6 3-2-16,0-1-7 15,0-5 11-15,9 1-10 16,10-10-8-16,2-2 10 15,9-7-8-15,4-5-3 16,6 0 11-16,-4-9-9 16,-2-11 10-16,-7-7-7 15,-7-6-4-15,-5-9 20 16,-12-2-20-16,-3-6-1 0,-3 6 4 16,-17 7-2-16,-2 7 2 15,-2 14-4-15,-1 6 0 16,-1 10-5-16,4 0-5 15,4 5-9-15,5 16-34 16,5 4-68-16,8 5-71 16,0 4-20-16,12-4-56 15,8-3-243-15</inkml:trace>
  <inkml:trace contextRef="#ctx0" brushRef="#br0" timeOffset="83720.02">23023 10918 624 0,'0'0'283'0,"0"0"-277"0,-101 8 36 0,87-6 198 0,11-2-175 0,3 0-6 16,0 0 29 0,0 0-74-16,21 0 1 0,24 0 7 15,22-8 5-15,21-7 40 16,17-3-34 0,22-1-14-16,8 1-7 15,7 0-9 16,9 6-1-31,-2 2-2 0,-9 3 0 0,-15 4 4 16,-23 2-4-16,-29 1 3 0,-30 0-6 16,-22 0 6-16,-18 0-3 15,-3 0 0-15,-24 0-2 0,-15 2-27 16,-13 15-95-16,-8 5-63 16,1 5-36-16,-2 1-95 0,-8 3-372 15</inkml:trace>
  <inkml:trace contextRef="#ctx0" brushRef="#br0" timeOffset="84035.01">23317 11180 1089 0,'0'0'19'15,"0"0"75"-15,0 0 16 16,0 0-80-16,0 0 20 0,-22 92 13 15,11-46 35 1,1 4-23-16,-5 2-28 0,0 0-19 16,2 2-17-16,2-2 5 15,4-8-16-15,2-8 0 16,5-5-1-16,0-12-2 16,0-6 3-16,0-3-19 15,9-9-81-15,12-1-49 16,6-4-81-16,8-21-52 15,1-10-65-15</inkml:trace>
  <inkml:trace contextRef="#ctx0" brushRef="#br0" timeOffset="84721.56">23638 11371 354 0,'0'0'511'0,"0"0"-471"15,0 0 167-15,0 0-119 0,0 0-79 16,0 0 2-16,-55 60 28 15,37-33 14-15,1 2-1 16,6-7-9-16,6-3-11 16,3-3-13-16,2-3-11 15,0-3-6-15,17-4 2 16,7-3 0-16,10-3 5 16,8 0-8-16,1-5 2 15,0-9 0-15,-4 3-3 16,-8-1 0-16,-7 4-2 15,-12-4 4-15,-4 1 2 16,-8-5-4-16,0-2 1 16,-2-4 9-16,-14-3-7 15,0 0-1-15,-3 1-1 16,-1-4 2-16,2 1 1 0,3 2-4 16,6 2 5-16,0 6 12 15,9 3 18-15,0 0-29 16,0 3-2-16,5 0-1 15,14 0-6-15,8 3-5 16,4 4 4-16,8 4 2 16,1 0-5-16,0 2 7 15,-1 10-2-15,-1 2 1 16,-7 3 0-16,-7 1-2 16,-8 3 2-16,-10 1-6 15,-6 1 8-15,0 5-1 16,-16 1 9-16,-5-2-6 0,4 0 6 15,2-2-6-15,7-2 1 16,5-2 5-16,3-2-6 16,0-5-6-16,17 1 3 15,13-6 0-15,6-7 7 16,3-2-7-16,2 0 0 16,0-11 3-16,-5-7-3 15,-7 0 0-15,-8 0 6 16,-7-4-3-16,-5-4 10 0,-8-1-9 15,-1-3-3 1,0-1 28-16,-12 3-28 0,-7 2 9 16,1 3-1-16,-3 6-4 15,0 3-8-15,6 4 3 16,2 4-11-16,1 2-15 16,7 3-155-16,2 1-96 15,3-3-73-15</inkml:trace>
  <inkml:trace contextRef="#ctx0" brushRef="#br0" timeOffset="85076.74">25737 10251 1037 0,'0'0'16'0,"0"0"126"0,0 0 35 0,0 0-112 16,0 0-45-16,-97 50 25 15,45-8 3-15,0 1 14 16,2 3-36-16,-2-4-14 15,2-4 3-15,8-1-15 16,6-10-6-16,10-4 5 16,12-4-11-16,8-9-46 15,6-1-174-15,0-7-59 0,0-2-28 16</inkml:trace>
  <inkml:trace contextRef="#ctx0" brushRef="#br0" timeOffset="85325.08">25397 10251 881 0,'0'0'142'0,"0"0"-38"0,0 0-21 15,0 0-76-15,0 0 92 16,59 117 4-16,-33-61-30 16,8 2-21-16,0-2 5 0,4-6-32 15,-2-3-21 1,-3-7-2-16,-4-8-4 0,-6-8 1 15,-4-8-5-15,4-10-51 16,2-2-198-16,5-4-74 16,-1-16-353-16</inkml:trace>
  <inkml:trace contextRef="#ctx0" brushRef="#br0" timeOffset="85782.85">26198 10024 1022 0,'0'0'9'0,"0"0"87"15,0 0 11-15,0 0-81 16,-91-32-26-16,79 32 3 16,9 0 3-16,0 0-6 15,3 0 3-15,0 0 9 16,0 0 1-16,0 0 11 15,0 0-4-15,15 0 1 16,9 0-5-16,12 0-2 16,5 0-11-16,3 0-3 15,3 0 2-15,3 0-2 16,2 0 0 0,-1 0 0-16,-5-3-2 0,-1-5 3 15,-8-1-1-15,-9 0 7 16,-11 3-2-16,-8 6 18 0,-9 0 91 15,0 0-68-15,0 19-35 16,-2 17-8-16,-8 13 65 16,-1 2-26-16,1 4-15 15,-3 2 10-15,7 0-24 16,-2 0-11-16,2-2 9 16,0-5-11-16,2-14 0 15,2-9-4-15,-1-11 4 16,0-1-2-16,-1-9-26 15,-1 0-144-15,1-6-54 16,-5 0-54-16,1-11-187 16</inkml:trace>
  <inkml:trace contextRef="#ctx0" brushRef="#br0" timeOffset="86013.15">26377 10334 889 0,'0'0'166'0,"0"0"-51"0,0 0 83 15,0 0-126-15,0 0-64 16,0 0-8-16,82-47-2 16,-43 42-2-16,3 4 2 15,-2-6-25-15,0-2-136 0,5-5-70 16,-2-5-48 0,5-2-314-16</inkml:trace>
  <inkml:trace contextRef="#ctx0" brushRef="#br0" timeOffset="86331.52">27137 10079 768 0,'0'0'171'0,"0"0"-164"0,-88 0 171 16,56 16-65-16,4 1-50 16,7 3-2-16,2 1-24 15,6-3 4-15,6-2 16 16,6-2-30-16,1 1-1 15,0 1-21-15,19 6 6 16,5 2 13-16,4 5-14 16,2 4 7-16,-7 1-17 0,-6-1 2 15,-1-3 6 1,-8-2-4-16,-5-6 0 16,-3-3 12-16,0-7-1 15,0-1 25-15,-11-1-18 16,-9-4 7-16,-4-2 10 0,-4-2-17 15,-4-2-8-15,1 0-5 16,-3 0-6-16,2-2-6 16,3-10 3-16,3-7-17 15,8-5-69-15,5-5-101 16,10-10-75-16,3-7-69 0,3-6-132 16</inkml:trace>
  <inkml:trace contextRef="#ctx0" brushRef="#br0" timeOffset="86560.12">27144 10047 917 0,'0'0'40'15,"0"0"155"-15,101-51-49 16,-57 37-48-16,2 6-30 16,-4 2-23-16,-8 0-27 15,-7 3-16-15,-8 3 5 16,-8 0-7-16,-7 0-21 15,-1 0-118-15,-3 4-271 0</inkml:trace>
  <inkml:trace contextRef="#ctx0" brushRef="#br0" timeOffset="87270.76">21257 13621 937 0,'0'0'54'0,"0"0"126"0,0 0-2 0,0 0-126 15,0 0-40-15,0 0 5 16,1 0-16-16,20 0 20 16,12 0 49-16,7 0-56 15,2-11 2-15,0-1-15 16,-3-3 0-16,-5 5-2 16,-7 1 0-16,-5 3-51 15,-10 4-184-15,0 2-101 16,-11 0-293-16</inkml:trace>
  <inkml:trace contextRef="#ctx0" brushRef="#br0" timeOffset="87421.72">21455 13703 1225 0,'0'0'64'0,"0"0"-61"0,0 0 149 15,0 0-129-15,0 0-20 16,0 0 0-16,108-44 1 15,-53 25 0-15,7-1-3 16,6-2-2-16,6 2-119 16,-4-2-247-16,-9-6-469 15</inkml:trace>
  <inkml:trace contextRef="#ctx0" brushRef="#br0" timeOffset="96643.09">23377 13285 800 0,'0'0'6'0,"0"0"93"0,0 0-43 0,0 0-36 15,0 0 50-15,39-80-33 16,-11 64-11-16,5 1 5 15,8 0-6-15,1 2 19 16,-1 1-15-16,-4 8-19 16,-4 4 8-16,-8 0-18 15,-2 17-2-15,-7 11 1 16,-12 8 1-16,-4 5-2 0,-16 1 2 16,-15-2 0-16,-8-4 4 15,-3-5-4-15,2-4 0 16,6-6 0-16,8-8 6 15,11-6-3-15,8-4-3 16,7-3 0-16,0 0 8 16,7 0-7-16,18-3 13 15,10-4-14-15,4 3 0 16,1 4-7-16,2 0 0 16,-7 24 5-16,1 3-14 15,-9 9 17-15,-8-1-1 16,-14-1 0-16,-5-1 1 15,-16-6 6-15,-29-1-7 0,-18-2 0 16,-16-1 43 0,-2-6-12-16,-1-6 27 0,8-6-16 15,14-5-28 1,11 0 9-16,16-7-23 0,12-8 0 16,12-3 1-16,9-6-1 15,0-2-4-15,23 2-79 16,11 2-97-16,9 3-8 15,6 4-82-15,-1-1-202 16</inkml:trace>
  <inkml:trace contextRef="#ctx0" brushRef="#br0" timeOffset="97031.66">24368 13297 683 0,'0'0'36'0,"0"0"67"0,0 0-62 0,-111 17-6 15,81 8 41-15,0 6-18 16,0 4 10-16,8 0 10 16,3 1-28-16,14-1-37 15,5-5 5-15,0 1-12 16,30-5 24-16,9-4-23 0,12-9 14 15,8-9 38 1,4-4-53-16,-2-3 28 16,-7-16 13-16,-15-6-18 15,-14-7 15-15,-16-8-4 16,-9-6 12-16,-11-7-4 16,-24 0-45-1,-16 5-3-15,-6 7 0 0,-4 10 3 16,3 13-11-16,6 9-1 0,7 8-33 15,14 1-42-15,5 1-116 16,8 12-34-16,4-4-128 16</inkml:trace>
  <inkml:trace contextRef="#ctx0" brushRef="#br0" timeOffset="97830.92">25270 12521 856 0,'0'0'2'0,"0"0"7"0,-74-93 50 16,41 67 10-16,-5-1 55 15,-9 2-102-15,-6 2 53 0,-9-1-24 16,-14 0-18 0,-2 2 29-16,-15-2-43 15,-14 1 13-15,-11 0 17 16,-7 8-43 0,-11 8 7-16,-13 6-2 15,-2 1-5-15,-11 7 20 16,2 12-7-16,12 11-5 0,7 7 12 0,12 9-20 15,13 9-1-15,5 13-5 16,10 14 0-16,3 17 0 16,-1 9 0-16,2 11 0 15,3 0 11-15,6 0-7 16,8-2 5-16,16-6 0 16,14-8-7-16,20-4 24 0,19-3-26 15,11-3 5-15,11 2 8 16,22-3-8-16,12-6-2 15,10-3-3-15,6-3 7 16,8-3 4-16,10-4-9 16,6-7-1-16,18-5 17 15,12-7-17-15,27-6 12 16,26-8-4-16,25-7-6 16,23-11 6-16,14-5-6 15,-5-11-3-15,-12-6 15 16,-19-2-13-16,-18-24 14 0,-15-12-16 15,-14-10 0 1,-18-13 12-16,-11-17-10 0,-12-21 2 16,-6-24 8-16,-7-32-10 15,-10-20 5-15,-12-13-7 16,-16 0 0-16,-21 13-3 16,-31 15 3-16,-4 17 0 15,-49 17-3-15,-24 12 10 16,-25 17-14-16,-26 12 5 15,-24 19 0-15,-23 15-5 16,-10 18 7-16,-5 17 0 16,21 12-5-16,27 4 5 15,27 32-50-15,39 19-106 16,24 20-111-16,22 9-49 0,19 3-238 16</inkml:trace>
  <inkml:trace contextRef="#ctx0" brushRef="#br0" timeOffset="98797.75">26289 13297 861 0,'0'0'52'0,"0"0"-4"0,0 0 76 0,0 0-81 15,0 0-43-15,4 73 72 16,-4-20-24-16,0 8-14 16,0 14-7-16,-7 9-7 15,-5 4 10-15,3 1-30 16,3-8 1-16,3-17 3 16,3-14-2-16,0-16-1 0,0-12-1 15,0-9 0 1,0-7-7-16,0-6 6 0,2 0-13 15,8-20-1-15,2-14-85 16,3-17-13-16,-4-15 42 16,-4-16-30-16,-3-8 51 15,-4-6 40-15,0 3 10 16,0 7 22-16,-8 14 29 16,5 13 29-16,3 18-15 0,0 12 5 15,0 10 11-15,13 4-47 16,8 11-6-16,10 4-27 15,9 0 2-15,5 21-3 16,-1 8 0-16,-9 6 7 16,-8 1-3-16,-12 1 2 15,-15-3-5-15,0-1 16 16,-36-7-13-16,-16-2 19 16,-11-4-12-16,-4-4 1 15,6-5 13-15,13-1-24 16,17-6-1-16,14 0 0 15,13-4-4-15,4 2 0 16,3-1-57-16,28 0-94 16,16-1 17-16,9 0-82 0,7-11-227 15</inkml:trace>
  <inkml:trace contextRef="#ctx0" brushRef="#br0" timeOffset="99310.54">26817 13402 857 0,'0'0'114'0,"0"0"-79"0,0 0 26 0,0 0 16 0,-28 106 16 16,20-46-52-16,7 13 34 15,1 10-8-15,0 13-43 16,0 3 16-16,1 1-40 16,1-7 5-16,1-6-6 15,-3-14 1-15,0-15 0 16,0-19-1-16,0-15 4 15,0-13-4-15,-3-9 1 16,1-2-4-16,-2-17-15 16,-2-20-108-16,3-15 36 15,-1-15 49-15,-1-19 1 0,-1-18 21 16,-3-18 12-16,2-13 8 16,1 1 1-16,3 13 3 15,1 23 12-15,2 25 33 16,0 22 10-16,12 14 24 15,15 12-43-15,7 11-29 16,14 9 2-16,7 5-6 0,4 9 2 16,2 19 2-1,-6 7-4-15,-9 4 17 0,-13 0-19 16,-15-1-4-16,-12-1 10 16,-6-1-10-16,-21-6 6 15,-22-2 0-15,-11-3 0 16,-6-10 7-16,2 0-14 15,10-7 1-15,13-4-3 16,9-4 2-16,14 0-15 16,9-6-105-16,3-12-85 15,15-4-116-15,18-2-234 16</inkml:trace>
  <inkml:trace contextRef="#ctx0" brushRef="#br0" timeOffset="99719.02">27359 13490 839 0,'0'0'29'0,"0"0"-26"0,0 0 43 0,0 0 48 16,0 0 31-16,0 0-32 15,104-10-20-15,-66-12 5 16,-1-7-46-16,-4-10-13 15,-9-10 13-15,-8-8 11 16,-10-13-20-16,-6-14-11 16,0-10-10-16,-10-9 2 15,-2 1-4-15,-2 14-1 16,2 27 0-16,5 29 2 16,-1 19 16-16,4 13-17 15,-8 15-4-15,-5 26-8 16,-2 18 12-16,3 11 6 0,13 5 6 15,3 3-7-15,19 4 30 16,15 4-19-16,14-4-14 16,8-5 9-16,2-5-11 15,-2-7 0-15,-4-14 0 16,-11-13-2-16,-8-11-18 16,-4-14-161-16,0-10-86 0,5-3-144 15</inkml:trace>
  <inkml:trace contextRef="#ctx0" brushRef="#br0" timeOffset="99893.01">28381 13504 1161 0,'0'0'2'0,"0"0"4"15,0 0 26-15,0 0-29 16,0 0-3-16,0 0-14 15,-3 0-7-15,3 0-265 16,0 0-371-16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6:07:49.98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20846 3782 992 0,'0'0'76'16,"0"0"16"-16,0 0 71 16,0 0-87-16,0 0-68 15,0 0-4-15,11 6 1 16,11 17 52-16,-1 5-26 15,-4 3-15-15,-3 1 0 16,-5 0-10-16,-6 3-5 16,-3-1 6-16,0 1-4 15,-15-6-3-15,-11 0 2 16,-6-5-2-16,-2-4-7 16,-5-4-89-16,0-5-54 15,5-8-65-15,9-3-80 16,13 0-355-16</inkml:trace>
  <inkml:trace contextRef="#ctx0" brushRef="#br0" timeOffset="738.21">21849 3423 715 0,'0'0'27'0,"0"0"6"0,0 0 92 16,0 0-79-16,0 0-13 0,0 0-7 16,-1-24 19-1,1 24 7-15,0 0-8 0,0 0-3 16,0 0 5-16,-2 0-20 16,2-3 6-16,0 3-8 15,0 0-1-15,0 0 5 16,0 0-6-16,0 0-5 15,0 0 0-15,0 0-12 16,0 0-5-16,0 0 0 16,0 0 4-16,0 0-8 15,0 0-2-15,0 0-9 16,0 0-100-16,0 0-152 16,0 0-189-16</inkml:trace>
  <inkml:trace contextRef="#ctx0" brushRef="#br0" timeOffset="31735.67">2505 1330 1014 0,'0'0'1'0,"0"0"81"0,0 0 66 16,0 0-148-16,0 0 13 0,-11 77 0 16,11-21 46-16,0 8 1 15,-3 5 25-15,-3 5-48 16,-4 1 6-16,4 0-15 15,-6-3-7-15,2-10-10 16,2-9-10-16,2-14 1 16,3-11-2-16,3-10-4 15,0-8 2-15,0-7-17 16,0-3-74-16,0-3-71 16,3-21 30-16,6-14-112 15,6-14-44-15</inkml:trace>
  <inkml:trace contextRef="#ctx0" brushRef="#br0" timeOffset="32096.52">2505 1269 1046 0,'0'0'52'16,"0"0"-22"-16,0 0 77 15,0 0-89-15,0 0 2 16,0 0 72-16,74 83-40 15,-32-48 11-15,4 7-21 16,2 6-7-16,1 2-21 16,-7 6 1-16,0-1 0 15,-4-3-5-15,-6-4-4 0,-14-3 2 16,-11-2-8 0,-7-2 13-16,-13-3 0 0,-29-3 11 15,-6-4 5-15,-11-6-1 16,-7-6 14-16,3-5-17 15,-1-7-13-15,6-5 3 16,13-2-12-16,7 0-3 16,18-2 0-16,8-7-1 15,9-5-35-15,3-4-96 16,15-7-146-16,21-1-61 16,7-6-119-16</inkml:trace>
  <inkml:trace contextRef="#ctx0" brushRef="#br0" timeOffset="32764.69">3225 1742 529 0,'0'0'398'16,"0"0"-395"-16,0 0 115 16,0 0-6-16,0 0-77 15,0 0 8-15,54-12 12 16,-33-6-18-16,-5-6-18 15,-1-4 0-15,-6-1-6 16,-5-2-4-16,-4 4 0 16,0 7-3-16,-4 9 15 15,-8 6 10-15,-7 5-9 16,1 0-2-16,-6 18-20 0,5 11-2 16,4 10 1-16,4 3 2 15,8 0-3 1,3 0 2-16,0 0 0 0,9-7-2 15,8-1-2-15,5-9 2 16,6-7 0-16,4-8-2 16,2-10 4-16,2 0 0 15,5-17 1-15,1-12 2 16,0-6-1-16,-2-6-2 16,-4-4 2-16,-6-1-1 15,-5-2 3-15,-8 4-3 16,-8 3 1-16,-9 13 8 15,0 9-9-15,0 7 10 16,0 6 7-16,0 6 8 16,-6 0-5-16,3 3-21 0,-2 17-15 15,-1 7 13-15,5 5-1 16,1 1 1-16,0 2-1 16,6 2 1-16,9-3-1 15,6-2 3-15,1-1 0 16,3-3-2-16,-5-2 2 15,-2-6-1-15,-12-6 0 16,-6-5 2-16,0-1 3 16,-21-4 3-16,-6-4 4 15,-10 0 2-15,-2 0-7 0,0-6-1 16,3-6-5 0,6 2-1-16,5 1-2 0,10 3-67 15,6 4-116-15,9 2-57 16,0 0-115-16</inkml:trace>
  <inkml:trace contextRef="#ctx0" brushRef="#br0" timeOffset="33506.28">4208 1616 1050 0,'0'0'85'0,"0"0"-7"0,0 0 101 0,-89 10-111 0,68 12-49 0,6 6-2 16,0 3-5-16,6 1-7 15,3 2-1-15,6 1-1 16,0-2-1-16,6-3 2 16,14-2-4-16,8-8 0 15,5-7 0-15,10-9 1 16,8-4 3-16,1 0-4 15,11-16 0-15,-5-10-2 16,-6-7-3-16,-12-4-30 16,-8-1-42-16,-18 1 50 15,-9 4 27-15,-5 5 0 16,-5 5 0-16,-11 6 11 0,-3 8 14 16,7 5 11-1,3 4-7-15,0 0-25 0,9 2-4 16,0 9-7-16,0 4-4 15,6 1 8-15,10-3-1 16,4 1-1-16,-2-1 4 16,1-2 0-16,-3 3 0 15,-2-1 1-15,-5 1 0 16,1 3 0-16,-7 0 1 16,0 1-1-16,3 3 1 15,2 0 1-15,3 1-1 16,9-2-1-16,4-6-3 15,9-1 3-15,4-7 0 16,6-2 0-16,5-4 0 16,0 0 2-16,-5-18-4 0,-3-7-12 15,-11-9-10 1,-10-5-23-16,-3 0 42 0,-13 5 5 16,-3 6 7-16,0 7 6 15,-4 9 75-15,-2 4-30 16,3 5-4-16,0 3-15 15,0 7-39-15,3 15-11 16,0 7 11-16,0 3 0 16,0 1 2-16,6-1-2 15,4-5 0-15,5-3-3 16,-4-6 3-16,5-5-2 16,-4-7 0-16,3-6-39 0,0 0-91 15,3-19-61-15,-6-14-104 16,-2-8-150-16</inkml:trace>
  <inkml:trace contextRef="#ctx0" brushRef="#br0" timeOffset="33829.57">4971 1232 1003 0,'0'0'35'0,"0"0"-16"0,0 0 108 0,0 0-76 0,-63 84-43 15,63-51 0-15,18-6-1 16,4-1-5-16,-2-7 1 16,5-8-3-16,-1-7 0 0,1-4 6 15,-2 0-6-15,1-17 4 16,-5-11 1-16,-7-1-1 16,-6-6 6-16,-6 2-5 15,0 5-4-15,-9 3 8 16,-6 7-7-16,-6 9 4 15,-1 9-6-15,2 7-2 16,-2 26-2-16,4 14-6 16,8 12-16-16,-1 12-77 15,8 5-56-15,3 3 17 16,0-2-148-16</inkml:trace>
  <inkml:trace contextRef="#ctx0" brushRef="#br0" timeOffset="34421.58">5351 1771 935 0,'0'0'63'15,"0"0"207"-15,0 0-104 16,0 0-66-16,0 0-83 16,0 0-12-16,-22 79 18 15,19 1 12-15,1 9-7 16,-1 3-4-16,2-1-8 15,-1-3-10-15,2-8 3 0,0-6-6 16,0-11-1 0,0-12-1-16,0-14 0 15,0-15 0-15,0-15-1 0,0-7 0 16,3-21 15-16,2-23-3 16,-1-21-12-16,1-16 1 15,-2-16 0-15,-3-20-2 16,3-8 1-16,-3-1-1 15,4 12-1-15,2 24 2 16,5 23 0-16,2 23-2 16,2 21 2-16,4 13-4 15,11 10-3-15,6 11-6 16,7 17 11-16,8 8 2 16,-9 5 0-16,-8 1 0 0,-10-1-5 15,-9-2 3-15,-15-6 2 16,0-3 0-16,-18-11 3 15,-15-5-1-15,-6-7 0 16,-7-7 7-16,1 0-7 16,2-1 2-16,10-9-4 15,8 0 0-15,7 3 1 16,12 2-1-16,3 4-1 16,3 1-12-16,0 0-75 15,15 0-52-15,16 0 30 16,5 0-55-16,6 0-46 15,3-5-21-15,-2-17-213 16</inkml:trace>
  <inkml:trace contextRef="#ctx0" brushRef="#br0" timeOffset="35424.78">5939 1342 739 0,'0'0'177'0,"0"0"40"0,0 0-39 0,0 0-38 0,0 0-88 0,0 0-46 15,-49 67 38-15,41 2 4 16,8 4-19-16,0-3-4 16,3-6-16-16,20-8-8 0,2-9 0 15,3-9-1 1,2-13 0-16,7-9 0 0,-2-14 0 16,4-2-1-1,5-21-9-15,-3-15-47 0,-1-13-16 16,-9-6-13-16,-8-4-1 15,-10 6 36-15,-3 10 46 16,-5 14 5-16,-5 10 1 16,0 12 21-16,0 7 66 15,0 17-85-15,0 20 1 16,0 10 32-16,0 2-3 16,9-1-17-16,6-3-2 15,0-4-8-15,6-4 3 16,-2-8-8-16,5-7-1 15,1-11 1-15,4-10 3 0,-1-1 2 16,2-15-3 0,-2-12-2-16,-3-8-2 0,-5-7-1 15,-4-2-3-15,-5-4-2 16,-2 7 1-16,-2 5 6 16,-1 9 0-16,-3 9 0 15,-1 6 1-15,-1 7 2 16,1 5-2-16,-1 0-1 15,5 20-5-15,4 11 5 16,1 10 17-16,1 5-2 16,3-2 6-16,-2 1-12 15,2-5 0-15,-3-6-3 16,0-7-4-16,-3-10 0 16,-3-5-2-16,5-7 0 0,0-5 10 15,3 0-9-15,-1-17 10 16,4-8-3-16,-4-8-6 15,-4-7 6-15,-3-4-8 16,-1-5 1-16,-2 0-3 16,-2 1 2-16,-1 7 0 15,0 8 0-15,0 8 2 16,0 6 0-16,0 11-2 16,0 3 0-16,0 5 0 15,0 0-2-15,0 0-4 16,3 8-11-16,6 10 15 15,4 6 2-15,5-2 0 16,0-1 0-16,6-6 2 0,3-4-2 16,6-5 0-1,6-5-1-15,7-1 1 0,6 0 2 16,-3-10-2-16,-3-5-2 16,-7-3 1-16,-11-6 2 15,-8-2 0-15,-8 2 3 16,-11 3-3-16,-1 7 5 15,0 3-2-15,-9 9-3 16,-7 2 1-16,2 0 0 16,-3 10-2-16,-1 16 4 15,9 7 1-15,6 0 5 16,3 3 2-16,0-3-7 0,9-4 1 16,10-6-5-16,3-6-1 15,1-6 0-15,4-4 0 16,4-7 1-16,5 0-1 15,3-4-37-15,-7-10-62 16,-8-4-168-16,-13-6-97 16,-11-3-410-16</inkml:trace>
  <inkml:trace contextRef="#ctx0" brushRef="#br0" timeOffset="35598.76">5766 1269 792 0,'0'0'270'0,"0"0"-233"0,-79 0-37 0,82 0 26 0,37 1-26 16,18-1-7-16,14 0-163 16,7 0-284-16</inkml:trace>
  <inkml:trace contextRef="#ctx0" brushRef="#br0" timeOffset="35771.87">6782 1127 1240 0,'0'0'36'16,"0"0"190"-16,0 0-127 16,0 0-76-16,0 0-23 15,0 0-23-15,0 1-54 16,-6 22-216-16,-19 3-360 15</inkml:trace>
  <inkml:trace contextRef="#ctx0" brushRef="#br0" timeOffset="36303.74">1884 3241 898 0,'0'0'7'0,"0"0"59"0,0 0 28 0,-36 94 19 0,30-40-34 16,0 3 1-16,-4 4-42 16,4 5 5-16,-3 3-10 15,3 0-30-15,-3-11-3 16,6-13-3-16,3-11 3 16,0-13-3-16,0-10-9 15,0-6-88-15,0-5-68 0,0-16-28 16,0-19-30-1,6-17-175-15</inkml:trace>
  <inkml:trace contextRef="#ctx0" brushRef="#br0" timeOffset="36767.34">1796 3371 602 0,'0'0'143'0,"-12"-70"7"16,9 53 67-16,3 6-47 16,0 9-70-16,3 2-65 15,30 5-35-15,16 17 10 16,15 8 29-16,6 7-18 15,-1 10-4-15,-2 5 1 16,-7 5-13-16,-8 10 2 16,-16 1-4-16,-23-3-2 15,-13-4 4-15,-16-9 0 0,-28-15-2 16,-14-8 7 0,-9-8 8-16,-7-10 37 0,2-8-11 15,9-3-22-15,10-3 4 16,17-16-8-16,15-5-11 15,15-2-6-15,6-2-1 16,28-1-6-16,19-3-10 16,18 0 6-16,8 0-12 15,8 2-26-15,-2 2-19 16,6-3 11-16,0 5 17 16,-4-1 4-16,-4 5-2 15,-7 5 28-15,-16 7 7 16,-14 6 2-16,-14 4 0 0,-13 1 2 15,-4 18 9 1,-8 6 52-16,-1 7 11 0,0 8-4 16,-10 2 3-16,0-1-39 15,-1-2-18-15,1-5-6 16,7-5-10-16,1-9 0 16,-1-8-2-16,3-8-18 15,0-4-91-15,-3 0-98 16,3-22-2-16,-1-15-189 15,-1-15-136-15</inkml:trace>
  <inkml:trace contextRef="#ctx0" brushRef="#br0" timeOffset="36915.5">2643 3309 901 0,'0'0'29'0,"0"0"-12"0,0 0 38 0,0 0-55 0,0 0-3 16,-19 87-2-16,41-51-95 15,-1 2-153-15</inkml:trace>
  <inkml:trace contextRef="#ctx0" brushRef="#br0" timeOffset="37877.14">3088 3670 727 0,'0'0'55'0,"0"0"125"15,33-88-77-15,-20 58-45 0,-5-1-3 16,-7 8-4-16,-1 4-22 16,-3 7 55-16,-22 9-11 15,-8 3-30-15,-6 3-12 16,-2 17-9-16,0 9-6 16,10 7 8-16,4 3-18 15,9 4 1-15,6 0-3 16,12-3-4-1,0-4-1-15,3-9 1 0,15-11-3 16,6-6 1-16,1-10-7 16,11-2-2-16,-3-20-36 15,1-11-26-15,-1-5 31 0,-3-6-7 16,-8 2 22-16,-7 5 23 16,-7 9 1-16,-8 13 3 15,0 6 13-15,0 9 35 16,0 0 28-16,-9 12-56 15,-2 16-20-15,1 7 22 16,7 2-17-16,3 0 1 16,0 1 0-16,10-7-5 15,14-5 3-15,15-8-3 16,6-7 2-16,11-11 7 16,7 0-10-16,4-8 0 15,2-14 0-15,1-9 1 0,-11-7 1 16,-11-5-2-1,-13-1 3-15,-16 6 1 0,-13 5-2 16,-6 11 0-16,-9 7 6 16,-18 7-7-16,-9 8 3 15,-5 0-4-15,-1 14 1 16,3 11 3-16,6 11-4 16,8-1 0-16,4 5 0 15,15-2 1-15,6-2-2 16,0-10-2-16,6-6-10 15,16-13-8-15,2-3-69 16,9-4-25-16,0-6 9 16,-2-17-24-16,-1-5 44 0,0-2 15 15,-5-4 28 1,-4 6 43-16,-3 3 0 0,-9 3 2 16,-3 12 47-16,-6 2 69 15,0 8 15-15,0 0-72 16,0 21-54-16,0 22 16 15,-9 15 32-15,-3 17-3 16,-4 17-5-16,-1 16-10 16,1 9-14-16,-1 2-14 15,-2 2-8-15,-5-11 0 16,-4-17 0-16,-5-13-1 16,0-16 0-16,-4-16 0 15,-2-10-1-15,-4-14 2 16,1-16-1-16,0-8 4 15,-7-16 4-15,4-25-1 0,2-9-4 16,10-16-3-16,14-18 12 16,16-17-7-16,3-19-4 15,28-6-2-15,15 7-1 16,7 14-45-16,6 24-89 16,4 20 1-16,0 18-18 15,-2 17 22-15,0 14-56 16,-7 11-142-16</inkml:trace>
  <inkml:trace contextRef="#ctx0" brushRef="#br0" timeOffset="38673.84">4043 3636 1027 0,'0'0'26'0,"0"0"191"0,0 0-95 0,0 0-30 0,0 0-89 16,0 0-3-16,-15 23 0 16,15 16 5-16,4 2 0 15,2-1-4-15,2-6 0 16,-1-6-1-16,2-10 0 16,0-7 0-16,3-10 0 15,3-1 0-15,6-14 2 16,0-16 3-16,6-13-3 15,-2-2-2-15,0-2 1 16,-4 7-2-16,-4 7 1 0,-10 13 0 16,0 9 8-16,-5 8 0 15,-2 3 13-15,0 7-9 16,0 22-8-16,0 7 19 16,0 7-1-16,0-2-13 15,0-5-4-15,3-4-2 16,3-9-3-16,6-4 0 15,4-10-5-15,1-6-2 16,14-3-52-16,8-8-26 16,4-16-74-16,9-9 36 0,-4-5-35 15,-6-5 0 1,-14 6 46-16,-10 8 99 0,-12 7 13 16,-6 9 104-1,0 6 105-15,-1 7-55 0,-16 0-45 16,-2 22-48-16,-1 6 33 15,1 8-30-15,7 1-27 16,6 1-9-16,6-1-8 16,0-5-15-16,12-2 4 15,13-7-9-15,8-8 0 16,9-9 8-16,7-6-8 16,2 0 0-16,0-10 0 15,-8-15 4-15,-7-10-6 0,-8-8 2 16,-10-5-4-16,-15-6 2 15,-3 4 2-15,-9 9 0 16,-21 10 4-16,-4 12-2 16,-6 14 0-16,-1 5 0 15,4 15 0-15,7 17 5 16,5 10-7-16,7 5 0 16,9 7 0-16,9-5-3 15,0-2 2-15,0-9-2 16,18-10-6-16,3-8-39 15,10-10-93-15,5-10-32 16,1 0-11-16,2-10-73 16,0-11-153-16</inkml:trace>
  <inkml:trace contextRef="#ctx0" brushRef="#br0" timeOffset="39783.71">5039 3651 731 0,'0'0'129'0,"0"0"24"0,-3-77 32 0,-1 67-52 0,3 6-15 15,1 4-69-15,0 0-49 16,8 22 3-16,9 10-3 16,5 6 8-16,0 10 2 15,1 0 29-15,1-2-11 16,-2-2-8-16,-7-7-6 16,-9-10-13-16,-6-6 8 15,0-9-6-15,-13-5-2 16,-16-7 12-16,1 0-8 0,-9-1-1 15,2-16-2 1,4-4-1-16,6 0 6 0,4 2-3 16,10 1-3-1,5 8-2-15,6 4 1 0,0 6-1 16,0 0-5-16,2 0-19 16,17 16 18-16,4-1 6 15,5 3 0-15,3-4 1 16,-1-2-1-16,0-6-13 15,1-3-25-15,8-3-33 16,3-7-30-16,-2-15-16 16,1-9-3-16,-6-13-53 15,-4-16-6-15,-5-11-2 16,-5-15 78-16,-5-10 81 0,-5-4 23 16,-2 5 19-1,-3 15 199-15,-2 22-121 0,-3 24 25 16,-1 22 57-16,0 12-70 15,0 9-60-15,0 28-47 16,0 17 31-16,-4 15 22 16,3 4-6-16,1 0-14 15,0-2 5-15,0 0-31 16,0-7-5-16,0-8-1 16,1-13-2-16,8-18-1 0,3-11 3 15,4-13-3 1,4-1 4-16,11-18 1 0,1-14-5 15,-1-13-7-15,2-3-20 16,-11-1-9 0,-4 6 19-16,-12 14 15 0,-6 12 2 15,0 10 8-15,0 7 13 16,-3 7-1-16,-6 24-15 16,-3 16-4-16,3 8 17 15,6 0-8-15,3 0 1 16,0-12-8-16,9-5-1 15,10-12 1-15,1-9-2 16,4-11 1-16,4-6 3 16,11-4-2-16,1-19-2 15,5-8-1-15,4-6-3 0,-3-8 2 16,-3-2-24 0,-7-1 0-16,-3 6 5 0,-13 16 1 15,-9 10 19-15,-6 12-3 16,-5 4-3-16,0 0-5 15,0 0 2-15,0 11 9 16,0-2 0-16,0-4 2 16,0-2 0-16,0-1-2 15,0-2 0-15,0 0 8 16,0 0 4-16,0 0 0 16,0-8-7-16,-6 4 20 15,-4 4 3-15,-5 0-9 16,-6 0-4-16,3 12 16 0,0 7-12 15,6 7-3-15,2 5 3 16,5 5-4-16,4 3 3 16,1 3 1-16,0-2-5 15,6-4 3-15,7-5-8 16,4-5-5-16,6-8 0 16,7-9-3-16,3-9 1 15,10 0-2-15,2-12 0 16,0-13 0-16,-2-4-64 15,-7-8-102-15,-11-9-119 16,-16-7-92-16</inkml:trace>
  <inkml:trace contextRef="#ctx0" brushRef="#br0" timeOffset="39978.58">5365 3301 958 0,'0'0'11'0,"0"0"-6"16,0 0 74-16,0 0-40 0,0 0-39 15,122 0-4-15,-45 0-82 16,11-10-183-16,-4-6-445 16</inkml:trace>
  <inkml:trace contextRef="#ctx0" brushRef="#br0" timeOffset="40108.34">6336 3182 836 0,'0'0'314'16,"0"0"-206"-16,0 0 112 15,0 0-161-15,0 0-21 16,0 0-38-16,-29-23-39 16,-5 40-196-16,-9 5-293 15</inkml:trace>
  <inkml:trace contextRef="#ctx0" brushRef="#br0" timeOffset="40862.1">1684 5588 846 0,'0'0'221'0,"0"0"-220"0,0 0 98 16,-57 82 4-16,35-16-13 15,0 17-13-15,-1 12-28 16,4 4-19-16,-2 5-10 16,3-4-15-16,6-11-5 15,8-11 1-15,1-20-5 16,3-18 2-16,0-13-5 0,0-14-12 16,1-10-94-1,4-3-25-15,2-22 62 0,-6-21-4 16,2-14 10-16,-1-16 49 15,-2-16 13-15,6-20 2 16,0-12 6-16,3-4 0 16,4 3 5-16,1 21 20 15,8 15 50-15,5 16-9 16,6 17-7-16,1 15-4 16,8 8-13-16,7 17-14 15,3 9-3-15,5 4-14 16,-6 11 0-16,-7 15-6 15,-15 4-2-15,-19 7 8 0,-10 6 0 16,-25 2 21-16,-30 3-3 16,-14 0-4-16,-6-5 7 15,1 3-29-15,16-7-3 16,16 1-2-16,12-2-10 16,18 0-92-16,12-1-134 15,0-5-163-15</inkml:trace>
  <inkml:trace contextRef="#ctx0" brushRef="#br0" timeOffset="42098.42">1878 6317 1210 0,'0'0'5'0,"0"0"256"0,0 0-153 0,0 0-105 16,0 0-3-16,109-100 0 15,-57 56-2-15,5-7 1 16,-2-4 1-16,-3 1 0 16,-10 2-3-16,-6 16 3 15,-14 8 0-15,-11 12-1 16,-10 9 5-16,-1 7 4 16,-9 0-8-16,-18 21-2 15,-7 12-1-15,-5 6 2 0,11 1 0 16,4-4-1-1,8 0 2-15,8-1-2 0,8-2 2 16,0-2-2-16,2 0-2 16,17-2 2-16,3-2 1 15,-1-1 1-15,2-3 0 16,-4-1-1-16,-4 1 1 16,0-5 0-16,-3-2-1 15,-3 0 1-15,4-3 0 16,2-1 0-16,9-7 0 15,7-5 1-15,11 0 0 16,12-3-1-16,10-14 1 16,0-5-1-16,-1-8-1 15,-8-7 0-15,-13-8-2 16,-11-2 3-16,-13 1-5 0,-15 5 5 16,-3 9 4-16,-12 11 3 15,-18 9 4-15,-1 10 3 16,-8 2 6-16,2 8 15 15,7 16-22-15,9 8-8 16,9 8 2-16,12 4-4 16,0 3-1-16,13 2-2 15,19-8 1-15,8-6 3 16,12-7-4-16,8-10 1 16,12-8 3-16,8-10-4 15,14 0 5-15,6-10-4 0,2-12-1 16,-8-7-1-16,-14-7-7 15,-14-7-10-15,-17-5-35 16,-18 4 36-16,-20 1 17 16,-11 11 3-16,-11 7 0 15,-24 10 7-15,-9 9 1 16,-8 6 24-16,1 4-14 16,1 20-6-16,9 6 0 15,7 3-10-15,7 7-5 16,11 1 4-16,8-2-4 15,7-1 0-15,1-10 0 16,6-8-5-16,13-5 3 16,8-11-5-16,9-4-22 15,4-9-24-15,8-17-21 16,1-12-23-16,2-10-34 16,2-13 19-16,-2-13-20 0,0-14-8 15,-9-11 40-15,-5-3 59 16,-10 9 39-16,-12 23 2 15,-9 28 44-15,-6 22 118 16,-2 17 26-16,-23 7-95 16,-2 37-69-16,-6 17 47 15,5 18 6-15,8 6-37 16,6 1 1-16,9-2-10 16,5-9-10-16,0-9-21 15,16-9 4-15,9-14-4 16,3-10 0-16,9-16 0 0,3-12 0 15,2-2 0-15,4-16-7 16,-1-16-45-16,0-11-5 16,-8-9-31-16,-1-2 42 15,-6 5 25-15,-12 8 4 16,-6 14 17-16,-9 12 6 16,-3 11 47-16,0 4 73 15,-8 11-94-15,-8 20-18 16,1 6 39-16,3 2-11 15,6-1-20-15,6 2-5 16,0-3-12-16,0-8-3 16,3-4-1-16,9-7-1 15,-2-10-6-15,4-8-73 16,5 0-86-16,2-19-44 0,0-17-147 16,1-9-380-16</inkml:trace>
  <inkml:trace contextRef="#ctx0" brushRef="#br0" timeOffset="42394.73">4222 5691 1060 0,'0'0'23'0,"0"0"151"0,-88 1-40 16,68 16-29-16,7 4-64 16,7 2-34-16,6 2 5 15,0-2-11-15,15-3 0 0,7-5 0 16,4-9-1-16,8-6 0 15,2 0-1-15,-2-19-13 16,2-6-26 0,-12-3-10-16,-6 0 3 0,-11 6 24 15,-7 1 5-15,0 8 18 16,-12 9-4-16,-12 4-6 16,-4 4 0-16,0 25-24 15,1 15-7-15,10 12-67 16,4 9-76-16,4 2-78 15,6-4-242-15</inkml:trace>
  <inkml:trace contextRef="#ctx0" brushRef="#br0" timeOffset="43674.55">4644 5978 917 0,'0'0'40'15,"0"0"174"-15,-85-28-48 16,51 30-53-16,-1 24-49 16,4 12-28-16,6 5-20 15,4 5 7-15,9 1-15 16,6 1-6-16,6-5 1 16,0-5-2-16,9-9-2 15,13-13 0-15,8-8 0 16,6-10 1-16,7 0 0 0,3-22-2 15,4-9-7 1,2-11-30-16,1-6-5 16,1-11-18-16,-3-10 5 0,-2-18 20 15,-4-10 10-15,-2-6 7 16,-4 0 17-16,-8 16 3 16,-17 19 1-16,-4 23 6 15,-10 23 40-15,0 19 52 16,-16 8-51-16,-6 32-44 15,-4 18 22-15,4 13 14 16,4 6-7-16,4 9-6 16,7 3-2-16,1-2-6 15,3-8-15-15,3-12-3 16,0-13 0-16,3-12 0 0,15-12-1 16,4-16 0-1,8-11 1-15,6-2 3 0,1-28-4 16,5-9-14-16,3-11-31 15,-5-6-4-15,-1-1 15 16,-9 1 12-16,-5 10 10 16,-10 14 12-16,-9 12 1 15,-3 15 5-15,-3 5 46 16,0 0-29-16,0 19-20 16,-3 15-3-16,-2 7 18 15,1 0-1-15,4-1-7 16,0-5-2-16,0-6-2 0,0-7-4 15,0-4 1 1,9-9-3-16,0-6 0 16,4-3 8-16,4 0-4 0,2-11 1 15,5-11-2-15,-5-2-1 16,2-5 1-16,-6-3-3 16,0 2 0-16,-6 3 4 15,-3 5-3-15,0 8-1 16,-6 7 1-16,1 3 2 15,-1 1 2-15,0 3-5 16,3 0-4-16,0 17 1 16,2 5 3-16,2 3 2 15,1 2 9-15,2-1-7 0,-2-4 2 16,4-2-6-16,-1-6 0 16,-3 0 4-16,0-6-4 15,2-2 0-15,-6-2 2 16,1-4 0-16,4 0 2 15,0 0 7-15,4-13-6 16,4-6-1-16,-4-6-4 16,-1-4 0-16,3-9 0 15,-3-5 1-15,1-1-1 16,-2 1-1-16,-2 9 1 16,-3 9-1-16,-1 11 2 15,-3 7-1-15,-2 5 7 0,0 2-7 16,0 0 0-16,1 0-13 15,4 16 6-15,1 5 7 16,5-1 0-16,3-1 4 16,0-2 3-16,16-6-7 15,1-3 5-15,5-8-4 16,7 0-1-16,-3 0 4 16,-1-14-3-16,-2-8-1 15,-11 1 0-15,1-3 3 16,-14 1 1-16,-7 6-3 15,-6 5-1-15,0 6 3 16,0 6-3-16,-6 0-2 16,-7 20-7-16,-7 18 9 15,7 6 15-15,5 0-9 16,8-2 14-16,0-9-2 0,3-9-2 16,15-4 0-16,9-7-2 15,6-8-1-15,4-2 3 16,2-3-16-16,0-4 2 15,-8-16-9-15,-7-8-52 16,-8-7-109-16,-10-9-184 16,-6-5-106-16</inkml:trace>
  <inkml:trace contextRef="#ctx0" brushRef="#br0" timeOffset="43874.27">5187 5513 1133 0,'0'0'22'0,"0"0"-16"0,0 0 56 0,131-24-44 16,-59 17-18-16,3-2 0 16,4 0-57-16,4-2-181 15,-5-4-72-15</inkml:trace>
  <inkml:trace contextRef="#ctx0" brushRef="#br0" timeOffset="43987.35">6048 5410 641 0,'0'0'94'15,"0"0"99"-15,0 0-77 0,0 0-36 16,0 0-78-16,0 0-2 16,15-4-162-16,-36 9-451 15</inkml:trace>
  <inkml:trace contextRef="#ctx0" brushRef="#br0" timeOffset="44748.67">1560 8081 1022 0,'0'0'33'0,"0"0"81"0,0 0 4 0,-52 77-56 15,34-6 46-15,3 12-31 16,-4 9 0-16,1 5-23 15,0 8-22-15,0 1-12 16,-3-5-11-16,5-7-7 16,7-15-2-16,4-22 1 15,4-14-2-15,1-22-3 16,0-10-3-16,0-11-12 16,0-11-51-16,0-21 5 15,7-15-29-15,4-15-22 16,2-17 21-16,2-19-45 0,0-19 15 15,0-15 57-15,-3-11 8 16,-6 8 49-16,3 14 11 16,-3 21 40-16,4 23 37 15,4 20 39-15,5 16-12 16,6 9-24-16,8 9-25 16,12 11-31-16,10 10-12 15,8 2-2-15,1 12 2 16,-9 15-2-16,-10 12-2 15,-24 5 16-15,-21 3 21 16,-12 5-4-16,-37-2 27 16,-14 4-6-16,-6 0-18 15,1-2-22-15,15-4-21 0,9-2 1 16,11-6-2-16,18-5-5 16,10-1-29-16,5 0-178 15,11-5-171-15,14-5-235 16</inkml:trace>
  <inkml:trace contextRef="#ctx0" brushRef="#br0" timeOffset="45723.18">1817 8805 1331 0,'0'0'3'0,"0"0"71"0,0 0 8 0,64-81-29 0,-9 39-40 15,6-8-8-15,-1-4 6 16,-2-4-8-16,-7-3 6 16,-5 6-9-16,-10 7 1 15,-12 10-3-15,-17 13 7 16,-7 8-4-16,-7 11 15 16,-23 6-6-16,-9 0-2 15,-4 24-6-15,1 6 0 16,11 2 7-16,4 3-9 15,12-2 0-15,9 0 0 16,6-3-6-16,0-3 5 16,15-1-4-16,3 0 2 15,6-4 1-15,-2-1 2 16,-4 0 0-16,-3 0-2 0,-3 0 4 16,0 2-5-16,-8-2 3 15,1 1 0-15,-2 0 4 16,-2-4-4-16,4-2 0 15,1-3 0-15,10-2 1 16,6-5 0-16,11-6 2 16,9 0-3-16,12-3 4 15,2-17-4-15,4-3 1 16,0-8-1-16,-8-7 1 16,0-8-3-16,-11 1 3 15,-13-6-1-15,-7 2 0 16,-12 7 1-16,-9 15-1 0,0 8 2 15,-6 11-1-15,-15 8 4 16,0 0-5-16,-6 19 0 16,0 18 4-16,5 9-3 15,7 11-1-15,6 2 2 16,6 0-2-16,3-8 6 16,0-8-6-16,16-7 0 15,4-11-2-15,7-8 4 16,6-12 1-16,4-5-2 15,5-1 0-15,1-21 5 16,-3-9-6-16,-4-7 0 16,-5-8-2-16,-1-5 2 15,-9-4-1-15,-9 4 1 16,0 6-3-16,-7 12 2 0,-5 12 2 16,0 11 2-16,0 9 2 15,0 1-5-15,0 0-7 16,0 14-10-16,-5 9 14 15,5 7-1-15,0 3 4 16,10-1-3-16,13 3 3 16,7-1 0-16,4 0 0 15,-4-2 0-15,-5-2 0 16,-12-5 0-16,-10-5 0 16,-3-2 0-16,-19-5 3 15,-17-3 3-15,-11 0 8 0,0-4-3 16,0-2-2-16,3-4 11 15,7 0-18-15,7 0-1 16,8 0-2-16,14-4 1 16,8-3-25-16,0-6-101 15,17 1-127-15,17-7-65 16,9-1-301-16</inkml:trace>
  <inkml:trace contextRef="#ctx0" brushRef="#br0" timeOffset="46359.94">3574 8518 947 0,'0'0'256'0,"0"0"-211"0,0 0 153 0,-100 25-97 0,67 8-21 16,5 10-29-16,4 1-24 15,11 6-17-15,1-1-9 16,12-6 6-16,0 1-7 15,12-9-3-15,16-6 2 16,9-7 2-16,10-10 0 16,11-8-1-16,2-4-4 15,2-2-17-15,-2-18-51 16,-3-6 4-16,-9-9-15 16,-10-7 16-16,-11 0 41 15,-12 1 20-15,-15 9 6 16,0 8 4-16,-9 8 11 0,-12 8 52 15,-4 8-25 1,5 0-7-16,1 18 3 0,4 4-19 16,6 4-11-16,6 3 2 15,3 1-8-15,0 1-2 16,0-1 3-16,0-3 0 16,3 0-3-16,2-4 0 15,3-5 0-15,0-2 0 16,-2-6 0-16,9-4 0 15,0-6 0-15,7 0 1 16,11 0-3-16,6-2 1 16,1-10-42-16,0-7-24 15,-2-5-20-15,-4-5-9 16,-6-1 38-16,-7 1 17 0,-7 3 41 16,-8 8 1-16,-6 5 11 15,0 7 65-15,0 6 49 16,0 0-45-16,-5 3-48 15,-4 14-9-15,0 7 19 16,5 1-32-16,1-4-5 16,3 1-5-16,0-5-1 15,0-3 0-15,0-6 0 16,0-3-65-16,7-5-77 16,4 0-38-16,2-21-76 15,2-11-183-15</inkml:trace>
  <inkml:trace contextRef="#ctx0" brushRef="#br0" timeOffset="46630.68">4228 8292 1127 0,'0'0'16'0,"0"0"53"0,-100 41 85 0,73-8-42 0,13 1-60 15,10-2-34-15,4-3-8 16,4-5-8-16,13-6 0 15,11-5 3-15,4-11-4 16,5-2 0-16,0 0 3 16,-1-21-3-16,-5 0 2 0,-11-6-3 15,-2 0 1 1,-15 1 0-16,-3-1-1 0,-2 5-21 16,-17 4-27-1,-2 7-63-15,-6 10-40 0,3 1-106 16,-1 5-179-16</inkml:trace>
  <inkml:trace contextRef="#ctx0" brushRef="#br0" timeOffset="47563.11">4978 8758 807 0,'0'0'7'0,"0"0"123"0,0 0-70 0,0 0-14 15,0 0-4-15,0 0-21 16,-63-30-18-16,63 30-3 15,-5 0 7-15,-1 16-3 16,-3 18 55-16,-6 13 6 16,1 12 14-16,4 11-28 15,-5 7 5-15,1 4-4 16,-2 3-25-16,1-4 0 16,-1-2-16-16,4-8-8 15,-3-13-2-15,3-13 6 16,3-15-6-16,2-9-1 15,4-14 0-15,3-6 2 0,0-4 3 16,0-26 1-16,0-17-2 16,10-23-5-16,2-12 1 15,7-11-2-15,8-16 2 16,6-8 1-16,7-4-1 16,7 11-3-16,-1 19 3 15,-4 27 0-15,-6 23 0 16,-11 21 0-16,-3 15-1 15,-4 5-1-15,-3 24-3 16,3 14 3-16,-8 12 2 16,-10 5 3-16,0 1-3 15,-19-2 0-15,-17-3 2 16,-12-5-1-16,-10-8 1 0,-3-5 1 16,-5-11-2-1,2-6 1-15,9-7 2 0,9-9-3 16,13-6 1-16,16-19 0 15,10-12-4-15,7-3-3 16,0 1-8-16,15 8 13 16,10 11-10-16,-2 8 3 15,2 12 4-15,2 0-4 16,3 16 7-16,3 11-2 16,1 5 4-16,2 1-2 15,-1-3 0-15,1-4 0 16,-1-5-1-16,-4-8-1 0,6-7 1 15,-2-6-43-15,1-3-142 16,2-15 18-16,-4-13-75 16,1-10 12-16,-10-15-283 15</inkml:trace>
  <inkml:trace contextRef="#ctx0" brushRef="#br0" timeOffset="48624.86">5421 8160 890 0,'0'0'40'0,"0"0"206"0,0 0-144 0,0 0-80 0,-59 120 47 16,42-44-4-16,7 5-19 15,1 6-7-15,4 1-8 0,4-1-6 16,-1-7-20 0,2-10-1-16,0-12-4 15,12-18 0-15,6-13-1 0,9-17 3 16,6-10-3-16,7-2 2 15,5-23-2-15,10-8-1 16,-1-11-37-16,-6-5-3 16,-7-3-4-16,-11 5-5 15,-15 8 45-15,-6 9 4 16,-9 16 2-16,0 5 12 16,0 6 61-16,-9 3-19 15,-3 10-45-15,-4 15-6 0,-1 8 13 16,6 4-6-16,3-3 4 15,8 1-4-15,0-4-8 16,0-5 1-16,12-6-3 16,1-7 0-16,8-4 1 15,2-9 0-15,7 0-1 16,1-9 3-16,7-14 0 16,1-11-3-16,-3-5-4 15,2-6-5-15,-7-2-13 16,-3 5 10-16,-4 11 9 15,-10 13 3-15,-7 9 2 16,-7 8-1-16,0 1 0 16,0 0-1-16,0 20-3 0,0 11 3 15,0 13 14 1,0 0-5-16,0-1 8 0,0-2 0 16,6-5-11-16,4-3-5 15,-2-8 5-15,8-5-5 16,-5-9-1-16,2-5 4 15,-1-6-3-15,3 0 5 16,3-13 0-16,1-9-6 16,-2-9 4-16,-1-9-1 15,-5-5-2-15,-3-6-1 16,-8-4 0-16,0 4-1 16,0 5 1-16,0 9 0 15,-2 12 1-15,-3 7-1 16,2 12 2-16,0 6 0 0,3 0-2 15,0 0 0-15,0 0-8 16,0 17-3-16,0 7 7 16,0 2 4-1,0-3 0-15,11-1 0 0,2-3 2 16,2-5-2-16,6-4-1 16,4-4 1-16,5-6 5 15,3 0-3-15,1-2-2 16,5-12 3-16,-5-7-2 15,-1-3 0-15,-6-6-1 16,-2-3 0-16,-7 2 0 16,-12 5 0-16,-3 5 0 15,-3 8 4-15,0 8-1 0,-3 5 0 16,-8 0-3-16,-8 16 2 16,-2 15 3-16,0 9 1 15,5 3 8-15,10 2 16 16,6-6 3-16,0-4-12 15,3-7-15-15,19-4 0 16,1-8 6-16,8-11-10 16,8-5 0-16,3 0 2 15,7-7-2-15,2-9-1 16,-2-6-1-16,-9-4-18 16,-13-9-100-16,-6-6-119 15,-18-8-152-15,-3-7-167 16</inkml:trace>
  <inkml:trace contextRef="#ctx0" brushRef="#br0" timeOffset="48799.43">5567 8368 967 0,'0'0'0'0,"0"0"0"0,0 0-5 0,85 0 11 0,-22-6-12 16,7-5-36-16,-1-5-153 16,0-2-279-16</inkml:trace>
  <inkml:trace contextRef="#ctx0" brushRef="#br0" timeOffset="49059.9">6141 8147 1069 0,'0'0'1'0,"0"0"108"16,0 0-43-16,0 0-66 15,0 0 1-15,0 0-1 16,71 21 8-16,-17-21-8 16,-8 0 3-16,-13-14 1 15,-14 1-3-15,-11-4 18 16,-8-2 29-16,-11-2-11 0,-20 9 15 15,-11 1-52-15,-6 11-9 16,-7 0-32 0,-3 7-164-16,0 7-209 0</inkml:trace>
  <inkml:trace contextRef="#ctx0" brushRef="#br0" timeOffset="57436.33">8513 1371 268 0,'0'0'106'16,"0"0"-25"-16,0 0 78 0,0 0-34 0,0 0-11 16,0 0-14-16,0 0 11 15,-2 9 11-15,-2-3-12 16,1-4-21-16,-2 1-2 16,4 0-16-16,-2-2-3 15,3 0-25-15,0-1-5 0,0 2-18 16,0-2-6-16,0 0 3 15,6 0-17-15,19 1 2 16,17-1 7-16,18 0 2 16,11 0 4-16,10 0-14 15,4 0 0-15,4 0 2 16,5-3-2-16,9-2 0 16,12-2-1-16,10-1 0 15,5-1 0-15,-6-1 0 16,-8-1-3-16,-11 3 0 15,-20-4 1-15,-27 6 2 16,-13 1 0-16,-23 1 0 0,-14 1 3 16,-7 3-1-16,-1 0 2 15,0 0 2-15,0 0-5 16,0 0 3-16,0 0-4 16,0 0 3-16,0 0-7 15,0 0 2-15,0 0-6 16,0 0-4-16,0 0-37 15,0 0-44-15,0 0-56 16,0 0-46-16,0 0 12 16,0-5-38-16,-6-4-298 15</inkml:trace>
  <inkml:trace contextRef="#ctx0" brushRef="#br0" timeOffset="57783.05">9997 1064 790 0,'0'0'76'0,"0"0"-3"0,0 0 48 0,0 0-27 0,0 0-36 16,0 0 12-16,-33 21 12 15,48-7 5-15,4 0-23 16,11 1 3-16,2 1-13 15,5 3-23-15,5-2-13 16,4 2 3-16,-4 3-9 16,-5-2-6-16,-7-1-1 0,-9-2-3 15,-11 0 2 1,-10 2-2-16,0 3-2 0,-31 3 10 16,-15 4-8-16,-14 3-1 15,-1 5-1-15,3 0 0 16,7 0-11-16,17-5-136 15,14-6-181-15,10-10-280 16</inkml:trace>
  <inkml:trace contextRef="#ctx0" brushRef="#br0" timeOffset="58685.63">11358 1236 905 0,'0'0'12'0,"0"0"97"0,0 0 53 0,0 0-58 0,0 0-43 15,0 0 7-15,-12-38-9 16,12 36-23-16,0 2 5 16,0 0-11-16,0 0-5 15,0 0 6-15,0 0-22 16,0 7 2-16,12 10 24 16,1 7-6-16,-1-1 7 15,-3 4-20-15,3 0-4 16,-2 4 15-16,1-3-23 15,-4 0 2-15,1 0 0 16,1-3-4-16,-3-6 10 16,0-4-11-16,-5-6 1 0,2-6 10 15,2-3-7-15,0 0-1 16,3 0 6-16,14-12-5 16,11-16 27-16,17-10-11 15,22-15-7-15,18-6-2 16,11-2-9-16,7-1-1 15,-1 4-2-15,-11 7-2 16,-14 7 1-16,-18 15 1 16,-21 6 0-16,-19 9 0 15,-10 8 2-15,-11 2-1 16,0 2-1-16,-3 2 1 16,0 0 2-16,0 0-3 15,0 0-2-15,0 0-4 16,0 2-14-16,-15 8-29 0,-11 7-30 15,-8 5-33-15,-6 3-60 16,-9 5-54-16,-8 4 1 16,4 1 6-16,-12-2-114 15</inkml:trace>
  <inkml:trace contextRef="#ctx0" brushRef="#br0" timeOffset="59314.97">11361 1495 733 0,'0'0'40'0,"0"0"53"16,0 0 65-16,0 0-32 0,0 0-37 0,0 0 0 15,-24-70 13-15,24 66-18 16,0-2-12-16,0 4-5 15,0 0-14-15,0 2-20 16,0 0-11-16,0 0-6 16,0 0-7-16,0 0 1 15,0 0-10-15,0 8 1 16,15 6 15-16,-2 6 0 16,1 4 0-16,-1 4 3 15,4-1-5-15,-4 2-2 16,2-2-5-16,3-2-1 0,-5-1 8 15,0-2-9-15,-2-5-2 16,1-3 4-16,-5-4-5 16,-2-3 1-16,2-2-3 15,-2-3 2-15,-2-2 1 16,3 0 0-16,3 0-1 16,13-7 7-16,14-15 2 15,19-15 6-15,21-12-10 16,18-15-5-16,15-8 7 15,9-4-9-15,7 0-3 16,-10 4 2-16,-11 15 1 16,-24 11 1-16,-19 12-1 0,-22 11 0 15,-15 8 2 1,-10 5-2-16,-8 1 0 0,-1 3 3 16,-5 4-3-16,3 1 4 15,-3 1-4-15,0 0 2 16,0 0-1-16,0 0-1 15,0 0-3-15,0 0 2 16,0 0-7-16,0 0-33 16,-12 0-74-16,-21 3-152 15,-21 9-297-15</inkml:trace>
  <inkml:trace contextRef="#ctx0" brushRef="#br0" timeOffset="90188.83">8538 3461 789 0,'0'0'22'0,"0"0"-17"0,0 0 50 0,0 0-6 0,0 0-34 0,0 0 7 0,0 0 0 16,103-13 17-16,-67 13 3 15,1 0-19-15,3 0 3 16,5 0-9-16,-2 3-6 16,3 2 5-16,-2-1-14 15,-2 0-1-15,1-1-2 16,-4 0 2-16,-3-2 1 15,-4-1-2-15,-5 0-8 16,-3 0 7-16,-7-1-59 16,-4-8-103-16,-6 4-58 15,-2-5-178-15</inkml:trace>
  <inkml:trace contextRef="#ctx0" brushRef="#br0" timeOffset="90525.75">9151 3259 465 0,'0'0'13'0,"0"0"107"15,0 0-21-15,0 0-39 16,0 0-28-16,0 0-30 15,-9 0 16-15,9 12 31 16,17 1 22-16,7-1-13 0,5 4-9 16,7 2 18-16,4 2-2 15,-2 1-10-15,-7 4-29 16,-1-1-12-16,-15 2-7 16,-5 4 18-16,-10 1-19 15,-21 7-5-15,-26 8 7 16,-17 5-8-16,-7 8-10 15,-5-1-126-15,-1-10-211 16</inkml:trace>
  <inkml:trace contextRef="#ctx0" brushRef="#br0" timeOffset="94473.05">14042 807 870 0,'0'0'20'0,"0"0"152"0,0 0-31 0,0 0-67 0,0 0-68 0,0 0-2 16,-35 87 16-16,28-28 23 15,-3 11-15-15,2 1 5 16,-3 2-5-16,1-2-4 16,1-6-20-16,2-8-4 15,4-13 1-15,0-13 2 16,3-14-3-16,0-11 0 15,0-3-2-15,0-3 2 16,0-10 19-16,10-26 23 0,9-12-26 16,6-10-15-1,-3 6-2-15,-3 7-3 16,-2 10 4-16,-4 13 4 16,-4 11-4-16,0 11-2 15,4 0-8-15,4 8-13 0,7 14 21 16,7 2 2-16,3-1 0 15,5 2 3-15,7-4-3 16,6-5 2-16,-2-3 1 16,-4-6 0-16,-6-7-4 15,-7 0 1-15,-4-15 0 16,-4-15 15-16,-7-14-6 16,-5-9-8-16,-13-13 4 15,0-6-5-15,-16 0-1 16,-15 10 0-16,-4 14 2 15,1 18 4-15,1 15-4 16,0 15-1-16,-1 8 0 16,2 26-10-16,6 12 10 0,11 8-10 15,15 2-23-15,4-4-94 16,27-2-52-16,10-8-51 16,5-15-86-16</inkml:trace>
  <inkml:trace contextRef="#ctx0" brushRef="#br0" timeOffset="95375.46">14918 808 1065 0,'0'0'17'0,"0"0"139"0,0 0-94 0,0 0-60 15,-69 116 49-15,67-50-5 0,2 5-3 16,0-4-19-16,8-1-24 15,5-10 0-15,-2-11-1 16,3-13 4-16,-6-10-6 16,1-14 1-16,3-8 2 15,1 0 5-15,13-27 9 16,5-8-6-16,3-3-8 16,-2 2-1-16,-9 9-4 15,-7 10-17-15,-9 9 18 16,-1 8 0-16,-2 0-10 15,2 19-5-15,2 7 17 0,0 4 4 16,5-1 4 0,2-1-6-16,4-3 2 0,6-5-1 15,4-4 3-15,3-11-1 16,6-2 7-16,2-3-8 16,3-4 12-16,1-13-14 15,-4-7 0-15,-3-5 0 16,-10 4 0-16,-12 0-7 15,-9 8-14-15,-6 2 21 16,-4 10 0-16,-19 4 0 16,-5 1 3-16,-3 0-5 15,-1 13 4-15,4 10-2 0,8 0 5 16,6 2 0-16,6 2-5 16,7-2 0-16,1-2 0 15,0-4-9-15,12-9 8 16,7-5 1-16,6-5 0 15,5 0 4-15,3-15-3 16,0-5-1-16,-2-2-24 16,-4-1 13-16,-3 7-18 15,-12 5 21-15,-6 6 6 16,-3 5 2-16,-3 0-7 16,3 6-6-16,2 15 13 15,0 2 8-15,4 1-6 16,0 0 5-16,4-3 3 15,2-5-9-15,2-2 21 16,1-7-21-16,4-7 7 0,3 0 4 16,2-7-11-16,1-20 8 15,-1-6-9-15,-2-7-9 16,-3-9 4 0,-5-10-47-16,-6-11 22 0,-9-11-32 15,-2-4 4-15,-2 7-13 16,-10 17 53-16,0 26 18 15,5 22 44-15,1 13 46 16,0 28-82-16,0 20-3 16,6 13 63-16,0 3-7 0,0-1-23 15,12-4-4 1,0-1-17-16,-2-5-17 0,-6-3-2 16,-2-5 0-16,-2-8-99 15,0-16-167-15,0-19-265 16</inkml:trace>
  <inkml:trace contextRef="#ctx0" brushRef="#br0" timeOffset="95520.79">16080 1112 1323 0,'0'0'9'0,"0"0"61"0,0 0-17 15,140-27-53-15,-64 23-17 0,9-1-70 0,3-6-355 0</inkml:trace>
  <inkml:trace contextRef="#ctx0" brushRef="#br0" timeOffset="97643.99">10462 2963 957 0,'0'0'49'0,"0"0"-48"0,0 0 55 16,0 0 14-16,8 96 75 15,0-32-34-15,-2 9-51 16,1 4-9-16,-6 2-7 0,7-2-32 16,-4-11 1-1,4-9-7-15,4-11-3 0,-2-10 6 16,-1-14-7-16,-2-10-2 16,-4-7 2-16,-1-5-2 15,4-3 26-15,8-26 2 16,9-17-19-16,3-7 7 15,0-5-16-15,-3 10 0 16,-7 13-3-16,-5 11 6 16,-2 16-6-16,-6 8 3 15,3 0-22-15,7 12 5 16,8 9 11-16,9 6 6 16,1 0 6-16,5-2-4 0,6 3 9 15,3-3-11-15,1-7 0 16,0-6 6-16,-7-9-5 15,-2-3 2-15,-6-10 7 16,-5-15-2-16,-2-14 5 16,-7-13-13-16,-15-12 2 15,-2-15 0-15,-13-6-2 16,-22 0-2-16,-5 9 1 16,4 18 2-16,0 17 5 15,9 21-6-15,4 16-4 16,0 4-2-16,1 29 2 15,4 15-9-15,9 14 5 0,9 5-47 16,6-1-17 0,25-5-54-16,7-1-1 0,4-14 4 15,8-11-9-15,8-11 27 16,8-16 64-16,4-4-55 16,-1-13 37-16,-8-18-104 15,-13-11 25-15,-17-13 104 16,-13-13 34-16,-18-7 71 15,0-3 96-15,-6 5-14 16,-9 14-29-16,1 16 9 16,4 20 5-16,3 11 9 15,2 12-38-15,2 12-87 16,3 26-20-16,0 18-2 16,0 11 34-16,2 6-14 15,11-3 15-15,8 1 28 0,-2-6-51 16,1-6-4-16,4-9-5 15,-4-13 2-15,-6-14-4 16,-3-10-1-16,-4-10 0 16,0-3 6-16,4-19 3 15,4-18 0-15,3-15-9 16,-5-5-1-16,-7 0-2 16,-6 11-2-16,0 12 5 15,0 17-6-15,0 11 8 16,0 6-2-16,3 2 0 15,2 24-17-15,2 9 15 16,5 6 2-16,1-3 0 0,4-1 10 16,-2-5-10-1,1-7 0-15,6-2-1 0,-1-10 6 16,8-7 2-16,7-6-5 16,7 0 1-16,-1-17 11 15,-2-8-14-15,-5-12-2 16,-7-5 2-16,-11-2-7 15,-8 3 5-15,-4 10-6 16,-5 12 8-16,0 6 5 16,0 6 0-16,0 7-5 15,0 0 0-15,0 0-9 16,0 16 7-16,7 7-2 16,-2 3 4-16,4-2-6 0,1-4 6 15,2-3 0 1,2-5-2-16,-1-6-3 0,3-6 3 15,8 0 2-15,12-12 0 16,7-12 0-16,-4-5 0 16,-6-3-30-16,-9 3-13 15,-12 6 7-15,-11 8 35 16,-1 6-2-16,0 7 3 16,0 2 9-16,0 1-9 15,-1 27-3-15,-7 16 3 16,1 18 3-16,1 16 32 15,6 15-6-15,0 20-24 16,4 14 20-16,10 17-22 16,1 2 0-16,-2-1-3 0,-5-11 5 15,-2-9-6-15,-6-17 1 16,0-13 0-16,-17-17-2 16,-10-19 4-16,-4-17-4 15,-4-23 1-15,-3-15 1 16,-5-8-6-16,-2-29 6 15,2-22-10-15,4-22 9 16,6-27-3-16,9-29-21 16,10-24-13-16,14-10-6 15,5 5-62-15,40 18 24 16,19 30 4-16,15 26 22 16,7 25-50-16,-3 20 33 15,-10 15 0-15,-12 13-37 0,-13 11-67 16,-13 4-240-16</inkml:trace>
  <inkml:trace contextRef="#ctx0" brushRef="#br0" timeOffset="104333.4">13405 3309 110 0,'0'0'1'0,"0"0"-1"0,0 0 5 15,0 0-3-15,0 0-2 16,0 0 0-16,0 0 0 16,27 0 0-16,-24 0-2 15,0 0-54-15</inkml:trace>
  <inkml:trace contextRef="#ctx0" brushRef="#br0" timeOffset="105478.16">16396 1088 321 0,'0'0'112'16,"0"0"-112"-16,0 0 0 0,-1-80-1 0,17 66 1 0,5-4 0 16,-2 5 1-16,4-1-1 15,-4 4-3-15,-4 1 3 0,-3 6-50 16,-3 2 25-16,-5 1-52 15,-1 0-19-15,-1 0-11 16,1 0 74-16,1 0 33 16,2 0 55-16,1 0-1 15,0-2 9-15,-1 2-1 16,0 0-21-16,-3 0-3 16,0 0 6-16,-3 0-1 15,0 0-7-15,0 4-5 16,-18 16 65-16,-11 11-23 15,-11 16-28-15,-18 18 31 16,-23 24-30-16,-25 36 12 0,-26 31 0 16,-24 29-21-1,-18 23 28-15,-8 5-33 0,0 3-9 16,3-7-3-16,7-9-9 16,5-10 20-16,7-21-21 15,10-22-7-15,14-24 8 16,18-23-10-16,22-18 3 15,25-15-8-15,23-18 2 16,18-16 2-16,13-7-1 16,9-16-4-16,5-6 3 15,3-4-55-15,6-15-63 16,30-28 34-16,21-24-39 16,24-19-65-16,18-18-113 15</inkml:trace>
  <inkml:trace contextRef="#ctx0" brushRef="#br0" timeOffset="105894.16">16930 1106 511 0,'0'0'58'0,"0"0"-58"0,0 0 0 0,0 0 1 0,-109 8 26 16,73 16 12-16,-7 9 16 16,-12 19-7-16,-18 26 27 15,-19 29-26-15,-21 31 15 16,-25 26-4-16,-17 13-11 15,-10 5 0-15,-8 2-14 16,12-2-11-16,8-3 6 16,5-10-26-16,14-10-4 15,2-22 0-15,10-16 2 16,9-17-1-16,14-16-1 16,20-13-1-16,13-8-5 15,20-13-41-15,12-4-60 0,5-10-35 16,7-14-68-16,6-20-458 15</inkml:trace>
  <inkml:trace contextRef="#ctx0" brushRef="#br0" timeOffset="108207.75">8208 5756 932 0,'0'0'0'0,"0"0"0"0,0 0 52 0,0 0 45 0,0 0-50 0,0 0-20 16,-9 0-21-16,32 0 17 16,8-6 24-16,11-2-18 15,7-4 3-15,0 1-26 0,2 1 1 16,0-1-5-1,-3 5 1-15,4-2-6 0,-5 1 1 16,-3 1-9-16,-7 3-4 16,-6 3-82-16,-5 0-59 15,-9 0-28-15,-9 0-26 16,-8 0-146-16</inkml:trace>
  <inkml:trace contextRef="#ctx0" brushRef="#br0" timeOffset="108532.64">8726 5500 836 0,'0'0'3'0,"0"0"56"16,0 0 79-16,0 0-71 15,0 0-39-15,0 0-21 16,-6-2 8-16,21 10 0 16,4 8 73-16,7 0-45 15,-1 5-13-15,-1-2 24 16,-3-2-24-16,0 4-1 16,-9-3-6-16,-7 8-20 15,-5 5 10-15,-11 7-3 0,-24 5-8 16,-10 8-2-16,-11 4 0 15,-5 2-157-15,-12-6-163 16</inkml:trace>
  <inkml:trace contextRef="#ctx0" brushRef="#br0" timeOffset="113014.82">10818 5109 160 0,'0'0'1'0,"0"0"0"0,0 0 2 0,0 0 19 0,0 0-2 15,0 0 3-15,0 0 8 16,0 0-8-16,-51 42 5 16,45-40-11-16,6-2 12 15,-1 0-8-15,1 0-15 16,0 0 2-16,0 0-3 16,0-7-5-16,0-4 0 0,0-1 7 15,0 0 32 1,0 0 32-16,0 1 14 15,0 2 4-15,0 4-5 16,0 1-12-16,0 4 3 0,0 0-5 16,0 21-48-16,0 22-10 15,0 17 43-15,0 15-11 16,0 7 12 0,-8 2-5-16,-4-1-8 15,-4 2-14-15,4-10-20 0,0-13 9 16,6-14-17-16,6-14 0 15,0-14-1-15,0-9 2 16,0-11-4-16,10 0 6 0,13-27-4 16,10-11 18-16,5-11-18 15,1-8 0-15,0-1-1 16,0 4 3-16,-5 7-4 16,-3 16 2-16,-10 12 0 15,-5 17-5-15,-3 2-1 16,1 24 3-16,1 13 3 15,2 9 6-15,1 7 9 16,1-3-2-16,6-5-7 16,2-7 11-16,2-7-8 0,1-9-5 15,-4-10 4 1,0-10-7-16,4-2 16 16,1-20-7-16,2-17 2 0,0-17 8 15,-8-6-20-15,-7-16 7 16,-15-12-4-16,-3-11-3 15,-14-2 1-15,-12 6-1 16,-4 19 0-16,-3 25-1 16,3 25 3-16,7 23-2 15,-2 6 3-15,1 37-1 16,5 18-4-16,10 13 1 16,9 4 0-16,0 2-8 15,18-5 6-15,10-7 1 16,6-10-1-16,7-13-11 15,5-15-23-15,3-17-33 16,5-10 7-16,1-11 10 0,-2-25-27 16,2-12-17-16,-12-8 23 15,-12-9-11-15,-17 0 44 16,-14 4 13-16,0 14 28 16,-8 17 22-16,-5 16 54 15,-1 14 68-15,-2 13-65 16,1 26-56-16,0 15 16 15,3 11 10-15,6 4-14 16,5-3 7-16,-2-1-21 16,3-4-7-16,0-11-7 0,0-10-6 15,6-13 2 1,-2-15-3-16,5-8 0 16,0-4-4-16,3-6 12 15,13-21-4-15,4-13-2 0,0 0 4 16,-3-2-12-16,-5 13 2 15,-5 8-11-15,-7 14 12 16,-6 7-4-16,3 0 3 16,4 7-11-16,3 15 15 15,7 6 3-15,9-3-3 16,-1-3 0-16,6-4 10 16,1-3-9-16,5-9 3 15,-1-2-3-15,7-4-1 16,-4-4 7-16,5-13-7 15,-5-9 1-15,0-3 2 0,-9-4-3 16,-17-4-1 0,-11 7-7-16,-5 5-3 0,-5 8 10 15,-17 10-3-15,-9 7 3 16,-4 0 1-16,0 13 0 16,2 8 13-16,7 3 3 15,8 0-13-15,8 0 13 16,7-3-16-16,3-4-2 15,0-3-1-15,10-4 0 16,5-3 2-16,5-5 0 16,2-2-4-16,5-5 0 15,1-9 1-15,2 0-29 16,-3-2 5-16,-3 5 16 16,-2 4 7-16,-4 4 0 0,1 3 4 15,-2 0-1-15,2 18 2 16,-5-1 0-16,7 3 3 15,-5-4-2-15,-2-1 6 16,3-2-7-16,-5-4 2 16,6-8 8-16,-4-1-9 15,1 0 5-15,7-19-2 16,2-13 0-16,6-15 0 16,3-12-4-16,-5-13-2 15,-7-15 0-15,-9-14-26 16,-9-2-35-16,-3 4-25 0,0 29 39 15,-8 29 49 1,1 27 17-16,1 14 48 0,6 44-44 16,0 22-3-16,0 24 74 15,0 8-30-15,9 3-10 16,4-7-15-16,3-3-35 16,-5-9 1-16,1-14-6 15,-3-16-49-15,-3-20-149 16,1-22-78-16,-2-10-132 15</inkml:trace>
  <inkml:trace contextRef="#ctx0" brushRef="#br0" timeOffset="113172.93">12864 5361 1137 0,'0'0'1'0,"0"0"1"0,0 0-2 15,0 0-3-15,90-1-1 0,-6 6-61 0,15-3-146 16,0-2-123-16</inkml:trace>
  <inkml:trace contextRef="#ctx0" brushRef="#br0" timeOffset="114343.92">13754 5342 1418 0,'0'0'8'0,"0"0"-8"16,0 0 69-16,-60 90 19 16,60-53-51-16,6 1-16 15,18-1-13-15,-3-8-8 16,4-4 0-16,2-10-5 16,-6-6 5-16,-2-8-4 15,4-1-8-15,2-6-21 16,3-18-5-16,2-8-40 15,-3-6-24-15,-7-1 21 16,-7 2 19-16,-9 8 19 16,-4 11 42-16,0 10 2 15,0 2 39-15,0 6 48 16,0 6-67-16,0 12-4 16,0 4 6-16,0 2 1 0,0-1 1 15,14-2-16-15,7-4 9 16,2 0-18-16,0-7 3 15,2-4 1-15,2-6 0 16,3 0-4-16,1-6 0 16,-1-14 0-16,-3-4-6 15,-8-9-59-15,-10-9 30 16,-9-7-12-16,0-1 20 16,-10 2 6-16,-6 13 20 15,-1 13 1-15,8 8 12 16,2 8 7-16,5 6 10 0,1 0-3 15,-1 9-26-15,2 13-1 16,0 5-2-16,0-2 6 16,14-3-2-16,5-5-1 15,2-4 0-15,1-4 3 16,2-7-3-16,0-2 0 16,6 0-2-16,-5-12-10 15,-2-6-9-15,-7-1-30 16,-8-1 28-16,-5 2 22 15,-3 9-1-15,0 3 2 16,0 6 14-16,0 0 12 16,-2 15-17-16,-5 14-3 15,-1 8 10-15,5 3 18 16,3 1-23-16,0-3 10 0,4-2-8 16,10-6-9-16,5-3 8 15,4-5-11-15,1-10-1 16,4-7 2-16,5-5 2 15,11-5-5-15,9-17 1 16,4-10-2-16,-2-7-6 16,-12-15-35-16,-7-12-38 15,-15-21 20-15,-10-17-45 16,-11-12 21-16,0-14 3 16,-10 6-5-16,-12 24 82 15,-2 28 5-15,3 35 39 0,4 26 63 16,0 11 17-1,0 32-91-15,-1 27-3 0,11 19 30 16,7 10 9 0,6 5-23-16,21-4-8 0,5-1-6 15,6-9-8-15,2-4 6 16,3-14-25-16,2-11 0 16,3-10-2-16,-5-15 2 15,-4-13-2-15,-3-12 2 16,-9-6-14-16,-2-29-21 15,-1-18-14-15,-8-16 5 16,-8-21-7-16,-8-19 27 16,0-22-4-16,-20-7-4 15,2 7 10-15,-2 25 18 0,2 37 4 16,7 32 28 0,2 32 75-16,1 17-48 0,1 42-55 15,4 30 68-15,3 26 3 16,0 7-8-16,15 8 12 15,3-6-35-15,1-7 0 16,0-7-36-16,-3-19-2 16,-4-7-4-16,-3-22-3 15,-5-18-36-15,-2-17-129 16,-2-22-79-16,0-16-92 16</inkml:trace>
  <inkml:trace contextRef="#ctx0" brushRef="#br0" timeOffset="114521.82">14333 4676 1265 0,'0'0'7'0,"0"0"78"0,0 0-53 0,0 0-28 0,0 0-4 0,0 0-29 16,-15 6-27-16,35 14-199 15,-1-6-271-15</inkml:trace>
  <inkml:trace contextRef="#ctx0" brushRef="#br0" timeOffset="115719.32">16278 4634 850 0,'0'0'2'0,"0"0"135"0,0 0-1 0,0 0-77 0,0 0 45 0,0 0-82 0,-27 19-17 0,27 42 44 16,2 14 14-16,5 3 0 15,-1 3-26-15,-1 6 8 16,-1-5-21-16,0-5-16 16,-1-12 1-16,2-15-9 15,0-14 0-15,-1-12 0 16,-1-11 0-16,-1-5 0 15,1-8 2-15,2 0 0 16,9-18 18-16,5-19-15 0,4-14-1 16,2-4-3-16,-3 4 3 15,-2 8-4-15,-5 13 0 16,-5 16 1-16,-1 8-6 16,-3 6 4-16,2 12-14 15,6 12 11-15,4 9 4 16,2-2 0-16,2 1 0 15,1-4 3-15,3-3 10 16,7-4-11-16,5-5-1 16,5-7 7-16,5-9-5 15,4 0-3-15,-2-3 0 16,-6-16 2-16,-7-9 0 0,-9-9-2 16,-7-11 0-16,-9 1-8 15,-12-2 7-15,0 10-5 16,0 8 4-16,-15 9 2 15,-4 11 2-15,-5 7-2 16,-3 4 0-16,-7 7-3 16,0 17 3-16,4 9-1 15,9 4 1-15,7 7-3 16,10-1-2-16,4-4 5 16,0-2 0-16,12-7-6 15,6-8 6-15,9-7-1 16,-2-8 1-16,5-7-3 15,2 0-3-15,1-9-9 0,0-20-42 16,-1-7 15-16,-6-11-11 16,-7 4 4-16,-3 2 29 15,-10 14 16-15,-5 9 4 16,-1 12 1-16,0 6 18 16,0 0 6-16,0 16-18 15,0 9-3-15,0 5 27 16,0 3-18-16,2-2 2 15,12-3-2-15,3-6-12 16,5-6 0-16,5-1 7 16,5-10-15-16,2-2 7 15,5-3-8-15,1-4-94 16,2-17-69-16,3-10-90 16,-1-12 25-16</inkml:trace>
  <inkml:trace contextRef="#ctx0" brushRef="#br0" timeOffset="116485.25">17709 5040 677 0,'0'0'27'0,"0"0"140"0,0 0-22 0,0 0-36 16,0 0-100-16,0 0-8 16,-9 59 71-16,9-5-18 15,9 7 33-15,-2 5-26 16,2 2 5-16,-4 1-48 15,4-4-5-15,-6-6-4 16,1-11-9-16,1-9 0 16,-4-14-3-16,3-12 7 15,-2-8-8 1,-2-5 1-16,0 0 3 0,0-23 9 16,0-14-9-16,-13-15-2 15,-2-15 2-15,-3-9-6 0,0-9 6 16,2-1-3-1,5 8 3-15,8 15 0 0,3 13 0 16,8 21 0-16,20 7-1 16,6 11 1-16,8 11-1 15,3 0-4-15,-3 11 5 16,-2 12 0-16,-9 4-5 16,-8 5 0-16,-13 2 5 15,-10 4 0-15,-9-5 0 16,-27-2 2-16,-16-5-2 15,0-4 5-15,-4-7-5 16,9-8 0-16,14-2 5 16,15-5-4-16,9 0-2 15,9 0-1-15,0-2-13 0,17-12-104 16,17-6-68 0,6-2 23-16,9-2-66 0,-5-6-261 15</inkml:trace>
  <inkml:trace contextRef="#ctx0" brushRef="#br0" timeOffset="117534.71">18068 5048 690 0,'0'0'55'0,"0"0"58"0,0 0-34 0,0 0 58 0,42 106-3 16,-31-49-33-16,2 10 23 16,-2 3-33-16,3 7-21 15,-2 4-15-15,-4 2-27 16,-2-4-9-16,1-2-11 0,-4-11-8 15,-1-9 1 1,2-10-8-16,-2-15 11 0,-1-13-7 16,2-12 3-16,-1-7 0 15,1-6 1-15,0-22-1 16,1-20-16-16,-4-17-21 16,0-13 8-16,-10-16-26 15,-10-18 4-15,-8-13 28 16,-4-6-23-16,6 12 9 15,6 22 37-15,11 30 0 16,9 24 1-16,5 17 6 16,17 14 3-16,8 12-9 15,7 2 5-15,4 25-6 16,-5 8 0-16,-6 5-2 0,-11 2 2 16,-12 1 0-16,-7-3 0 15,0-3 4-15,-21-5-3 16,-9-7-1-16,-5-10 3 15,2-6 6-15,5-8-9 16,6-1-1-16,5-6 0 16,6-13-20-16,10-3 12 15,1-1-16-15,7 1-5 16,17 0 25-16,6 1-14 16,3 3 9-16,4 2 6 15,4-1 0-15,-2-1-2 16,5 0 6-16,0-4 0 15,1-1-4-15,-4-7 6 0,-7-1-4 16,-8-1 2 0,-12 6-17-16,-6 3 11 0,-8 10 5 15,0 5 1-15,-12 2 4 16,-14 6-3-16,-3 0 10 16,-3 6-8-16,4 15 4 15,6 7 10-15,11 6-14 16,9 3 0-16,2-5 14 15,11 1-12-15,16-6 0 16,4-9 2-16,5-3-7 16,5-11 13-16,0-4-13 15,-4 0 0-15,2-19 0 0,-3-5 0 16,-4-7 0-16,-9 1-1 16,-7-1-20-16,-8 5 12 15,-6 5 1-15,-2 11 8 16,0 2 1-16,0 8 4 15,0 0 9-15,-5 3-14 16,-4 14 4-16,-1 2 3 16,2 1-4-16,5 0 0 15,2-3 8-15,1-4-10 16,0-2 4-16,0-5-5 16,0-2 2-16,0-3-2 15,0-1 0-15,7 0 0 16,11-9 13-16,5-10-10 0,7-5 0 15,-2 0-3 1,-6 9-1-16,-4 6-2 0,-6 6 3 16,-6 3 0-16,4 0 5 15,-2 5-4-15,-2 9 8 16,4 4 10-16,-3 1 4 16,1-4-7-16,1 0-16 15,0-3 1-15,3 1-3 16,-2-5 2-16,7-2-12 15,4-3-125-15,4-3-98 16,5-5-131-16</inkml:trace>
  <inkml:trace contextRef="#ctx0" brushRef="#br0" timeOffset="117906.88">19560 4706 897 0,'0'0'19'0,"0"0"166"0,0 0-40 0,-110-84-31 0,76 58 3 15,1 2-65-15,9-1-13 16,3-2-5-16,10 1 10 16,6 0-38-16,5 3-5 15,0 1 0-15,12 8 2 16,17 3-6-16,9 4-4 15,5 5-2-15,0 2 4 0,1 3 2 16,-5 16-4-16,-8 11 6 16,-1 3-5-16,-14 4 5 15,-9 5-7-15,-7 1 8 16,0 3 0-16,-18 4 0 16,-7 2 0-16,-6-3 0 15,-2 0 0-15,1-2-5 16,3 0-93-16,3 2-95 15,9 0-54-15,5-5-195 16</inkml:trace>
  <inkml:trace contextRef="#ctx0" brushRef="#br0" timeOffset="118204.99">19690 5486 947 0,'0'0'90'16,"0"0"-33"-16,0 0 122 16,0 0-82-16,0 0-56 15,0 0-40-15,-25-15-2 16,25 17-4-16,0 9 5 16,1-2 2-16,10-4 0 15,9-3 4-15,3-2-3 16,2 0-2-16,-2-8 10 15,-7-8-11-15,-7-1 15 16,-9-6-2-16,-5 3 6 0,-24 0-17 16,-14 6-2-16,-7 14-27 15,-6 0-134-15,2 4-260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6:31:31.63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2727 2931 566 0,'0'0'90'0,"0"0"-67"16,0 0 126-16,0 0-19 0,0 0-14 16,0 0-29-16,0 0-33 15,0 0-1-15,16-65-26 16,32 12 13-16,19-16-5 16,11-12 8-16,13-11 3 15,10-6-19-15,4-6-15 16,-1-8-8-16,2-3-2 15,-6 6-2-15,-15 16 0 16,-21 18 0-16,-25 23 0 16,-15 16 2-16,-17 20 6 15,-7 7 4-15,0 8 12 0,-6 1 19 16,-22 18-41-16,-11 15 0 16,-13 17-4-16,-5 5 3 15,-1 7-2-15,4-4 1 16,8-3 0-16,10-5-2 15,14-5 2-15,13-8-5 16,9-2 5-16,0-4-5 16,25-3 2-16,8 2 3 15,6-4 0-15,10 4-1 16,2-4 1-16,1 0-1 16,-3 1 1-16,-7 4 0 15,-9 3-1-15,-6-3 1 0,-17 4-1 16,-10 1-1-1,0-3 0-15,-28-3 2 0,-11-3 4 16,-9-7-4-16,-7 0 13 16,-6-11-1-16,0-6 5 15,-2-3 25-15,8 0-21 16,9-6-6-16,16-12-3 16,12 4-11-16,12 0-2 15,6 0 0-15,12 2-31 16,24-4-87-16,16 5-62 15,9-3-28-15,3-5-104 16,-1-4-257-16</inkml:trace>
  <inkml:trace contextRef="#ctx0" brushRef="#br0" timeOffset="235.9">4040 2069 917 0,'0'0'53'0,"0"0"151"0,0 0-42 0,0 0-52 0,0 0-109 16,0 0 3-16,0 62 75 16,1-2-28-16,-1 6-12 15,0 4-21-15,0 5-11 16,-7-1-7-16,-2-6-3 16,-1-13 1-16,5-13-14 15,-4-18-84-15,6-8-95 16,-3-16-39-16,-3 0-86 0,3-26-349 15</inkml:trace>
  <inkml:trace contextRef="#ctx0" brushRef="#br0" timeOffset="373.4">3983 2389 817 0,'0'0'45'0,"0"0"23"16,0 0 15-16,66-79-57 15,-29 65-25-15,2 9-1 16,6 5-11-16,5 0-85 15,4 9-151-15,-3 12 49 16</inkml:trace>
  <inkml:trace contextRef="#ctx0" brushRef="#br0" timeOffset="824.08">4574 2581 556 0,'0'0'177'0,"0"0"-2"0,0 0-29 16,0 0-111-16,0 0-8 15,13-87-11-15,-11 56-3 16,-2 9 1-16,0 4 10 16,-14 3 13-16,-8 7 37 15,-6 8-16-15,-4 0-34 16,-5 16 1-16,1 9 4 16,6 3 2-16,6 2-10 15,7-1-13-15,11 2-8 16,6-3-1-16,0-8-3 15,3-3 0-15,14-8-1 0,3-8 5 16,5-1-3-16,2-13-22 16,3-10-13-16,0-8 1 15,-2-2-15-15,-1 1 24 16,-2 3-1-16,-4 7 21 16,-9 9 8-16,-3 4 3 15,-9 9 19-15,0 0-15 16,0 19-5-16,3 6 35 15,0 4-4-15,3 1-12 16,4-1-3-16,1-1-17 16,7-5 0-16,-2-8-1 15,2-4-5-15,2-9 4 16,-1-2-41-16,3-16-73 16,5-10-38-16,2-13-63 15,-2-3-48-15</inkml:trace>
  <inkml:trace contextRef="#ctx0" brushRef="#br0" timeOffset="1061.02">5080 1905 148 0,'0'0'721'0,"0"0"-616"0,0 0 17 0,0 0-91 16,-18 82 65-16,13-29-2 15,4 2-27-15,1 2-1 16,-2 5-17-16,-2 4-36 15,1-1-3-15,-5 3-9 0,0-5 1 16,-3-7-4-16,5-11-2 16,3-15-65-16,3-13-58 15,0-17-12-15,6-4-73 16,19-27 61-16,5-9-186 16</inkml:trace>
  <inkml:trace contextRef="#ctx0" brushRef="#br0" timeOffset="1532.26">5271 2267 126 0,'0'0'685'16,"0"0"-571"-16,0 0 48 16,0 0-104-16,0 0-40 0,-29 75 49 15,17-31 2-15,3-1-8 16,4 4-34-16,5-2 10 16,0-7-18-16,0-2-13 15,5-11 3-15,9-7-7 16,1-12 0-16,9-6 7 15,1-10 1-15,6-17 12 16,4-9-22-16,4-3 3 16,-1-3-4-16,-2-2 1 15,-5-2 0-15,-2 6-2 16,-4 4 1-16,-7 8-3 16,-6 9 4-16,-9 12 0 15,-3 4 8-15,0 3-3 0,0 0-5 16,0 0-4-1,0 10-1-15,0 7 2 0,0 2 3 16,0 1 0-16,0 1 3 16,4 2-2-16,10 2 2 15,8 1 2-15,5 4 2 16,1 4 3-16,2 0-10 16,-6 1 2-16,-9-1-3 15,-7-2 2-15,-8-5-1 16,-11-4 4-16,-17-9-3 15,-14-4 4-15,-7-7-5 16,-6-3-42-16,-2 0-138 16,-4-17-125-16,-5-16-412 15</inkml:trace>
  <inkml:trace contextRef="#ctx0" brushRef="#br0" timeOffset="1699.99">4775 2296 1164 0,'0'0'3'0,"0"0"34"0,0 0-7 15,82-42-30-15,-19 27 0 16,3-3 0-16,2-4-24 16,-2-3-197-16,-8-4-245 15</inkml:trace>
  <inkml:trace contextRef="#ctx0" brushRef="#br0" timeOffset="1859.21">5390 1976 1137 0,'0'0'15'0,"0"0"159"16,0 0-79-16,0 0-95 16,0 0 0-16,0 0-11 15,19 6-3-15,7 7-160 16,4-1-153-16,-2 1-457 15</inkml:trace>
  <inkml:trace contextRef="#ctx0" brushRef="#br0" timeOffset="4453.53">6075 1871 510 0,'0'0'48'0,"0"0"63"0,0 0 10 0,0 0-45 16,0 0-24-16,0 0-1 16,0-23-5-16,0 23-7 15,0 0-23-15,0 0-7 16,0 0 0-16,0 0 0 15,0 0 12-15,0 0 19 16,0 0 10-16,0 0-2 16,0 0-14-16,0 0-7 15,0 0 10-15,0 0-21 16,0 0-3-16,0 0 2 16,0 0-11-16,0 0 0 15,0 0-4-15,0 0 3 16,0 0-2-16,0 0-1 15,0 0 0-15,0 0-2 0,0 0 4 16,0 0-2-16,0 0 0 16,0 0 0-16,0 0-1 15,0 0 1-15,0 0 0 16,0 0-1-16,0 0 3 16,0 0-3-16,0 0 1 15,0 0 0-15,0 0 0 16,0 0 0-16,0 0-1 15,0 0 0-15,0 0 2 16,0 0 0-16,0 0-1 16,0 0 0-16,0 0 3 15,3 0-3-15,-3 0 0 0,0 0 1 16,0 0-1 0,0 0 3-16,0 0-3 0,3 0 0 15,-3 0 6-15,0 0-2 16,0 0 1-16,0 0 7 15,0 0-2-15,0 0 8 16,0 0-6-16,0 0-5 16,0 0 8-16,0 0-8 15,0 0 0-15,0 0 6 16,0 0-7-16,0 0 2 16,0 0-8-16,0 3-1 15,0 11-2-15,0 8 2 16,7 8 1-16,-7 9 13 15,0 7 10-15,0 10 12 16,0 7-11-16,0 4-16 0,-7 7 9 16,-1 1-15-16,4-10-1 15,2-6-1-15,2-8 2 16,5-9-4-16,11-8 2 16,4-9 0-16,-1-11 9 15,2-11-9-15,3-3 2 16,9-6 6-16,8-16-6 15,-2-9 1-15,-6-2-3 16,0-6 0-16,-12-2-3 16,-5-1 3-16,-4-1-3 0,-9 7 3 15,-3 9 0 1,0 7 5-16,0 12-5 0,0 3 0 16,0 5-1-16,0 0 1 15,-3 11-11-15,1 11 9 16,-1 7-3-16,3-1 4 15,0 1-2-15,3-4 3 16,11-2-7-16,4-4 5 16,0-3 2-16,7-6-2 15,-1-9 2-15,6-1-3 16,0-7-14-16,1-15-19 16,3-4 9-16,1-7-4 15,-7-2-1-15,3-3 18 16,-5 3 4-16,-3-2 7 15,-3 7 3-15,-5 7 0 16,-5 7-1-16,-2 8 1 0,-1 4-2 16,-7 4-1-16,3 0-5 15,-3 0-1-15,0 0 1 16,2 0 8-16,1 0-6 16,-3 0 6-16,1 0 0 15,-1 0-1-15,0 0 3 16,0 0 8-16,0 0-1 15,0 0-4-15,0 0 11 16,0 0-12-16,0 4 1 16,-16 10-5-16,1 5 0 15,-4 6 7-15,3 1 1 0,0 6 1 16,6 3 11-16,7-3-15 16,3-3 4-16,0-4-3 15,16-7-5-15,13-5 8 16,5-9-4-16,9-4-3 15,5-3 2-15,4-14-4 16,5-3 0-16,-2-8 0 16,-3-2-3-16,-3-1 0 15,-11-4-1-15,-10-2-4 16,-9 3 6-16,-13 6-3 16,-6 6 2-16,0 10 3 15,-17 6 0-15,-8 6 7 16,-10 0-5-16,4 13-2 0,-1 10 9 15,4 6-3 1,11 3-2-16,7-2-1 0,3-4 0 16,7 1-6-16,0-8 2 15,0-7 1-15,8-6-4 16,6-5 8-16,7-1 1 16,5-1-5-16,3-14 1 15,2-5-5-15,-2-1-3 16,-4-1-12-16,-3 4 10 15,-8 6 5-15,-2 6 4 16,-8 5 0-16,-4 1-1 16,0 1 0-16,0 14-11 15,0 8 12-15,0 0 8 0,2 1-5 16,1-4 3 0,1-4-6-16,5-6 1 0,0-4 3 15,6-5-4-15,4-1 8 16,5 0 3-16,4-13-8 15,2-11 0-15,0-5-3 16,-6-7 0-16,0-11 0 16,-5-9 0-16,-2-10-2 15,-4-13 1-15,-2-13-8 16,-2-8 2-16,-4 4 3 16,-5 14 0-16,0 26 4 15,-4 25 1-15,-5 21 1 16,0 10 26-16,-7 34-24 15,2 22-4-15,-2 19 11 0,4 10 0 16,6-1 19-16,3 1-15 16,3-6-9-16,-2-4-3 15,2-8 0-15,0-6-6 16,0-9-5-16,-5-14-128 16,-4-10-97-16,-3-18-81 15,-6-10-365-15</inkml:trace>
  <inkml:trace contextRef="#ctx0" brushRef="#br0" timeOffset="4651.22">5766 2057 1188 0,'0'0'0'0,"0"0"-16"0,0 0 13 0,103-74-8 0,-24 57 7 16,15-3-111-16,-3 1-72 16,-9-1-300-16</inkml:trace>
  <inkml:trace contextRef="#ctx0" brushRef="#br0" timeOffset="4796.12">6616 1830 711 0,'0'0'378'0,"0"0"-320"15,0 0 168-15,0 0-118 16,0 0-107-16,0 0-1 16,20 0-92-16,2 0-198 15,2-7-490-15</inkml:trace>
  <inkml:trace contextRef="#ctx0" brushRef="#br0" timeOffset="5734.65">8232 1645 844 0,'0'0'54'0,"0"0"-46"0,-28 92 43 0,25-31 92 0,0 8-39 15,3 8-11-15,0-1-13 16,0 2-40-16,0-10 7 16,6-7-39-16,1-17-8 15,2-13 9-15,-4-9-8 0,-2-11-2 16,-3-8 1-16,0-3 0 16,0-14 22-16,0-19 14 15,-6-14-35-15,-5-13 0 16,-1-13 0-16,2-18 0 15,1-10-1-15,-3-6 0 16,0 7-2-16,4 21 4 16,-2 26-2-16,4 28 4 15,3 19 8-15,3 6 10 16,0 31-22-16,2 16-6 16,14 14 5-16,-1 6 1 0,7 2 0 15,2-4 11 1,3-4-10-16,6-10 2 0,6-14-3 15,1-11 0 1,2-13 1-16,4-13 0 16,2-1 0-16,1-25 8 0,-3-11-6 15,-12-12 1-15,-5-10-3 16,-11-14 1-16,-5-8 1 16,-8-1-3-16,-2 13 0 15,-3 22 2-15,0 21-1 16,0 23 6-16,0 10-7 15,0 36 2-15,0 24-2 16,-3 22 8-16,3 9 7 16,0 10 23-16,0 8-23 15,0 5-6-15,7 2-9 16,2 0 0-16,3-8-4 0,-3-15 2 16,3-18-51-16,3-27-60 15,0-23-78-15,3-20-33 16,-2-12-134-16</inkml:trace>
  <inkml:trace contextRef="#ctx0" brushRef="#br0" timeOffset="6095.4">9151 2096 1161 0,'0'0'9'0,"0"0"66"0,0 0 77 0,-89 35-89 0,74 7-35 0,3 6-1 16,9 2-1-16,3-1-8 16,0-5-2-16,12-6-16 15,3-8 1-15,4-5 4 16,2-11-5-16,4-9 3 16,5-5 7-16,3-10-5 15,0-12 2-15,-3-14-7 16,-3-5 0-16,-10-9 5 15,-12-10-5-15,-5 1 0 16,-5 3 0-16,-23 8 0 0,0 12 0 16,-1 13-2-1,-2 13-2-15,3 10 2 0,4 0-16 16,7 24-9-16,4 7-24 16,9 8-60-16,4 0-19 15,0 2-32-15,20-2-46 16,4-10-108-16</inkml:trace>
  <inkml:trace contextRef="#ctx0" brushRef="#br0" timeOffset="7844.56">9829 2192 584 0,'0'0'3'16,"61"-93"111"-16,-52 46-8 15,-9 8 5-15,0 6-16 16,-21 11 32-16,-9 12 15 0,-12 10-57 15,-4 0-20-15,-5 22-7 16,3 10-11-16,5 10-19 16,9 2-11-16,7 4 4 15,12-2-19-15,10-1 3 16,5-8-5-16,0-5 3 16,14-4-8-16,8-11 5 15,8-10 0-15,6-7-7 16,6 0 7-16,7-24-39 15,-4-12-26-15,1-11-22 16,-1-12 27-16,-8-12-11 16,-4-15 6-16,-12-15 47 15,-6-7-5-15,-8-6 5 16,-7 11 7-16,0 23 10 0,-7 23 1 16,-8 30 22-16,1 24 65 15,-3 15-21-15,0 32-61 16,1 21 5-16,5 15 17 15,7 7 2-15,4 7 39 16,0 4-23-16,3-3-21 16,12-8-5-16,4-11-14 15,6-14 0-15,4-11-5 16,0-14 1-16,7-15 3 16,6-12-2-16,15-10 2 15,10-7 12-15,7-18-12 16,-6-9-3-16,-15-10-1 15,-20-6-8-15,-16-4-20 0,-14-4-4 16,-3 7 21-16,-11 13 10 16,-11 16 2-16,-3 16 8 15,-1 6 10-15,4 17-2 16,2 18 1-16,10 12 2 16,7 4 2-16,3 2 3 15,0-2-4-15,13-4-5 16,8-3-9-16,0-7-5 15,2-11 4-15,5-7-6 16,5-13 1-16,10-6 6 16,8 0-5-16,5-12 1 15,-2-15-3-15,-6-11-8 0,-8-14-3 16,-10-14-35-16,-9-16-5 16,-5-20 24-16,-5-14-9 15,-7-14 4-15,-4-11-13 16,0 7 12-16,-3 26 33 15,-6 33 0-15,0 35 0 16,-1 25 17-16,5 15 25 16,-7 16-34-16,-1 31-8 15,1 27 0-15,3 21 14 16,0 9-9-16,8 12 12 16,-5 4 10-16,4-4-19 0,1 0-4 15,1-15-4 1,3-13 0-16,22-19-5 0,14-16 5 15,5-18 0-15,4-17-1 16,11-18 2-16,0-3-2 16,7-28-3-16,-6-13-51 15,-10-10-3-15,-17-13-20 16,-8-14 64-16,-14-9 11 16,-8-12-6-16,-3 3 9 15,0 13-2-15,-12 23 2 16,-1 28 6-16,-4 30 22 15,4 9 18-15,-5 36-46 16,0 19 1-16,3 13 17 16,12 6-2-16,3-3-5 0,0-7 11 15,0-9-12-15,9-9-9 16,13-7 0-16,8-8 2 16,10-11 1-16,7-7-4 15,2-13 0-15,4-4 5 16,0-8-5-16,-1-20-5 15,-4-5-4-15,-14-8-22 16,-14-1 10-16,-10 7 15 16,-6 10 6-16,-4 14 11 15,0 10 26-15,0 1 4 16,-14 19-32-16,0 13-6 16,0 3 15-16,7 0-8 15,6-2-3-15,1-5 11 16,0-6-12-16,4-5-4 15,20-6 0-15,7-3 2 0,11-5 12 16,7-3-14-16,0 0 3 16,1-11-6-16,-4-8 1 15,-4-4-9-15,-9 1-2 16,-9 3 5-16,-12 5 3 16,-4 7 6-16,-5 4-1 15,-3 3 9-15,0 0-11 16,0 9-1-16,2 8 1 15,1 7 10-15,0-5 4 16,3-1-9-16,3-4-5 16,9 0 13-16,12-4-11 15,10-3 6-15,17-1 10 0,2 0-16 16,-5-3 3-16,-5-3-5 16,-7 0 0-16,-8 0-2 15,-7-10 2-15,-6-2 0 16,-5-2 5-16,7-4-4 15,0-6 6-15,7-3-7 16,8-9 0-16,-4-5-1 16,-1-6 1-16,-14 1-5 15,-11 4-14-15,-8 9-14 16,-24 17 31-16,-18 16-3 16,-13 1 5-16,-6 37 14 15,3 16 17-15,4 13 10 16,20 16 5-16,11 8-12 0,17 20 1 15,6 10-8 1,0 7-20-16,9 3 2 0,-2-9-6 16,-7-7-1-16,0-8-2 15,-16-10 2-15,-6-11-4 16,-8-20 2-16,4-24-47 16,3-26 40-16,2-16-21 15,9-9-91-15,-3-27-211 16,3-20-158-16</inkml:trace>
  <inkml:trace contextRef="#ctx0" brushRef="#br0" timeOffset="8033.42">11816 1431 1313 0,'0'0'0'0,"0"0"0"0,0 0 160 0,0 0-105 0,0 0-55 0,0 0-1 16,16-48-69-16,2 69-204 16,-10-1-296-16</inkml:trace>
  <inkml:trace contextRef="#ctx0" brushRef="#br0" timeOffset="36995.32">29818 3865 226 0,'-220'4'0'0,"-626"2"0"0</inkml:trace>
  <inkml:trace contextRef="#ctx0" brushRef="#br0" timeOffset="38386.58">15110 1877 517 0,'0'0'33'0,"0"0"-33"15,0 0 0-15,0 0 0 16,-55 99-1-16,55-70 0 15,0 1-3-15,4-1-16 16,7-2-36-16,-1-3-238 16</inkml:trace>
  <inkml:trace contextRef="#ctx0" brushRef="#br0" timeOffset="39136.68">15169 2083 539 0,'0'0'197'0,"0"0"-169"0,0 0 134 0,0 0-33 0,0 0 3 16,0 0-9-16,-50-67-36 16,48 67-4-16,2 1-36 15,0 26-35-15,0 14 2 16,0 20 66-16,0 6-38 15,9 10-6-15,1 6-1 16,6 7-16-16,-4 2-1 0,1-2-16 16,-2-9 2-16,0-11 0 15,0-14-4-15,-4-14-1 16,1-15 0-16,-2-7 2 16,-5-13-2-16,1-7 0 15,-2 0 1-15,0-27 18 16,-7-18-18-16,-12-21 0 15,-1-18 0-15,-4-18-5 16,0-14 4-16,-5-8-7 16,1 2-5-16,1 15 11 15,5 22-7-15,7 30 9 16,6 28 1-16,6 16 1 16,3 11-4-16,0 5 1 0,15 23-8 15,13 16 6 1,8 11 3-16,6 6 0 0,2-2-3 15,1 0 8-15,3-5-5 16,0-7 0-16,-2-12 0 16,-4-11 0-16,-3-11 1 15,-5-11-2-15,-1-2-1 16,-6-17 2-16,0-17 4 16,-1-21-4-16,-2-8 0 15,-7-18 2-15,-2 3-2 16,-8 9 0-16,1 19-1 15,-3 25 1-15,-3 16 1 16,-1 9-1-16,4 23-5 16,4 22 2-16,4 18 6 0,1 12 5 15,-1 4 1-15,2 7-5 16,2-1 6-16,-1 5-10 16,2-8 0-16,-2-9 0 15,2-10 0-15,-3-18-2 16,0-15-9-16,-2-11-57 15,4-11-75-15,4-8-115 16,7-12-26-16,5-23-155 16</inkml:trace>
  <inkml:trace contextRef="#ctx0" brushRef="#br0" timeOffset="39558.5">16356 2009 801 0,'0'0'13'15,"0"0"15"-15,0 0 73 0,0 0-61 0,0 0-20 0,0 0 20 0,9-15 16 16,-1 28 18-16,0 16 21 15,3 12 5-15,0 11-1 16,-2 8-11-16,-3 9-7 16,-1 6-27-16,-4 4-15 15,1 1-18-15,1-8-2 0,0-6-9 16,7-11 2-16,-1-17 0 16,9-5-7-16,2-10 10 15,5-11-7-15,6-4-2 16,9-8 20-16,7 0-18 15,6-17-5-15,5-3-2 16,-2 2-1-16,-2-3-13 16,-8 5-73-16,-7-3-47 15,-8 0-67-15,-9-6-33 16,-10-3-108-16,-10-3-285 16</inkml:trace>
  <inkml:trace contextRef="#ctx0" brushRef="#br0" timeOffset="41670.58">16257 1373 694 0,'0'0'13'0,"0"0"1"0,-89-60 10 0,54 41 73 15,-5 2-11-15,-11 4-43 16,-5 3-7-16,-13 2-11 15,-14 8 9-15,-16 0-11 16,-13 8-8-16,-10 12 3 16,-6 7-3-16,-2 7 9 15,-2 7 7-15,1 14-12 16,9 10 1-16,10 13-9 16,9 7 2-16,11 8 2 15,11 6-4-15,7 4 1 0,8 5 4 16,13-4-6-16,10-3 0 15,12-1-6-15,11 2 1 16,9-2 4-16,9 6-7 16,2 0 0-16,0 1 1 15,8-5-1-15,12-1-2 16,6-6 0-16,3-10 0 16,7-4 4-16,0-9-4 15,3-5-1-15,3-6 1 16,1-2 0-16,8-3 0 15,5-6 1-15,10-7 3 16,10-7 15-16,12-12 8 16,12-3-19-16,7-7 16 0,8-3-16 15,-1-6 5-15,1 0-12 16,-1-3-1-16,-1-2 5 16,-2 0-4-16,-3 0-2 15,-4-11 0-15,1-5 1 16,-1-1-1-16,-6-3 1 15,0-4 0-15,-9 0 2 16,-1-3 0-16,-7-3-2 16,-2-5 1-16,-4-1 2 15,3-1-1-15,0 0-1 16,0-2-1-16,-4 2 1 16,-5-5-1-16,-5-2 0 0,-3-3 0 15,-3-1 1-15,-1-2-1 16,-2-5 1-1,-3-3 7-15,-4-7 18 0,-5-6-5 16,-5-4-4-16,-7-9 0 16,-9-7-4-16,-5-4 2 15,-7-4-3-15,-10-6-8 16,0-3 5-16,-15-2-7 16,-16-2 1-16,-12-7 0 15,-15-2-3-15,-10 5 7 16,-12 6-7-16,-13 13 3 15,-8 14 4-15,-20 11-7 16,-19 17-2-16,-26 14 1 16,-35 20-20-16,-32 21-68 0,-32 33-123 15,-16 31-92-15,-1 12-624 16</inkml:trace>
  <inkml:trace contextRef="#ctx0" brushRef="#br0" timeOffset="54641.56">15881 3979 314 0,'0'0'21'0,"0"0"7"0,0 0 28 0,0 0 8 0,0 0-48 0,0 0-4 16,0 0 22-16,2 0 12 15,-2 0-2-15,0 0-2 16,0 0-6-16,0 0 8 15,0 0-2-15,0 0-1 16,0 0 5-16,0 0 0 16,0 0-6-16,0 0 6 15,0 0-9-15,0 0-4 0,0 0-9 16,0 0-9-16,0 0 11 16,0 0-13-16,0 0-4 15,0 0 7-15,0 0-7 16,0 0 4-16,0 0-4 15,0 0-5-15,0 0 18 16,0 0-17-16,0 0 9 16,0 0 3-16,0 0-9 15,0 0 8-15,0 0-8 16,0 0-1-16,0 0 16 16,0 0-20-16,0 0 8 15,0 0 2-15,0 0-7 16,0 0 13-16,0 0-14 15,0 0-2-15,0 0 14 0,0 0-14 16,0 0-3-16,0 0 0 16,0 0 7-16,0 0-2 15,0 0-5-15,0 0 1 16,0 3 4-16,0 10 0 16,0 8-5-16,4 9 21 15,4 8 0-15,1 8 12 16,2 9-8-16,-1 6 8 15,0 9 9-15,0 2-27 16,-4-1 1-16,2-7 1 16,-2-7-17-16,3-10 15 0,-3-5-14 15,0-9 1 1,0-7 8-16,-3-7-7 0,0-5-3 16,1-3 0-16,-4-6 3 15,0-3-2-15,0 0-1 16,0-2-5-16,0 0 4 15,0 0-99-15,0 0-91 16,-7-12-34-16,-4 2-40 16,-2-5-146-16</inkml:trace>
  <inkml:trace contextRef="#ctx0" brushRef="#br0" timeOffset="54933.42">15726 4670 731 0,'0'0'11'0,"0"0"38"0,0 0 18 0,0 0-41 0,0 0 54 15,0 0-18-15,15 59 27 16,1-33-3-16,2 0-51 15,2-5 2-15,0 0-12 16,2-2-18-16,-2-2 3 0,0-5-10 16,-2-2-3-16,-5-3 1 15,4-6-41-15,-1-1-178 16,-3 0-121-16</inkml:trace>
  <inkml:trace contextRef="#ctx0" brushRef="#br0" timeOffset="55137.6">16181 4673 727 0,'0'0'25'16,"0"0"38"-16,0 0 63 0,-40 88 6 15,26-58-38-15,-3-3-46 16,0 2-20-16,-4-3-28 15,2 4-2-15,1-1 1 16,-3-1-70-16,-4-3-306 16</inkml:trace>
  <inkml:trace contextRef="#ctx0" brushRef="#br0" timeOffset="58668.97">10291 6743 288 0,'0'0'176'0,"0"0"-67"0,0 0 0 0,-12-77-2 0,12 68-6 16,0 4-27-16,-3 1 12 15,3 3-33-15,0 1-6 16,0 0-17-16,0 16-30 15,0 19 11-15,0 11 81 16,0 7-66-16,0 3 21 16,0 1-5-16,0 0-21 15,0 1 3-15,0-4-20 16,0-7 4-16,0-10-7 16,0-9 1-16,0-10-1 15,0-11-1-15,0-3 0 0,0-4 1 16,0 0 5-1,0-11 5-15,0-19-5 0,0-13-3 16,-3-11-4-16,-3-8 1 16,2-7 0-16,-4-4-2 15,5-2-5-15,2 4 7 16,-2 9-1-16,1 9 1 16,-1 20 2-16,-4 9-2 15,7 11 0-15,0 8 2 16,0 5-2-16,0 0-5 15,3 5-13-15,21 16 18 16,1 8 0-16,5 9 3 0,-2 0-3 16,-1 2 10-16,1 0-2 15,-1-7-3-15,3-2 0 16,-4-9-4-16,-3-8 10 16,-2-4-11-16,-4-6 0 15,-1-4 0-15,9 0 4 16,-2-17 2-16,7-11-6 15,-5-10 1-15,0-8 0 16,-4-2-1-16,-7 2 0 16,-1 11 2-16,-7 10-1 15,-3 13 0-15,0 12-1 16,-3 0 0-16,3 29-8 16,-3 12 8-16,0 8 25 0,0 4 6 15,0 1 8 1,0 1-17-16,8 5-15 0,5 1-6 15,0-1 1-15,4-2-2 16,2-10-4-16,2-14-31 16,6-16-87-16,3-11-99 15,1-7-56-15,6-17-77 16</inkml:trace>
  <inkml:trace contextRef="#ctx0" brushRef="#br0" timeOffset="60534.28">11326 6948 899 0,'0'0'1'0,"0"0"81"0,0 0 1 0,0 0-57 0,58-89-17 0,-50 62 0 15,-8-1 31-15,0 8-18 16,-5 2 37-16,-12 9-9 15,-12 8-9-15,-6 1 0 16,-6 14-19-16,0 13 5 16,5 4 23-16,4 4-37 15,10 2-5-15,4 1 0 16,9 2-4-16,9-4-4 16,0-3 0-16,6-5 0 15,16-6-5-15,1-12 2 0,7-6-1 16,3-4-6-16,-2-4-62 15,3-18 11-15,-7-8-27 16,0-5 18-16,-9-3 39 16,-9-2-8-16,-2 5 30 15,-7 7 9-15,0 8 2 16,0 10 5-16,0 6 52 16,0 4 33-16,0 3-42 15,-7 21-49-15,2 7 6 16,1 7 17-16,4-1-2 15,0 1-12-15,6-3 2 16,9-2-10-16,7-8 4 0,2-8-6 16,6-7 0-1,4-10-5-15,5 0 5 0,7-10 0 16,0-16-42 0,2-7-45-16,-5-9-25 0,-11-2-6 15,-5-3-36-15,-16 7 57 16,-11 11 94-16,0 11 3 15,-2 10 89-15,-10 8 36 16,-2 6 2-16,-2 18-101 16,2 9 13-16,4-1 39 15,8 1-21-15,2 0-27 16,0-2-15-16,17-1 2 16,2-6-9-16,10-6-4 15,-3-7-4-15,7-5 0 16,-3-6 0-16,0 0 0 15,0-17 0-15,0-8-3 0,-2-9-2 16,-1-8-29-16,-2-11-10 16,-5-10-6-16,-4-13-21 15,-7-12-18-15,-6-5 8 16,-3 6 25-16,0 14 53 16,0 23 3-16,-9 20 2 15,0 18 44-15,0 12 47 16,5 11-31-16,-1 24-60 15,2 14 4-15,3 5 39 16,0 4-7-16,0 1 13 16,6 3 1-16,4-1-37 0,1-5 5 15,-1-2-7-15,-1-11-13 16,3-1 5-16,-1-12-5 16,2-10 0-16,-1-9 2 15,1-9 1-15,1-2-3 16,5-11 5-16,2-17-5 15,6-6 0-15,-3-6-2 16,-3 7-33-16,-5 4 22 16,-7 12 0-16,-3 10 12 15,-5 5 1-15,-1 2 0 16,2 0 0-16,1 13-6 16,0 4 6-16,5 3 10 15,-4-3-5-15,5-1 2 0,-3-4-5 16,3-2 1-16,0-3 5 15,1-1-8-15,2-3 3 16,6-3 2-16,-1 0-5 16,5-2 6-16,6-16-6 15,7-4 0-15,3-10 0 16,2 1 0-16,-7 3-7 16,-13 9 3-16,-8 9-2 15,-9 7 6-15,-3 3 5 16,0 0 2-16,0 0 8 15,0 9-15-15,0 7 0 16,-3 8 14-16,1-2 2 0,2 3 1 16,0-4-5-1,2 0-10-15,7-3 5 0,1-4-5 16,2-4-2-16,-1-6-1 16,-1-4 1-16,8 0 0 15,9 0 1-15,4-14-1 16,5-6 4-16,1 0-4 15,-7-1-11-15,-9-2-38 16,-11 7 29-16,-5 3 11 16,-5 8 5-16,0 3 4 15,0 2 14-15,0 0 0 16,-12 0 3-16,-7 14-17 16,2 2 2-16,2 0 14 0,5-5-15 15,5-3 5-15,1-4 3 16,4 0-1-16,0-4-1 15,0 0 0-15,0 0 1 16,3-4 11-16,10-9-18 16,8-7-1-16,4-4 2 15,1-4-2-15,1 5 0 16,-5 3-2-16,2 6 2 16,-9 8-1-16,0 5 0 15,-3 1-6-15,1 5 2 16,-1 13 0-16,-3 4 5 15,0 3 1-15,3-1 0 16,-3-2 6-16,7-1-6 16,-1-5-1-16,0-5 22 0,5-5-12 15,5-1 3-15,11-5 7 16,10 0-5-16,7-7 16 16,4-12-31-16,-6-1 2 15,-5-5-1-15,-13-9 1 16,-8-3-1-16,-10-7 2 15,-7 0-2-15,-3 4 9 16,-5 14-10-16,0 9 0 16,-2 13 9-16,-12 4 7 15,-8 2-1-15,-3 18-13 16,1 4 3-16,4 3 16 16,13 0-14-16,7 0-3 0,0-1 16 15,0-2-18-15,10-4 5 16,8-2-6-16,-3-5 0 15,1-5-2-15,-2-2 1 16,-5-2-8-16,6-4-54 16,-6 0-112-16,-1-6-120 15,-6-14-90-15</inkml:trace>
  <inkml:trace contextRef="#ctx0" brushRef="#br0" timeOffset="60823.88">12869 6320 956 0,'0'0'0'0,"0"0"27"0,0 0 84 0,0 0-69 16,0 0 13-16,0 0-34 16,-16 77 5-16,41-68-25 15,5-5 14-15,3-4-4 16,-2 0-4-16,-1-7 19 15,-8-10-7-15,-8-3 12 16,-11-6 30-16,-3-1-2 16,-2-1-4-16,-19 0-49 15,-7 7-1-15,-5 9-5 16,-4 12-14-16,-5 0-85 16,-1 20-148-16,-5 7-212 0</inkml:trace>
  <inkml:trace contextRef="#ctx0" brushRef="#br0" timeOffset="61718.2">11686 8465 938 0,'0'0'1'0,"0"0"78"0,0 0 37 0,0 0-55 15,-79 59-26-15,49-5-6 16,-1 10 44-16,1 3-9 15,5 3-9-15,4-2-17 16,10-2 0-16,5-3-6 16,6-7-14-16,2-9-16 15,23-4 0-15,8-10-2 16,12-10 0-16,11-9-12 16,9-13-70-16,9-1-58 15,-1-17-112-15,-3-16 22 16,-11-11-379-16</inkml:trace>
  <inkml:trace contextRef="#ctx0" brushRef="#br0" timeOffset="62135.48">12121 8522 886 0,'0'0'53'0,"0"0"164"16,0 0-105-16,0 0-97 15,0 0-14-15,0 0-1 16,-7 118 38-16,0-65-4 15,-4-3 7-15,1 1-7 16,-1-7 3-16,1-4-23 16,1-13-6-16,6-11 1 15,2-8-9-15,1-8 3 0,0 0-3 16,0-19 16 0,8-17-9-16,12-14-4 15,1-17-3-15,-1-9 0 0,0-5 2 16,-2 3-2-16,4 11 0 15,-5 24-2-15,-1 19 3 16,-7 17-2-16,5 7 0 16,5 20 1-16,9 20 9 15,2 13 25-15,-2 10-17 16,-8 2 9-16,-2 0-9 16,-6-2-16-16,1-6-1 15,-5-7 0-15,-5-6 0 16,0-14-7-16,-3-10-68 15,0-9-76-15,0-11-67 16,-6 0-103-16,-17-6-269 0</inkml:trace>
  <inkml:trace contextRef="#ctx0" brushRef="#br0" timeOffset="63121.38">12068 8854 981 0,'0'0'44'0,"0"0"89"0,0 0-11 0,0 0-110 15,0 0-12-15,0 0-7 16,64-39 2-16,-12 17 8 16,-1-5-6-16,1-1-4 15,-4-7-54-15,-5-6-36 16,-5-8-24-16,-6-7 4 16,-6-8 16-16,-10-4 2 0,-7 5-27 15,-4 11 126-15,-5 18 76 16,0 20 38-16,0 11 45 15,0 3-34-15,0 21-85 16,0 18-25-16,0 13 37 16,0 8 23-16,0 3-2 15,0 6 6-15,0 0-45 16,9 0 11-16,2-6-23 16,1-10-15-16,3-10 0 15,0-9-6-15,3-13 0 16,-1-8-1-16,3-13 0 15,9 0 3-15,3-25-3 0,10-10-2 16,1-8-16 0,-2-8-41-16,-5-2-32 0,-11 0-3 15,-8 9 14 1,-12 8 26-16,-5 15 51 0,0 8 3 16,-1 10 49-16,-14 3 35 15,-3 3-28-15,0 17-38 16,-3 3 5-16,5 4 13 15,0-2-18-15,0-6-10 16,6 2 9-16,0-1-12 16,1 0 2-16,0 0-4 15,6-1 5-15,1 1-5 16,2-3-1-16,0 2 2 0,0-6-4 16,5-6 0-16,8-2 0 15,-2-5-1-15,3 0-3 16,5 0 3-16,0-16-31 15,2-6-31-15,-2-4-7 16,-1-1-9-16,-6 4 8 16,0 3 21-16,-8 6 30 15,-2 9 20-15,-2 5 5 16,0 0 27-16,0 0 29 16,0 0-36-16,0 5-17 15,0 9 9-15,0 0 2 16,0 0 12-16,0 1-24 15,0 2 12-15,0 3-5 16,0 2-2-16,0 2-2 0,0 3 2 16,0 2 10-16,0 5 2 15,0 4-17-15,0 9-4 16,0 3 8-16,-9 6-5 16,0 7 0-16,-5 3 0 15,-2 3-2-15,-3-4-4 16,-2-3 4-16,-3-14-4 15,-3-10 15-15,-3-11-2 16,-1-12 44-16,0-8-12 16,-2-7-10-16,5-4-7 15,4-23-8-15,7-13-8 16,8-20-12-16,9-10-6 0,0-8 1 16,15-4-45-1,15 5-39-15,6 8-32 0,1 7-25 16,11 12 7-16,2 8-9 15,3 5-51-15,8 2 86 16</inkml:trace>
  <inkml:trace contextRef="#ctx0" brushRef="#br0" timeOffset="63793.64">13230 8537 1168 0,'0'0'0'0,"0"0"0"0,0 0 82 0,-98 50-31 16,77-15 0-16,0 1-36 0,7 2 2 15,3-5 3-15,5-4-12 16,4-5-6-16,2-7 2 16,0-4-3-16,12-4-2 15,12-6 2-15,6-3-1 16,6 0 1-16,4-15-1 15,-2-7-30-15,0-7-23 16,-8-5-8-16,-10-7-4 16,-9-4 32-16,-11 0 13 15,0 6 18-15,-22 9 4 0,-1 9 15 16,-4 10 31-16,-1 10-5 16,1 1 13-16,0 9-15 15,2 17-34-15,8 5 11 16,7 3-8-16,10-1-4 15,0-4 0-15,15-3-4 16,13-6 4-16,2-7-5 16,4-6 0-16,4-7-1 15,-1 0-3-15,6-6 3 16,-1-14-24-16,3-10-13 16,1-3-16-16,-5-4 30 15,-7-5-30-15,-9 3 5 16,-10 5 25-16,-9 7 3 15,-6 14 20-15,0 7 2 16,0 6 69-16,0 0-22 0,0 17-34 16,0 13-3-1,0 9 38-15,0 6-9 0,0-5 4 16,3 0-20-16,12-5 1 16,3-8-25-16,0-4 3 15,3-9-4-15,0-6 0 16,1-8 0-16,5 0 0 15,4-8-12-15,8-13-44 16,4-11-16-16,3-6-40 16,-7-10-57-16,-9-1-62 15,-9-4-47-15,-14 7 20 16</inkml:trace>
  <inkml:trace contextRef="#ctx0" brushRef="#br0" timeOffset="63976.18">14012 8385 611 0,'0'0'243'0,"0"0"-23"0,0 0-77 0,0 0-80 0,0 0 37 0,-49 103 8 15,47-65-45-15,2 2-13 16,0-3-17-16,7-3-8 16,1-4-14-16,4-8-8 15,-2-6-3-15,-2-6-1 16,-2-7-1-16,0-3-32 16,0 0-128-16,4-22-9 15,-4-11-105-15,-6-6-174 16</inkml:trace>
  <inkml:trace contextRef="#ctx0" brushRef="#br0" timeOffset="64106.09">13933 8060 1130 0,'0'0'0'16,"0"0"2"-16,0 0 8 16,0 0-10-16,0 0-13 15,0 0 9-15,22 44-34 16,4-30-137-16,0-7-138 15</inkml:trace>
  <inkml:trace contextRef="#ctx0" brushRef="#br0" timeOffset="64328.74">14285 8038 1025 0,'0'0'100'0,"-8"73"-90"15,3-10 136-15,5 6-13 16,0 5-40-16,1 0-33 15,9-8-32-15,-5-1-15 16,-5-8-13-16,0-10 0 16,0-10-7-16,-2-15-34 15,-5-14-73-15,1-8-50 16,2-8-21-16,-1-21-135 16,4-11-65-16,-1-8 220 15</inkml:trace>
  <inkml:trace contextRef="#ctx0" brushRef="#br0" timeOffset="65592.81">14277 8238 174 0,'0'0'362'0,"36"-81"-354"16,-11 45 97-16,5-3 10 0,2 1-97 15,2-5 26-15,0-2-36 16,-5-2 47-16,-10 4-17 16,-6 7-4-16,-8 13 22 15,-5 13 82-15,0 6 33 16,0 4-105-16,0 21-57 15,0 22-1-15,0 20 21 16,0 11 32-16,0 7-8 16,11 4 1-16,5 0 9 15,4-8-56-15,2-13-1 16,5-12 15-16,-2-11-20 0,-1-14 4 16,-8-11-2-16,-3-12-3 15,0-4 0-15,-1-4-1 16,2-21 0-16,0-13-33 15,1-5-33-15,-5-4 2 16,1 4-1-16,-1 11-2 16,-4 13 41-16,-3 10 25 15,-1 9 0-15,-1 0 2 16,2 16-2-16,0 10 2 16,0 5 19-16,1-1 5 15,1-6 13-15,-1-3-25 16,4-5-1-16,-2-5-9 15,4-5-2-15,1-4 6 16,8-2-6-16,5 0 0 16,8-17-6-16,7-5-54 0,0-7-14 15,0-7-20-15,-4 1-60 16,-9 1 34-16,-8 11 18 16,-10 13 85-16,-5 5 17 15,-3 5 67-15,0 1 49 16,0 16-56-16,-3 7 10 15,-3 6 25-15,1-2-30 16,2-1-20-16,-2-4-16 16,5-3-14-16,0-4-8 15,0-6-7-15,0-3 0 0,0-5 0 16,0-2 0 0,0 0 0-16,5 0-8 0,7-18 5 15,4-6-21-15,3-9-38 16,1-6-6-16,0 0-35 15,2 4 8-15,-3 12 54 16,-5 10 38-16,-8 10 2 16,0 3 1-16,-3 0 4 15,0 19 28-15,-2 6 38 16,-1 5-25-16,0-1 31 16,0-1-8-16,0-3-15 15,-1-5-27-15,-1-6 7 16,2-6-4-16,0-4-18 15,0-4-2-15,0 0 1 0,0 0-3 16,11-2-1-16,7-15 6 16,0-4-12-16,3-6-2 15,-4-2 0-15,0 0-3 16,-1 4-12-16,-5 6 9 16,-2 11 4-16,-5 2 2 15,-2 6-3-15,2 0 2 16,0 4-2-16,4 14 5 15,1 5 18-15,3 4-5 16,-3-2 3-16,0 0 26 16,4 0-26-16,4-6-8 15,2 2 1-15,11-8 29 16,3-5-31-16,6-7-1 16,0-1-3-16,2 0-3 0,-7-16-5 15,-5-5 2-15,-8-7-7 16,-6-8-33-16,-9-4 16 15,-6-6 5-15,0 5 4 16,-3 7 17-16,-10 10-3 16,0 10 4-16,4 9 5 15,2 4-5-15,1 1 16 16,0 0-15-16,0 15 0 16,4 6 2-16,2 5-2 15,0 2 3-15,18 0 9 16,5 2-9-16,7 3 3 0,11 1 23 15,4 1 38-15,-4-5-43 16,-10-1-9 0,-15-5-12-16,-14-4 6 0,-2-4-3 15,-18-1 6 1,-17-5-4-16,-6 1-8 0,-8-7-2 16,2-4-5-16,-4-4-124 15,2-19-128-15,6-9-162 16</inkml:trace>
  <inkml:trace contextRef="#ctx0" brushRef="#br0" timeOffset="65794.34">15998 7814 1377 0,'0'0'18'0,"132"57"27"0,-45-12 42 0,-6 11-5 16,-11 4-15-16,-14 12-28 15,-17 4-20-15,-30 4-19 16,-15 3 0-16,-52-1-3 16,-32-1-84-16,-23-4-198 15,-14-9-79-15,-6-12-536 16</inkml:trace>
  <inkml:trace contextRef="#ctx0" brushRef="#br0" timeOffset="69863.77">15265 5996 482 0,'0'0'117'0,"0"0"-15"0,0 0 27 0,0 0-14 0,0 0-32 16,0 0 17-16,0 0-13 16,9-61-45-16,-9 61-9 15,0 19-11-15,-3 19-5 16,-5 17 24-16,-3 7 10 15,0 2 11-15,-2 7-19 16,-1 2-9-16,2 2 1 16,2 1-22-16,4-10 1 15,5-12-5-15,1-13-9 16,1-11 0-16,17-9-7 16,6-10 2-16,6-8 5 0,5-3 1 15,7-8-1-15,7-17-4 16,5-5-3-1,4-9-2-15,-1-1-26 0,-8-7 7 16,-13-2-4-16,-16-1 20 16,-12 11 7-16,-8 8 3 15,0 11 4-15,-19 10 9 16,-6 8 4-16,-7 2 9 16,-5 13-7-16,1 14-8 15,3 7 6-15,10 4 5 16,9 5 1-16,10-1-7 15,4-2-8-15,15-6-1 16,19-4 0-16,15-4-2 0,11-9-3 16,5-6 0-16,7-9 0 15,5-2-1-15,4-5-2 16,3-15 3-16,-1-5-3 16,-8-2 3-16,-9-4-2 15,-8 0 0-15,-11-2 2 16,-12 3 1-16,-19-1 1 15,-8 6-2-15,-8 4 7 16,-2 6-3-16,-17 7 1 16,-10 5 2-16,-4 3-3 15,-5 4-1-15,-4 13-1 16,3 3 2-16,6-1 12 0,7 5-15 16,8-1 1-1,7-4-1-15,7-2 1 16,4-3-4-16,0-4 2 0,10-4-3 15,13-4-2-15,8-2 7 16,8-3-4-16,5-14-8 16,0-3-17-16,-1-4-1 15,-4-1-4-15,-5 2 0 16,-9 7 21-16,-10 5 3 16,-7 7 8-16,-5 4 0 15,-3 0 2-15,0 15 0 16,0 12 1-16,-8 6 30 15,2 2-11-15,5-4-7 16,1-4-10-16,0-5 5 16,7-5-8-16,7-5 1 0,2-8-3 15,8-4 0-15,4 0 2 16,5-6-1-16,3-14 1 16,-3-4-2-16,-6-5-2 15,-8-5-7-15,-7-4-5 16,-7-6-4-16,-5 3 10 15,0 6 1-15,0 13 7 16,-2 10 4-16,-2 9-2 16,1 3 24-16,0 6-17 15,-4 21-3-15,3 9-6 0,0 6 11 16,4 0-1-16,0-3-4 16,13-3-4-1,8-6 0-15,1-5-2 0,8-6-3 16,2-9 3-1,4-8-1-15,2-2-60 0,1 0-68 16,0-18-49-16,-3-7-11 16,-5-7-12-16,-4-5 37 15,-6-7-30-15,-6 2 155 16,-4 2 39-16,-5 12 74 16,-3 13 85-16,-1 7 3 15,-2 8 7-15,0 2-62 16,0 19-67-16,0 6 27 15,-2 5 8-15,1 0-40 16,1-1-7-16,0-1 4 16,0-7-22-16,0-5-8 0,6-6 0 15,-1-5-1-15,3-4 4 16,-3-3-4-16,5 0-1 16,5-10 8-16,3-10-8 15,0-7-2-15,0-3-22 16,0 1-8-16,-5 2 20 15,2 7-2-15,-4 8 7 16,-7 7 3-16,3 5 3 16,-4 0-4-16,0 17 5 15,2 4 9-15,-1 8 18 16,1-5-2-16,1 2 7 16,1-4-11-16,7-5-13 0,0-5-1 15,5-3 0 1,7-6 0-16,6-3 5 0,7 0-1 15,4-9-11-15,-1-7 5 16,-2-4-5-16,-5-6 0 16,0-1 4-16,-7-2-4 15,-4-6 0-15,-4 10 0 16,-10 2 0-16,-1 7 3 16,-6 7 0-16,-3 6-3 15,0 3 12-15,0 0 7 16,0 0 34-16,-2 0-36 15,-9 14-12-15,0 5 11 0,5 4 0 16,6-1-7 0,0 6-5-16,2 1-1 0,17-6 2 15,5 0-5-15,7-4 0 16,9-5 6-16,4-6-3 16,9-6-3-16,4-2 3 15,2 0-3-15,2-16 6 16,-3 1-6-16,-12-3 1 15,-10-4-4-15,-16-5-1 16,-6-1 0-16,-9-1 0 16,-5 1 0-16,0 7-1 15,-14 9 5-15,-10 6 0 16,-4 6-5-16,-6 0 5 0,2 14 0 16,2 8 0-1,5 3 0-15,8 6 3 0,6 6-3 16,8 3 2-1,3 5 5-15,1 6-4 0,19 4-3 16,6 6 10-16,10 7-2 16,-3 3 6-16,-6 3-14 15,-9 5 3-15,-8-7-3 16,-10-7 2-16,0-10-2 16,0-14 0-16,-13-10-8 15,-4-12-24-15,-3-8-87 16,-4-11-154-16,0-11-219 15</inkml:trace>
  <inkml:trace contextRef="#ctx0" brushRef="#br0" timeOffset="70010.22">17655 5961 1169 0,'0'0'11'0,"0"0"-22"0,0 0 11 0,0 0-103 16,0 0-198-16</inkml:trace>
  <inkml:trace contextRef="#ctx0" brushRef="#br0" timeOffset="71122.42">19978 5589 1023 0,'0'0'34'0,"0"0"-34"15,-16 109 129-15,16-39-15 16,0 9-15-16,0 8 5 16,0 1-39-16,6-1-33 15,1-10-19-15,4-12-11 16,-4-16-1-16,2-13-2 16,0-13-11-16,-5-13-68 15,-4-10-97-15,0 0-8 0,0-16 23 16,-13-17-29-16,-14-8 73 15,-8-3 98-15,-7-2 20 16,1 0 35-16,1 10 25 16,11 11 91-16,7 10 0 15,8 9-72-15,9 5 5 16,5 1-29-16,0 0-49 16,22 0-5-16,16 0-2 15,18 0 3-15,15-5-2 16,7-8 1-16,0-7 0 15,1-1 0-15,-7-7-1 16,-11-4-6-16,-13-5-28 0,-17-1 9 16,-16 1 24-16,-10 5 1 15,-5 5 1-15,0 13 20 16,-10 6 29-16,3 8 19 16,-4 11-41-16,3 27-26 15,3 17 19-15,5 10 9 16,0 6 23-16,5 0-15 15,11-8-26-15,2-9-7 16,3-8-3-16,1-14-1 16,-2-11 3-16,5-8-4 15,0-13 0-15,5 0 6 16,0-13-6-16,-2-11 3 0,1-9-3 16,-6-3 1-16,-3 1 1 15,-4 5-2 1,-7 9-1-16,-4 11-1 0,-4 8 1 15,1 2 1-15,6 2-5 16,3 19 1-16,11 1 4 16,1 2 8-16,5-2-6 15,4-5 9-15,5-6-8 16,3-5 0-16,0-6-1 16,3 0 2-16,1-5-3 15,-1-8-1-15,-6-6 0 16,-12-2 3-16,-14-7-2 15,-11-6 2-15,-4 1-3 16,-20 2 3-16,-1 10-3 0,-1 13 0 16,3 8 0-16,-2 5 5 15,2 21-4-15,5 4 15 16,10 2-9-16,8 2-6 16,0-4-1-16,11 1 0 15,8-5-2-15,9-4-44 16,10 0-40-16,12-5-57 15,13-4-116-15,7-9-71 16</inkml:trace>
  <inkml:trace contextRef="#ctx0" brushRef="#br0" timeOffset="71640.82">21771 6123 1287 0,'0'0'26'0,"0"0"98"0,0 0 29 0,7 138-4 0,19-51-84 0,9 13-15 16,4 8-33-16,2-1 21 16,-2-3-31-16,-8-6-4 15,-7-10-5-15,-9-16 2 16,-9-15-1-16,-2-20 0 16,-2-20 1-16,1-17-13 15,-2-2-5-15,-1-29-23 16,0-17-32-16,0-11-9 15,-6-18-23-15,-11-13-4 16,-3-22 13-16,-8-27 33 0,-6-15 29 16,4 3-9-16,0 19 33 15,12 30 10-15,9 37 37 16,9 27 23-16,0 17-2 16,9 15-16-16,15 6-10 15,7 8-22-15,14 22 1 16,2 9 2-16,-5 7-5 15,-7-2 5-15,-10-4 0 16,-11-5 20-16,-11-7-15 16,-3-4 6-16,-17-5 20 15,-19-5-15-15,-10-3-7 16,-6-5-2-16,0-6-18 0,1 0 0 16,11-2-2-16,7-13-2 15,14-1-1-15,9-6-16 16,10 0-66-16,7 2-29 15,22 2-96-15,17 3-58 16,5 5-125-16</inkml:trace>
  <inkml:trace contextRef="#ctx0" brushRef="#br0" timeOffset="72919.17">22483 6059 705 0,'0'0'41'0,"0"0"93"0,87-50 75 0,-65 29-153 0,-9-3 44 0,-9-4-56 16,-4-3-23 0,-5 0 39-16,-23 9-30 0,-7 9 12 15,-5 13 30-15,-3 0-39 16,1 20-6-16,5 7-1 16,10 7 7-16,12-1-8 15,12 0-25-15,3-2 1 16,10-3-3-16,13-7 2 15,7-8-2-15,3-8 0 16,2-5-20-16,2 0-33 16,-2-6-2-16,-4-15-11 15,-4-1 28-15,0-6 12 16,-9-1 25-16,-8 7 2 16,-6 5 1-16,0 10 2 0,-4 6 23 15,0 1 44-15,0 4-34 16,0 18-28-16,0 5 11 15,3 0-3-15,6-2-1 16,8-6-6-16,0-4-5 16,2-3-2-16,5-8 5 15,-1-4-5-15,8 0 3 16,2-8-4-16,-2-13-3 16,-4-5-1-16,-8-9-5 15,-4-14-23-15,-7-10 4 16,-5-12 2-16,-3-11-11 15,0-9-5-15,-11-3 19 0,4 5-2 16,-1 25 20-16,4 26 5 16,1 24 5-1,1 14 29-15,-3 28-28 0,5 22-5 16,0 13 34-16,0 10 10 16,11-1-35-16,7 0 18 15,6 0 18-15,3-2-33 16,3-8-6-16,1-9-4 15,4-13-1-15,0-18 0 16,0-10 0-16,2-12 2 16,6-7-4-16,-2-22-14 15,-3-12-31-15,-10-11-72 16,-13-11 67-16,-10-15 25 16,-5-13-37-16,0-4-5 15,-8 5 16-15,-9 13 29 0,0 26 22 16,4 23 15-16,2 27 52 15,2 5-4-15,-5 33-56 16,3 20 54-16,5 14 3 16,6 7 6-16,0-3-12 15,11-3-16-15,8-5 0 16,2-3-18-16,3-9-8 16,-1-10-9-16,0-15-5 15,-5-10 2-15,3-15-2 16,-1-5-1-16,3-10-1 15,4-18 0-15,-5-10-8 0,-3-12-18 16,-10-4-7-16,-7-3-6 16,-2 8 13-16,0 15 17 15,0 16 9-15,0 11 2 16,0 7-1-16,0 0 1 16,-2 25-1-16,1 10 22 15,1 7 9-15,0 1 3 16,3 0-15-16,12-3 9 15,0-7-26-15,3-8 2 16,1-7-3-16,5-8 0 16,0-9 4-16,6-1-6 15,7-8 1-15,2-12 1 0,3-10-2 16,-7-5-7 0,-5-8-18-16,-7-10-13 0,-9 3 22 15,-8 6-14 1,-6 12 18-16,0 14 6 0,0 9 9 15,-6 4-3-15,-7 5 11 16,0 0-8-16,-4 5 7 16,4 4 0-16,5 9-1 15,5 1 8-15,3 3-14 16,0 3-1-16,0 0 14 16,14 0-16-16,-1 2 7 15,4 0-7-15,0 0 1 16,0-4 3-16,2 0-4 15,-1-9 1-15,0-2-1 16,-6-5-6-16,3-4-8 0,-4-3-93 16,-2 0-54-1,1 0-72-15,-3-6-180 0</inkml:trace>
  <inkml:trace contextRef="#ctx0" brushRef="#br0" timeOffset="73537.5">24161 5654 929 0,'0'0'85'0,"0"0"-44"0,0 0 67 15,0 0 38-15,0 0-77 16,-11 85-26-16,11-54 38 0,0-3-46 16,-2-3 3-1,1-2-10-15,1-6-14 0,0-6 0 16,0-5-2-16,0-6-10 15,0 0-1-15,0 0 4 16,0 0 1-16,14-14-5 16,3-7-1-16,1-5 5 15,-2-2-10-15,-1 1 5 16,2 5-2-16,-4 5-1 16,-6 7 3-16,0 5 0 15,-6 5 4-15,4 0-1 16,-1 0 1-16,5 16 0 15,1 0 8-15,1 5 1 0,2-5-10 16,1 2-3 0,2-6 7-16,2-4-4 0,4-3 2 15,8-5-2-15,5 0-1 16,-1-5 1-16,-3-13-3 16,-1-3 0-16,-3-4 0 15,-8-5-2-15,-2-4 2 16,-6-7-8-16,-6 0-2 15,-5-1 9-15,0 5-1 16,-3 11 0-16,-6 12 0 16,-1 7 4-16,2 7-4 15,-4 0-2-15,-3 7 3 0,3 12 1 16,-1 8 5 0,9 6-2-16,4 4 5 0,0 1-2 15,7 1 2-15,5-1-8 16,-3-1 0-16,-3-2 2 15,-5-3-2-15,-1-3-1 16,-6-6-1-16,-25-3-68 16,-20-5-161-16,-14-4-152 15,-10-9-341-15</inkml:trace>
  <inkml:trace contextRef="#ctx0" brushRef="#br0" timeOffset="73754.45">22695 5595 1011 0,'0'0'0'0,"0"0"-3"0,124-2 3 0,-69 2 3 0,-4 0 3 15,1 0-6-15,-6 0-4 16,-6-4 1-16,2 4-130 15,-4-5-46-15,-1 3-207 16</inkml:trace>
  <inkml:trace contextRef="#ctx0" brushRef="#br0" timeOffset="73859.61">23323 5570 478 0,'0'0'163'16,"0"0"-18"-16,0 0 6 0,0 0-34 16,0 0-54-1,91-22-42-15,-75 18-16 0,10-2-5 16,7 0-47-16,-4-3-284 15</inkml:trace>
  <inkml:trace contextRef="#ctx0" brushRef="#br0" timeOffset="74768.14">25683 5316 171 0,'0'0'554'0,"-86"-131"-550"0,53 87 86 0,14 18 56 0,8 14-46 0,7 12 21 16,1 0-62-16,-2 31-59 15,1 16 25-15,-2 15 62 16,6 5-29-16,0 3-17 15,0 1 28-15,9 2-33 16,0 1-19-16,0-8-4 16,-1-10-11-16,-2-8 2 0,-1-11-4 15,-4-11 0-15,1-11 0 16,-2-8 0-16,0-7 0 16,0 0 8-16,0 0 5 15,0-8 8-15,0-18-15 16,0-8-2-16,0-3-4 15,3-1 0-15,15 7-3 16,3 6 3-16,4 7-1 16,4 12-3-16,2 6-1 15,3 0-4-15,1 18 8 16,-3 13-2-16,-6 3-4 0,-12 3 4 16,-11 1 6-16,-3 0 0 15,-20-3-1-15,-19-5-2 16,-13-4 17-16,-6-9-17 15,-1-8 3-15,8-7-1 16,10-2-1-16,8-6 3 16,10-12-4-16,9-6 0 15,9-5 0-15,5 2 0 16,0 1-12-16,11 9-28 16,5 8-28-16,-1 9 26 15,3 5 17-15,1 18 12 16,1 10 12-16,2 5-65 15,3 1-39-15,8-5-19 16,9-7-69-16,7-8-36 16,5-10-204-16</inkml:trace>
  <inkml:trace contextRef="#ctx0" brushRef="#br0" timeOffset="75328.63">26155 5742 707 0,'0'0'83'0,"0"0"8"0,10-76 97 0,-8 70-51 16,-2 6-57-16,0 0-56 16,0 17-16-16,0 5 31 15,1 8-6-15,7-2-20 16,2-3-6-16,6-2-4 16,3-3 3-16,3-6-6 0,3-6 0 15,0-5 10-15,4-3-10 16,-5 0 1-16,-2-14-1 15,-4-6-6 1,-9-2 0-16,-6-8 4 0,-3-2 1 16,0-1-1-16,-4 7 4 15,-4 10-1-15,3 6 8 16,1 7 2-16,3 3 53 16,-4 10-64-16,4 22 10 15,1 24-3-15,0 19 35 16,0 19-18-16,6 16 21 15,7 20-21-15,-4 8-5 16,-6 7-15-16,-3-1-4 0,-1-15 4 16,-18-13-4-1,-6-10-2-15,-5-15 2 0,-3-17 0 16,-4-17 4-16,0-22-3 16,4-18 3-16,2-17 2 15,-2-18-1-15,0-31 0 16,-1-20-5-16,3-13 0 15,7-18 4-15,6-16-4 16,12-17-1-16,6-8 1 16,19 6-9-16,26 20-32 15,10 29-17-15,14 25-2 16,7 20 3-16,7 9-47 0,4 7-31 16,-3 5-56-1,-6 0-118-15</inkml:trace>
  <inkml:trace contextRef="#ctx0" brushRef="#br0" timeOffset="76031">27069 5717 1124 0,'0'0'7'16,"0"0"82"-16,0 0 3 0,0 0-38 0,0 0-19 0,-31 92-3 15,43-67-23-15,4-3-5 16,5-4-3-16,0-4 0 16,5-5 3-16,0-9-4 0,4 0 0 15,1 0-2-15,2-11-1 16,-1-7-47-16,-1-8 4 16,-3-7-10-16,-2-16 18 15,-7-12 6-15,-4-12-5 16,-6-19-4-16,-4-15-12 15,-5-11-1-15,0 3 38 16,0 20 4-16,-11 34 12 16,-5 28 44-16,1 31 35 15,-6 2-24-15,3 37-44 0,0 20 31 16,10 18 7 0,8 7-1-16,4 11 1 0,18-2-8 15,6-1-21-15,5-7 6 16,3-8-14-16,4-8-6 15,3-11 0-15,-2-13-6 16,-5-15 5-16,-7-14-5 16,-3-14 0-16,-1-6 10 15,-2-22-8-15,-3-11-2 16,-2-8 3-16,-6-7 0 16,-3 0 0-16,0-1-3 15,-3 5 0-15,-5 12-1 16,1 15 5-16,0 12-4 15,-2 8 3-15,1 3-1 16,1 0-4-16,5 5-11 0,6 11 13 16,4 8 7-1,4 6-5-15,1 1 4 0,-1 3 11 16,-2 3-7-16,2-2 24 16,-7 3-11-16,-4 1-3 15,-7-3 14-15,-3-6-32 16,-1-4 10-16,-22-5-4 15,-8-6-5-15,-9-9 0 16,-4-6-3-16,-2 0-31 16,-5-15-106-16,-5-12-119 15,-8-9-149-15</inkml:trace>
  <inkml:trace contextRef="#ctx0" brushRef="#br0" timeOffset="76202.19">27274 5502 988 0,'0'0'105'0,"0"0"-102"0,100-29 29 0,-47 27 6 15,3 0-21-15,-1 0-17 16,-9-1 0-16,-16-5-156 16,-14-6-379-16</inkml:trace>
  <inkml:trace contextRef="#ctx0" brushRef="#br0" timeOffset="76346">27027 5291 1022 0,'0'0'18'0,"0"0"-17"16,0 0-2-16,0 0 6 15,0 0-10-15,107 51-30 16,-52-28-314-16</inkml:trace>
  <inkml:trace contextRef="#ctx0" brushRef="#br0" timeOffset="77677.14">28151 5567 1184 0,'0'0'22'16,"0"0"160"-16,0 0-77 15,-8-79-60-15,16 62-22 16,3 5-9-16,0 4-7 16,-3 2-6-16,-2 2-2 15,-5 4-2-15,4 0-3 16,7 20-3-16,3 10 9 15,6 7 15-15,1 2-8 16,-1-2-7-16,4-2 1 16,4-8-1-16,-1-8 1 15,-1-7 4-15,-5-11-5 0,-2-1 0 16,-4-5 4-16,-6-11-1 16,-2-7 5-16,-8-5-6 15,0-3 0-15,-6-4 0 16,-12-2-2-16,-4 0-2 15,-4 4 0-15,-4 7-3 16,-1 9 4-16,-2 10 0 16,0 7-2-16,2 0 1 15,4 11 4-15,5 9-1 16,7 5 7-16,9 7 5 0,6 5 12 16,1 2 0-1,22 3-19-15,4 2 10 0,6-4-13 16,4-1 4-16,0-3-5 15,2-3-1-15,4-8 2 16,5-6-2-16,4-10 1 16,2-9 0-16,1 0-1 15,-1-12-1-15,-5-9 0 16,-7-9-1-16,-6-5-3 16,-7-11-5-16,-3-5-11 15,-7-10 4-15,-5-9-10 16,-4-11-7-16,-5-10 15 15,-3-6-21-15,-2 1 27 16,0 12 1-16,0 24 11 0,-13 23-4 16,-4 21 4-16,-5 14 0 15,-5 2 2-15,-2 18-2 16,-1 19 16-16,3 10 1 16,10 15 8-16,9 5 10 15,8 8-7-15,0 0-5 16,10 3-5-16,11-5-12 15,9-8 6-15,7-3-12 16,3-12 1-16,5-4 2 16,7-13-1-16,0-11 2 15,-4-15-4-15,-5-7 3 16,-7-11-1-16,-1-14-2 16,-6-10-2-16,-5-2-5 0,-4-10-4 15,-10-12-9-15,-7-6 8 16,-2-17-13-16,-1-12-6 15,0-11 4-15,-4 1 8 16,-8 19 15-16,2 26 4 16,-1 28 4-16,4 18-1 15,-1 13-1-15,-5 15-2 16,-8 27 0-16,-1 20 32 16,4 9-1-16,8 8 0 15,10 7 10-15,0 5-18 16,8 7-1-16,9 13 18 15,2 8-18-15,-7 1-10 16,-4-4-9-16,-4-2-1 0,-4-14 2 16,0-2-4-16,0-11 2 15,0-9-3-15,-6-10 1 16,2-16-3-16,4-13 2 16,0-13 2-16,0-13-3 15,10-10 5-15,8-3-3 16,9 0 0-16,3-6-7 15,1-11-4-15,-3-5 7 16,0 0 4-16,-5-5 2 16,-8-5-2-16,-9-5 2 15,-6-7 27-15,0 0-13 16,-18-8 12-16,-15-3 0 0,-16-2 1 16,-11-2-16-1,-7 2-5-15,4 6-2 0,10 0 7 16,15 6-8-16,16 1 1 15,13 3-3-15,9 6-2 16,8 1-2-16,24 6-9 16,11 7-45-16,7 5-31 15,4 5-84-15,2 5-129 16,1-2-140-16</inkml:trace>
  <inkml:trace contextRef="#ctx0" brushRef="#br0" timeOffset="77858.64">29855 5695 1293 0,'0'0'70'0,"0"0"150"0,0 0-31 0,0 0-100 16,0 0-56-16,0 0-26 16,18-24-7-16,-18 24-8 15,0 0-36-15,0 0-172 16,-3 0-239-16,-15 0-213 15</inkml:trace>
  <inkml:trace contextRef="#ctx0" brushRef="#br0" timeOffset="84078.27">2027 16483 535 0,'0'0'178'0,"0"0"-158"0,0 0-18 0,0 0 32 0,0 0 74 0,0 0-40 0,0 0-21 15,0 9 11-15,0-9 0 16,0 0-2-16,0 0-7 0,0 0-19 15,0 0-9-15,0 0-6 16,0 0-14-16,0 0 0 16,0 0-1-16,3 0-4 15,0 0-13-15,2-8-113 16,2-3-49-16,2-3-100 16,0 0-229-16</inkml:trace>
  <inkml:trace contextRef="#ctx0" brushRef="#br0" timeOffset="88420.04">7406 11603 485 0,'0'0'36'0,"0"0"57"0,0 0-9 0,0 0-16 16,0 0-13-16,0 0 8 15,-21 12 24-15,21-12-7 16,0 0 0-16,0 0-10 16,0 0-10-16,0 0-2 15,0 0 1-15,0 0-3 0,0 0-18 16,0 0 9-1,0 0-25-15,0 0-20 0,9-3-2 16,19-10 1-16,17-5 1 16,15-4 8-16,17 0-2 15,11 4-7-15,21-2 11 16,28-1-3-16,26-2 7 16,28-2-4-16,16-2-8 15,5 6 3-15,1 0-7 16,2 4 1-16,-5 4 9 15,-3 1-10-15,-11 2-7 16,-18 2 2-16,-19 4 5 0,-21-3 1 16,-20-1-1-1,-17 1 0-15,-14 2 5 0,-14 1-5 16,-15-2-1-16,-12 5 0 16,-13-2 1-16,-15-2-2 15,-6 4 2-15,-6 0 0 16,-5-1 1-16,1 2 0 15,-2 0-1-15,0 0 0 16,0 0-8-16,0 0-56 16,0 0-46-16,0-2-44 15,-3 0-65-15,-15-4-140 16,0-5-329-16</inkml:trace>
  <inkml:trace contextRef="#ctx0" brushRef="#br0" timeOffset="88730.43">10412 10997 1068 0,'0'0'6'0,"0"0"4"0,0 0 103 0,0 0 29 16,0 0-48-16,0 0-94 15,0 0 1-15,-5-12 41 16,56 34 1-16,13 5 3 15,6 7-5-15,2 5-16 16,-5 3 18-16,-7 5-24 16,-14 3-5-16,-12-2 4 0,-20 4-12 15,-14-1 3-15,-18 9 12 16,-46 4-4-16,-29 5-1 16,-22 3-16-16,-7-6-2 15,-6 3-66-15,-4-2-279 16,-12-15-493-16</inkml:trace>
  <inkml:trace contextRef="#ctx0" brushRef="#br0" timeOffset="89607.1">7403 10644 573 0,'0'0'341'16,"0"0"-338"-16,0 0 0 0,0 0 35 0,0 94 99 0,0-38-57 15,8 3-54-15,-3 2 6 16,1-10-26-16,3-4-6 16,-4-12 0-16,2-6 0 15,-3-7-1-15,1-8-99 16,-1-7-141-16,-4-7-106 15</inkml:trace>
  <inkml:trace contextRef="#ctx0" brushRef="#br0" timeOffset="90834.15">7316 10628 898 0,'0'0'1'0,"0"0"84"16,0 0-55-16,0 0-18 15,0 0-8-15,130 25 40 16,-57 0-25-16,4 10 2 16,-3 5-6-16,-7 7 1 15,-12 3-1-15,-16-1-14 16,-20-4 2-16,-19 4 9 16,-13-8 22-16,-32-1 29 15,-21-3 13-15,-11-8-16 16,-1-5 11-16,5-12-52 15,16-8 1-15,14-4-8 16,15 0-6-16,20-2 5 0,8-16-5 16,15-2-6-16,30-3-8 15,19 0-2-15,12 3-1 16,2 4-9-16,-2 4-10 16,-3-2-13-16,0 1 15 15,3-5 9-15,-1-2 16 16,-5-2-2-16,-3 0 2 15,-18 1 1-15,-13 0 2 16,-15 4 1-16,-16 3 0 16,-5 1 6-16,-11 4 11 15,-14 3-15-15,-7 6 2 16,-7 0 1-16,-5 8-3 16,2 6 3-16,6 3 1 0,8-3-5 15,9-2 2 1,8-3-4-16,11-1-4 0,0 0-6 15,0-2 10-15,21-6-3 16,0 0 2-16,9 0-3 16,6 0-1-16,-1-4-16 15,1-6-4-15,-6 1 3 16,-5 1-8-16,-8 8 20 16,-3 0 5-16,-3 0 5 15,1 5-2-15,0 7 2 16,1 2 0-16,2-3 1 15,3 0 0-15,3-3 2 0,3-2-3 16,0-6 0 0,4 0 9-16,2 0-9 0,0-15 0 15,0-6 2-15,-5-5 0 16,-3-5-2-16,-5-7 0 16,-4-6 0-16,-8-6-2 15,-5-11 2-15,0-6-6 16,-6-11-3-16,-9-4-14 15,6 7 19-15,3 19-1 16,1 23 5-16,1 20-1 16,0 13 2-16,-4 31-1 15,8 24 5-15,0 20 16 16,0 4-9-16,8 2-1 16,14-6 6-16,8-6 8 15,7-11-24-15,6-6 2 0,10-14-1 16,3-11-1-16,4-13 0 15,-2-9 0-15,0-5 1 16,-11-12 4-16,-9-12-4 16,-12-3-2-16,-13-4 4 15,-10-5-3-15,-3-2 4 16,0 5-5-16,-18 4 0 16,-1 10 3-16,-4 9 2 15,0 10-5-15,0 0 7 16,-1 19-6-16,5 8 11 15,4-1 1-15,8-2 0 16,7-2 2-16,0-2-10 0,0-10-5 16,17 1 0-1,1-6 5-15,8-5-5 0,-1 0 0 16,2 0 1-16,-2-10 6 16,-4-4-6-16,-1-1-1 15,-3 5 0-15,-8 1 3 16,-1 9-4-16,-1 0 1 15,2 0-1-15,8 12-1 16,2 2 4-16,3-2-1 16,-2-4 0-16,7-2 3 15,0-3 0-15,-2-3-3 16,0 0-1-16,-4 0 0 0,-3-7-5 16,-2-3-142-16,-11-5-121 15,-5-8-307 1</inkml:trace>
  <inkml:trace contextRef="#ctx0" brushRef="#br0" timeOffset="91012.2">8751 10388 1196 0,'0'0'0'0,"0"0"-13"0,0 0 12 0,93-55-5 0,-13 46 0 15,13 3 4-15,14 5-142 0,13 1-157 16,4 0-108 0</inkml:trace>
  <inkml:trace contextRef="#ctx0" brushRef="#br0" timeOffset="91793.42">7441 13849 635 0,'0'0'322'0,"0"0"-313"0,0 0 74 0,0 0-52 0,0 0-14 0,0 0-10 0,36-1 26 16,8 1 23-16,15 0-32 16,17-4 5-16,15-3-19 15,23-4-2-15,23-3 10 16,21-2 19-16,25-3-33 15,21-7-4-15,21-3 0 16,21-4 34-16,17-4-30 0,5-1-3 16,5-1-1-16,-15 3 0 15,-12-1 1-15,-19 7 1 16,-24 5-1-16,-24 7 3 16,-30 5-4-16,-37 5 0 15,-36 5 0-15,-35 1 2 16,-27 2-4-16,-14 0-1 15,-27 0-12-15,-20 0-6 0,-19 0-88 16,-12 0-11-16,-5 0-18 16,6 0-106-16,17-9-1 15,24-5 41-15</inkml:trace>
  <inkml:trace contextRef="#ctx0" brushRef="#br0" timeOffset="92078.05">10877 13062 918 0,'0'0'37'15,"0"0"85"-15,0 0-23 16,0 0-5-16,0 0-42 16,0 0-30-16,-9-5-8 15,32 27-9-15,9 11 69 0,13 3-24 16,9 5-29-16,4 3 11 15,0 4-16-15,-4 4-5 16,-5-1-6 0,-11 1-1-16,-16 1 2 15,-22-1-6-15,-34 5 0 0,-62 7-2 16,-50 4-71-16,-57 5-122 16,-36 2-82-16,-29-5-186 15</inkml:trace>
  <inkml:trace contextRef="#ctx0" brushRef="#br0" timeOffset="92897.14">6073 13425 808 0,'0'0'31'0,"0"0"92"0,0 0-17 0,0 0-77 0,0 0-18 15,0 0 10-15,27 97 84 16,-12-44-54-16,-3-3-24 16,-3-2 6-16,-3-7-16 15,3-8-16-15,-6-12 4 16,-2-10-3-16,1-7 3 15,-2-4-2-15,0 0 9 0,0-19 40 16,0-14-38 0,-15-9-12-16,0-7 1 0,-4-8 0 15,-1-10 0-15,-5-10-3 16,1-12 3 0,3-13-3-16,11 1 0 0,8 11-2 15,2 19 0-15,6 29 4 16,12 19-4-16,7 16-4 15,1 7-4-15,11 8 9 16,0 17-3-16,-1 11 1 16,-6 5 3-16,-6 4 0 15,-15 4 0-15,-9 1 2 16,-6 3 1-16,-27-3 10 16,-13 0-5-16,-2-7 2 0,-1-9-5 15,7-9-2-15,12-9 3 16,12-9-6-16,12-6 0 15,6-1 8-15,0 0-7 16,8-14-1-16,19-5-5 16,10 1-3-16,8 6 6 15,1 12-4-15,5 0 6 16,2 12 0-16,4 7 2 16,0 5-2-16,3-1 6 15,1-1-6-15,-3-1 5 16,-3-4-5-16,-3-5 0 15,-10-7-1-15,-3-5-8 16,-5 0-136-16,-5 0-63 0,-4-14-56 16,-7-7-210-16</inkml:trace>
  <inkml:trace contextRef="#ctx0" brushRef="#br0" timeOffset="93953.21">6825 13221 810 0,'0'0'79'0,"0"0"102"0,0 0-140 0,0 0-18 0,-10 72 81 0,10-35-41 16,15-1-15-16,1-5-30 15,5-3-5-15,4-6 7 16,2-3-19-16,3-8 1 16,4-5 1-16,-4-6-3 15,1 0 8-15,-5-11-7 0,-4-8-1 16,-2-4 6-16,-5-4-6 15,-4-4 0-15,-9-5-1 16,-2 2-1 0,0 4 2-16,-5 11-8 0,-2 10 8 15,6 9-1-15,1 0 1 16,-2 14-13-16,2 12 6 16,0 8 7-16,6 0 14 15,9-3-5-15,6-5-7 16,4-5 15-16,4-6-14 15,2-7 5-15,3-8-4 16,3 0-4-16,4-7 14 16,-2-16-11-16,5-4 1 0,-6-7 1 15,-7-5-5-15,-6-6 0 16,-13-8 0-16,-12-11-4 16,0-12-12-16,-18-7-6 15,-13-13 0-15,-9-2-20 16,6 13 5-16,4 26 24 15,10 30 13-15,5 29 2 16,3 10-2-16,1 38 11 16,3 20-8-16,8 10 36 15,3 1-16-15,19-1-11 16,10-5 19-16,-1-3 6 16,8-7-9-16,1-7-22 0,2-11-5 15,1-7 4-15,3-7-4 16,2-12 3-16,-2-10-4 15,-2-9 1-15,-4-6 5 16,-6-19-5-16,0-11 0 16,-5-4 6-16,-11-7-6 15,-11-5 2-15,-7-3-3 16,-12-1-11-16,-13 9-3 16,-2 14 8-16,6 16 5 15,2 14-2-15,-1 3-1 16,-2 16 0-16,6 17 4 15,2 8 0-15,13 4 15 16,1-1-4-16,4-4-6 0,15-5 13 16,3-2-10-16,4-6-2 15,6-6-6-15,4-6 2 16,2-8 1-16,-2-6-3 16,1-1 1-16,-1-5 3 15,-3-13-1-15,1-5 2 16,-4-4-5-16,-9-4 0 15,3-4 1-15,-11 2-1 16,-5 0 0-16,-1 7 0 16,-2 9 1-16,-5 9 6 15,0 4-7-15,0 4 0 16,0 0 1-16,0 0-1 16,3 0-6-16,3 0-3 0,6 14 7 15,4 3 2 1,5 3 5-16,-3 3-1 15,3 1 23-15,-5-1 3 0,-1 2-7 16,-6-6-2-16,-9 0-13 16,0 3 14-16,-12 2-10 15,-21 1-11-15,-19 5 7 16,-12-2-8-16,-11-3-35 16,-2-8-136-16,-1-13-208 15,-4-4-617-15</inkml:trace>
  <inkml:trace contextRef="#ctx0" brushRef="#br0" timeOffset="96183.4">12584 10824 514 0,'0'0'11'0,"0"0"18"0,-85-100 42 15,66 70-11-15,2 3 31 16,4 4-34-16,5 5 36 16,4 10-5-16,2 2-58 15,2 6 28-15,0 0-28 16,0 23-30-16,5 24 8 15,7 24 59-15,7 22 17 16,-1 20-41-16,-1 31 17 16,5 28-6-16,0 34-13 15,-2 28-3-15,7 16-20 0,-4 1-6 16,4-3 7-16,-6-15-19 16,-1-10 1-16,-7-23-2 15,-3-36 2-15,-4-36-2 16,-4-38 1-16,-2-30 0 15,0-28-4-15,0-16 4 16,0-16-1-16,0-20-4 16,0-31-134-16,0-28-65 15,0-23 112-15,0-19-44 16,0-11-100-16,0-26-134 0</inkml:trace>
  <inkml:trace contextRef="#ctx0" brushRef="#br0" timeOffset="97150.58">12684 10309 605 0,'0'0'7'0,"0"0"44"0,0 0 35 0,0 0-36 0,0 0 40 16,0 0-41 0,-39-24-29-16,39 24-16 0,0 5 8 15,15 4 41-15,15 1-14 16,18-6 1-16,25-4-8 16,39 0 25-16,40-12-9 15,46-11-8-15,39-8-36 16,23 2 14-16,31-1-16 15,21 1 3-15,22 4-5 16,12 3 1-16,11 3-1 16,4 0 0-16,-3 1 1 15,0-2-4-15,-5 0 6 16,-12-4-2-16,-1-5-1 16,3-3 0-16,-3 0 3 0,-12 1-3 15,-25 7-4 1,-40 6 3-16,-47 7 2 0,-41 6 3 15,-44 5-4-15,-40 0-3 16,-40 0 0-16,-27 0 3 16,-17 0-2-16,-7 0 1 15,0 0 2-15,-9 2 6 16,-16 7 5-16,-5 2 1 16,-2 2 9-16,9 1-8 15,5 6-10-15,7 7 14 16,7 11-16-16,4 15 10 15,6 21 16-15,24 22 11 16,15 24-7-16,10 22 7 16,11 23-7-16,-1 13-11 15,0 14-16-15,-7 4-3 16,-5 5-2-16,-7-3 0 0,-7-7 0 16,-11-8 0-16,-9-18 27 15,-14-13-12-15,-5-17 1 16,0-12-4-16,-21-10-4 15,-8-13-7-15,-10-10 7 16,-13-12-8-16,-17-14 0 16,-16-9 2-16,-18-11 2 15,-20-6-7-15,-24-2 3 16,-23 0-4-16,-26 1-2 0,-27 7-2 16,-27 0-2-1,-29 2 1-15,-25-1-11 0,-27 2 1 16,-27 0-20-16,-21 0 22 15,-30 5 14-15,-24-5-5 16,-16 3-5-16,-10-2 10 16,-2-3 5-16,13 3-2 15,14-3 0-15,24-3-2 16,35-2 2-16,41-10 0 16,45-5-1-16,52-5-7 15,47-9-43-15,56-4 0 16,52-7-14-16,52 0-24 15,34-2-42-15,59-22-128 16,41-8-133-16</inkml:trace>
  <inkml:trace contextRef="#ctx0" brushRef="#br0" timeOffset="97903.33">14805 11521 723 0,'0'0'5'0,"0"0"1"0,0 0 51 0,0 0-8 16,0 0 9-16,0 0-39 16,-8 19 0-16,8 12 44 15,0 10-17-15,0 5-7 16,-3 15-27-16,-5 10 27 15,-2 10-4-15,-7 4-7 16,-1-2 9-16,1-14-37 16,3-19 1-16,4-21 0 15,7-14 0-15,3-13-1 16,0-2 1-16,0-11 10 16,3-24 23-16,16-15-34 15,3-17 3-15,1-8-5 0,-1-1 3 16,-3-13-1-16,0-7 0 15,-2-4 6 1,4 9-6-16,0 24 0 0,-3 28 0 16,-9 23-4-16,-1 16 4 15,0 16-4-15,3 29 4 16,5 23 14-16,-4 12 4 16,-1 4-2-16,-1 2-10 15,1-3 1-15,-1 0-3 16,5-8-7-16,-3-11 3 15,0-13-10-15,-5-17-28 16,-2-13-90-16,-5-16-37 16,0-5-76-16,-2 0-98 0</inkml:trace>
  <inkml:trace contextRef="#ctx0" brushRef="#br0" timeOffset="98807.43">14725 12004 823 0,'0'0'16'0,"0"0"91"0,0 0-30 0,0 0 1 16,0 0-28-16,0 0-48 15,22-46-2-15,32 19 0 16,15-8-3-16,5-7 3 16,7-4-3-16,2-8 2 0,1-15-29 15,0-6-66-15,-6-9 1 16,-13-3 4-1,-17 7 8-15,-17 15 59 0,-18 21 24 16,-13 20 20-16,0 17 98 16,-22 7 10-16,-8 20-95 15,-4 23 7-15,2 14 20 16,6 8 2-16,8 7-12 16,12 5-19-16,6 3-1 15,0 2-8-15,14-7-12 16,15-9-7-16,10-10 7 15,10-10-10-15,12-14-3 16,6-15 3-16,3-15 0 0,-1-2 4 16,1-20-4-1,0-14 1-15,-4-7-5 0,-7-7 4 16,-9-3-3-16,-17-2-19 16,-14-1-2-16,-14 8 21 15,-5 12-2-15,-3 14 5 16,-17 11 7-16,-7 9-1 15,-10 1 0-15,-6 21 2 16,-3 7-3-16,8 3 17 16,5-3-13-16,14 1-3 15,3-4 4-15,8 0-10 16,5-4 0-16,3-4-2 0,0-2 4 16,4-2-4-1,13-8 0-15,5-4 2 16,10-2-2-16,4 0 2 0,4-8-1 15,-5-9-2-15,-5 3-17 16,-4 3-2-16,-13 4 3 16,-7 3 13-16,-4 4 3 15,-2 0-3-15,0 11-3 16,0 13 6-16,0 10 3 16,0 7 4-16,3 10-2 15,5 8-1-15,0 12 10 16,0 9-6-16,-4 11-5 15,-4 5 4-15,-3 1-1 16,-21-5 0-16,-9-4-3 16,-7-12 1-16,-7-11 7 0,-1-15-6 15,-2-18 15 1,4-14 23-16,-2-14-18 0,3-4 2 16,7-16-21-16,4-20 4 15,9-17 12-15,14-12-19 16,9-11-5-16,2-13 4 15,23-11-16-15,12-10-60 16,14-3-37-16,10 10-40 16,6 14 83-16,6 24-14 15,-4 22 28-15,-3 13-115 16,-7 10-66-16,-8 3-72 16</inkml:trace>
  <inkml:trace contextRef="#ctx0" brushRef="#br0" timeOffset="99140.26">16469 11764 535 0,'0'0'179'0,"0"0"-80"0,0 0 79 0,0 0-132 0,0 0-4 16,-79 79 30-16,62-39-16 16,7-4-27-16,10-2-10 15,0-3-14-15,7-3 0 16,13-7 2-16,5-8-2 15,4-3 2-15,5-8-7 16,3-2 0-16,3-12 8 0,1-9-8 16,-7-8 6-1,-4-3-6-15,-9-7 3 0,-14 1 0 16,-7-2 0-16,0 7-2 16,-17 6 0-16,-6 11-1 15,-5 13-2-15,-7 3-20 16,-2 12-18-16,1 15-36 15,5 3-52-15,6 3-46 16,10-2-108-16</inkml:trace>
  <inkml:trace contextRef="#ctx0" brushRef="#br0" timeOffset="101702.66">14837 11657 668 0,'0'0'16'0,"-18"-76"41"0,17 59 98 16,-2 15-26-16,1 5-40 15,2 35-78-15,-1 24 39 16,-3 21 27-16,3 13-38 0,-1 7 38 15,-1 6 22-15,2 6-70 16,-1-3-7-16,2-8-15 16,0-17 7-16,0-20-14 15,5-21 0-15,4-18 8 16,-1-14-5-16,-4-10 1 16,-2-4 0-16,3-14 2 15,1-24 43-15,0-21-40 16,-1-19-7-16,-1-10 8 15,-4-15-6-15,0-22-1 16,0-14-3-16,-6-13 0 16,3 8 1-16,3 27-1 15,0 41 0-15,0 40-1 0,0 30 1 16,0 16-7-16,5 41-4 16,11 23 11-16,4 18 13 15,5 7-13-15,5-3 0 16,4-4 17-16,5-6-16 15,4-14 3-15,1-19-4 16,5-10 0-16,-4-18 1 16,2-15 3-16,0-10-4 15,0-14 7-15,0-23-4 16,0-11 10-16,-5-11-13 16,-12-10 1-16,-11-10 7 15,-13-12-7-15,-6-2-1 0,0 13 0 16,-4 22 0-16,-2 25 10 15,0 23-7-15,0 13-3 16,1 40 0-16,-1 24-13 16,0 21 13-16,6 8 12 15,0-1-8-15,6-6 20 16,18-3-24-16,6-3 5 16,6-11-10-16,1-7 5 15,1-11-1-15,-1-15-1 16,-3-14-5-16,0-13 4 15,5-12-4-15,9-6-22 16,7-24-64-16,11-10-46 16,2-8-25-16,3-10-2 15,-1-2-37-15,-2-2 15 0,-12 3-32 16,-10 5 66-16,-20 5 154 16,-13 12 104-16,-13 8 94 15,0 4-37-15,-17 8-15 16,-5 3 5-16,-8 3-93 15,-6 6-20-15,-5 5 7 16,-4 0-16-16,-1 13 50 16,2 17-47-16,2 8-3 15,5 4 34-15,10 1-36 16,8-4-10-16,14-8-2 16,5-6-15-16,5-6-1 0,18-3-4 15,7-5 5 1,9-9 2-16,6-2-2 0,6-6-1 15,1-17-1-15,-3-3-28 16,-1-11-32-16,-8-5-8 16,-5-1 26-16,-12 9 10 15,-9 13 28-15,-10 11 6 16,-4 10 11-16,0 0 9 16,0 20 3-16,-12 9-16 15,5 7 27-15,2-2-5 16,5-7-29-16,0-2 0 15,11-4 3-15,8-6 1 16,3-9-8-16,7-6 1 0,5 0-41 16,8-5-81-1,9-16-33-15,1-8 126 0,5-6-153 16,-5-9 50-16,-7-8 50 16,-14-6-90-16,-10 5 90 15,-15 13 85-15,-6 17 126 16,0 14 125-16,-18 9-44 15,-8 2-132-15,-5 21-30 16,-2 9 58-16,5 6-22 16,9 4-16-16,10-2-22 15,9-6-21-15,0-6-10 16,1-9-11-16,11-4 9 16,8-8-10-16,2-5 0 15,9-2 5-15,8-7 0 0,6-17-4 16,4-8-1-16,-1-11 1 15,0-8-5-15,-9-12-37 16,-7-13-39-16,-14-16 15 16,-16-15 35-16,-2-5-67 15,-11 9 30-15,-8 23 67 16,2 27 2-16,5 26 22 16,2 27 83-16,-3 17-81 15,-2 34-11-15,2 23 29 16,9 13 12-16,4 6-29 15,12-1 24-15,9-9-28 16,3-11-7-16,0-11 7 16,1-14-21-16,0-13 0 0,-5-12-1 15,-1-12 1 1,2-10 4-16,2-5-4 0,5-22-1 16,3-7 8-16,2-5-9 15,-8-2 0-15,-2 7-2 16,-8 7 5-16,-7 12-4 15,-6 10 1-15,-2 5 0 16,0 2-4-16,0 18-3 16,0 0 7-16,1 4 0 15,6-4 3-15,0-7 2 16,1-1-5-16,6-3 0 0,-1-5 0 16,1-1 0-16,6-3 0 15,1 0 0 1,1-3 3-16,2-12-1 0,-2-3-2 15,5-4 0-15,0-5-4 16,1 3 4-16,-6 6-37 16,-8 7-15-16,-9 5 46 15,-4 6 1-15,-1 0 0 16,0 9 5-16,3 7 0 16,3-1 4-16,-2 0-2 15,5-4-1-15,2-2 0 16,2-4 8-16,2-2-7 15,5-3-1-15,5 0 3 16,3 0-1-16,5-8 3 16,0-2-6-16,0-4 0 15,0 2 0-15,-1-8 0 0,1 1 0 16,-7 0 2 0,-7 2 1-16,-6 6-3 0,-7 5 1 15,-4 3 2-15,-2 3 0 16,0 0-3-16,0 5-8 15,2 6 8-15,-1 5 14 16,8-2 2-16,-3-3-10 16,4-3-5-16,6 0 13 15,3-6-9-15,6 0-3 16,5-1 0-16,1 0-1 16,3 4 1-16,1 0-2 0,-1 1-3 15,2-2 2-15,-7 0 1 16,-1-2 0-16,-5-2 0 15,-3 0 2-15,-2-4-1 16,1-10 1-16,-1-5-2 16,-5-3 7-16,-2 0-7 15,-5-4 1-15,-5 1 3 16,-1 2-2-16,0 9-3 16,0 6 1-16,-1 8 0 15,-16 8-3-15,-6 20 7 16,0 8 10-16,1 9 15 15,16-3-5-15,6-7-2 16,0 2-9-16,10-6-12 16,9-4 7-16,-2-5-8 0,2-5-1 15,-3-7 0-15,-5-5-77 16,-9-5-93-16,-2 0-200 16,-10-7-165-16</inkml:trace>
  <inkml:trace contextRef="#ctx0" brushRef="#br0" timeOffset="101834.85">18125 11347 1142 0,'0'0'5'0,"-71"-72"64"0,48 53-5 0,7 8-57 0,4 5-7 16,5 6-11-16,2 0-130 0,5 0-227 15</inkml:trace>
  <inkml:trace contextRef="#ctx0" brushRef="#br0" timeOffset="102766.29">20336 11403 482 0,'0'0'88'0,"0"0"-26"0,0 0 42 0,0 0-65 0,0 0 7 15,0 0 22-15,-1-7-30 0,1 7-5 16,0-3-4-16,0 3 9 16,0 0 12-16,0 0 15 15,0 0 22-15,0 0-33 16,-3 0-4-16,3 0 15 15,0 0-23-15,0 0-7 16,0 0-7-16,0 0-24 16,0 0 4-16,3-1-8 15,28-7 1-15,24-4-1 16,27-7 1-16,26-3 10 16,24-3-11-16,25-3 2 0,19 5-5 15,21-4 3 1,19 2 0-16,16-2 0 0,16 0 0 15,9 3 1-15,-9 2-1 16,-23 1 0-16,-22 4-4 16,-37 2 4-16,-36 4-6 15,-38 0-1-15,-43 2-19 16,-25 2 26-16,-21-2 2 16,-3 1 7-16,0-2 4 15,0 1-9-15,-1 2-1 16,-9 0-3-16,4 4 0 15,-1 1-1-15,1 1-92 16,2-1-84-16,-3-1-78 16,-4-4-60-16</inkml:trace>
  <inkml:trace contextRef="#ctx0" brushRef="#br0" timeOffset="103016.17">23156 10744 1070 0,'0'0'21'0,"0"0"85"0,0 0-59 0,0 0-12 15,0 0-13-15,0 0 66 16,128 59-21-16,-76-22-33 16,-8 1-1-16,-11 2-21 15,-16 0-9-15,-14 3-3 0,-7 3 3 16,-42 5 2-16,-23-3-5 15,-14-2-128-15,-1-12-136 16,-1-13-322-16</inkml:trace>
  <inkml:trace contextRef="#ctx0" brushRef="#br0" timeOffset="104779.04">24822 10362 767 0,'0'0'51'0,"0"0"-7"0,0 0 97 0,0 0-10 0,0 0-31 16,0 0-26-16,0 0-17 16,0-44-4-16,0 43-15 15,0-4 9-15,0 0-24 16,0-3-12-16,0 0-4 16,0-1-6-16,0 5 12 15,0 0-1-15,0 1-2 16,0 3 16-16,-1-1-15 15,1 1-6-15,0 0-4 16,0 0 2-16,0 0-2 16,0 0-1-16,-2 0 0 15,2 0 0-15,0 0 0 16,0 0 0-16,0 0-1 0,0 0 5 16,0 0-7-16,0 0 3 15,0 0 0-15,0 0 1 16,0 0 0-16,0 0-1 15,0 0 7-15,0-2-3 16,0 2 7-16,0 0-4 16,0 0-7-16,0-3 17 15,0 3-16-15,0 0 2 16,0-3 1-16,0 3-2 16,0 0 1-16,0 0-3 15,0 0 0-15,0 0 5 16,0 0-5-16,0 0 0 15,0 0-2-15,-3 0 1 0,-3 16 1 16,-8 19-12-16,-9 20 12 16,1 20 14-16,-1 4-11 15,9 6 1-15,6-5 1 16,8-10-5-16,0-3 0 16,16-13 0-16,14-10 0 15,11-9-6-15,6-13 2 16,4-10 4-16,10-9 8 15,1-3-8-15,-3-15 9 16,-4-8-9-16,-11-8 0 0,-11-5 8 16,-14-7-7-1,-15-9 2-15,-4-5 4 0,-18-11-7 16,-19-8 3-16,-12-4-3 16,-9 6 0-16,-5 15-9 15,3 25 9-15,7 20-1 16,8 14 0-16,3 17-2 15,9 27-1-15,12 18-1 16,8 1 5-16,13 6-6 16,8-9 3-16,21-7-2 15,14-3 5-15,7-6-5 16,5-8 2-16,2-10 3 16,1-11-3-16,0-10-3 15,-1-5-39-15,-2 0-28 16,-3-20-7-16,-6-10-10 0,-13-12 12 15,-5-1 36 1,-15-2 7-16,-7 4 33 0,-5 10 0 16,-1 17 2-16,0 7 36 15,0 7 25-15,0 0-30 16,0 15-31-16,0 6 0 16,0 11 7-16,0-2-6 15,0-3 1-15,15-2 5 16,1-2-5-16,5 0 7 15,4-10-9-15,2-3 0 16,2-8 6-16,3-2-5 16,1 0 0-16,-3-12-1 15,-2-7 3-15,-6-6 1 0,-6-5-4 16,-6-7-5-16,-7 1 4 16,-3 2-26-16,0 11 27 15,0 12-1-15,0 8 3 16,0 3-4-16,0 13 2 15,0 19 0-15,0 10 0 16,0 3 15-16,12-6-6 16,5-1 3-16,6-1-11 15,6-9 13-15,4-7-11 16,0-9-2-16,1-7 4 16,0-5-4-16,2-7 7 15,3-16-6-15,-2-9 0 16,-6-11 7-16,-7-5-9 15,-10-13 2-15,-11-13-4 0,-3-12 2 16,-6-9-5-16,-15 2 2 16,1 14-3-16,3 25 6 15,6 21 0-15,5 20 0 16,2 13-1-16,4 17-18 16,0 23 8-16,0 19 8 15,10 11 6-15,7 5-3 16,2 2 0-16,3-8 0 15,-2-10-3-15,0-6 2 16,-4-9-81-16,-5-11-112 16,-9-11-47-16,-2-15-126 15</inkml:trace>
  <inkml:trace contextRef="#ctx0" brushRef="#br0" timeOffset="105119.39">26073 10651 822 0,'0'0'56'0,"0"0"-14"0,0 0 19 0,0 0-60 0,0 0-1 0,97-43 0 16,-52 34 0-16,2-2 0 15,-2 1-3-15,-2 4 3 16,-6 5 0-16,-7 1 2 16,-7 7-2-16,-8 18 0 0,-2 11 1 15,-1 12 9 1,0 15 84-16,1 11 25 0,1 12-19 15,4 11 15 1,-2 5-18-16,3 0-77 0,-2 1 17 16,-1-3-18-16,-1-4-2 15,-4-9-16-15,-1-12-1 16,-4-19 2-16,-4-20-2 16,-2-22-2-16,1-14-2 15,1 0-43-15,3-24-54 16,-2-16-87-16,-1-21-20 15,-2-13 40-15,0-15-159 16</inkml:trace>
  <inkml:trace contextRef="#ctx0" brushRef="#br0" timeOffset="105391.08">26381 10587 845 0,'0'0'61'16,"-26"-80"-9"-16,26 52 99 15,1 5-75-15,29 6-54 16,12 7-18-16,15 10 7 15,7 0-7-15,0 20-2 16,-4 10 7-16,-11 3-5 16,-15 4-1-16,-10-4-1 15,-12-3-2-15,-11 1 8 16,-1-7-6-16,-12 1-1 16,-16-7 12-16,-5-2-13 15,2-5 0-15,4-5-1 16,5-5-12-16,8-1-48 15,2 0-41-15,11-1-25 0,1-10-36 16,7 0-196-16</inkml:trace>
  <inkml:trace contextRef="#ctx0" brushRef="#br0" timeOffset="106014.83">27083 10463 976 0,'0'0'64'0,"0"0"-3"16,0 0 4-16,0 0 22 16,-64 86-25-16,61-53-32 15,3 0-15-15,6-4-11 0,13-6-1 16,3-6-4-16,2-5 2 16,0-11-1-16,5-1 0 15,-1-1 3-15,2-17-2 16,-2-5-1-16,-4-11-2 15,-4-5 0-15,-4-5-10 16,-4-2-11-16,-2 7 5 16,-4 12 15-16,-3 12 2 15,-3 11 2-15,0 4 3 16,0 6-3-16,2 20-1 16,2 5 31-16,4-2-10 0,5-6-13 15,4-2 5 1,2-3-11-16,4-7 0 0,4-7 6 15,3-4-7 1,6 0 4-16,10-5-2 0,5-11-2 16,3-6-1-16,-8-2 0 15,-8-5-1-15,-12-14 0 16,-8-10-17-16,-12-12-40 16,-6-11 37-16,0-11-15 15,-12-10 24-15,-10-5-6 16,-5 6 13-16,2 20 4 15,2 22 2-15,4 27 8 16,4 26 31-16,1 9-14 16,4 34-9-16,1 23 11 15,9 7 57-15,0 6-24 16,25-5-10-16,7-4-17 0,1-3-13 16,-1-6-17-16,0-2 6 15,-5-8-10-15,-5-6-2 16,-4-14 2-16,-9-13-1 15,-3-12-92-15,4-5-128 16,0-11-46-16,-2-21-247 16</inkml:trace>
  <inkml:trace contextRef="#ctx0" brushRef="#br0" timeOffset="106171.17">27909 10076 974 0,'0'0'25'0,"0"0"-13"0,0 0 1 0,124-56 5 0,-70 48-16 16,6-1-2-16,1-1-6 15,0-2-148-15,2-7-299 16</inkml:trace>
  <inkml:trace contextRef="#ctx0" brushRef="#br0" timeOffset="106341.24">28988 9890 1196 0,'0'0'106'15,"0"0"-11"-15,0 0 96 0,0 0-125 16,0 0-43-16,0 0-23 16,-7-27-31-16,7 32-342 15,-7 6-376-15</inkml:trace>
  <inkml:trace contextRef="#ctx0" brushRef="#br0" timeOffset="110264.81">2861 10057 821 0,'0'0'0'0,"0"0"0"0,0 0-13 0,0 0 13 0,0 0 23 15,0 0-13-15,127-61 15 16,-50 30 25-16,3-3-9 16,5-3-17-16,-2 2-24 15,-1 4 5-15,-9 4-10 16,-13 11 5-16,-17 7 0 16,-16 9-2-16,-16 0-31 15,-11 6-156-15,-9 12-10 16,-24 1 35-16,-12 3 115 15,-6-4 49-15,-2 2 40 16,2-2 91-16,11-1-16 16,11-1 12-16,17 1-60 0,9 7-47 15,3 8 12-15,6 8 16 16,14 7-2-16,8 9 7 16,-1 4-23-16,6 2-4 15,1-1-14-15,-1-6-9 16,1-2-5-16,-1-3 5 15,-6-8-5-15,-5-5 2 16,-4-9-16-16,-4-12-208 16,-6-12-296-16</inkml:trace>
  <inkml:trace contextRef="#ctx0" brushRef="#br0" timeOffset="111682.13">3646 10294 880 0,'0'0'4'15,"0"0"72"-15,0 0 5 16,37-79-55-16,8 75-16 16,7 4 0-16,1 0 22 15,-6 15-3-15,-8 3-6 16,-12 6-16-16,-8 2-6 16,-11-1 10-16,-7 0-8 15,-1-1 6-15,-1-1 0 16,-13-7-4-16,2-1 5 15,2-9-10-15,1-6 1 16,0 0 11-16,3-13-8 16,3-14 1-16,3-8-5 15,0-11-4-15,3-7 1 0,15-5 3 16,1 2-7-16,5 9 4 16,0 10-9-16,4 11-23 15,-1 12-32-15,4 10-25 16,-1 4 22-16,3 8 9 15,1 15 0-15,-1 2-15 16,0 2 41-16,0 0 19 16,-2-3 16-16,-1 1-2 15,-3-7-1-15,0-4 3 16,-6-5 0-16,4-8 10 0,-1-1 8 16,0-4 17-1,1-14 14-15,2-8 0 0,0-2 7 16,-8 3-39-16,-11 0 13 15,-8 0 60-15,-6 3-45 16,-18 1-27-16,-6 5 9 16,-3 6 8-16,-1 10 5 15,1 0-31-15,2 23-1 16,1 8 19-16,5 3-18 16,5 0 0-16,13 1-4 15,4-4-3-15,3-5-2 16,3-5-1-16,16-6 1 15,2-2-7-15,-3-9 7 16,6-4 0-16,1 0 4 16,-1-2 0-16,-3-12-3 0,0-2-1 15,-6-7 0-15,-2-1 3 16,-5-4 0-16,-4 4-3 16,-2-2 0-1,-2 10 5-15,0 7-2 0,0 5-3 16,0 4 0-16,1 0-6 15,2 16-5-15,4 6 11 16,1 3-1-16,4 0 4 16,7-6-4-16,2-1 1 15,3-5 0-15,5-6-2 0,2-7 3 16,13 0-1 0,6-12 0-16,13-13 4 0,3-4 0 15,3-6-4-15,-9 2 0 16,-8-2 2-16,-15-1-1 15,-17 0-1-15,-17 3 0 16,-3 6 5-16,-15 6 5 16,-18 10-8-16,-6 11-2 15,-13 0 1-15,3 17 0 16,-4 11-2-16,9 4 2 16,8 2-1-16,12 0 11 15,14 2-11-15,8-6-2 16,2-5-3-16,3-1 4 15,12-6-1-15,3-7 1 16,7-5-2-16,2-6 3 0,1 0 0 16,7-9 5-16,-7-10-12 15,6-5 2-15,-7-6-73 16,-7-4 5-16,-2-7-3 16,-12-8 27-16,-6-8 19 15,0-10 18-15,-5 1 11 16,-14-1-5-16,2 13 6 15,-2 18 4-15,7 25-1 16,-3 11 24-16,5 25 19 16,2 20-45-16,5 11 22 15,3 4-7-15,3-7 17 16,17 1-5-16,5-7-23 16,2-4 15-16,6-7-16 0,1-5-3 15,5-9 3-15,-4-8-1 16,1-11 0-16,-3-3-3 15,-3-3 0-15,4-18 12 16,-2-5-12-16,-4-6 0 16,-6-3 1-16,-8 1 2 15,-10 0-2-15,-4 3-1 16,0 9 0-16,0 10 6 16,0 7 2-16,-1 5 46 15,-2 5-42-15,-2 18-11 16,5 4-1-16,0 5 0 15,0-3 3-15,0-7-5 16,11 1 2-16,-2-5-1 16,4-5 0-16,-2-5-1 15,-1-2 1-15,-4-6-34 0,3 0-190 16,-3-6-24-16,-4-14-262 16</inkml:trace>
  <inkml:trace contextRef="#ctx0" brushRef="#br0" timeOffset="111829.66">5318 9597 711 0,'0'0'88'0,"0"0"-85"0,0 0 27 0,0 0-3 0,0 0-27 16,0 0-8-16,-31-12 6 16,54 20-14-16,3-4-330 15</inkml:trace>
  <inkml:trace contextRef="#ctx0" brushRef="#br0" timeOffset="112021.52">5614 9526 875 0,'0'0'22'16,"0"0"-19"-16,-2 91 59 16,10-49 16-16,19 3-23 15,-2 0 13-15,0 0-59 16,-1-4-8-16,-4-4 4 15,-7-3-5-15,2-8-4 0,-8-7 4 16,1-5-79-16,-7-11-160 16,-1-3-219-16</inkml:trace>
  <inkml:trace contextRef="#ctx0" brushRef="#br0" timeOffset="112265.29">5835 9701 583 0,'0'0'14'15,"0"0"99"-15,0 0-45 16,0 0-14-16,98-48-35 16,-83 51-10-16,4 15 40 15,-7-1 7-15,0 4 23 16,-1 0-11-16,-4-3-53 0,-2-1-4 16,-1-5-2-1,2 0-9-15,-3-4 0 0,-2-2-2 16,1-5-25-16,-2-1-194 15,0 0-151-15</inkml:trace>
  <inkml:trace contextRef="#ctx0" brushRef="#br0" timeOffset="112389.28">5909 9438 781 0,'0'0'7'0,"0"0"-1"16,0 0-6-16,0 0-6 15,0 0 0-15,27 91-2 16,0-62 0-16,-3-3-115 16,3-6-267-16</inkml:trace>
  <inkml:trace contextRef="#ctx0" brushRef="#br0" timeOffset="113563.59">6288 9575 596 0,'0'0'204'0,"0"0"-139"16,0 0 82-16,0 0-83 16,0 0-32-16,-70 72-18 15,70-43 12-15,6-1-4 16,10-6-17-16,-1-2 8 16,3-4-9-16,3-6-4 0,-3-6 8 15,3-4-5 1,-3 0 8-16,1 0-11 0,-1-14 2 15,-3-5 12-15,-1-5-14 16,-7-2 0-16,-7-4 4 16,0-1-2-16,-12-2 3 15,-8 8-5-15,-8 4 1 16,4 10 1-16,2 7-2 16,5 4 0-16,4 12 8 15,6 13-7-15,5 4 8 16,2 4-9-16,2-4 1 15,14-5 5-15,5-4-6 16,6-8 1-16,7-3 5 16,9-7-4-16,-2-2 11 15,-1 0-13-15,-1-4 0 0,-4-12-1 16,-3 2 2-16,-8-5-1 16,-6 2 7-16,-8 1-4 15,-5 6 6-15,-5 1-8 16,0 5 0-16,0 4 19 15,1 0-20-15,5 8-9 16,0 7 3-16,3 9 6 16,3-4 14-16,0-4-11 15,0-4-3-15,6-2 31 16,-2-4-18-16,2-3 17 0,1-3-3 16,-1 0-9-16,6 0 10 15,3-12-3-15,0-3-6 16,1-8-5-16,2-3-14 15,-6-1 0-15,1-3 1 16,-2 9 5-16,-6 2-8 16,-3 8 2-16,-8 6 0 15,-3 3 0-15,0 2 0 16,4 0-7-16,2 0-3 16,5 0 10-16,10 0 1 15,1 4-1-15,3 2 0 16,-1-5 6-16,1-1-4 15,-2 0-2-15,-2 0 3 16,1-1 1-16,-6-10 8 16,-2-4-12-16,-1-5 0 15,-4 2 8-15,-4-3-7 0,-4-1 0 16,-4 4 0-16,0 2 5 16,-9 3-4-16,-6 6-2 15,-1 7-7-15,1 0 6 16,-1 4-10-16,2 14 9 15,4-1-1-15,4-1-1 16,6 4-2-16,0-3 5 16,0-4 1-16,3-1-3 15,9-3 5-15,3-5-4 16,2-4 2-16,3 0 0 16,2 0 7-16,2-10-7 0,-3-7 0 15,-6-4-4 1,1-6 4-16,-7-5-2 0,-6-11-6 15,-3-3-13-15,0-9 20 16,-13-8-19-16,-11-10-11 16,-6-10 19-16,-6-7-36 15,-4-6 12-15,-2 0 25 16,-3 7 8-16,1 18 3 16,5 23 0-16,8 25 0 15,8 23 18-15,10 14-7 16,10 30-2-16,3 18 5 15,24 13 11-15,22-1 2 0,14 5-21 16,2 0-1-16,-2 2 0 16,-12 7-2-1,-15 7-5-15,-17 7 2 0,-16 0-49 16,-18-3-370-16</inkml:trace>
  <inkml:trace contextRef="#ctx0" brushRef="#br0" timeOffset="113918.34">4631 10981 1473 0,'0'0'0'0,"0"0"0"0,0 0 23 0,85-63-23 16,56-4-2-16,41-16-6 15,33-14 8-15,30-11 0 16,27-9 2-16,20-3-2 16,6 3-8-16,-7 11-1 15,-24 17 9-15,-37 18-3 16,-40 14 3-16,-52 16 0 16,-47 13 13-16,-38 8 1 15,-28 8 57-15,-12 7 37 16,-11 5-28-16,-2-1-2 15,0 1-58-15,0 0-11 16,0 0-9-16,0 0-2 0,0 0-1 16,0 0-65-1,0-5-309-15,-9-12-519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6:33:28.08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3167 3212 557 0,'0'0'0'0,"0"0"0"0,0 0 13 0,0 0 41 0,0 0 26 0,0 0-19 16,0 0 14-16,20-33 21 15,-20 33-51-15,0 17 15 16,2 13 3-16,1 15 71 16,3 12-58-16,0 11-22 15,0 9 8-15,-4 2-4 16,5 4-20-16,-4-8-17 15,3-12-1-15,2-16-19 16,-2-18 3-16,-2-13 0 16,2-11-3-16,-5-5 2 15,1 0 4-15,-1-22 36 16,1-16 21-16,-2-15-63 0,0-8-1 16,0-3 2-16,0-2 1 15,0-5-1-15,-3-3-2 16,0 5 0-16,3 13-2 15,0 19 2-15,0 17 0 16,0 20-2-16,0 2-6 16,6 28-2-16,9 15 7 15,6 6 3-15,-6 5 2 16,4 0 0-16,0-1-2 16,3-5 0-16,3-7 1 15,3-8-2-15,2-12 1 16,0-8 0-16,1-15-2 0,-1 0 5 15,4-30-3-15,1-11 1 16,-1-6 1 0,-4-5 2-16,-3-5-1 0,-8-2-3 15,-7 2 3-15,-2 10-3 16,-5 16 1-16,-4 17 0 16,-1 14 4-16,0 1-5 15,0 28-6-15,0 11 6 16,0 12 7-16,0 2 1 15,0 4 3-15,11 3-10 16,5 8 3-16,2 0-4 16,6-4 0-16,3-11-5 15,1-12-1-15,2-19-116 0,0-17-104 16,1-6-2-16,5-19-46 16,-3-18-169-16</inkml:trace>
  <inkml:trace contextRef="#ctx0" brushRef="#br0" timeOffset="249.02">4283 3334 965 0,'0'0'0'0,"0"0"6"16,0 0 129-16,0 0-30 0,-36 75-20 0,66-46-20 15,15-6 10-15,13 1 4 16,13-7-25-16,7-3-14 15,4-5-19-15,2-4-12 16,-8-3-1-16,-15-2-8 0,-9 0-3 16,-16-2 1-16,-12 1-132 15,-21 1-180-15,-5 0-150 16</inkml:trace>
  <inkml:trace contextRef="#ctx0" brushRef="#br0" timeOffset="438.78">3430 4336 1101 0,'0'0'140'0,"-100"27"-135"16,100-27 122-16,20-3 70 0,51-21-188 16,33-11 2-16,33-10 6 15,20-4-16-15,13-1 4 16,6 5-5-16,-6 6 2 15,-10 7-5 1,-26 15-59-16,-31 6-133 0,-33 7-125 16,-31 4-158-16</inkml:trace>
  <inkml:trace contextRef="#ctx0" brushRef="#br0" timeOffset="645.47">4510 4325 1087 0,'0'0'1'0,"0"0"34"16,0 0 39-16,98-30-31 15,-19 6-41-15,8-1-4 16,1 0-166-16,0-1-292 16</inkml:trace>
  <inkml:trace contextRef="#ctx0" brushRef="#br0" timeOffset="1840.12">10048 3335 699 0,'0'0'2'0,"0"0"19"0,0 0 85 16,0 0-6-16,0 0-33 15,0 0-22-15,0 0 16 16,-11-1-34-16,34 1 10 16,17 0 51-16,20 1-25 15,16-1 0-15,34 0-25 16,35 0 7-16,34-5-1 15,42-8-18-15,23 2-18 16,10 3-5-16,10 2 0 0,2 3 8 16,-8 3-11-16,-5 0-7 15,-27 0 6-15,-21 5 1 16,-21-1 0-16,-27 1 0 16,-23-4-1-16,-31-1-2 15,-33 0 3-15,-30 0-1 16,-22 0-2-16,-15 0 6 15,-3-1 2-15,0-4-5 16,-15-2-53-16,-10-3-61 16,-5 0-5-16,-1 3-59 15,10-5 9-15,0-1-163 16</inkml:trace>
  <inkml:trace contextRef="#ctx0" brushRef="#br0" timeOffset="2087.42">13390 3091 664 0,'0'0'51'0,"0"0"-15"16,0 0-12-16,0 0 43 15,0 0 34-15,0 0-30 16,85 64 2-16,-48-40-16 16,-1 1 0-16,-5 0-27 15,-7-2-4-15,-12 0-10 16,-12 0-2-16,-3-2-3 15,-37 0-6-15,-23 3-4 16,-24 0-2 0,-23 1-40-16,-17 3-171 0,-9-5-112 15</inkml:trace>
  <inkml:trace contextRef="#ctx0" brushRef="#br0" timeOffset="2907.6">9627 2779 611 0,'0'0'143'0,"0"0"-130"0,-33-81 160 0,26 71-45 0,2 10 31 0,1 7-102 16,-2 24-53-16,0 16 29 16,-3 6 38-16,8 5-8 15,1-1-18-15,0 0-32 16,0-3-11-16,1-6 1 15,12-11-3-15,-2-9-1 16,-2-13 0-16,3-7-9 16,-3-8 3-16,1 0-94 0,0-19 13 15,-5-9-43 1,-5-9-11-16,0-7 37 0,-13-8-21 16,-8-8 41-1,-3-10 30 1,2-5-19-16,2-5 40 0,1 11 32 15,5 13 2-15,4 17 65 16,4 21 90-16,4 11-69 16,2 7 13-16,0 18-90 0,18 11 10 15,16 4 56-15,11 4-22 16,6 0 16-16,15 1-12 16,4 3-10-16,4 1-11 15,-5 3-14-15,-3 3-12 16,-14 1-4-16,-15-4-3 0,-23 0 4 15,-14-2-6-15,-18-4 16 16,-39 1 53-16,-19-9-25 16,-9-5 6-16,-5-8 5 15,4-7-28-15,11-6-5 16,17-5-14-16,16 0-7 16,23-5 3-16,13-9-5 15,6-4-28-15,34-4-125 16,25-4-88-16,15 2-77 15,5 0-192-15</inkml:trace>
  <inkml:trace contextRef="#ctx0" brushRef="#br0" timeOffset="3872.9">10282 3000 780 0,'0'0'50'0,"0"0"111"0,0 0-63 16,36-85-7-16,-30 66-55 15,-5 1-14-15,-1 7 18 16,0 4-7-16,-9 4 13 16,-14 3 5-16,-7 5-49 15,-5 11 11-15,1 7-3 16,7 1-7-16,9-1 11 16,11-1-14-16,7-2-2 15,0-3 1-15,0-4-4 0,22-6 5 16,2-7-8-1,6 0 4-15,0 0-11 0,-2-10-37 16,-8-7 9-16,2-5 12 16,-6 0 22-16,-4 1 8 15,-3 5-1-15,-3 4 2 16,-3 6 8-16,-3 6-1 16,0 0 10-16,0 18-14 15,0 8 1-15,0 6 39 16,0-1-37-16,3-4 3 15,6-3 8-15,5-4-17 16,0-5 0-16,3-9 5 16,7-6-3-16,1 0 8 15,5-10-10-15,1-14 1 16,-1-5 5-16,1-8-6 0,-7-6 0 16,-4-6 0-16,-6-7 1 15,-4-8 0-15,-6-8-1 16,1-6 0-16,-5 4-2 15,0 12 2-15,0 23 0 16,-9 25 1-16,-2 14 1 16,-5 22-3-16,4 23 6 15,0 16-1-15,6 3 19 16,6 2-6-16,0-3 5 16,16-4-12-16,4-4-8 15,5-6 3-15,8-6-5 16,8-12 0-16,6-11-1 0,5-9 3 15,2-11-2-15,1 0 0 16,0-15 0-16,-6-8 3 16,-10-7-2-16,-6-2-1 15,-12-2 4-15,-11 1-3 16,-7 7 2-16,-3 2 1 16,0 11-4-16,-10 4 8 15,-6 9 2-15,-4 0 3 16,4 0-6-16,-1 14-2 15,7-1 5-15,5 3-4 16,5-4-5-16,0 0 6 16,0-2-7-16,8-2 0 15,11-3-1-15,5-2 2 0,1-1 4 16,-2-2-5 0,1 0 0-16,-5 0 3 0,-5 2-3 15,-3 9-4-15,-2 1 4 16,-1 1-2-16,1 0 0 15,0-4 2-15,-2 0 0 16,1-6 4-16,2-2-1 16,5-1 3-16,4 0 0 15,1-11-5-15,2-4-1 16,-3-3-16-16,-3-1-124 16,-12-7-116-16,-4 0-249 15</inkml:trace>
  <inkml:trace contextRef="#ctx0" brushRef="#br0" timeOffset="4040.99">10791 2421 1053 0,'0'0'6'0,"0"0"24"0,82-54-21 0,-9 35-8 0,11 2-2 0,2-1-11 0,-1-4-265 0</inkml:trace>
  <inkml:trace contextRef="#ctx0" brushRef="#br0" timeOffset="5546.27">10236 5309 593 0,'0'0'142'0,"0"0"-108"0,0 0 109 0,0 0-39 0,0 0-4 0,0 0-32 0,0 0-13 16,0 0-4-16,0 0-21 15,0 0 22 1,0 0-11-16,0 0-10 0,0 0-2 15,18 0-14-15,7 0 26 16,14 0 1-16,13-3-33 16,18 0 13-16,29-3 2 15,31-1-8-15,36-2 27 16,29-2-21-16,18 1-6 0,15-1-8 16,3 3-7-1,6-1 14-15,-2 2-15 16,-4 3-6-16,-16-2 4 15,-17 2 4-15,-16 0 0 0,-20-3-2 16,-18-2 2-16,-26-1-6 16,-27 2 3-16,-21-2 1 15,-25 1-1-15,-21 3 2 16,-11 3 2-16,-8-1-1 16,-5 4 0-16,1-2 10 15,-1-2-12-15,0 4-2 16,0-4-1-16,0 1-84 15,-3 0-101-15,-7 1-88 16,-8-2-155-16</inkml:trace>
  <inkml:trace contextRef="#ctx0" brushRef="#br0" timeOffset="5839.98">13551 4984 916 0,'0'0'33'15,"0"0"149"-15,0 0-77 0,0 0-40 0,0 0-47 0,0 0 16 0,79 9 43 16,-36 9-34-16,1 6-16 16,-1 1-7-16,-7 7-1 15,-7 1-11-15,-8 2 1 16,-10-5-5-16,-11 3 11 15,-3-5-5-15,-35 1-1 16,-21 1 12-16,-20 1-21 16,-20 0-3-16,-19 0-5 0,-18 1-166 15,-20-3-96-15,-17-4-152 16</inkml:trace>
  <inkml:trace contextRef="#ctx0" brushRef="#br0" timeOffset="7199.77">9496 4893 759 0,'0'0'47'0,"0"0"-30"0,0 0 97 0,0 0-58 0,0 0 54 15,0 0-35-15,-100-32-18 16,70 52-10-16,-1 8-12 16,-1 7 19-16,3 5-7 15,2 5 5-15,9 2-17 16,4 0-21-16,7 0-1 16,7-7-10-16,0-8-1 15,12-8-1 1,18-6-1-16,8-11 0 15,7-6-1-15,4-1 3 0,-2-8-4 16,0-17 2-16,-6-3 0 0,-7-8 0 16,-12 2 0-16,-10-4-3 15,-12 0 0-15,0-2-4 16,-4-2 2-16,-17 2-1 16,1 6-1-16,1 11 7 0,1 10 0 15,8 12-4 1,-2 1 3-16,-3 28-13 0,0 12 10 15,0 9 2-15,8-4 0 16,7 0 0-16,0-3 2 16,4-7-4-16,14-6 4 15,6-7-3-15,0-10 2 16,13-8-6-16,0-4 7 16,5 0-5-16,3-18 3 15,-5-6-4-15,-2-3-3 16,-9-6-20-16,-6-3 1 15,-11-3 4-15,-2 1 11 16,-10 2 12-16,0 8 1 16,0 8 0-16,0 12 3 15,0 6-2-15,0 2-1 0,0 14-5 16,0 11 5 0,0 1-3-16,0 1 3 0,6-5 0 15,8-2 4-15,2-3-2 16,2-4-1-16,4-6-1 15,0-3 0-15,5-4-1 16,-4 0 1-16,1-5 0 16,-7-8-1-16,0-2 2 15,-1-7 3-15,-8 3-4 16,-1-7-2-16,-7 1-1 16,0 1 4-16,0 8-1 15,0 8 2-15,0 6-1 16,0 2-2-16,0 10-1 15,0 14 0-15,0 7 2 0,5 6 1 16,8-7 2-16,-1-1 10 16,9-5-12-16,1-2 3 15,1-6-4-15,-1-6 0 16,5-7 5-16,0-3-4 16,-3 0-1-16,-2-14 3 15,-4-7 0-15,0-5 0 16,-8-7-3-16,-2-4 3 15,-8-9 0-15,0-5-3 16,0-10-1-16,-12-7-4 16,-6 6 7-16,0 9-2 15,3 16 0-15,5 23 1 16,5 12 7-16,-2 2-8 0,7 28 2 16,0 15-2-16,0 6 6 15,12 2 9-15,-2-3-15 16,-1-1 0-16,0-4 2 15,-3 1-2-15,0-4-1 16,0-8-103-16,-1-7-137 16,-1-9-77-16,-3-8-326 15</inkml:trace>
  <inkml:trace contextRef="#ctx0" brushRef="#br0" timeOffset="7374.56">10288 4977 904 0,'0'0'14'0,"0"0"114"0,0 0-91 0,0 0-37 0,69-91-2 15,-33 66 0-15,-1-5-61 16,1-4-207-16</inkml:trace>
  <inkml:trace contextRef="#ctx0" brushRef="#br0" timeOffset="8172.31">10575 5013 907 0,'0'0'6'0,"0"0"-6"0,0 0 67 0,0 0 9 0,-14 101-21 0,14-56-8 15,5 6 4-15,-1 5-7 16,-4 1-14-16,0 0-14 16,2-8-14-16,-1-11 0 15,4-9-1-15,-1-12-1 16,-3-6 1-16,-1-4-5 16,0-7 4-16,0 0 0 15,0-3 17-15,0-18-7 0,-5-5-7 16,-7-14-3-1,2-5 0-15,4-16-5 16,1-10 5-16,5-5 0 0,0 2-1 16,0 10 4-16,8 13-3 15,5 18 0-15,7 11 0 16,-3 7 13-16,7 10-13 16,1 5-2-16,3 0 2 0,1 18-3 15,-7 7 1 1,-4 0 2-16,-10 8 0 0,-8-5 3 15,0 4-1-15,-20-3-2 16,-7-4 0-16,0-5 6 16,4-7-3-16,2-7-3 15,6-4 0-15,-3-2 5 16,6 0-5-16,-2-6 0 16,3-8-7-16,3 0-22 15,8-1-6-15,0 3-46 16,0 4-23-16,19 3-28 15,7 2-18-15,7-1-36 16,2 2-175-16</inkml:trace>
  <inkml:trace contextRef="#ctx0" brushRef="#br0" timeOffset="8762.86">10931 4968 778 0,'0'0'76'0,"0"0"97"0,0 0-15 0,0 0-70 0,0 0-52 16,0 0-27-16,-21-24 3 16,21 33-11-16,0 6 8 15,0 2 5-15,0 1-10 16,12-6-3-16,5 2-1 16,5-7 0-16,2-1 0 15,0-6 0-15,6 0-2 0,-5 0 0 16,-3-4-13-16,-3-12-13 15,-3-3 11 1,-7-6 10-16,-1 0 5 16,-2 0 2-16,-6 3 0 15,0 5 2-15,0 12 2 16,0 3 11-16,0 2 4 16,0 7-19-16,0 14-4 0,0 3 4 15,3 5 7-15,5-7 1 16,4-4-5-16,0-1 3 15,3-7-6-15,3-2 0 16,-1-6 5-16,4-2-4 16,-3 0 2-16,0-5 3 15,-3-15-3-15,-3-3 1 16,-5-3-4-16,-2-11-5 0,-5-4 3 16,0-11-1-16,0-6 2 15,-9-7-1-15,2 1 4 16,-4 11-5-16,5 17 0 15,0 17 3-15,5 13-1 16,1 6 1-16,0 19-11 16,1 19 7-16,9 5 8 15,3 4-8-15,-6 0 4 16,-1 3 0-16,-5-1-2 16,-1 0-46-16,0-6-104 0,0-3-82 15,-7-8-202 1</inkml:trace>
  <inkml:trace contextRef="#ctx0" brushRef="#br0" timeOffset="8971.64">11313 4798 878 0,'0'0'11'0,"0"0"8"0,0 0 6 0,82-47-9 0,-25 28-16 16,4 0-1-16,-5-4-169 16,4-1-459-16</inkml:trace>
  <inkml:trace contextRef="#ctx0" brushRef="#br0" timeOffset="9665.85">13879 2614 772 0,'0'0'13'0,"0"0"-10"0,0 0 24 0,0 0 73 0,0 103 12 16,4-26 4-16,4 23-32 15,4 21-4-15,3 24-6 16,6 25-13-1,1 32-4-15,2 23-29 16,-2 14-14 0,2 7 9-16,-6-4-22 15,-3-9 3-15,-6-16 0 16,-4-23-3-16,-5-31 2 0,0-32-3 0,0-31 2 16,0-30 2-16,0-26-4 0,0-21 0 15,0-23-1-15,0-25-23 16,9-25-88-16,5-23-64 15,0-13-49-15,-4-13-156 16</inkml:trace>
  <inkml:trace contextRef="#ctx0" brushRef="#br0" timeOffset="10593.02">13867 2392 752 0,'0'0'2'0,"0"0"-2"16,0 0 27-1,0 0 17-15,0 0 8 16,0 0 8-16,51-4 25 15,-1 4-18-15,22-5-13 0,24-15 6 16,32-8-8 0,42-7-34-16,38-7 23 15,36 3-22-15,25-3-15 16,23 7 5 0,11 6-8-16,6 8-1 15,-5 9-6-15,-10-1 6 16,-16 4 3-16,-19 0-3 0,-14-4-4 15,-30 2 3-15,-29-4 1 0,-27-1 6 16,-30-4-6-16,-30 0 1 16,-29 6-5-16,-30 4 3 0,-21 4 1 15,-14 5 13-15,-5 1 55 16,0 0-7-16,0 0-28 16,0 0-21-16,0 0 3 15,3 0-12-15,-1 0-1 16,-1 0 3-16,1 0-1 15,-2 0 3-15,4 0-7 16,6 11 1-16,7 19-1 16,8 13 27-16,8 16-11 15,7 10 0-15,5 13 3 16,12 11 13-16,5 20-13 16,5 13-3-16,4 8 9 15,-12 9-13-15,-8 5-4 16,-17 1 2-16,-16 9-4 0,-12 11-3 15,-6 6-3-15,-3 0-1 16,-13-9-5-16,2-20 6 16,3-18 0-16,3-11 0 15,5-13 1-15,0-5 3 16,-2-4-4-16,-2-5 1 16,-5-9 9-16,2-12-10 15,-8-13 0-15,0-14 1 16,-5-3 0-16,0-11-2 15,-3-4 1-15,-5-4-3 16,-6-5 1-16,-17-3-18 16,-16 0 11-16,-23-2 8 15,-35-3-11-15,-42 1 10 16,-46 2-12-16,-49 3-13 16,-39 10 23-16,-24 1 6 0,-15-1-2 15,0 2 0-15,11-2 5 16,30-9-4-16,46-5 2 15,55-5 2-15,58-4-10 16,49 0 3-16,42 0-1 16,32 0-44-16,20-1-80 15,4-5-129-15,28-7-115 16,4-6-363-16</inkml:trace>
  <inkml:trace contextRef="#ctx0" brushRef="#br0" timeOffset="11297.27">15464 3464 833 0,'0'0'394'0,"0"0"-394"0,0 0 0 0,0 0 9 0,0 0-4 0,0 0-4 15,3 102 37-15,8-45-16 16,-5 0-1-16,-3-10 2 0,-1-7-4 16,-1-11-15-1,-1-12-3-15,0-7 9 0,0-7-10 16,0-3 0-16,0 0 21 15,0-15 4-15,0-16 17 16,-4-17-42-16,-1-11 4 16,1-7-4-16,0-3 0 15,1 7 0-15,3 9-1 16,0 17 4-16,0 13-3 16,0 13 2-16,0 7 8 0,0 3 5 15,0 8-15 1,3 17-12-16,8 8 12 0,3 6 0 15,4 0 7 1,4-5-7-16,4 1 0 0,7-7 2 16,3-7-2-16,2-9 0 15,2-11 2-15,-2-1 1 16,2-12-2-16,-1-15-1 16,-4-8 0-16,-2-4 2 15,-3-7 0-15,-6 0-1 16,-5 2 5-16,-7 11-3 15,-4 9 4-15,-4 16-5 16,-4 8 23-16,0 0 1 16,2 22-26-16,-2 15 0 15,8 15 37-15,2 7-9 16,-1 9-5-16,5 5-18 16,1 0-1-16,0 0-6 0,2-8 2 15,-1-14-7-15,1-12-74 16,2-15-69-16,6-13-15 15,5-11-93-15,3-14-85 16</inkml:trace>
  <inkml:trace contextRef="#ctx0" brushRef="#br0" timeOffset="11562.79">16509 3424 1023 0,'0'0'50'16,"0"0"32"-16,0 0 17 0,0 0-52 0,0 0 55 0,0 0-49 0,-43 110-12 16,40-60 7-16,0 8 13 15,0 1-4-15,3-3-17 16,0-10-2-16,0-10 8 16,17-6-28-16,12-9 6 15,15-8 19-15,14-9-18 16,9-4 1-16,12 0-26 15,12-11 6-15,6 1-13 16,12-1-11-16,8-7-215 16,-3-11-373-16</inkml:trace>
  <inkml:trace contextRef="#ctx0" brushRef="#br0" timeOffset="12854.05">19098 3254 545 0,'0'0'115'15,"0"0"-76"-15,0 0 72 0,0 0-4 16,0 0-45-16,0 0-3 16,0 0 14-16,-22 0-8 0,22 0-3 15,0 0-7-15,0 0-8 16,0 0 16-16,0 0 4 16,0 0-27-16,0 0 11 15,0 0-35-15,0 0 1 16,0 0-4-16,5 0-11 15,27 0 6-15,17-2 20 16,21-9-4-16,21-2 6 16,17-1-25-16,21-2 0 15,18-3-4-15,15 0 3 16,8 4-4-16,-4 2 0 16,0 4 0-16,-9 3 6 15,-11 0-6-15,-9 2 0 0,-22-1-1 16,-20-1 1-1,-25 0-4-15,-23 0 4 0,-19 1 0 16,-12-1 5-16,-7 2-1 16,-4-1-1-16,-4 4 10 15,-1 0 23-15,0 1 3 16,3 0-24-16,-3 0-12 16,2 0 7-16,-1 0-9 15,-1 0-1-15,0 0 0 16,0 0-2-16,0 0-5 15,0 0 7-15,0 0-12 16,0 0 2-16,0 0-47 0,0 0-22 16,0 0-20-1,0 0-31-15,0 0-9 0,0 0-29 16,-10 0-66-16,-4 1-97 16</inkml:trace>
  <inkml:trace contextRef="#ctx0" brushRef="#br0" timeOffset="13687.05">21076 2867 600 0,'0'0'68'0,"0"0"-13"0,0 0 67 0,0 0-37 0,0 0-12 15,0 0-6-15,-70-5 1 16,67 5 9-16,-1 0-32 16,1 0-6-16,-1 0-7 15,1 0 4-15,-1 0 5 16,4 0-13-16,0 0-4 15,0 0 4-15,0 0-19 16,0 0 7-16,0 0-10 16,0 0-3-16,0 0 11 15,0 0-10-15,0-2 5 0,0 2 9 16,0 0-5-16,0 0 8 16,0 0-9-16,0-2-9 15,0 2 14-15,0 0-11 16,0 0 1-16,0 0 8 15,0 0-10-15,0 0 5 16,0 0-10-16,0 0 3 16,0 0 0-16,0 0-2 15,0 0-1-15,0 0 0 16,0 0 3-16,0 0-3 16,0 0 0-16,0 0 0 15,0 0-2-15,0 0 2 16,0 0 0-16,0 0-2 15,0 0-2-15,14 5 4 16,9 9 6-16,7 3 2 0,5-2 22 16,0 2-19-1,6-1 2-15,-2-1 2 16,-2 2-12-16,-4-1 6 0,-4-4-9 16,-6 0 0-16,-4-3 0 15,-5-1 0-15,-5-2 0 16,-5-5 0-16,-2 0 3 15,-2 1-2-15,0-2-1 16,0 0 0-16,0 3 7 0,0 4-7 16,0 4 0-1,-11 9 12-15,-8 6-1 0,-10 8 9 16,-6 4-13-16,-10 5-6 16,2 3 10-16,-2-3-11 15,2-4 0-15,8-6 0 16,13-13 1-16,13-7-9 15,6-7-13-15,3-6-196 16,15 0-159-16,9-22-245 16</inkml:trace>
  <inkml:trace contextRef="#ctx0" brushRef="#br0" timeOffset="14331.84">21891 2621 901 0,'0'0'27'0,"0"0"-17"0,0 0 47 0,0 0 1 15,-23 74 43-15,13-19-10 16,1 8-39-16,-1 8 22 16,-1 11-18-16,-5 5-19 15,1 1-4-15,-1-2-25 16,2-10-7-16,-1-14 1 15,9-13 0-15,3-17-4 16,2-14 1-16,1-11-7 0,0-7-89 16,0-10-88-1,10-19-36-15,0-12-99 0</inkml:trace>
  <inkml:trace contextRef="#ctx0" brushRef="#br0" timeOffset="14782.9">21822 2542 870 0,'0'0'19'0,"0"0"0"15,0 0 44-15,0 0 5 16,111-35-5-16,-56 41-20 16,1 15-14-16,-2 9 20 15,-8 8-22-15,-7 1 3 16,-9-1-9-16,-12 2-10 0,-14-7 11 15,-4 3-3-15,-20-5-6 16,-16-2 30-16,-11-6-15 16,-2-2 10-1,-4-4-10-15,-1-5-16 0,9-2 5 16,12-6-11-16,14-3-6 16,13-1 7-16,6 0-6 15,0 0 8-15,0 0-9 16,12 0-3-16,10 0 2 15,10 9-4-15,2 13 3 16,-3 9-3-16,-1 6 6 16,4 4-1-16,-3-3 3 15,2 5-1-15,8-6 2 0,-1-5-4 16,3-6 4-16,2-7-7 16,-2-2 3-16,-1-10 0 15,-4-4-9-15,-4-3-183 16,-3 0-17-16,-1-7-100 15,-6-15-305-15</inkml:trace>
  <inkml:trace contextRef="#ctx0" brushRef="#br0" timeOffset="15904.08">22634 2990 774 0,'0'0'75'0,"0"0"132"0,0 0-31 15,0 0-91-15,0 0-83 0,0 0 2 16,-9 54 33-16,9-25-20 15,0 0-3-15,7 0-8 16,11-3 5-16,6-6-2 16,1-3-7-16,7-7 2 15,-2-4-1-15,-1-4 0 16,-2-2-2-16,-3 0 1 16,-4-12 0-1,-4-11-2-15,-7-6-10 0,-3-9 10 16,-6-5-13-1,0 3 8-15,0 8 5 16,0 11 0-16,0 11 3 0,0 8-3 16,0 2 0-16,0 18-2 15,0 13 4-15,0 7 8 0,0 1 4 16,5-7-11-16,9 0 16 16,7-4-11-16,3-4-7 15,6-4 8-15,7-7-5 16,2-5-2-16,1-8 2 15,1 0-3-15,-1-4 6 16,-3-16-7-16,-2-9 2 16,-10-12 2-16,-1-14-4 15,-14-12-2-15,-5-14-4 16,-5-13-43-16,0-8 14 16,-5-6 0-16,-9 8 18 15,-2 17 13-15,1 30 4 16,5 28 0-16,1 22 5 0,-2 7-5 15,-5 36-10-15,1 19 10 16,3 16 0-16,9 8 19 16,3-1-13-16,3 5 17 15,14-2 2-15,5-3-11 16,4-6 5-16,3-9-16 16,1-11 0-16,5-11 0 15,3-14-3-15,-1-12 0 16,10-13 4-16,2-6-1 15,3-11 4-15,-1-16-7 16,-3-8 2-16,-9-6-6 16,-8-11 4-16,-10-6-24 15,-14-7 3-15,-7-2-4 16,0 9 21-16,-12 11-1 0,-4 19 5 16,2 17 3-16,0 11-3 15,-3 5-2-15,-2 26 2 16,2 14 2-16,8 10 33 15,8 2-6-15,1 0-5 16,0-2-3-16,10-6-10 16,7-4 3-16,8-5-7 15,0-10-3-15,3-7 2 16,1-8-6-16,5-13 2 16,1-2 4-16,0-10-5 15,1-12 4-15,-1-9-5 0,-1-6 3 16,-4-4 1-16,-5-10-4 15,-6-6 0-15,-6-4 3 16,-4 4 2-16,-1 9-5 16,-3 16 0-16,-2 14 1 15,-3 13-1-15,3 4 0 16,-2 1-6-16,10 4 2 16,7 19-8-16,4 6 12 15,5 4 0-15,-2 1 5 16,5-1 13-16,0 3 4 15,3-2 7-15,-8-4 19 16,-7-1-29-16,-10-6 8 16,-8-4 0-16,-4-1-5 15,-27-1 18-15,-13 0-9 0,-15-4-24 16,-11 4-7-16,-9-2 1 16,-8 1-2-16,-4-2-23 15,-1-4-165-15,6-4-172 16,-1-6-475-16</inkml:trace>
  <inkml:trace contextRef="#ctx0" brushRef="#br0" timeOffset="21778.84">24845 2996 721 0,'0'0'45'0,"0"0"45"0,0 0 46 0,0 0-39 16,0 0-4-16,0 0-45 15,0 0-3-15,0 0-3 16,-33-11-7-16,33 11 3 16,0-2-11-16,0 2 8 0,0 0-5 15,10 0-19 1,20-3 10-16,14 3 24 0,12-7 8 16,19-2-21-1,7-3-13-15,11-4 0 0,4 1-13 16,8-4-2-16,12 5 2 15,5-3-5-15,6 4 2 16,-7 4-3-16,-15 2-5 16,-15-3 4-16,-19 4-1 15,-23 3 2-15,-21-1-2 16,-14 1 2-16,-8 2 0 16,-5-1 9-16,-1 2 0 15,0-3 43-15,0 3-15 16,0-1-19-16,0 1-1 15,0 0-14-15,0 0-1 16,0 0 4-16,0 0-6 16,0 0 7-16,0 0 0 0,0 0 2 15,0 0 13-15,0 0-12 16,0 0 3-16,0 0 2 16,0 0-9-16,0 0 5 15,0 12-9-15,0 15-2 16,0 7 26-16,0 10-13 15,0 4-2-15,0 9 1 16,0 6-3-16,0 6 5 16,6 9-11-16,9 7 9 15,6 6-12-15,4 9 0 0,-1 6 0 16,-1 5 0-16,-4-3 0 16,-4-2 0-16,-3 1 0 15,-5-5 0 1,-2-5 0-16,-4-3 0 0,-1-10 0 15,0-3 0-15,0-8 0 16,0 2 0-16,0 2 0 16,0 1 0-16,0-2 0 15,0-2 0-15,0-5 0 16,-1-5 0-16,1-2 0 16,-3-6 0-16,0-12 0 15,-2-8 0-15,-1-12 0 0,5-13 0 16,-2-1 0-1,0-7 0-15,2-1 0 16,-1-2 0-16,1 0 0 0,-5 0 0 16,-1 0 0-16,0-2 0 15,-3-5 0-15,7 1 0 16,-2 1-11-16,1 4-59 16,1-4-26-16,-5 5-60 15,-2 0-66-15,-4 0-27 16,-5 0-62-16,-1 0-112 15</inkml:trace>
  <inkml:trace contextRef="#ctx0" brushRef="#br0" timeOffset="22228.29">26037 5294 622 0,'0'0'546'0,"0"0"-543"0,0 0 164 0,0 0-20 16,0 0-93-16,0 0-22 16,-7-14-16-16,27 31 36 15,6 2 10-15,-2 3-23 16,1 1-10-16,2 2-11 16,3 0 3-16,1 2 3 15,2-1-12-15,0-1-3 16,-2-3-5-16,-1 1 3 15,3 3 2 1,0-7-8-16,-5 0 0 0,-9-13 2 16,-7-6-1-16,0 0 4 15,0-6-4-15,6-14-2 0,0-1 3 16,0-4-3-16,-2-4 2 16,0-2-1-16,0-6 1 15,3-6-2-15,-1 7 0 16,-2 1-2-16,-3 10 0 15,-5 7 4-15,-3 6-2 16,-5 6 0-16,0 2-1 16,0 2-3-16,0 2-30 15,0 0-75-15,0 0-82 0,0 0-106 16,0 0-154-16</inkml:trace>
  <inkml:trace contextRef="#ctx0" brushRef="#br0" timeOffset="23151.7">28014 1702 598 0,'0'0'329'0,"0"0"-324"0,0 0-1 0,0 0 35 0,0 0 53 0,-46 96-3 15,14-34-11-15,-8 10-14 0,-12 12 44 16,-17 16-17-16,-19 15-40 16,-17 17 15-16,-17 11-24 15,-7-1-12-15,0-2-14 16,14-15-2-16,12-15 13 15,17-14-17-15,17-20 0 16,17-12-4-16,16-19-5 16,15-11-2-16,8-11 0 15,7-13 1-15,4-4-1 16,2-6 1-16,0 0-7 16,0-4-25-16,2-15-69 15,13-9-61-15,0-7-53 16,-2-8-48-16,-1-3-43 0</inkml:trace>
  <inkml:trace contextRef="#ctx0" brushRef="#br0" timeOffset="23450.72">26904 2688 1003 0,'0'0'106'16,"0"0"-100"-16,0 0 110 15,0 0-81-15,0 0-22 16,-54 117 34-16,27-48 31 16,-1 8-3-16,-2 1-15 15,3 1 6-15,2-7-28 16,10-10-11-16,6-6-6 0,9-9-10 16,0-10 2-16,19-10-9 15,17-10 1-15,18-14 6 16,18-3-10-1,16-17 4-15,14-18-5 0,10-7-1 16,8-1 0-16,4-7-65 16,-2-3-191-16,-10-4-139 15</inkml:trace>
  <inkml:trace contextRef="#ctx0" brushRef="#br0" timeOffset="24338.74">28796 1280 1120 0,'0'0'34'0,"0"0"-3"0,0 0 89 0,0 0-64 0,0 0-36 15,-29 121 72 1,16-49-26-16,-4 4-14 16,4-2-9-16,0-8-12 15,4-6-15-15,2-7-14 16,4-10 4-16,2-14-6 0,1-8 0 16,0-13-1-16,0-4 4 15,0-4-3-15,0-6 4 16,0-24 7-16,4-13-8 15,3-14-3-15,3-7 0 16,-1-12-1-16,0-6 1 16,1 4 0-16,1 11 0 15,-2 20 1-15,-2 20 1 16,-4 17-2-16,-1 7 2 0,-1 3-2 16,8 15-11-16,3 19 2 15,9 11 9-15,3 10 0 16,7-1 13-16,5-4-13 15,4-3 5-15,5-7 2 16,1-8-7-16,-2-8 5 16,-4-9-5-16,-8-8 0 15,-7-7 11-15,-3 0-11 16,-6-15 6-16,-1-16 6 16,-6-12-9-16,-2-13 7 15,-7-14-10-15,0-6 5 16,0-1-5-16,-11 12 0 15,-3 17 0-15,4 17-4 0,-2 11-9 16,7 15-30-16,1 5-65 16,-1 10-57-16,4 18-83 15,1 13 27-15,0 1-134 16</inkml:trace>
  <inkml:trace contextRef="#ctx0" brushRef="#br0" timeOffset="25125.83">29406 1646 1130 0,'0'0'56'0,"0"0"16"0,0 0 79 0,0 0-82 16,97-56-65-16,-52 28 6 16,2-2-10-16,-8-2 3 15,-9-6 0-15,-11-3-2 16,-13 4 3-16,-6 2 4 15,0 11-4-15,-13 7 12 16,-11 11-6-16,-4 6 8 16,-7 13 0-16,4 18-14 15,4 14 2-15,6 6 6 16,12 1-8-16,9 0 4 16,0-4-8-16,21-11-2 15,9-5 1 1,7-9 2-16,4-9-4 15,3-7 1-15,3-7 2 0,0-1-1 16,-3-19-13-16,-7-8-12 0,-4-7-6 16,-8-9 16-16,-7-4 16 15,-8 3 0-15,-5 10 1 16,-5 13 6-16,0 14 0 16,0 6 26-16,0 2 0 15,0 10-33-15,-5 16-7 16,-1 7 6-16,3-1 2 15,3-3 3-15,0-5-4 16,0-3 0-16,12-8-1 16,6-3 3-16,3-6-1 15,5-4-1-15,2 0 0 0,2-10 8 16,-2-10-7-16,-3-5 1 16,-2-8 4-16,-7 0-4 15,-4 2 3-15,-3 10-4 16,-6 9 0-16,-3 9 10 15,0 3-2-15,0 9-9 16,0 18-18-16,5 6 18 16,2 4 17-16,8-5-13 15,0-4 0-15,6-8 4 16,1-6-7-16,1-9-1 16,2-5 7-16,2 0-1 15,-2-19 16-15,-1-9 0 16,-4-6 16-16,-6-8-2 0,-6-10-15 15,-8-7 1-15,0-1-15 16,-9 5-6-16,-9 12-1 16,0 16-1-16,0 9-9 15,3 15 1-15,0 3-68 16,-2 15-61-16,3 18-48 16,2 4-16-16,5 6-119 15,7-3-309-15</inkml:trace>
  <inkml:trace contextRef="#ctx0" brushRef="#br0" timeOffset="26624.16">31130 1370 1115 0,'0'0'1'0,"0"0"96"0,-44-78 23 0,29 69-57 16,-4 4-13-16,-7 5-20 16,-4 0-21-16,-5 16 1 15,-1 7-1-15,1 6 9 16,7 5 7-16,6 1-12 16,8 1 4-16,6-5-14 15,8-3-2-15,0-7-2 16,0-6 4-16,17-4-5 15,4-7 2-15,4-4 0 16,3 0-5-16,4-6 5 16,2-14-9-16,2-7-17 15,-3-10-15-15,-2-8 3 0,-4-7-3 16,-6-6 9-16,-8-12 3 16,-7-1 10-16,-4-8 15 15,-2-7 3-15,0 4 0 16,-6 9 1-16,-6 16 1 15,-3 22 7-15,6 18 24 16,0 15 1-16,-4 2-15 16,-4 27-18-16,-7 16 0 15,4 13 21-15,4 11-1 16,12 2-5-16,4 7 9 0,1 0 8 16,21-2-8-16,11 1-8 15,8-8-8-15,5-3 3 16,7-10-11-16,2-13 0 15,-3-12 2-15,2-14 0 16,-2-12-1-16,-9-3 6 16,-3-7-5-16,-8-17 5 15,-8-5-3-15,-5-13-1 16,-7-1 4-16,-6-1-3 16,-6 5-3-16,0 13 4 0,-10 11-2 15,-6 9 3 1,-6 6-6-16,-3 0 0 0,-2 15 0 15,3 5 9-15,6 2-4 16,6-1 1 0,4 0-4-16,4-1 1 0,4-5-3 15,0-2 2-15,0-3-1 16,7-5 3-16,7 1-4 16,3-2 0-16,4 1 4 15,1-4 1-15,-2 2-5 16,0-1 0-16,-2 8-4 15,-3 3 3-15,1 3-1 16,-2 2 1-16,-2-1 1 16,0-2-1-16,0-3 0 15,1-5 1-15,1-3 3 16,0 2-1-16,1-6-2 0,2 0 4 16,-1 0-2-16,2-6 2 15,0-8-1-15,1-9-1 16,4-9 6-16,-2-11-8 15,0-13 0-15,2-10 0 16,1-11-1-16,-3-9 0 16,2-6-13-16,-3-11-5 15,-3-4 8-15,-7 6-9 16,-8 16 13-16,-2 22 6 16,0 28 2-16,0 19 7 15,-6 16-8-15,-9 20-15 16,-6 29 0-16,-4 19 15 15,2 13 2-15,5 6 1 16,9 5 1-16,3 2 15 0,6 1-8 16,0-2-11-16,15-6 3 15,17-9 0-15,14-10-3 16,2-15 0-16,1-18 3 16,-1-12-3-16,-7-17 0 15,-3-6 1-15,-2-11 3 16,1-14 1-16,-6-8-3 15,-4-9-2-15,-9-11-3 16,-14 1 0-16,-4 5-1 16,0 12 3-16,-6 16-1 15,-10 11 2-15,-2 8-3 16,-6 0-3-16,0 16 6 0,5 7 1 16,6 3 2-16,3-1 3 15,7 1-6-15,3-5 1 16,0-5 2-16,0-4-3 15,0-4-2-15,5-3 2 16,7-2 1-16,6-3-1 16,2 0 5-16,2 0-4 15,2-10 2-15,-2-2-3 16,-4 3 0-16,-3 3-1 16,-8 6 1-16,-1 0-3 0,0 9-4 15,0 6 7 1,3 4 1-16,0-1 0 0,0-4-1 15,3-5 14-15,3-1-5 16,4-7 4-16,5-1-1 16,3 0-7-16,3-5-2 15,0-13-3-15,-2-7-4 16,-4-8-54-16,-3-7-87 16,-9-10-87-16,-9-8-156 15</inkml:trace>
  <inkml:trace contextRef="#ctx0" brushRef="#br0" timeOffset="26839.82">32308 941 1024 0,'0'0'50'0,"0"0"31"0,97-15 23 0,-38 10-71 0,9 0-23 0,0 0-10 16,-1-4-2-16,2 1-3 15,-7-10-236-15,-6-5-130 16</inkml:trace>
  <inkml:trace contextRef="#ctx0" brushRef="#br0" timeOffset="28958.8">25673 6452 1148 0,'0'0'5'0,"0"0"3"0,0 0 67 0,0 0 14 0,0 0-37 0,0 0-35 16,0 0-9-16,-90 1-7 15,57 37 2-15,-5 7 29 16,8 4 4-16,0 7-13 15,5 0-9-15,5 0-12 16,8-6 8-16,7-10-9 0,5-5-1 16,7-9 1-1,15-6 5-15,11-3-6 16,7-11 5-16,8-6-3 0,4-2 8 16,2-19-8-16,-6-3 2 15,-4-7-4-15,-12-10 2 16,-14-7-1-16,-11-10 2 15,-7-4 0-15,-13-1 3 16,-15 7-3-16,-8 12-2 16,-6 15 2-16,-6 18 4 0,2 11 3 15,-2 9-10 1,8 22-1-16,8 11-5 0,12 8 6 16,12 4-5-16,8 3 4 15,0-4-3-15,25-8 2 16,13-5-3-16,12-13-15 15,15-7-32-15,6-15-91 16,6-5 9-16,0-2-60 16,-1-17-11-16,0-9-77 15,-9-9-97-15</inkml:trace>
  <inkml:trace contextRef="#ctx0" brushRef="#br0" timeOffset="29513.19">26216 6623 151 0,'0'0'401'15,"0"0"-217"-15,9-79 34 16,-15 71-47-16,-6 8-12 15,-4 0-118-15,-4 25-36 0,-1 3 23 16,3 6 24 0,8-1-22-16,9-3-15 0,1-3-11 15,0-6-2-15,13-2 0 16,3-6 1-16,8-6-3 16,6-6 9-16,3-1-7 15,1 0 6 1,2-18-7-16,-2-6 1 15,1-5 3-15,-7-7-5 16,-4-2-1-16,-8 3-1 0,-4 7 4 16,-6 9 1-16,-6 13-3 15,0 6 0-15,0 0 0 16,0 13-1-16,-6 14-7 16,-6 9 8-16,2 4 3 0,5-3 5 15,5-3-8-15,0-3 5 16,12-6 1-16,8-5-6 15,8-5 0-15,3-7 7 16,7-8-6-16,2 0 11 16,0-9-10-16,-1-15-1 15,-6-6 9-15,-3-11-10 16,-8-9 0-16,-3-8-2 16,-7-13 6-16,-3-10-10 15,-6-10 6-15,-3 4 0 16,0 16-1-16,0 22 2 0,0 25-1 15,0 17 3-15,-1 7-3 16,-4 19-3-16,1 20-18 16,-1 10 21-16,4 4 1 15,1 1 0-15,0-3-1 16,0-2 0-16,0 1 0 16,0-4-5-16,0-4-129 15,0-11-142-15,0-9-258 16</inkml:trace>
  <inkml:trace contextRef="#ctx0" brushRef="#br0" timeOffset="30171.89">26776 6586 1082 0,'0'0'13'0,"0"0"190"0,0 0-154 15,0 0-49-15,0 0-9 16,86-40 8-16,-38 35-4 15,0-2-2-15,-2-2-24 16,-7 0-54-16,-4 2 13 16,-6-4 23-16,-9 5 14 15,-6 5 33-15,-8 1-3 16,-2 8 5-16,-2 22 0 16,-2 15 17-16,0 13 64 15,0 14 6-15,0 10-3 16,0 18-27-1,-2 7 29-15,-6 4-30 16,-3 4-23-16,-5-12-26 16,-1-10-7-16,5-14 0 0,2-20 4 15,2-16-6-15,5-17 2 0,2-14-8 16,1-12 7-16,0-5-30 16,1-21-32-16,8-17-41 15,5-13 53-15,-4-15-8 16,2-13-9-16,-2-19 30 15,-7-17 31-15,-3-10-5 16,0-1 10-16,-8 13 2 16,-9 18 1-16,1 22 24 15,7 22 89-15,4 18-10 0,5 13-33 16,6 9-17-16,23 6-28 16,14 9-24-16,12 1 0 15,6 11-4-15,-1 15-4 16,-5 7 6-16,-13 5 0 15,-11-1 0-15,-13 0 0 16,-15-4-2-16,-3-5 4 16,-10-6 3-16,-16-6-4 15,-4-3 1-15,-2-7 16 16,2-2-18-16,0-4 2 16,2 0 1-16,8 0 0 15,7-6-6-15,8-5-4 16,5-2-129-16,3 0-22 0,24-1-109 15,11-2-141 1</inkml:trace>
  <inkml:trace contextRef="#ctx0" brushRef="#br0" timeOffset="30755.1">27711 6481 1017 0,'0'0'103'0,"0"0"85"0,0 0-98 0,0 0-90 15,0 0 5-15,0 0 2 16,0 65 41-16,0-43-24 16,7-1-17-16,7-1-7 0,1-6 10 15,-3-3-10-15,7-6 0 16,-1-3 3-16,1-2 1 16,2 0 6-16,-3-19-8 15,2-6 2-15,-3-5-1 16,-5-5-3-16,1 1 0 15,-5 5 0 1,-3 10 2-16,-4 8 2 16,-1 8-4-16,0 3-4 0,0 14-3 15,0 13-13-15,0 9 20 16,0 3 0-16,8-6 4 16,9-1 2-16,2-6 23 15,1-8-25-15,3-1-2 16,-2-11 0-16,3-4 2 15,1-2-2-15,3-6 1 0,-3-14 6 16,-3-8-9 0,-5-10 0-16,-4-14 4 0,-2-8 0 15,-5-16-3-15,-4-12-1 16,-2-8-6-16,0-3 4 16,0 18-1-16,-8 23 3 15,2 27 5-15,-1 19-1 16,2 12-1-16,2 25-3 15,2 19 0-15,1 12 0 16,0 6 12-16,11 1-9 16,3-1 3-16,-3-2-6 15,-1-4 0-15,-9-5 0 16,-1-7-4-16,0-9 2 16,0-11-121-16,0-11-127 0,0-13-60 15,0 0-296-15</inkml:trace>
  <inkml:trace contextRef="#ctx0" brushRef="#br0" timeOffset="30903.42">28312 6322 830 0,'0'0'273'0,"0"0"-191"0,0 0 129 0,0 0-131 16,101-81-68-16,-65 72-10 15,5 1-2-15,2 6-4 16,3-6-121-16,-2 0-291 15</inkml:trace>
  <inkml:trace contextRef="#ctx0" brushRef="#br0" timeOffset="33998.71">22021 6853 811 0,'0'0'0'0,"0"0"0"0,0 0 19 16,0 0 23-16,0 0 18 15,0 0 23-15,89-43-32 16,-48 17-2-16,-2-5-2 16,-4 3-23-16,-8-3-9 15,-6-2-5-15,-5 4 1 0,-5-4-8 16,-7 3 7-16,-4 5 18 15,-3 7-3-15,-21 7 29 16,-5 11-35-16,-10 0-18 16,0 20 7-16,0 13-8 15,3 10 0 1,9 5 12-16,8 0-11 0,8-1-1 16,11-3 0-16,0-4 4 15,11-6-4-15,17-9 0 16,13-6 0-16,14-11-3 15,9-8 3-15,6 0-2 0,8-15-23 16,-5-8-98-16,-4-7 27 16,-8-4-41-16,-15-4-6 15,-16-7 58-15,-18 6 43 16,-12 6 42-16,0 10 22 16,-22 15 61-16,-7 8-16 15,-10 6 4-15,-4 22-47 16,-6 7 11-16,4 7-12 15,3-5 0-15,2-2-8 16,7-4-5-16,3-5 2 16,10-8-10-16,7-8 0 15,7-5 2-15,6-5-2 0,0 0 8 16,2-21 10 0,17-6-15-16,2-5-7 0,3-7 2 15,1-1 0-15,-2 3 0 16,-2 8 1-16,-4 12-1 15,-4 11 0-15,-2 6 0 16,0 12 0-16,1 16 2 16,3 3 5-16,4 4 3 15,2 1-9-15,7-5-1 16,4-6 0-16,5-2 2 16,1-11-2-16,3-4 0 15,-4-8-27-15,-4 0-99 16,-3-6 23-16,-9-12 43 0,-8-7 18 15,-7-6 36 1,0-7 6-16,-6 1 6 0,0 3 5 16,0 13 53-16,0 10 18 15,-6 11 77-15,5 5-102 16,-2 26-50-16,-2 18-7 16,1 13 36-16,4 14 1 15,0 14 21-15,0 9-33 16,0 7-7-16,0-8-14 15,0-13-3-15,3-18 7 16,1-17-8-16,1-21 0 16,-4-15-2-16,4-14 4 0,-4 0 7 15,2-32 27-15,-1-21-36 16,-2-16 7-16,0-18-7 16,0-19 0-16,0-12-3 15,0-8 7-15,0 7-4 16,0 25 0-16,4 26 0 15,2 30 0-15,-3 20 0 16,0 18-2-16,6 3-1 16,0 27-20-16,6 9 23 15,1 7 0-15,3 0 1 16,3-5-3-16,3-1 3 16,5-9-1-16,1-7 3 15,5-9 1-15,-2-3 3 16,5-12-7-16,-3 0 0 15,-2-9 4-15,-3-12-3 0,-4-6-1 16,-7-9 0-16,-5-8 2 16,-6-6-2-16,-8-1 0 15,-1 7 0-15,0 13-2 16,-6 12 7-16,0 11-5 16,-3 8 11-16,-6 0-6 15,5 16-5-15,-3 11-4 16,2 7 4-16,5 1-6 15,6 1 7-15,0-3-1 16,6-5 0-16,12-4 2 16,3-5-7-16,3-9 5 15,5-3-14-15,3-5-15 0,1-2-95 16,7-5-13 0,2-13-12-16,4-8 7 0,2-7 19 15,-8-4-217-15,-7 1 142 16,-14 5 198-16,-11 6 176 15,-8 7 60-15,0 7-28 16,0 6-56-16,-9 5-34 16,-6 0-54-16,-3 11-36 15,0 12 5-15,3 8-2 16,3 2 14-16,9-1-16 16,3 1-9-16,0-4 5 15,3-3-22-15,18-4 1 16,3-4 3-16,1-7-4 0,7-5 1 15,3-6-2 1,1 0-1-16,0-14 7 0,-2-7-8 16,1-10-1-16,-5-8-16 15,2-11-17-15,-5-11 22 16,-5-8 7-16,-5-12 1 16,-8-1 2-16,-9 1-3 15,0 15 5-15,0 18 2 16,-13 23-1-16,0 19 6 15,0 6 49-15,0 37-56 16,-2 15 5-16,6 16 1 16,4 4 3-16,5 3 15 15,0 2 6-15,0 0-15 16,9-4-2-16,6-10-10 0,3-10-1 16,1-12-2-1,5-12 0-15,5-13 2 0,-4-12-1 16,1-4 10-16,0-12-6 15,7-17-3-15,-3-5 11 16,-2-7-13-16,-5-4 0 16,-7 5 2-16,-6 4 1 15,-5 13-1-15,-5 10-2 16,0 7 0-16,0 6 7 16,0 5-7-16,-9 15-22 15,-3 8 21-15,5 3 2 16,1-3 6-16,6-1-7 15,0-2 2-15,6-2-1 0,11-4 0 16,3 0-1 0,7-6 7-16,6-8-5 0,10-5 12 15,6 0-14-15,11-1 2 16,-2-14 1-16,-3-2-3 16,-11-1-3-16,-13-1 3 15,-12-1 0-15,-13-3 10 16,-6-1-6-16,0 4-2 15,-12 4 5-15,-10 4-7 16,0 9 0-16,-7 3 5 16,-2 0-5-16,1 9 6 15,5 8-6-15,5 2 0 16,4-1-4-16,10 1 4 16,3-1-5-16,3-3 5 0,0-2-1 15,18-3-2-15,1-4 3 16,5-5 0-16,4-1-7 15,2 0-39-15,-3-10-62 16,3-13-14-16,-3-3 2 16,-6-9-12-16,-4-10 41 15,-3-11 39-15,-8-10 49 16,0-13 1-16,-5-14 2 16,-1-14 13-16,0 3-3 15,-3 13 33-15,-10 26 3 16,2 34 112-16,7 31-72 15,1 15-29-15,3 40-46 16,0 23 17-16,7 10 23 0,17-2-13 16,5-3-6-16,3-8-15 15,-2-3-6-15,-7-6-11 16,-10-5 0-16,-13-7 0 16,0-14-182-16,-9-21-200 15</inkml:trace>
  <inkml:trace contextRef="#ctx0" brushRef="#br0" timeOffset="34153.11">24891 6302 1263 0,'0'0'0'0,"76"-92"0"0,-19 47-2 0,8-1 1 0,6-3-52 0,-3-7-260 15</inkml:trace>
  <inkml:trace contextRef="#ctx0" brushRef="#br0" timeOffset="36076.14">14984 1802 790 0,'0'0'1'0,"0"0"-1"0,0 0 59 0,0 0 21 16,0 0-49-16,0 0-25 15,0 0-1-15,29 26 7 16,-23-2 14-16,-2-2 2 16,2-4-2-16,0-5 17 15,1-5-15-15,0-1 7 16,-1-4-5-16,1-3 0 16,4 0 10-16,7-2 3 15,2-12 13-15,5-11-12 16,6-6-20-16,1-7 13 15,4-10-12-15,2-9-11 16,2-6 4-16,1-8-11 0,-5-1-7 16,-4 3 15-16,-11 3-11 15,-5 12-3-15,-7 10 0 16,-3 11 2-16,-2 14-3 16,-4 10 0-16,0 4 0 15,0 5-5-15,2 0 3 16,-1 0-14-16,2 14 14 15,2 2 2-15,-1 1-2 16,2 3 2-16,-1-4 0 16,2 3-5-16,-1-4 5 0,-1 3 0 15,4 1 2 1,-1-2 0-16,0 7-2 0,3 2 0 16,-5-1-2-16,-1-1 0 15,0-1 2-15,-4 0 0 16,2-7 2-16,-1-3 1 15,-2-4-6-15,1-4 3 16,-1-4 0-16,0 0 3 16,0-1-3-16,0 0 0 15,0 0 5-15,0 0 6 16,0-2 9-16,0-12-13 16,-12-7-7-16,-2-8 10 15,-2-7-10-15,-1-12 0 16,-1-4-1-16,-2-7 2 0,-3 0-3 15,-4-2-1 1,-2 5 3-16,0 4-5 0,-3 7 5 16,2 10 0-16,2 9-2 15,1 6 6-15,6 8-2 16,2 5-2-16,7 7 0 16,-1 0-6-16,7 0 6 15,-2 6-5-15,2 10 4 16,3 7-4-16,3 2 0 15,0 8 4-15,0-2 1 16,12 3-3-16,9-4 3 16,3 2-2-16,7-3 0 15,6 1 4-15,5-3 0 0,10-3-2 16,6-3 0 0,10-3 2-16,-3-1-1 0,-5 1-1 15,-13-4 0-15,-18 1 0 16,-16 3-3-16,-13 10 3 15,-22 6 0-15,-33 8 12 16,-23 7-10-16,-13-3 1 16,-4-3-3-16,-1-3 0 15,2-3-2-15,5-6 2 16,10-3 0-16,19-9 2 16,24-8-2-16,20-8 1 15,16-3-2-15,0 0-17 0,25 0 18 16,21-14 1-16,14-11 0 15,9-8 5-15,6-3-4 16,4-6 0 0,8-3-2-16,7-5 1 0,5 6 3 15,-9 4-4-15,-20 16-5 16,-24 16 3-16,-22 8 0 16,-14 5 0-16,-10 19-4 15,0 8 6-15,-16 4 3 16,-11 2-3-16,0-1 1 15,5-5-2-15,7-7 1 16,13-3-4-16,2-12-73 16,32-5-172-16,17-5-43 0,17-15-265 15</inkml:trace>
  <inkml:trace contextRef="#ctx0" brushRef="#br0" timeOffset="36255.18">17236 1315 1027 0,'0'0'0'0,"0"0"0"0,0 0 9 0,0 0-9 0,0 0-1 16,0 0-24-16,-33 4-17 15,36 6-526-15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31T08:13:49.0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9278 6385 0,'-35'88'218,"-53"142"-202,52-213-16,19 19 16,-36 17 15,-71-159 0,107 35-15,-19-52-1,19 87-15,17 1 16,-18 35-16,18-35 31,35 53 0,142 105 1,140 159-1,-158-211 0,-71-54-15,-17-17-1,-1 0 1,-52 0-16,0-17 16,34-36-1,-34-124 17,-18 72-1,-35 69 0,-53 54 0,70-18-31,-35 53 32,35 35-1,36 18 0,35-71-15,-35-35-1,-1 0-15,36-17 16,-18-36 15,-17 35-15,-18-17-16,0 17 31,0 0 0,0 36 1,88 88-1,-17-35-16,17-54 17,-17-52-17,-36 17-15,0-52 16,-17-54-16,17 18 16,-35 36-16,18-18 15,-18-177 1,0 194-16,0-70 15,0 106-15,-18 35 16,-17 18 15,17 211 1,18-158-32,0-18 15,18 52-15,-1-34 16,1-1-16,0-17 0,17 124 31,-17-107-15,-18-34-16,0-19 15,17 19 1,-17-54 46,0-17-46,18-1 0,-18 1-1,0 17-15,18-17 16,17 35 15,18 0-15,35 106 15,-35-71-15,-53 1-16,18-19 15,-36 89 17,18-88-32,-53-1 31,0-34-16,18-1 1,17 0 0,0 18-16,18-17 15,0-19 17,0 54-17,18-18-15,35 35 16,-18-35-16,1 18 15,34 17 1,18 1 0,89-19 15,-177-34-31,70-54 31,-70 0-15,18-70 15,-18 124-15,-18-1-16,-17 18 31,0 0-15,35 18-16,0 35 15,0 0 1,0 17-1,0-35-15,0 1 16,0-19-16,17 19 16,19-36-16,-1 35 15,-17-35 1,105 0 0,-88-35-16,18-1 15,53-34 1,123-459 15,-211 440-15,-18-34-16,0-1 0,-71-369 31,19 404-15,16 19-1,-17 140 16,53 19-15,36 299 0,34-247-16,-17 70 15,0-105 1,53 282 0,-71-335-1,0 71 1,-17-89-16,17 35 15,-17-34 17</inkml:trace>
  <inkml:trace contextRef="#ctx0" brushRef="#br0" timeOffset="962.51">9931 7567 0,'106'0'141,"70"-35"-126,-141 17 1,18 18 15,-71-17-15,-17 17-1,-124 0 17,71 52-1,71-52-31,17 18 31,53 229 0,-1 18 1,-16-89-1,-36-158-31,0-1 31,0 1 0,17-36 1</inkml:trace>
  <inkml:trace contextRef="#ctx0" brushRef="#br0" timeOffset="2130.66">10283 7955 0,'18'0'656,"0"0"-640,-1-18-16,-17 1 15,18-1-15,-18 1 16,35-36 15,-35 17 0</inkml:trace>
  <inkml:trace contextRef="#ctx0" brushRef="#br0" timeOffset="10742.39">9278 2963 0,'-53'0'359,"-53"36"-343,36-1 0,34-35-1,-175 106 1,52 52 15,124-122-15,-36 52-1,-17 53 1,53-70-16,-71 70 31,53-88-15,18 0-16,-89 211 31,107-211-15,-19 18-16,-34 228 31,52-193-15,0-35-1,18 35 1,0 123 15,0-211-15,0 17-16,18 0 15,53 106 1,-54-141-16,-17 18 16,18 0-1,70 87 16,-70-87-15,17 17 0,-35 1-16,124-1 31,-72-35-15,1 0-1,0 0 1,106-18 15,-141 18-15,-1 0-1,19-17 17,-19 17 14,-17-36-14,-53-34-1,-17-18 0,52 70-31,-35-17 31,53-1 1,-17 19-1,34 17 31,36 17-46,106 36 0,-124-35-1,124 17 17,-106 18-1,-36-35-31,1-1 15,0 19 32,-18-1-47,0 0 16,0-17 0,0 35-1,0-36 1,-53 89-1,35-88 1,1 35-16,-19 0 16,1-18-1,-18 0 1,18 1 15,17-36-15,18 17-1,-17-17 17,17 18 15,0-36-16,0 1-16,0-19 1,0 1-16,0-18 0,0 0 16,0-247 15,0 247-15,0 18-1,0 17-15,0-17 31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08:08.78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6801 3403 809 0,'0'0'1'0,"0"0"57"0,0 0 75 16,-91-80-36-16,81 70-3 15,6 6-22-15,-1 1-5 16,5 3 11-16,-3 0-28 15,3 0-15-15,0 15-26 16,0 18-9-16,13 9 39 16,2 10-3-16,0 5-2 15,0-2-9-15,0 4-11 16,-3-1-5-16,0-4-8 16,-2-8-1-16,-2-9 6 15,-4-12-4-15,-2-9-4 16,-2-8 0-16,0-6-7 0,0-2-7 15,0-5-68-15,0-21-16 16,-8-12-68-16,-3-16 14 16,-3-6-48-16,3-13-81 15,-3-11-180-15</inkml:trace>
  <inkml:trace contextRef="#ctx0" brushRef="#br0" timeOffset="280.87">6676 3127 751 0,'0'0'41'0,"0"0"3"0,-5-102 89 15,28 72-58-15,10 6 4 16,13 6-41-16,6 7-9 16,4 10-13-16,0 1-10 15,-2 7 10-15,-4 15-6 16,-11 9 0-16,-9 6 8 16,-13 4-4-16,-13 1 5 15,-4 3 7-15,-21-1 14 16,-15-3 8-16,-4-4-3 15,1-8-17-15,5-6-17 16,4-8-11-16,5-3 2 16,4-8-2-16,6-2-4 15,3-2-43-15,3 0-145 16,6 0-110-16,3 0-424 16</inkml:trace>
  <inkml:trace contextRef="#ctx0" brushRef="#br0" timeOffset="1246.58">7440 3734 992 0,'0'0'3'0,"0"0"160"0,0 0-35 16,0 0-99-1,0 0-16-15,0 0-1 0,43-56 21 16,-24 20-26-16,-5-2-5 16,1-3 8-16,-9-1-7 15,-3 0-2-15,-3 6 1 16,0 5-2-16,0 8 2 16,-12 11-1-16,-3 6 1 15,0 6 13-15,-4 0-9 16,-2 8-3-16,0 12-3 15,3 2 0-15,7 3-1 16,4 0 1-16,6-1-1 16,1-2-4-16,3-3 5 15,16-1-2-15,3-4 1 16,1-3 2-16,5 1-1 0,-1-4 0 16,0 2 1-16,-3 0-3 15,-1 2 2-15,2 5 0 16,-3 3-1-16,-4 3 3 15,-2 3-2-15,-1-1 0 16,-1 0 0-16,0 0 1 16,3-3-1-16,2-5 0 15,5-5 4-15,4-9-4 16,8-3 9-16,3 0-6 16,6-19-2-16,1-7 10 15,-4-6-11-15,-6-8 0 16,-12-1 0-16,-13-1 1 15,-11 1-4-15,0 7 3 0,-13 5 0 16,-11 12 5-16,-7 5-5 16,0 9 0-16,-1 3-2 15,1 3 2-15,8 16 0 16,4 5 0-16,8 5 1 16,7 3 6-16,4 3-7 15,0-2 5-15,9-1-1 16,9-1-3-16,7-6 9 15,8-2-10-15,5-6 1 16,8-3 5-16,6-7-4 16,3-7-2-16,9 0 4 15,8-14-2-15,4-10 4 16,6-9-6-16,-3-7 3 0,-7 2-4 16,-14-1 1-16,-18 4-1 15,-18 3 0-15,-17 5-1 16,-5 7 2-16,-9 4 0 15,-16 7 1-15,-7 7-1 16,-4 2 0-16,-2 2 0 16,2 14 0-16,2 7 4 15,4 5 1-15,5 5-5 16,6 2 0-16,9 3-4 16,7-3 4-16,3-2-4 15,0-4 4-15,18-6-5 16,6-6 2-16,4-6 0 15,6-10-6-15,2-1-18 0,2-6-102 16,-1-21-47-16,-1-6-45 16,-5-9-94-16</inkml:trace>
  <inkml:trace contextRef="#ctx0" brushRef="#br0" timeOffset="1673.97">8768 2994 859 0,'0'0'4'0,"0"0"5"0,-33 123 90 0,33-60 0 15,0 6-25-15,3 3 5 16,10 1-18-16,7-3-17 16,5 1-13-16,3-8-21 0,1-9-9 15,6-4 5 1,3-11-6-16,-1-13 0 0,1-11 5 15,-1-13-5-15,3-2 0 16,-3-20 6-16,-1-12-6 16,-1-9-2-16,-12-4-4 15,-9 1-51-15,-14 2 49 16,0 12-9-16,0 9 16 16,-11 11 1-16,4 6 14 15,-1 4 96-15,5 0-56 16,1 20-50-16,2 10 12 0,0 7 3 15,0 7 11-15,5 1-15 16,7 1-9-16,2-1 4 16,4-7-10-16,-5-9 0 15,-1-7-1-15,0-10 1 16,-2-6-5-16,1-6-109 16,1-10-62-16,0-21-136 15,-6-15-370-15</inkml:trace>
  <inkml:trace contextRef="#ctx0" brushRef="#br0" timeOffset="1982.3">9133 3141 976 0,'0'0'1'0,"0"0"57"0,-31 76 37 0,31-48-40 0,7-4-30 16,10-4-15-16,8-6-1 15,-4-5-5-15,4-8-3 16,1-1 7-16,-2-7-5 16,-5-15 7-16,2-5-3 15,-12-6-4-15,-9-1 0 16,0 2 5-16,-12 2-7 16,-9 9 6-16,-1 8-5 15,-2 8-1-15,4 5-1 16,1 7-3-16,5 23-10 15,6 7-7-15,6 7-79 16,2 8-30-16,5 2-50 16,14-4-127-16</inkml:trace>
  <inkml:trace contextRef="#ctx0" brushRef="#br0" timeOffset="2326.69">9767 3478 696 0,'0'0'76'16,"0"0"12"-16,0 0 106 15,-40-76-76-15,22 70-36 16,-7 6-15-16,2 0-35 16,-5 17-25-16,0 8-2 15,1 4 11-15,6 5 0 16,4 5 2-16,4 3-2 0,10 3-12 15,3 2 3-15,0-4-7 16,18-3-3-16,6-6 3 16,4-8-3-16,8-8 2 15,6-7-3-15,5-8-15 16,1-3-62-16,3-1-52 16,4-21 72-16,-2-8 9 15,0-9-21-15,-1-9-81 16,-7-10 60-16,-7-11-159 15,-10-4 89-15</inkml:trace>
  <inkml:trace contextRef="#ctx0" brushRef="#br0" timeOffset="3511.89">10145 3188 47 0,'0'0'386'0,"-40"-97"-216"15,20 73 38-15,4 14-42 16,7 10-5-16,-3 0-55 16,3 22-75-16,7 18-27 15,2 10 32-15,0 8 19 16,12 6-27-16,11 0 6 15,5 1-11-15,2 0-11 16,0-5-4-16,-2-6-8 16,2-5 2-16,-5-12-2 15,-2-9 0-15,-4-14 1 16,0-14-1-16,-2-6 1 16,1-23-2-16,1-11-16 0,-1-3-42 15,-1-9-10 1,-3 8 27-16,-5 1 9 0,-1 7 23 15,-1 14 7-15,-4 9 3 16,-3 10 1-16,0 3 9 16,0 7-10-16,0 19 0 15,3 6 20-15,5 8 0 16,1-1-4-16,7 0 2 16,-1-1-11-16,4-3-4 15,5-5-3-15,1-5 0 16,-3-11 5-16,4-8-4 15,-3-6 0-15,-3 0-2 16,0-16 2-16,-4-7-3 16,-2-3-26-16,-4-2 18 0,-5-5 8 15,-5-4-7-15,0-2 8 16,0-1-2-16,0 1 2 16,0 6 1-16,0 8 0 15,0 10 0-15,0 9 1 16,0 4 0-16,0 2 5 15,0 6 0-15,0 18-3 16,3 7 19-16,7 7-5 16,3 1-5-16,-2 0 12 15,4 1-2-15,10-3-9 16,2-4 6-16,8 0-7 0,-3-3 6 16,7-10-18-1,-6-6 0-15,-5-9 5 16,-4-5-4-16,-3 0 2 0,-2-5 2 15,-7-10-5-15,-1-6 3 16,2-7-2-16,-8 2 1 16,-4-6 1-16,-1-3-3 15,0-1 1-15,0-1-2 16,-9 2 2-16,-1 2-2 16,7 6-4-16,-5 5 5 15,5 5 0-15,-1 7 0 16,4 6 0-16,-2 2-1 15,2 2 2-15,0 0-3 16,0 0-6-16,0 2-12 0,0 12 18 16,5 4 2-1,5 0 0-15,5 0-1 0,3-1 2 16,3-2 1-16,15-2-2 16,4-2 1-16,5-4 7 15,1-2-7-15,2-5-1 16,-6 0 1-16,-2 0 1 15,-7-8 0-15,-8-6-2 16,-5-1 0-16,-4-7 2 16,-7 0-2-16,-2-2 0 15,-5-3 4-15,-2 2-4 16,0 2 6-16,-12 3-6 16,-3 8 0-16,0 2-3 15,-3 7 3-15,3 3-2 0,-1 0 2 16,-1 0 0-16,4 0-3 15,1 3 3-15,4 3 0 16,1 1 8-16,3 4-7 16,1 1 0-16,3 8 8 15,0 3-7-15,1 4 6 16,12 1-4-16,7-1-2 16,-2 4 7-16,6-1-2 15,-5-2-6-15,7 0 4 16,-4-2-2-16,3-1-2 15,-1-5-1-15,2-2 0 0,-4-4-5 16,-12-4 4-16,4 2-77 16,-7 7-106-16,-1-6-105 15,-6-6 134-15</inkml:trace>
  <inkml:trace contextRef="#ctx0" brushRef="#br0" timeOffset="3689.65">9869 3388 805 0,'0'0'0'0,"0"0"-142"0,0 0 142 0,107-64 0 15,-44 43-42-15,-2-1-517 16</inkml:trace>
  <inkml:trace contextRef="#ctx0" brushRef="#br0" timeOffset="3859.21">10643 3114 816 0,'0'0'35'0,"0"0"15"16,0 0 61-16,0 0-69 15,0 0-42-15,0 0-8 16,37-3-63-16,-26 3-478 0</inkml:trace>
  <inkml:trace contextRef="#ctx0" brushRef="#br0" timeOffset="4782.21">13276 3011 834 0,'0'0'18'0,"0"0"-3"0,0 0 85 0,-29 83-78 0,21-19 27 0,6 6 8 0,1 3-11 16,1-5-7-16,0-5-19 15,0-8-7-15,0-10-2 16,8-9-11-16,-2-9 1 15,-2-8-3-15,-2-12 5 16,-2-3-2-16,0-4 3 16,0-16 14-16,0-16 11 15,0-15-28-15,-14-10 1 16,-2-13 6-16,-4-12-8 16,-1-7 5-16,6-6-5 15,1 10 0-15,1 13-1 16,6 24 3-16,1 18-2 0,3 17 5 15,3 13-1-15,0 0-4 16,9 30-7-16,9 13 7 16,6 10 0-16,1 1 2 15,2-2-2-15,3-4 4 16,0-4-3-16,2-6 5 16,3-10-6-16,4-9 1 15,1-11-3-15,3-8 6 16,-1-3-3-16,-3-21 0 15,-3-7 1-15,-6-10 4 16,-7-8-4-16,-9-8-2 0,-5-3 4 16,-8 7-2-1,-1 13-2-15,0 19 1 0,0 13 1 16,0 8 15-16,0 10-11 16,0 25 1-16,0 16-5 15,0 10 17-15,0 5 22 16,6 2-4-16,7 1-20 15,3 0-3-15,4-3-14 16,-3-7 1-16,7-7-3 16,-4-10 2-16,2-14 0 15,1-9-81-15,3-16-65 16,4-3-90-16,-1-16-90 16</inkml:trace>
  <inkml:trace contextRef="#ctx0" brushRef="#br0" timeOffset="5123.39">14022 3294 249 0,'0'0'784'0,"0"0"-780"0,0 0 160 0,-92 60-73 0,84-27-28 16,5 0-19-16,3 6-12 16,8-2-2-16,10-3-18 15,3-1-5-15,3-8-2 16,-1-6-4-16,3-9 4 15,0-8-5-15,1-2 3 0,3-8 4 16,0-16-5 0,-6-6 3-16,-8-6-1 0,-10-6-2 15,-6-5 7 1,-7-1-6-16,-18 4-2 0,-7 7 1 16,-2 11-2-16,-1 12-1 15,-3 8 0-15,4 6-6 16,2 0 7-16,8 12-17 15,5 10-40-15,10 4-67 16,6 7-28-16,3 4-40 16,1-1-41-16,17-2-218 15</inkml:trace>
  <inkml:trace contextRef="#ctx0" brushRef="#br0" timeOffset="7139.01">14623 3441 666 0,'0'0'59'0,"0"0"134"15,0 0-87-15,-32-87-22 16,6 74-2-16,-3 10-17 16,-6 3-27-16,-2 2-18 15,0 18-5-15,1 5 10 16,3 6-13-16,5 5-1 15,8 4 5-15,7 2-7 16,8 0-3-16,5-2-6 0,3-4 3 16,17 0-4-1,11-11 1-15,3-11-2 0,5-10 0 16,-1-4 2-16,2-10-7 16,-3-16-38-16,-1-10-5 15,-3-6 29-15,-3-7 7 16,-8-9 13-16,-7-8 1 15,-5-13 0-15,-7-11 4 16,-3-5-4-16,0 5 0 16,-1 11 7-16,-11 22-6 15,6 24 0-15,0 20 7 16,0 13 29-16,-3 5-10 0,0 26-27 16,2 16 0-16,0 11 9 15,6 4 12-15,1 4-2 16,0-1 10-16,12 2 0 15,7-5-9-15,1-4-15 16,8-3-2-16,4-10 3 16,2-8-6-16,6-11 0 15,-1-4 2-15,1-13-1 16,2-9 2-16,-3 0-2 16,-3-18 0-16,-4-8 3 15,-6-7-3-15,-11-3-1 16,-7-7 5-16,-8-3-4 15,0 4 0-15,-4 9-1 0,-8 14 1 16,6 9 3 0,0 7-2-16,-1 3 0 0,-2 6-4 15,3 18 2 1,0 9 0-16,6 3 2 0,0 1 1 16,0-2 12-16,10 1-3 15,8-1-6-15,6-2 2 16,2-5-5-16,2-4 5 15,2-13-8-15,0-11 1 16,-4 0 6-16,4-7-5 16,2-21 2-16,-1-2 1 15,-3-9-5-15,-7-7 5 0,-9-13-5 16,-6-17 0 0,-6-18 2-16,0-14-2 0,-7-9-4 15,-13 5-13-15,-2 18-12 16,-4 28 17-16,4 26 9 15,5 23 3-15,3 12-3 16,2 5 3-16,-2 20-7 16,2 20 2-16,5 15 0 15,2 11 5-15,5 6 2 16,0 5 1-16,12 6 13 16,8-3-9-16,2 2-1 15,5-4 1-15,3-7-7 16,1-10 3-16,1-8-3 0,5-7 0 15,0-12 0 1,0-14 0-16,1-13 0 0,4-7 3 16,-1-13-3-16,0-18 0 15,-9-10-6-15,-8-10-7 16,-10-13 11-16,-10-18-10 16,-4-16 0-16,0-15-18 15,-6-4-7-15,-9 13 22 16,-1 25-12-16,2 29 27 15,4 28 2-15,1 19 2 16,3 3 6-16,-5 19-10 16,-2 23 3-16,4 19-3 15,3 6 15-15,6 5-4 16,0-1 12-16,11 1-10 16,9-1-2-16,6-3 9 15,4-6-11-15,4-6 2 0,3-10-11 16,4-9 0-16,2-12 1 15,0-9 0-15,4-13-1 16,2-3 0-16,0-12 2 16,-6-16-4-16,-7-8-7 15,-11-7-54-15,-12-10 38 16,-9 1-4-16,-4 3 7 16,0 14 22-16,-4 13 0 15,-4 15 5-15,2 7 1 16,-3 6-3-16,-1 21 7 15,4 10 7-15,4 3 9 0,2-1-5 16,0-4-15 0,16-4 5-16,4-7-11 0,10-3 1 15,4-7 9-15,6-5-6 16,4-7 1-16,0-2-3 16,-2 0-2-16,-6-14 2 15,-9-6-2-15,-11-6 0 16,-6 0-4-16,-6 1 1 15,-4 3 3-15,0 5 3 16,0 11-3-16,-4 4 5 16,-3 2-5-16,-5 6 2 15,2 13-1-15,-3 1 3 0,3 2-2 16,3-4 4 0,4-2-5-16,1-7 5 0,2-3-6 15,0-4 1-15,0-2 4 16,0 0-5-16,6 0 0 15,11-6 4-15,4-11 1 16,3-3-3-16,-1 0-2 16,-3 3 0-16,-2 4-3 15,-6 6 3-15,-4 5 0 16,0 2 0-16,1 0-4 16,2 14 4-16,5 4 0 15,-1-1 0-15,7 0 6 16,10-1 0-16,8-4 14 0,8-3 0 15,5-6-8 1,4-3-6-16,1 0-4 0,-2-3 1 16,-4-9-5-16,-5-5 2 15,-8-3 0-15,-8-6 0 16,-12-2 2-16,-6-5 3 16,-10 2-4-16,-3 4 1 15,-2 6 8-15,-17 11-10 16,-6 4 6-16,-1 6-6 15,-5 0 2-15,1 18 10 16,1 11-4-16,6 11 0 16,5 4 12-16,6 8-9 15,7 11 3-15,5 12 5 0,0 11-11 16,5 10 4-16,13 7-7 16,-2 3-5-16,0-2 8 15,-2 2-7-15,-5-8-1 16,-3-15 0-16,-6-9 0 15,0-18 1-15,0-11-1 16,-10-14-1-16,-2-13-3 16,-2-13-13-16,-2-5-57 15,-5-13-73-15,-9-22-131 16,-4-18-127-16</inkml:trace>
  <inkml:trace contextRef="#ctx0" brushRef="#br0" timeOffset="7343.58">16432 2976 841 0,'0'0'183'0,"0"0"-181"0,0 0 114 0,0 0-44 15,0 0-67-15,0 0-5 16,31-10-6-16,-10 24 3 15,-5 0-154-15,-7-6-367 16</inkml:trace>
  <inkml:trace contextRef="#ctx0" brushRef="#br0" timeOffset="13782.25">8129 6625 307 0,'0'0'22'0,"0"0"45"0,0 0 48 0,0 0-12 16,0 0-2-1,0 0-31-15,0 0-13 0,0 0-13 16,0 2-5-16,0-2 13 15,0 0-24-15,0 0 10 16,0 0 1 0,2 0-12-16,-1 0 27 0,2 0-9 15,5-6 12-15,2-6 22 16,2 0-35-16,-1-4-25 16,-7 2 0-16,-1 0-5 15,-3 2 16-15,0 0 1 16,-10 0-13-16,-9 4 37 15,-7 4-43-15,-10 2-1 16,-9 2 3-16,0 6-6 0,-2 14 2 16,2 7-10-16,2 5 0 15,4 8-4-15,0 4 6 16,9 3-2-16,5 1 0 16,7-2 4-16,3-6-6 15,9-5 2-15,6-5 0 16,0-3-4-16,14-3 0 15,8-5 3-15,8-5 1 16,7-7 0-16,9-7 1 16,4 0-1-16,3-6 0 15,1-9 2-15,-8 2-2 0,-7-1-1 16,-15 4-1 0,-11 1-3-16,-10-1 5 0,-3 2 6 15,-9 0-3-15,-18 1 1 16,-13 5-4-16,-11 2-1 15,-5 6-1-15,-1 10 2 16,8 10 5-16,1 4-4 16,6 10 2-16,4 6 14 15,2 3-11-15,7 0 14 16,11 1-10-16,8-6-8 16,10-3 14-16,0-2-16 15,9-4 0-15,12-2-1 16,9-5 4-16,6-4-3 15,8-5 0-15,6-7 1 0,8-6 1 16,6-6-2 0,1 0-4-16,1-6-4 0,-2-12-107 15,-1-9-89-15,-5-3-103 16,-4-3-257-16</inkml:trace>
  <inkml:trace contextRef="#ctx0" brushRef="#br0" timeOffset="14010.69">8711 7091 976 0,'0'0'82'0,"0"0"33"0,0 0 41 0,0 0-118 0,0 0-17 0,-52 91 1 0,34-54-3 0,-3 0 8 15,-1-5-20-15,7-5 5 16,-2-4-12-16,5-8 2 15,1-1-4-15,0-3 2 16,5-7-2-16,1-2-7 16,2-2-117-16,-2-2-111 15,3-16-111-15</inkml:trace>
  <inkml:trace contextRef="#ctx0" brushRef="#br0" timeOffset="14272.18">8532 7017 501 0,'0'0'446'0,"0"0"-440"16,0 0 8-16,0 0 120 15,31 103-67-15,-5-64 3 16,0-3-43-16,0-1 38 16,-2-2-34-16,-2-1-17 15,0-5-13-15,-5-3-1 16,1-4-1-16,-3-8-6 15,0 1 1-15,1-10-73 16,2-3-141-16,3-3-104 16,3-14-396-16</inkml:trace>
  <inkml:trace contextRef="#ctx0" brushRef="#br0" timeOffset="15920.53">8971 7189 807 0,'0'0'67'0,"0"0"131"0,0 0-89 15,0 0-79-15,0 0 30 16,-11 99 8-16,8-46 25 16,3 10-30-16,-3 9-10 15,-3 8 12-15,6 2-38 16,-4 0-16 0,1-5 11-16,3-11-11 0,0-10 1 15,0-14-12-15,0-15 0 16,0-10 3-16,0-11-3 15,0-6 0-15,0 0 2 16,0-6 9-16,0-23 12 16,0-15-23-16,0-17-1 15,0-13-6 1,-5-20 7-16,-4-10-9 16,-1-1-9-16,0 10-22 0,5 18 27 0,2 21 5 15,3 16 8-15,0 14-5 16,0 12 5-16,0 14-3 15,8 0-8-15,8 19-4 16,2 14 15-16,7 7 0 16,-7 6 2-16,2 4 12 15,-3-5-13-15,0-1 1 16,-1-8-1-16,-2-7 0 16,-1-10 2-16,-2-11-3 15,-1-8-1-15,8 0 1 0,7-19 9 16,5-14-2-16,4-13-1 15,-2-6-6-15,-7-10 2 16,-7-15-2-16,-8-15-21 16,-7-10-1-16,-3-1-55 15,0 13-54-15,0 21 103 16,-14 19 10-16,0 18 18 16,5 15 1-16,-1 9 5 15,5 8 21-15,-4 8-1 16,0 24-23-16,2 15-3 15,7 10 4-15,0 6 11 16,3 9-6-16,18 5 7 0,1 0 17 16,6-2-13-16,2-11-11 15,1-7 2-15,5-11-11 16,2-11 12-16,2-10-12 16,6-11 0-16,5-13 6 15,6-1-3-15,4-20-1 16,7-9-1-16,-12-5 2 15,-13-3-6-15,-18-5-3 16,-16-5-12-16,-9-2 14 16,-4 4-3-16,-17 6 7 15,-3 14 1-15,0 10 0 16,0 5 16-16,-3 10-8 16,4 0-2-16,-1 6 18 0,9 18-22 15,0 7-1 1,9 6 1-16,4 3 0 0,2-1 1 15,0 1-4 1,14-3-2-16,-1-3-4 0,6-8 6 16,-2-6 0-16,2-8-1 15,-2-8 2-15,2-4-7 16,2-4 6-16,2-17-13 16,-6-7 0-16,-3-6-23 15,-5-4-8-15,-6-4 21 16,-3 1 1-16,0 4 21 15,0 7-6-15,0 14 7 0,0 7 6 16,0 9 14-16,0 0-7 16,0 11-13-16,-8 16-3 15,1 6 3-15,7 5 6 16,0-2-2-16,3-4 11 16,16-3-9-16,3-4-3 15,5-7-1-15,0-4 1 16,2-10-3-16,2-4 0 15,3 0-3-15,-3-21 2 16,-1-3-35-16,-7-6-78 16,-5-5 69-16,-5-1-22 15,-6 3 45-15,1 5-6 16,-8 8 28-16,0 9 0 0,0 7 0 16,0 4 10-16,0 0 8 15,0 4-14-15,0 15 6 16,0 4 2-16,0 6-11 15,3-2 19-15,3 1-11 16,3-6-2-16,1-2 0 16,-1-4-3-16,2-4 0 15,7-5-4-15,-5-4 1 16,8-3 7-16,-3 0-8 16,-2-5 1-16,1-14-4 15,1-4 0-15,-2-4-31 16,-2-5-15-16,3 2 5 0,-5 5 27 15,0 7-11 1,-6 7 28-16,-3 6 2 0,-3 5 2 16,0 0 14-16,0 0-18 15,5 12 7-15,-4 11 63 16,1 2-34-16,-2 4 42 16,0-1-38-16,0-2 13 15,0-7-30-15,1-1-7 16,1-8-5-16,-1-5 5 15,1-4-12-15,-1-1-4 16,5 0 23-16,6-6-9 16,6-13 3-16,3-8-17 15,4-4 1-15,2-3-3 0,-2 1 3 16,2 3-2 0,-7 9 1-16,-9 9-1 0,-3 6-3 15,0 6 4-15,2 2-12 16,5 19 6-16,0 7 9 15,0 2-3-15,-2 3 4 16,0-3-1-16,-5-5 0 16,0-6-3-16,-4-3 0 15,-4-6-2-15,4-3 2 16,-4-3-3-16,0-4-83 16,0 0-155-16,-4-1-68 15</inkml:trace>
  <inkml:trace contextRef="#ctx0" brushRef="#br0" timeOffset="16276.67">10236 6710 868 0,'0'0'72'0,"0"0"-68"0,0 0 106 0,0 0-48 16,0 0-13-16,-28 78-35 16,45-72-6-16,4-2 11 15,3-4-16-15,5 0 10 16,-3-10 0-16,1-8-9 16,-6-3 5-16,-4-1-8 15,-10-1-1-15,-4-1 20 16,-3 3-14-16,-7 3 34 0,-16 5 4 15,-8 8-10 1,-9 5-34-16,-5 8-11 16,-1 17-5-16,4 10-35 15,3 2-272-15,7-1-657 16</inkml:trace>
  <inkml:trace contextRef="#ctx0" brushRef="#br0" timeOffset="17124.08">13311 6567 649 0,'0'0'17'0,"0"0"-5"0,0 0 144 16,0-81-83-16,0 74-8 0,0 5 18 0,0 2-10 0,0 2-51 0,7 24-19 0,3 11 40 16,6 16 42-16,1 8-20 15,6 11 31-15,4 9-25 16,4 6-33-16,3 5-3 16,2-5-23-16,0-9 6 15,-2-15-18-15,-2-18 0 16,-6-12 20-16,-5-16-20 0,-9-11 1 15,-6-1 7-15,0-5 0 16,3-18 33-16,2-18 22 16,2-17-54-16,-1-16 11 15,-6-8-9-15,-3-8-7 16,-3-13 3-16,0-2-5 16,0 0-2-16,0 6 0 15,-5 23-1-15,-2 19-4 16,1 25 5-16,0 15 0 15,5 11-3-15,1 1-4 16,0 19-34-16,0 18-78 16,1 14-84-16,12 7-113 0,2 1-18 15</inkml:trace>
  <inkml:trace contextRef="#ctx0" brushRef="#br0" timeOffset="18074.66">14242 7071 989 0,'0'0'44'0,"0"0"125"0,0 0-91 16,0 0-41-16,-6-92-33 0,12 61 12 15,-6 1-8-15,0 2-3 16,-2 3 11-16,-11 7-8 15,-5 6 27-15,-2 8 32 16,-2 4-53-16,-5 0 4 16,0 17-18-1,2 11-1-15,4 10 0 0,3 9 2 16,8 6-2 15,5 0 1-31,5-1 0 0,0-8-4 0,11-8 4 0,6-11-1 16,3-11-4-16,4-8 5 15,3-6 8-15,4-6-8 16,3-19 1-16,1-7-3 16,-5-8 2-16,-4-4-15 15,-6-3 7-15,-8 3-5 0,-9 7 2 16,-3 10 8-16,0 9 3 16,0 11 8-16,-5 6-4 15,-2 1-4-15,1 13-1 16,-2 19-4-16,7 9 5 15,1 6 0-15,1-4 0 16,19 1 0-16,5-8 0 16,3-5-2-16,7-10 0 15,2-9 4-15,3-10-1 16,6-2-1-16,4-12 0 16,2-14 1-16,0-3-1 15,-7-8-6-15,-9-8-20 0,-12-3-50 16,-13-5 51-16,-11 4-11 15,0 6 34-15,-2 10 2 16,-7 11 0-16,0 9 3 16,4 7 27-16,1 6 15 15,0 0 6-15,2 20-51 16,2 10 0-16,0 7 10 16,4 1-1-16,10 0 5 15,3 2-1-15,0-4-10 16,1-4 8-16,3-9-11 15,3-5 0-15,3-12 11 16,4-6-10-16,8 0-1 16,2-18 8-16,-3-5-7 0,-7-9 3 15,-7-7-4-15,-11-5-12 16,-7-5-5-16,-6 0 5 16,0 8 6-16,-6 9 6 15,-3 11 1-15,2 13 16 16,0 8-4-16,2 0 15 15,1 8-6-15,-1 22-14 16,5 7-6-16,0 2 13 16,0 4-2-16,11 0 7 15,2 1-13-15,2-5-3 16,-4-3 4-16,5-10-8 16,-6-11-3-16,-1-6 1 15,-2-6-4-15,1-3-12 0,0-2-99 16,3-18-101-16,-2-15-136 15</inkml:trace>
  <inkml:trace contextRef="#ctx0" brushRef="#br0" timeOffset="18412.97">15013 6395 1020 0,'0'0'5'0,"0"0"74"0,0 0 75 0,0 0-117 0,0 0-30 16,0 0 3-16,-46 69 14 0,63-44-12 16,2-5-12-16,1-3 4 15,0-7 2-15,2-4-6 16,2-6 6-16,1 0 3 16,1-11-6-16,-5-11 4 15,-5-1-7-15,-10-3 0 16,-6 2 9-16,0-2-5 15,-6 8 1-15,-10 4 1 16,-4 5-6-16,-1 7 0 16,-1 2-1-16,2 11-17 15,1 15 15-15,7 12-22 16,5 12-62-16,7 5-82 16,0 7-95-16,7-4-242 0</inkml:trace>
  <inkml:trace contextRef="#ctx0" brushRef="#br0" timeOffset="19295.09">15636 6802 862 0,'0'0'21'15,"0"0"202"-15,-28-95-122 16,12 74-10-16,2 8-40 15,-2 6 39-15,-4 7-53 0,-3 0-20 16,-6 7-17 0,3 17 0-16,0 7 9 0,7 2-7 15,2 4 2-15,8 4-1 16,8-2-3-16,1-4 0 16,0-4 0-16,7-8-1 15,7-5-6-15,2-9 7 16,3-6 0-16,4-3-2 15,4-3 4-15,1-16-4 16,1-5-2-16,-3-8-22 16,-2 1-35-16,-4-4 8 15,-9 4 22-15,-6 1 21 16,-5 11 10-16,0 5 7 16,0 8-2-16,-2 3 0 0,-1 3 33 15,0 0-38 1,-1 20-1-16,4 4-1 0,0 7 2 15,0-3-2-15,7-3 1 16,10-3 1-16,7-4-5 16,3-7 7-16,4-1-2 15,2-8 3-15,1-2-2 16,4-2 1-16,-1-15-2 16,-6-3 0-16,-4-4-7 15,-8-1 0-15,-6-5 0 16,-5 4 1-16,-5 3 6 15,-3 6 8-15,0 7-7 16,0 6 2-16,0 3 38 16,0 1-11-16,0 2-24 15,0 17-3-15,0 4-3 0,0 4 14 16,0-1-7-16,0-2-6 16,0-3 21-16,0-7-20 15,5-5 0-15,-2-5-1 16,0-2 2-16,1-2 2 15,8 0-3-15,5-9 1 16,5-9 16-16,3-7-19 16,3-2 0-16,-1-4 0 15,-1 0 3-15,-2 3-4 16,-7 9 1-16,-6 7 0 16,-5 9-2-16,-4 3 2 15,2 5-2-15,3 18-14 0,1 11 16 16,-1 1 21-16,0 1 22 15,1-1-17-15,0-6 1 16,-1-4-26-16,1-6 0 16,-1-9-1-16,-1-2 6 15,0-3-13-15,3-5 7 16,3 0-14-16,3 0-35 16,7-11-194-16,5-8-36 15,1-6-227-15</inkml:trace>
  <inkml:trace contextRef="#ctx0" brushRef="#br0" timeOffset="19783.22">16602 6694 693 0,'0'0'128'0,"0"0"-16"0,0 0 68 0,0 0-41 0,0 0-58 0,0 0-12 0,-25-10-9 15,14 18-12-15,-5 10-15 16,2 4 22-16,5 3-27 16,1 4-13-16,6 2 23 15,2 0-23-15,0 0-4 16,7-3 11-16,11-1-17 16,6-4-5-16,4-6 4 15,7-7 1-15,4-9 4 16,10-1-9-1,9-1 4-15,3-18 1 0,0-2-5 16,-8-5 0-16,-10-4 0 0,-14 1-9 16,-9-7 5-16,-13-1-5 15,-7-2 9-15,0 5-10 16,-16 7 8-16,-5 13 1 16,0 8 1-16,-3 6 0 15,1 0-2-15,-1 15 2 16,6 8 0-16,5 4 29 15,9 2-28-15,4 3 8 16,4-2 1-16,16-2-8 16,4 0 22-16,7-4-24 15,11-7 0-15,15-2-2 0,13-8 2 16,11-6-14-16,-4-1-140 16,-5 0-307-16</inkml:trace>
  <inkml:trace contextRef="#ctx0" brushRef="#br0" timeOffset="20704.22">19132 6621 675 0,'0'0'11'0,"0"0"161"0,0 0-49 0,0 0-2 15,0 0 9-15,0 0-36 16,-19-40-49-16,19 48-32 16,0 14-7-16,0 9 1 15,0 0 11-15,4 0 0 16,10-7-11-16,2 1 12 16,4-9-19-16,3-5 0 0,4-7 7 15,6-4-5 1,5 0 9-16,0-20-10 0,-1-1 2 15,-1-3 6-15,-9-1-8 16,-6-3-1-16,-8 1 3 16,-2 5 0-16,-6 8-3 15,-4 5 1-15,-1 6 1 16,0 3 8-16,0 0-10 16,0 1-11-16,0 18-2 15,6 11 11-15,1 2 2 16,2-2 0-16,3-5 1 15,-3-4 3-15,2-7-4 16,0-5 0-16,1-5 1 16,2-4 0-16,5 0 7 15,8-13-4-15,4-8-1 0,1-6 5 16,2-2-8-16,-4-3 0 16,-2 3 0-16,-2 1 2 15,-10 5 0-15,-4 9-2 16,-6 7 0-16,-3 6 0 15,-3 1 0-15,4 0-9 16,3 16-6-16,3 8 15 16,0 1 5-16,2 0-5 15,2-6 1-15,-4 0 6 16,3-4-7-16,-7-5 0 16,3-4-1-16,-4-2 1 15,-3-2-8-15,1-2-157 0,-3 0-139 16,0-13-161-16</inkml:trace>
  <inkml:trace contextRef="#ctx0" brushRef="#br0" timeOffset="21045.05">19152 6118 888 0,'0'0'20'0,"0"0"-4"0,0 0 86 16,-21 76-44-16,21-50 5 0,13-2-16 15,5-4-25 1,4-5-7-16,2-5-1 0,4-8-2 16,7-2 12-16,1 0-12 15,0-18-4-15,-5-1 8 16,-4-5-12-16,-14 1 5 15,-7-3 10-15,-6-2 17 16,-12-3 49-16,-17 6-39 16,-1 6-40-16,-5 8-4 15,5 11-2-15,1 0-12 16,5 19-1-16,6 12-78 16,2 3-170-16,6 1-232 0</inkml:trace>
  <inkml:trace contextRef="#ctx0" brushRef="#br0" timeOffset="25419.42">21661 5859 238 0,'0'0'470'0,"0"0"-448"0,0 0 118 16,0 0-56-16,0 0-39 16,0 0 8-16,19-56-13 15,-3 56 6-15,4 0-14 16,7 6 3-16,8 21 1 16,2 11-9-16,10 11 14 15,4 6 29-15,0-1-30 16,9-2 1-16,-4-7-20 15,1-3-17-15,-2-7-4 16,-2-6 4-16,-9-9-5 16,-8-6 1-16,-9-8-3 15,-12-2 2-15,1-4-4 0,-10 0-12 16,2 0-132-16,-5-15-45 16,-3-9-84-16,0-9-291 15</inkml:trace>
  <inkml:trace contextRef="#ctx0" brushRef="#br0" timeOffset="25718.18">22428 5686 515 0,'0'0'446'0,"0"0"-438"16,0 0 201-16,0 0-146 0,0 0-63 15,0 0 24-15,-46 123 38 16,31-51 4-16,-3 11 35 15,-9 13-37-15,-3 10-11 16,-6 6-11-16,-2 2-17 16,0-1-11-16,4-9-6 15,6-12 1-15,5-15-9 16,7-20 0-16,7-14 0 16,3-17 0-16,3-11-3 15,3-5-2-15,0-10-4 16,0 3-26-16,0-3-104 15,3 0-101-15,9 0 26 16,-3 0-96-16</inkml:trace>
  <inkml:trace contextRef="#ctx0" brushRef="#br0" timeOffset="26557.62">23907 5685 769 0,'0'0'4'0,"0"0"56"0,0 0 62 15,0 0 14-15,0 0-83 16,-83-14-17 0,52 46-11-16,-9 15 41 0,4 17-6 15,0 13 5-15,5 18 9 16,4 8-27-16,6 8-10 15,11 0-6-15,8-2-22 16,2-7-5 0,18-15-4-16,16-16-3 0,10-15-2 15,5-14 2 1,10-16-3-16,1-8-2 16,6-15-2-16,-5-3-73 15,2-18-138-15,-5-15-31 0,-4-10-219 16</inkml:trace>
  <inkml:trace contextRef="#ctx0" brushRef="#br0" timeOffset="26967.85">24224 5988 969 0,'0'0'2'15,"0"0"199"-15,0 0-100 0,0 0-56 16,0 0-45-16,0 0-4 15,-16-10 4-15,59 10 3 16,12-4-1-16,5-6 10 16,-2-2-12-16,-1 1-1 15,-14-1 1-15,-3 0-4 16,-13 6 3-16,-9-1-56 16,-10 4-41-16,-7-1 57 15,-1 1 18-15,0 0-2 16,-12 3 20-16,0 0 5 15,-6 0 6-15,1 14 14 16,1 13 24-16,2 13 11 16,3 5 2-16,7 13 4 15,1-2 9 1,3 5-39-16,0 4 18 16,0-2-33-16,7-1-15 0,4-8 5 0,-1-11-6 15,-2-11-2-15,4-9 2 16,-1-10-12-16,3-7-77 15,8-6-88-15,2 0-46 16,4-21-119-16</inkml:trace>
  <inkml:trace contextRef="#ctx0" brushRef="#br0" timeOffset="28079.49">24969 6245 760 0,'0'0'73'0,"0"0"-70"0,21-72 38 0,-13 44 16 0,-5-3-38 16,-3 3 3-16,0 3-10 15,0 6 72-15,-13 5-28 16,-6 7 3 0,-5 3 10-16,-4 4-33 0,-7 5 1 15,4 20-2-15,-1 8-17 16,4 9-3-16,7 3-10 15,9 5-3 1,9 0 5-16,3-4-7 16,0-6-2-16,8-11 2 0,8-8-9 15,-2-10 8-15,5-9-3 16,2-2 4-16,6-3-3 0,0-18 3 16,4-7-13-16,-4-6-16 15,-5-4-19-15,-7-1 30 16,-3 4 1-16,-8 8 10 15,-4 8 6-15,0 10 2 16,0 7 12-16,0 2 22 16,0 0-14-16,0 14-21 15,-1 9-6-15,1 7 6 16,0 1-5-16,0-5 8 16,9-2-4-16,3-5 1 0,3-5 0 15,9-5-3-15,1-6 0 16,12-3 3-16,8 0 18 15,6-14-17-15,-2-4-1 16,-3-7 0-16,-8-5-5 16,-8-5-2-16,-11-5-68 15,-12 1 37-15,-7 3 36 16,0 8 0-16,0 12 2 16,-3 8 10-16,2 4 27 15,-2 4 49-15,-3 6-81 16,0 16 8-16,6 11-13 15,0 1 0-15,0 2 0 16,5-4 6-16,9-1-6 16,3-4 6-16,7-7-6 15,7-5 0-15,11-8 21 0,4-5-20 16,11-2 5-16,1-2-3 16,3-15-2-16,-6-5-1 15,-8-6 0-15,-9-7 0 16,-6-1-5-16,-11-5 5 15,-11 0-13-15,-10 7 11 16,0 7 2-16,-4 11 7 16,-15 6-2-16,-4 7 3 15,-6 3 21-15,-2 3-26 16,1 19 9-16,2 5-1 16,6 4-6-16,6 1 2 0,5 2-7 15,5-3 0-15,6-1 0 16,0-4 0-16,0-5-1 15,13-7 1-15,2-6-8 16,7-7 8-16,5-1-4 16,0-3-6-16,1-16-28 15,-4 0-19-15,2-4 5 16,-6 6 43-16,-6 6 9 16,-2 3 3-16,-8 6-1 15,-4 2 20-15,2 5-22 16,-1 26 18-16,1 10 9 15,-2 18 39-15,0 10-28 16,0 9 23-16,0 11-28 0,0 6-25 16,4 0 12-1,1-4-18-15,-2-7-2 0,-3-6 0 16,0-10 2-16,-3-15-4 16,-5-21 2-16,4-17-9 15,2-15-4-15,2-1-128 16,0-27-42-16,5-15-87 15,8-15-37-15</inkml:trace>
  <inkml:trace contextRef="#ctx0" brushRef="#br0" timeOffset="28669.17">26121 6178 1151 0,'0'0'12'0,"0"0"7"0,0 0 32 0,0 0-24 15,0 0-23-15,0 0-3 16,98-11 0-16,-63 7 9 16,-7-6-9-16,-4-2-1 15,-8-4 3-15,-6 0-1 16,-5-4 8-16,-5 3-9 16,0 1 3-16,-6 3 8 15,-12 6-8-15,-2 7 19 16,-2 0 5-16,-3 3 3 15,4 17 12-15,3 5-32 16,7 7-3-16,6 0 12 31,5 2-18-31,0-2 0 0,16 1 2 0,9-5-4 16,5-3 5-16,6-9-5 16,3-6 1-16,1-10 5 15,2 0-3-15,-5-12-4 0,2-13 1 16,-3-9-13-16,-1-7 2 15,-3-10-13-15,-10-14-13 16,-4-17 26-16,-13-17-32 16,-5-4 13-16,0-2 21 15,-2 20 2-15,-10 22 7 16,2 25 4-16,1 18 28 16,3 19 67-16,-3 1-45 0,-3 32-39 15,3 20 1-15,4 16 8 16,5 13 7-16,0 6 2 15,10 2 2-15,2-2 5 16,2-6-37-16,-2-9-3 16,2-10 0-16,-5-11 2 15,0-15-12-15,-1-16 8 16,-2-14-74-16,4-6-121 16,-1-13-23-16,-1-21-131 15</inkml:trace>
  <inkml:trace contextRef="#ctx0" brushRef="#br0" timeOffset="28845.22">26638 5986 177 0,'0'0'759'0,"0"0"-729"0,0 0 189 0,0 0-158 0,0 0-50 0,0 0-11 16,25-14 0-16,8 15-2 15,0 0-115-15,0-1-120 16,-2 0-166-16</inkml:trace>
  <inkml:trace contextRef="#ctx0" brushRef="#br0" timeOffset="29082.86">27046 5424 736 0,'0'0'248'16,"0"0"-240"-16,0 0 44 15,0 0 93-15,67 92 59 16,-15-44-99-16,3 1 4 16,0 4-14-16,-10 1-54 15,-12 10-16-15,-18 2-12 16,-15 5-12-16,-24 2-1 16,-28 2 0-16,-17 4-12 15,-13 3-127 1,-13-1-241-16,-15 0-244 15</inkml:trace>
  <inkml:trace contextRef="#ctx0" brushRef="#br0" timeOffset="30794.19">14907 8887 699 0,'0'0'42'0,"0"0"82"0,0 0 1 0,0 0 31 15,0 0-36-15,0 0-28 16,-42-69 9-16,41 72-70 16,-5 30-21-16,0 24-3 15,-2 20 22-15,4 13 15 16,4 10-14-16,0 5-12 16,1 0-3-16,20-11-7 15,3-18-8-15,9-22-1 16,3-19-2-16,-4-11-2 15,3-15 5-15,-2-9 0 16,1-14 6-16,3-24 1 0,1-16 4 16,-3-14-11-16,-3-6 0 15,-11-9 4-15,-8-3-4 16,-5-3 0-16,-8-3 0 16,0 6 0-16,-8 11-4 15,-2 22 4-15,1 22 0 16,1 18 6-16,5 13-6 15,-1 7 0-15,-2 30-21 0,4 16 20 16,2 18-2 0,0 5-1-16,5 5 4 0,10 10-1 15,0 5 1-15,3-4 0 16,1-11 0-16,-1-16 2 16,4-18-5-16,2-15-1 15,-1-11 4-15,3-16 1 16,1-5 0-16,5-20 6 15,0-18 0-15,4-9-2 16,0-14-2-16,-5-8-3 16,-5-6 0-16,-5 0 2 15,-12 5-2-15,-8 1 0 16,-1 11 0-16,0 10 3 0,-12 16 3 16,1 15-5-1,1 9 1-15,3 8 7 0,1 0-9 16,-3 2-10-16,-5 17 3 15,5 6 6-15,3 3-7 16,6 0 6-16,0-1-8 16,5 1 6-16,12 1 4 15,6-3-4-15,7 4 3 16,6-4 0-16,7 3-4 16,5 1 5-16,4-2 0 15,0-1-5-15,-8 2 5 16,-10-4 0-16,-15-3-1 15,-16-3 1-15,-3 1 5 16,-21-3-2-16,-13-2 0 16,-6-8 15-16,-8-4-12 0,-1-3 1 15,-2 0-1-15,1-16-2 16,6-5 4-16,8-4-8 16,9 3 0-16,13 7-1 15,6 5 1-15,8 6-4 16,0 4-5-16,18 0-16 15,12 2 25-15,7 10-10 16,2 0 7-16,2 0-3 16,0 1-10-16,-1-6-39 15,-2-1-71-15,2-6-37 16,5 0-2-16,5-8 114 16,7-12-59-16,-3-6-142 0,-5-6-120 15</inkml:trace>
  <inkml:trace contextRef="#ctx0" brushRef="#br0" timeOffset="31392.12">16230 9221 743 0,'0'0'120'0,"0"0"95"0,0 0-109 0,0 0-31 15,0 0-75-15,0 0 8 16,-43 78 3-16,44-45-10 16,12-2 11-16,0-1-12 15,0-8 0-15,-1-8 0 16,0-3 1-16,0-7-2 15,0-4 0-15,5 0 1 16,-1-16 17-16,2-13-15 16,1-5 0-16,-1-1 4 0,0-1-4 15,-4 9 1-15,-3 7-3 16,-6 8 0-16,-2 9 9 16,-3 3 21-16,0 0-1 15,1 12-29-15,4 13 0 16,4 7 18-16,4 3-4 15,1-6-11-15,8 1 28 16,6-7-27-16,10-9 31 16,5-10-21-16,6-4-1 15,6 0 0-15,5-12-13 16,-2-11 3-16,-7-2-1 16,-9-2-2-16,-16-8 0 15,-10 2 5-15,-15-4-4 0,-1 6 6 16,-6 6-7-16,-16 9 0 15,-5 7 21-15,-4 8-11 16,-4 1 18-16,1 12-2 16,3 18-18-16,7 10 20 15,9 13-27-15,9 10 4 16,6 9 13-16,0 7-15 16,13 11 14-16,8 6 14 15,3 6-18-15,-1 0 2 16,2-6-15-16,-5-6 0 0,-6-12 1 15,-8-14-1-15,-6-19-1 16,0-14-1-16,0-15-7 16,-7-16-75-16,-4 0-114 15,-4-20-274-15,-4-19-310 16</inkml:trace>
  <inkml:trace contextRef="#ctx0" brushRef="#br0" timeOffset="31547.36">16285 8968 1048 0,'0'0'0'0,"0"0"-3"0,0 0-2 0,0 0-99 16,0 0-287-16</inkml:trace>
  <inkml:trace contextRef="#ctx0" brushRef="#br0" timeOffset="32010.49">18898 8219 831 0,'0'0'23'0,"0"0"26"15,-3 74-7-15,3-5 66 16,7 12-39-16,1 7 3 16,3 5 26-16,-1-2-61 0,-6-7-36 15,4-2 5-15,-2-12-6 31,-3-13 0-31,0-15-1 16,-1-13-9 0,-2-15-91-16,0-10-104 15,0-4-32-15,-13-7-191 0</inkml:trace>
  <inkml:trace contextRef="#ctx0" brushRef="#br0" timeOffset="32658.57">18719 8846 613 0,'0'0'152'0,"0"0"21"16,0 0-11-16,0 0-43 15,0 0-48-15,0 0-59 16,-33-47-12-16,63 37 0 0,12-7 1 16,14-6-1-1,6-8 0-15,2-4 0 0,4-4 0 16,-2-2-1-16,-3-2 1 16,-10-1-4-16,-12 0 3 31,-14 3-110-16,-17 4 70-15,-10 11 29 16,0 9 10-16,-6 11 2 16,-9 6 14-16,-6 20 7 0,3 22 6 0,2 18 8 15,7 9 7-15,7 2 6 0,2 0-11 16,0-6 2-16,14-9-31 16,5-6-6-16,3-11 7 0,-3-12-5 15,3-7-4 1,-3-12 4-16,4-8 0 0,5 0 7 15,4-10-8-15,0-16 0 16,-2-7 3-16,-3-4-3 16,-5-1-3-16,-7 5 0 15,-3 10 4-15,-6 12-7 16,-6 11 3-16,0 0 0 16,0 17-1-16,2 10-11 15,4 8 12-15,5-2 18 16,4-6-13-16,6-4 7 15,6-7-8-15,7-8-1 0,4-7 19 16,8-1-19-16,3-6 7 16,-5-13-7-16,-4-5 1 15,-9-3-1-15,-11-4-3 16,-9-6 0-16,-8 0 3 16,-3 0 0-16,-7 8-3 15,-9 13 0-15,0 10 3 16,2 6-1-16,-3 13-2 15,1 19 0-15,4 8 12 16,6 3-7-16,6-2 0 16,0-6-2-16,16-4-1 15,4-3-2-15,9-8 0 16,4-4-9-16,5-6 5 16,10-6-259-16,4-4-204 0</inkml:trace>
  <inkml:trace contextRef="#ctx0" brushRef="#br0" timeOffset="33232.05">21163 8553 841 0,'0'0'52'0,"0"0"166"0,0 0-69 0,0 0-131 0,0 0 1 16,28 81 19-16,-3-16 85 15,2 2-91-15,-2-1 43 16,5-4-48-16,-4-9-5 16,-1-8-21-16,-2-15 2 0,-4-11 6 15,-3-11-9-15,1-8 1 16,-1 0 19-16,5-18-20 15,7-16 15 1,-1-13-6-16,-3-9-8 16,-4-10 10-1,-10-9-11-15,-3-7 0 0,-7 2-5 16,0 15 4-16,0 24-4 16,0 21-24-16,0 20-7 0,0 0-48 15,0 32-88-15,3 14 125 16,9 12-3-16,6 4-120 15,9-1 43-15,6-7 2 0,4-7-117 16,8-12-138 0</inkml:trace>
  <inkml:trace contextRef="#ctx0" brushRef="#br0" timeOffset="34035.15">22033 8847 523 0,'0'0'101'0,"37"-75"43"15,-27 32-44-15,-10-5-1 16,0 1-70-1,-6 6 47-15,-18 15-10 0,-2 10 80 16,-4 12-81-16,-5 4-13 16,0 16-26-16,5 14 21 15,0 7-29-15,12 5-6 16,6 2-11-16,6-2 5 16,6-1-10-16,0-7 4 15,12-7 0 1,6-7-6-16,6-9 12 0,3-8-8 15,3-3 2-15,7-7 0 16,0-16-2-16,0-8 2 16,-2-5-25-16,-5-7 3 0,-2 1-24 15,-10 4 26-15,-9 8 12 16,-6 12 8-16,-3 10 10 16,0 8 12-16,-2 1 13 15,-8 24-8-15,-2 13-23 16,3 9 7-16,9 6-3 15,0-2-3-15,6-4 17 0,10-6-4 16,5-9-17-16,5-9 1 16,2-7 1-16,2-12-3 15,7-4 1-15,6-4 3 16,2-18 4-16,0-5-8 16,-5-9 0-16,-6-3-3 15,-10-4-3-15,-12-10 2 16,-10-3-21-16,-2 2 11 15,0 5 13-15,-12 18 1 16,-1 15 0-16,8 10 9 16,-3 6 8-16,1 15 14 15,-3 20-31-15,5 12 0 0,5 1 18 16,0-3-16 0,5-2 2-16,12-5 4 15,1-6-6-15,2-8 7 0,-1-8-9 16,5-9 2-16,2-7 3 15,2 0-3-15,10-11-1 16,0-13 6-16,-1-7-7 16,-7-8 0-16,-12-4-15 15,-9-8-39-15,-9 2 32 16,0 7 8-16,0 15 14 16,0 15 1-16,-5 9 2 15,1 3 38-15,-3 18-37 16,1 12 9-16,2 12-2 15,4 1-4-15,0-4-6 0,0-1 7 16,5-2-6-16,4-7 0 16,-2-7-2-16,2-4-7 15,-3-8 7-15,2-6-62 16,-1-4-175-16,4 0 5 16,-4-23-115-16</inkml:trace>
  <inkml:trace contextRef="#ctx0" brushRef="#br0" timeOffset="34343.97">22740 8204 1024 0,'0'0'7'0,"0"0"81"0,-81 15 56 0,71-1-86 15,10 3-42-15,0 1-15 0,5-4 23 16,15 0-21-1,1-7-3-15,4-7 5 0,-2 0 1 16,-1 0 1-16,-3-11-7 16,-3-6 6-16,-5-1-4 15,-3 0-2-15,-7 1 0 16,-1 5-1-16,0 3 1 16,0 5-16-16,-13 4-6 15,0 4-28-15,3 23-30 16,7 10-46-16,3 10-64 15,3 3-2-15,13 2-150 16</inkml:trace>
  <inkml:trace contextRef="#ctx0" brushRef="#br0" timeOffset="35169.49">23390 8613 780 0,'0'0'19'0,"-15"-87"141"16,-5 54-50-16,-3 7 27 16,-1 13-75-16,0 8 65 15,-1 5-90-15,0 0-5 16,1 12-13-16,1 15-4 16,3 9-5-16,6 3-10 0,4 1 19 15,10 6-19-15,0-7-1 16,0-5 0-16,11-7 2 15,3-8-2-15,8-8 0 16,-2-8 1-16,8-3-12 16,-1-4 12-16,3-17-22 15,-5-8-72-15,2-6 18 16,-8-2 39-16,-5-7 7 16,-5 0 14-16,-5 7 16 15,-4 9 0-15,0 13 4 16,0 9 14-16,-9 6 40 15,5 1 7-15,-4 19-55 0,2 8-7 16,6 8 5 0,0-6-8-16,0 3-2 0,5-6 1 15,7-10 2-15,1-2-2 16,5-8-1-16,8-7 2 16,11 0 3-16,15-7-3 15,6-11-1-15,-3-4 0 16,-5-3-45-16,-10-6-70 15,-9-2 46-15,-13-1 7 16,-6 1 62-16,-11 9 2 16,-1 10 7-16,0 8 39 15,0 6 81-15,-11 0-32 16,3 13-69-16,-2 13-15 0,6 4 40 16,4 1-40-16,0-2-8 15,0-4 7-15,0-4-8 16,7-5 6-16,-1-5-9 15,1-5 0-15,5-6 9 16,0 0-5-16,7 0-1 16,2-14 2-16,3-7-3 15,1-5 1-15,1-1-3 16,-4 1-2-16,-2 9-4 16,-10 5 5-16,-3 8 1 15,-5 4 0-15,1 0-4 16,-2 16-4-16,5 11 4 15,1 1 4-15,-1 0 10 16,1-3-10-16,-3-3 1 0,2-6-1 16,-1-3 1-16,1-3-3 15,7-4-4-15,11-6-94 16,7 0-34-16,7 0-55 16,5 0-85-16,8-16-301 15</inkml:trace>
  <inkml:trace contextRef="#ctx0" brushRef="#br0" timeOffset="35544.24">24397 8362 799 0,'0'0'286'0,"0"0"-253"0,-95 6 149 16,74 14-29-16,11 10-68 0,6 7-66 15,4 5 39-15,0 2-31 16,16-3-9-16,3-4 3 15,5-6-20-15,-1-9 0 16,7-6 1-16,5-9-2 16,5-7 13-16,6 0-13 15,1-10-3-15,-3-12-5 16,-5-7-29-16,-6-8-57 16,-9-7 3-16,-11-5-23 15,-13 2 46-15,0 8 48 16,-4 13 20-16,-11 10 7 15,0 12 3-15,3 4 45 0,-3 4 0 16,4 17-12 0,3 6 10-16,6 6-39 0,2-2-12 15,0 1 4-15,3-3-6 16,9-7-3-16,2-5-16 16,-1-9-219-16,12-8-187 15</inkml:trace>
  <inkml:trace contextRef="#ctx0" brushRef="#br0" timeOffset="36326.67">25988 8216 992 0,'0'0'46'0,"0"0"4"0,0 0 42 0,0 0-53 0,0 0 10 0,-18 100-1 0,18-65-9 0,4-4-23 15,11-5 8-15,2-4-18 16,4-8 1-16,2-7-1 15,6-4 1-15,5-3 7 16,5-3-14-16,4-16 3 16,-1-5-1-16,-3-5 1 15,-5-5-3-15,-4-3 0 16,-6 4 2-16,-8 5 3 16,-7 10-4-16,-6 11 2 0,-3 7 23 15,0 0-20-15,0 2 8 16,0 23-13-16,0 6 0 15,0 5 21-15,0-5-20 16,0-7 2-16,6-7 4 16,0-4-8-16,3-4 0 15,-3-7-1-15,6-2 4 16,7 0 7-16,6-15-5 16,4-7-3-16,1-6 5 15,-2-3-6-15,1-3-1 16,-6 8 3-16,-3 7-3 15,-11 7 1-15,-5 9-1 0,-1 3-6 16,0 19 4 0,4 14-9-16,3 6 11 0,0-1 11 15,0-7-7-15,1-9 2 16,-4-4-6-16,0-6 0 16,-3-7-7-16,-3-1 2 15,-1-4-55-15,0 0-175 16,0-8 4-16,-1-11-181 15</inkml:trace>
  <inkml:trace contextRef="#ctx0" brushRef="#br0" timeOffset="36674.08">26128 7819 160 0,'0'0'867'0,"-84"-3"-866"0,54 9 137 0,7 13-42 0,8 6-37 15,12 0-31-15,3 0 20 16,6-5-20-16,18 1-11 16,7-6-7-16,11-8-8 15,1-5 20-15,5-2-12 16,-3 0-4-16,-5-13 11 16,-5-5-15-16,-12-2-2 0,-7-4 7 15,-11-3-6 1,-5 2 16-16,0-1-17 15,-18 8 0-15,-2 7 3 0,-2 9-3 16,-2 2-10 0,5 5 1-16,0 21-7 0,5 7 6 15,10 9-39-15,4 2-60 16,5 8 37-16,24-1-52 16,7 4-55-16,7-6-33 15,8-4-224 1</inkml:trace>
  <inkml:trace contextRef="#ctx0" brushRef="#br0" timeOffset="36999.06">28106 7665 1149 0,'0'0'131'15,"0"0"-72"-15,0 0 229 16,0 0-213-16,0 0-65 16,0 0 7-16,-83 92 26 15,53-23-24-15,-1 8 14 16,-4 11-31-16,-1 5 19 16,-4-1-15-16,6-3-1 15,3-13-3-15,7-11-2 16,7-16 0-16,7-16-6 15,4-9 4-15,3-12-11 0,3-10-89 16,0-2-82 0,0-14-39-16,9-19-118 0,-5-15-176 15</inkml:trace>
  <inkml:trace contextRef="#ctx0" brushRef="#br0" timeOffset="37267.85">27650 7716 979 0,'0'0'54'16,"0"0"53"-16,0 0 68 16,0 0-157-16,0 0 89 15,26 115 5-15,16-55-43 16,9 1 13-16,3-4-4 16,-2 2-61-16,-3 1 22 15,-5-6-30-15,-4-4 7 0,-5-8 2 16,-5-12-15-16,-6-9-3 15,-4-5 0-15,-5-10 3 16,-4-4-4-16,0-2 1 16,4 0-11-16,3 0-20 15,1-6-188-15,-2-6-195 16,-9-6-415-16</inkml:trace>
  <inkml:trace contextRef="#ctx0" brushRef="#br0" timeOffset="39247.25">28987 8100 372 0,'0'0'13'0,"0"0"-11"0,0 0 29 15,0 0-29-15,0 0 2 16,0 0-2-16,-20-54-2 16,11 44 4-16,2 0-4 15,-2 2 45-15,-5-1-22 16,8 1-22-16,-1 0 22 16,2-1 19-16,1-1-4 0,0 2-11 15,1-2 30 1,3 3 45-16,0 1-12 0,-2 1-42 15,1 3 72-15,-2 2-6 16,-2 0-33-16,-6 0-21 16,-9 21-42-16,-7 8 12 15,-4 9 29-15,2 6-15 16,6 5 21-16,4 0-41 16,8 1-6-16,8-4-12 15,3-5 1-15,8-5-7 16,22-7-3-16,7-9 0 15,8-4 0-15,9-10-7 0,0-4-130 16,-3-2-56-16,-1 0-38 16,-11-11-188-16</inkml:trace>
  <inkml:trace contextRef="#ctx0" brushRef="#br0" timeOffset="39622.11">29312 8090 614 0,'0'0'237'0,"0"0"-221"0,0 0 131 15,0 0-99-15,0 0-13 16,-85 20 5-16,66-5 7 0,0 1 20 16,5 0-26-1,2-1 2-15,4-3-17 0,2-2-25 16,6-3 3-16,0-1-4 15,0 3-11-15,4 4 9 16,10 1 2-16,2 0 3 16,4 3-3-16,1-5 0 15,1 3-2-15,-2 1 2 16,-4-1-1-16,-6 0-1 16,-5 1 2-16,-5 0 0 15,0-3 1-15,-2-1-1 16,-13 0 16-16,-5-3-13 15,-1 1-3-15,4-2 0 16,3-4-3-16,3-4-12 16,0 0-151-16,4-2-72 0,1-18-111 15</inkml:trace>
  <inkml:trace contextRef="#ctx0" brushRef="#br0" timeOffset="39820.74">29473 7963 817 0,'0'0'182'16,"0"0"-159"-16,0 0 57 15,83 66 42-15,-63-17-37 16,-8 17-56-16,-12 16-8 16,-24 11-7-16,-39 13-14 0,-25 5-61 15,-18-3-526-15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10:02.53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3446 2985 422 0,'0'0'194'0,"0"0"-129"0,0 0 57 0,0 0-5 0,0 0-51 16,0 0-21-16,-64-9 35 16,59 9-31-16,5 0-14 15,-1 0-2-15,-1 0-11 16,2 0-10-16,0 0 3 15,0 0 0-15,0 0 3 16,0 0 3-16,2 0-13 0,19 2 3 16,13-2 27-16,15 0 30 15,8 0-20-15,9 0-28 16,4-4-4-16,6 1-7 16,0 2-4-16,1 1-3 15,3 0-1-15,6 0 0 16,7 1 5-16,4 1-6 15,-3-2 0-15,-8 0-4 16,-10 0 4-16,-10 0-1 16,-15-6 1-16,-11-3 0 15,-16 3 7-15,-3-1-6 16,-12 1 6-16,-2 2 41 0,-4 1-13 16,0 0-19-16,0 1-5 15,-3 2-7-15,0 0 3 16,0 0-7-16,0 0-4 15,-11 0-8-15,-11 9-108 16,-8 7-50-16,-4 3 9 16,-5 4-110-16,-4-2-130 15</inkml:trace>
  <inkml:trace contextRef="#ctx0" brushRef="#br0" timeOffset="382">4035 3051 670 0,'0'0'76'0,"0"0"13"0,0 0 37 0,0 0-59 0,0 0-18 15,0 0 33-15,32 57 18 16,-16-13 1-16,-1 14-7 16,3 17 2-16,-5 17-44 15,-2 16-11-15,-1 18-14 16,-2 4 9 0,-2-5-16-16,1-10-15 0,5-25 1 15,-3-15 0-15,-1-18-3 16,-3-20-3-16,1-11 10 0,0-14-10 15,0-8-1-15,-1-4 0 16,1 0-1-16,1-9-3 16,2-18-49-16,3-8-163 15,0-6-66-15,-3 5-205 16</inkml:trace>
  <inkml:trace contextRef="#ctx0" brushRef="#br0" timeOffset="1569.72">4632 3967 824 0,'0'0'13'0,"0"0"151"16,0 0-48-16,49-71-44 15,-41 45-26-15,-2-5-16 16,-6 1 15-16,0-2-26 16,-17 4-1-16,-8 11 0 15,-2 5 0-15,-4 9 5 0,-2 3-20 16,2 3-2-16,-1 19 7 16,4 9-8-1,1 10 0-15,6 5 4 0,6 4-4 16,8-3 1-16,7-2-1 15,0-6 0-15,9-9-2 16,10-3-2-16,3-11 2 16,4-6-3-16,1-10 5 15,4 0-1-15,-1-14-2 16,1-11-14-16,-4-6-5 16,-6-5-26-16,-9-1 20 15,-6-2 17-15,-6 4 2 16,0 6 9-16,0 10 1 0,-6 8 5 15,0 6 23-15,3 5 38 16,0 5-50-16,-2 18-16 16,0 12 0-16,5 4 12 15,0 4 1-15,10 1 0 16,14-3 6-16,0 2-14 16,6-8-2-16,7-5 10 15,0-8-10-15,2-10 1 16,3-8-3-16,1-4-1 15,-3-8 4-15,-4-17-5 16,-3-8 0-16,-6-11 4 16,-8-4-4-16,-7-4-13 0,-7 2 7 15,-5 4-10 1,0 15 9-16,0 9 2 16,-3 13 5-16,-3 6 20 0,3 3-6 15,-2 9-14-15,2 18-1 16,0 7 1-16,3 1 13 15,0 0-11-15,6-2 1 16,8-1 7-16,8-4-3 16,5-5-1-16,6-3 8 15,1-7-8-15,8-4-1 16,1-9-5-16,2 0 3 16,2-12-3-16,-2-9 1 15,1-7-1-15,-7-3 2 16,-9-3-1-16,-11 3-2 15,-13 1-3-15,-6 0 4 16,-4 8 9-16,-17 3-7 16,-7 7 3-16,-5 6-5 0,0 6 1 15,0 0 2-15,2 18-3 16,9 7 0-16,5 4 2 16,5 7-2-16,11 0-4 15,1 0-1-15,0-2 5 16,19-8-2-16,1-6-6 15,5-13-10-15,5-7-26 16,1 0-37-16,5-14 17 16,7-13 16-16,-4-2 29 15,-6 3 8-15,-14 11-5 16,-4 6 16-16,-10 9 5 0,-5 4 2 16,3 30 31-16,-1 20 64 15,-2 19 28-15,0 18-51 16,0 12-1-16,2 7-43 15,7 6 1-15,5 4-29 16,0-8 10-16,3-10-15 16,-1-13 3-16,-5-20-4 15,-5-18-1-15,-2-16 0 16,-3-15-3-16,1-13 3 16,-2-7-3-16,0-7-28 15,0-27-89-15,1-23-144 16,1-29-10-16,-1-27-332 15</inkml:trace>
  <inkml:trace contextRef="#ctx0" brushRef="#br0" timeOffset="2186.82">5814 4014 1133 0,'0'0'36'0,"0"0"3"0,0 0 60 0,0 0-86 0,0 0 2 16,0 0-3-16,95 30-5 16,-51-30-1-16,-3-12-6 15,-2-7 0-15,-11-2 0 16,-8-2 0-16,-8-1-3 16,-8 5 1-16,-4 0-2 0,0 7 4 15,-16 3 0-15,-7 8 2 16,-5 1-4-16,-5 4 6 15,2 17-3-15,2 6 24 16,10 5 5-16,4 5 9 16,15 8-17-16,0-1-1 15,0-2 10-15,24-3-16 16,3-8-7-16,6-2-7 16,7-8 2-16,2-10-6 15,7-11 3-15,5 0 0 16,4-15-4-16,5-15 4 15,-7-8-4-15,-5-10-18 0,-3-10-76 16,-11-9 41-16,-11-13-27 16,-15-14 6-16,-11-9 40 15,-10-5-18-15,-23 10 43 16,-7 19 11-16,1 25 2 16,11 27 44-16,8 21 55 15,7 6-11-15,5 33-72 16,4 19 7-16,4 19 64 15,3 11-27-15,21 5-8 16,4 7 15-16,4-7-11 16,2-5-34-16,-1-10-16 15,-2-10-5-15,-4-10-1 16,0-12 0-16,-8-14-9 0,-4-13 8 16,-3-10-51-16,-5-3-174 15,-1-16 21-15,-6-21-150 16</inkml:trace>
  <inkml:trace contextRef="#ctx0" brushRef="#br0" timeOffset="2353.96">6508 3715 1084 0,'0'0'98'0,"0"0"-35"0,0 0 45 0,0 0-90 0,125-53-18 15,-73 32-5 1,-3 1-119-16,-7-3-385 16</inkml:trace>
  <inkml:trace contextRef="#ctx0" brushRef="#br0" timeOffset="4253.18">4963 4260 521 0,'0'0'36'0,"0"0"21"0,0 0 42 16,0 0-58-16,0 0-36 15,0 0 0-15,0 0 26 16,12-21 22-16,2 2-10 16,1 0-6-16,-2-5-18 0,6-5 13 15,-2-1-10-15,-5 1 2 16,3-3 4-16,-8-1-8 16,-5 1 21-16,-2-1-32 15,0 1 5-15,0 1-3 16,-8 8 12-16,-11 5-8 15,7 5 12 1,-2 6-18-16,1 4-1 0,1 3-4 16,3 0-1-16,2 3-3 15,1 11 0-15,3 6-4 16,3 1 4-16,0-1-4 16,0-2 4-16,4-4-3 15,4-1 2-15,6-2 1 16,-3-2-3-16,8 0 3 0,-2-2-2 15,-4 0 1 1,2 1 1-16,-3 4 3 0,-8 8-1 16,-4 5 4-16,0 4 0 15,0 2 9-15,0 0 16 16,0-3 3-16,0-5-5 16,0-5-12-16,5-5-11 15,9-5 5-15,2-2-10 16,-1-4 0-16,0-2 6 15,-2 0-2-15,3 0 0 16,-2-10-5-16,1-2 3 16,-5-2-5-16,1-3 2 15,-1 0-154-15,-7-6-240 16</inkml:trace>
  <inkml:trace contextRef="#ctx0" brushRef="#br0" timeOffset="6314.81">8609 3663 674 0,'0'0'63'0,"0"0"-7"0,0 0 98 0,0 0-77 16,0 0-43-16,0 0 0 15,0 0 11-15,-5-7 13 16,5 7-20-16,0 0-11 15,0-4 9-15,0 4-18 16,0 0 4-16,0 0-3 16,0 0-4-16,0 0 14 15,0 0-4-15,0 0 3 0,0 0 6 16,0 0-14-16,0 0-6 16,0 0 5-16,0 0-11 15,0 0 5-15,0 0-8 16,0 0-2-16,0 0 6 15,0 0-7-15,0 0-1 16,0 0-1-16,0 0 0 16,0 0 0-16,0 0 0 15,0 0 0-15,0 0-1 16,0 0 3-16,0 0-2 16,0 0 0-16,0 0 1 15,0 0-2-15,0 0 1 16,0 0 0-16,0 0-2 15,0 0 4-15,0 0-2 16,0 0 0-16,0 0 0 0,0 0 2 16,0 0-2-16,0 0 1 15,0 0-5-15,0 0 5 16,0 0-1-16,0 0 0 16,0 0 1-16,0 0-1 15,0 0 0-15,0 0 0 16,0 0-2-16,0 0 3 15,0 0-1-15,0 0 0 16,0 0 1-16,0 0 0 16,0-1-1-16,1-8 0 15,3-2-2-15,-1-4 3 16,2-2-1-16,-2-4 0 0,3-5 0 16,-3-6 1-1,-3-6-1-15,0-10 0 0,-1-5 5 16,-15-1-4-16,-1 2 2 15,0 9-3-15,1 7 1 16,1 9 3-16,0 3-3 16,4 10 8-16,3 6 13 15,5 2-21-15,0 3 14 16,3 3-11-16,0 0-4 16,0 0 0-16,0 23-12 15,0 11 12-15,4 23 0 16,6 13 2-16,-5 9 7 15,9 17 3-15,-3 13 0 0,-2 14 12 16,-1 11-6 0,2 8-2-16,-1-3 2 0,0-6-14 15,-1-8 6-15,3-17 1 16,-3-10-3-16,4-16 16 16,1-12-16-16,-5-8 3 15,1-9 0-15,-2-12-4 16,-2-13-1-16,1-12-3 15,-5-8-2-15,1-5 6 16,-1-3-4-16,-1 0 1 16,0 0 9-16,0 0-7 15,0 0 3-15,0 0-4 16,0-8-4-16,0-2 0 16,0 1-1-16,0-1-6 0,0 3-52 15,0-7-93-15,0-2-181 16,5-6-197-16</inkml:trace>
  <inkml:trace contextRef="#ctx0" brushRef="#br0" timeOffset="8204.27">10139 3310 749 0,'0'0'17'0,"0"0"94"0,0 0-16 15,0 0-48-15,0 0-24 16,0 0-19-16,-9 55 65 16,21-8 30-16,0 8-44 15,-2 10 15-15,2 12-18 16,0 15-12-16,0 10 17 15,3-1-48-15,-6-10-5 16,-3-16 3 0,0-21-6-16,4-11 2 0,-4-11-3 15,-3-11 2 1,0-7 0-16,0-6-2 0,-1-8-1 16,-1 0 0-16,-1 0-43 0,0-21-56 15,0-9-58-15,0-19-66 16,0-8-27-1,-9-15-170-15</inkml:trace>
  <inkml:trace contextRef="#ctx0" brushRef="#br0" timeOffset="8692.34">10094 3346 726 0,'0'0'13'0,"3"-75"133"15,21 41-32-15,0 4-51 16,11 9 13-16,6 4-13 15,1 11-22-15,4 6-4 0,3 0-13 16,0 14 14-16,-5 13 12 16,-10 4-25-16,-15 5 32 15,-14 3-30-15,-5 2-12 16,-28 4 21-16,-19 0 1 31,-3-1 9-31,-7-4-25 16,12-5-5-1,6-10 3-15,6-6-14 16,8-8-1-16,6-7 4 16,8-2-7-16,1-2 6 0,7 0-5 15,0 0-1-15,3 0 8 0,0 0-9 16,0 0-2-16,0 0-5 0,19 8-4 16,9 15 10-16,7 10 1 0,7 11 0 15,4 7 20-15,6 3-11 16,3-3 10-16,4-8 0 15,-4-5-13-15,-3-6 6 16,-7-6-12-16,-9-5 0 16,-5-5-5-16,-10-6 5 15,-5 0-4-15,2-6-29 16,-2-4-88-16,1 0-70 16,1-20-13-16,-2-13-112 15,-3-11-221-15</inkml:trace>
  <inkml:trace contextRef="#ctx0" brushRef="#br0" timeOffset="9391.28">10873 3737 807 0,'0'0'61'0,"0"0"-38"0,0 0 47 0,0 0-36 0,0 0 7 0,0 0 12 0,88-32-18 16,-54 12-11-16,-4-2-14 15,0-3-1 1,-8 0-9-16,-10-4 1 0,-7 2 10 16,-5 8-9-16,-2 2 3 15,-13 9 4-15,-7 5 27 16,-3 3 0-16,-7 0-11 0,2 17-8 16,2 10 16-16,4 8 3 31,8 10-4-16,5 5 16-15,7 9-10 16,4-2-10-16,0-4-15 16,22-6-10-16,2-9 12 15,9-7-15-15,0-8 3 0,1-6 1 16,5-10-1-16,1-7-1 16,6 0-2-16,2-20 0 0,0-11 5 0,1-8-1 15,-4-11-4-15,-2-9 4 16,-10-1-4-16,-9-3 6 15,-11 10-6-15,-10 13 0 0,-3 13 4 16,-3 10 1-16,-16 6 1 16,-1 7-2-16,-3 4 1 15,2 0-2-15,0 6-3 16,3 13 0-16,10 3-6 16,5 5 5-16,3 5-2 15,3-2 3-15,18 3 0 16,8-1-3-16,6-1 3 15,4-2 0-15,3-4-1 16,0-4 1-16,-5-1 0 16,-7-5-1-16,-12-7 4 15,-6 3-6-15,-12-1 3 16,-2 3 0-16,-36 2 12 16,-10 3-10-16,-15-4 5 0,-6-1 15 15,-2-7 8-15,7 3-12 16,3-7-18-16,17 1 4 15,14-3-3-15,16 0-1 16,14 0-4-16,0 0-12 16,10 0-129-16,23 0-47 15,12 0 44-15,5 0-129 16,7-8-125-16</inkml:trace>
  <inkml:trace contextRef="#ctx0" brushRef="#br0" timeOffset="9936.98">11859 3800 764 0,'0'0'219'0,"0"0"-197"0,0 0 89 15,0 0 45-15,-52 96-33 16,46-37-19-16,6 12-42 16,0 13 10-16,0 11-45 15,6 3 11-15,7-2-36 16,-4-7 4-16,0-14-1 15,1-11-5-15,-2-12 0 16,-3-14 1-16,1-8 2 16,-3-16-3-16,-3-8 0 15,0-6 0-15,0-6 7 16,0-23 7-16,0-17-11 0,-9-18-3 16,-1-22-5-1,3-14 4-15,-5-20-19 0,6-7-7 16,0 5 18-16,6 16-9 15,3 15 12-15,14 21 5 16,10 16 2-16,-4 13-3 16,6 14 2-16,-4 13-7 15,0 14-1-15,5 0 1 16,-4 27 3-16,-1 11 3 16,-9 7 2-16,-10 7 3 15,-6-3-4-15,-4-3 0 16,-21-2 10-16,-8-6-7 15,-2-9-2-15,-4-4 9 16,-1-11-9-16,5-8 11 16,3-6-12-16,5 0 0 0,11-7 4 15,0-15-4-15,8-2-6 16,8-2-50-16,8 4-78 16,24 3-28-16,14 4-35 15,7 5-52-15,4-2-46 16</inkml:trace>
  <inkml:trace contextRef="#ctx0" brushRef="#br0" timeOffset="10764.13">12390 3803 148 0,'0'0'511'0,"0"0"-389"0,0 0 87 0,0 0-69 0,0 0 15 0,0 0-82 0,-61-46-26 15,40 58 22-15,0 9-39 16,9 6 2-16,3-1-4 15,9 4-14 1,0 0 4-16,5-5-15 0,17-2-2 16,5-5 11-16,4-3-12 15,5-8 0-15,2-7 0 16,5 0 3-16,-3-9 0 16,-1-10-3-16,-2-5 0 15,-13-5-5-15,-11-3 5 16,-13-5-11-16,-4-1 3 15,-31-1 4-15,-11 7 1 16,-4 9 3-16,0 6 0 0,6 13 4 16,6 4 2-16,10 7-5 15,7 18 6-15,9 7-4 16,9 4-2-16,3 2-1 16,6-1 0-16,18-4-2 15,3-5 2-15,4-7 0 16,2-1 0-16,1-10-1 15,1-6-3-15,-2-4 2 16,1 0-19-16,3-16-7 16,-4-8-43-16,0-5-2 15,-4-3 31-15,-9 2-15 16,-1 2 24-16,-10 8 20 0,-7 8 13 16,-2 6 7-1,0 6 11-15,0 0 22 0,0 14-21 16,0 10-13-16,0 11 51 15,0 2-6-15,0-3-25 16,0-1 15-16,0-3-29 16,3-5 2-16,6-5 3 15,-3-8-13-15,1-4 8 16,-2-5-12-16,2-3 2 16,5 0 13-16,3-19-12 15,6-7 6-15,1-8-5 16,-2-5-1-16,-1 2-1 15,-3 0-2-15,-2 6 0 16,-5 8 1-16,0 8-1 16,-6 7 0-16,-3 8-3 0,1 0 4 15,1 8-3-15,4 13 0 16,1 8 2-16,3 3 32 16,1 0-27-16,0-1 14 15,0-1 9-15,0-9-26 16,-2 0 9-16,3-6-11 15,-2-5 0-15,-1-2 2 16,1-4-2-16,-2-4-7 16,4 0-30-16,4 0-109 15,-1-4-113-15,-1-8-153 16</inkml:trace>
  <inkml:trace contextRef="#ctx0" brushRef="#br0" timeOffset="11465.79">13276 3770 996 0,'0'0'14'0,"0"0"171"0,0 0-46 0,0 0-21 16,0 0-75-16,0 0-10 15,3-55 20-15,14 54-37 16,1 1 4-16,7 0-4 16,0 9-12-16,2 16 11 15,-2 1-12-15,-2 6-3 16,-4-1 16-16,-2 1-13 16,-7-1-3-16,-7-3 0 0,-3-3 3 15,0-5 2 1,-19-2-5-16,-4-5 0 15,-4-3 7-15,-1-3-6 16,0-5-1-16,0-2 0 0,4 0 2 16,0-11-9-16,7-9 5 15,3 4-10-15,6 3 11 16,4 3-16-16,4 5 15 0,-2 5-3 16,2 0-4-16,0 0 6 15,5 3-16-15,14 9 18 16,6 4-7-16,2-3 15 15,9 1-7-15,-2-6 0 16,8-4 1-16,7-4-4 16,5 0 5-16,7-4-2 15,-1-9 6-15,-6-6-5 16,-12-2-2-16,-11-6 1 16,-9-5-31-16,-13-7-8 15,-5-7-1-15,-4 6 11 16,-8 5 25-16,-9 8-8 15,-4 8 12-15,1 8 0 0,1 11 1 16,3 0 24 0,1 10-8-16,9 16-5 0,6 5 23 15,0 1-3-15,3 4 8 16,15-3-6-16,7-6-24 16,5-3 10-16,5-2-20 15,-1-9 1-15,6 1-1 16,-6-8 0-16,-2-2-13 15,-3-4-192-15,-5 0-199 16</inkml:trace>
  <inkml:trace contextRef="#ctx0" brushRef="#br0" timeOffset="18156.75">15114 2901 524 0,'0'0'97'0,"0"0"-89"0,0 0 85 16,0 0 9-16,0 0-41 15,0 0-1-15,0 0-11 16,-3-2 11-16,3 2 1 16,-1 0-12-16,1 0 13 15,0 0-13-15,0 0-9 16,0 0 3-16,0 0-10 16,0 0-12-16,0 0 19 15,0 0-21-15,0 0-3 16,0 0-6-16,0 0-10 0,0 0 10 15,0 0-10 1,0 0 0-16,0 0 0 0,0 9 3 16,0 4-1-16,0 7 6 15,0-3-4-15,0 8 10 16,0 6-9-16,0 3 1 16,0 6 14-16,1 4-2 15,4 9 6-15,2 4 1 16,1 13-6-16,1 5 0 15,0 8-5-15,1 10-1 16,3 11 7-16,0 6-10 16,1 5 1-16,3-1-11 0,1-3 0 15,0-5 4 1,-1-6-4-16,0-6 0 0,-2-10 0 16,-3-7 2-16,-2-8-2 15,-2-10 0-15,-1-6 0 16,-2-11 4-16,-1-9-4 15,-1-10-2-15,0-13 0 16,-2-4 4-16,-1-6-2 16,2 0 0-16,-1 0 2 15,2-22-5-15,5-6-68 16,3-7-131-16,3 0-69 16,1 5-190-16</inkml:trace>
  <inkml:trace contextRef="#ctx0" brushRef="#br0" timeOffset="20854.16">16500 3251 220 0,'0'0'55'0,"0"0"-24"0,0 0 47 16,0 0 10-16,0 0-30 16,0 0 9-16,3-19-3 15,-3 15 6-15,2 2 1 16,-2-1-16-16,0 0-6 15,0 2 14-15,0-1 4 16,0 1-25-16,0-1 25 16,0 2 7-16,0-1-16 15,0 1 9-15,0 0-13 0,0 0 8 16,0 0-21 0,0 0-36-16,1 7-5 15,5 18 0-15,6 12 5 0,0 9 33 16,2 8-13-1,1 5 13 1,0 7-1-16,1 9-28 16,-3 0 0-16,2 5-3 0,-3-6-4 0,0-9 5 15,-5-12-7-15,0-11 0 16,-4-9-1-16,1-7 1 16,-2-8 0-16,-1-7-1 0,1-6-5 15,-1-5 5 1,-1 0-69-16,0-5-24 0,0-19-9 15,0-13-119-15,0-8 27 16,-9-8-47-16,-3-12-272 16</inkml:trace>
  <inkml:trace contextRef="#ctx0" brushRef="#br0" timeOffset="21311.59">16487 3186 799 0,'0'0'8'0,"0"0"113"0,0 0 25 0,0 0-88 0,0 0-47 16,0 0-6-16,-1-17 37 16,23 30 7-16,6 3 11 15,8 6-12-15,12 4-1 16,7 7 26-16,12 5-29 15,8 8-9-15,2 5-13 16,-4 6-13 0,-4 1 7-16,-9-2-16 15,-13-2 2-15,-11 1-1 16,-18-4 3-16,-14-2-4 0,-8-2 8 16,-36-2 1-16,-18-3 23 15,-14-1-4-15,-14-4 1 16,-2-5 7-16,0-5-18 15,8-10-10-15,15-8 0 0,11-7-7 16,14-2 4-16,10 0-5 16,12 0-3-16,12 0 1 15,6 0-22-15,0-5-50 16,14-10-96-16,17 1-53 16,15-7 23-16,5-3-89 15,4 1-204-15</inkml:trace>
  <inkml:trace contextRef="#ctx0" brushRef="#br0" timeOffset="23853.45">17409 3771 1002 0,'0'0'29'0,"0"0"129"0,0 0-62 0,0 0-65 0,66-80-14 15,-39 55-16-15,-4 1 10 16,-2-1-10-16,-9 3 1 16,-4 0 0-16,-7 1 1 15,-1 5 1-15,-3 3-4 16,-13 5 0-16,-7 6 5 16,-2 2-2-16,-6 0-1 0,-2 14-2 15,2 9 2 1,2 6-2-1,8 8 0 1,8 7 1-16,10 1 3 16,3-1-4-16,14-1 3 0,14-7-8 15,10-11 5-15,4-7 0 16,3-9 0-16,6-9 1 0,2 0-4 16,2-7 3-16,0-13-40 0,-5-7-22 15,-5-5-57-15,-11-2 16 16,-17 1-45-16,-14 4 113 15,-3 4 35-15,-2 4 13 16,-10 11 60-16,-3 6 46 16,8 4-43-16,-2 7-30 15,3 25-33-15,3 18 4 16,3 14 28-16,0 10 0 0,9 9-13 16,3 7-4-16,1 2-15 15,-4 6-2-15,-4-9-11 16,-2-12 4-16,0-14-5 15,-2-19 1-15,-1-16 0 16,0-12 3-16,0-8-3 16,0-8 5-16,0-8 13 15,0-20 41-15,-7-17-50 16,-3-16-9-16,0-14 0 16,1-15-1-16,2-12 2 15,-2-4-2-15,2 9 1 16,5 11 0-16,2 15 1 15,0 22-1-15,0 12 0 0,0 17 4 16,0 13-3 0,9 7-2-16,1 3-5 0,12 23 6 15,3 6 4-15,0 6-4 16,2-1 1-16,-2-2 3 16,5-6-4-16,3-4 4 15,4-8-4-15,5-6 3 16,6-7 2-16,1-4-5 15,-6-2 2-15,-2-17-3 16,-3-6 1-16,-8-8 0 16,-9-9 1-16,-9-6 0 15,-8-4 6-15,-4 2-7 0,0 9 0 16,-13 9 3-16,-4 11-2 16,-3 8 0-16,0 5-1 15,-1 8 3-15,2 0 4 16,4 25-7-16,5 12 0 15,7 7-3-15,3 8 6 16,3-3-1-16,13 0-2 16,9-8 0-16,2-9-1 15,4-7 1-15,7-8-4 16,5-9 1-16,8-8 5 0,4 0-2 16,1-12 0-1,-6-11-29-15,-6-8-22 16,-9-1-23-16,-10-3 23 0,-10 1 18 15,-9 7 28-15,-6 2 5 16,0 8 2-16,0 9-1 16,0 5 28-16,0 3 18 15,-6 14-42-15,2 15 0 16,-2 3 2-16,1 3 13 16,5-2-8-16,0-4-9 15,0-2 13-15,0-8-16 16,0-4 2-16,0-6-3 15,0-5 4-15,3-4-2 16,5 0 2-16,4-11 4 16,7-13 11-16,2-8-18 0,-2-4 2 15,-1 1-2 1,-3 2 2-16,2 7-4 0,-5 10 2 16,-5 5 0-16,0 9-2 15,-2 2 2-15,1 10-17 16,6 15 17-16,0 5 4 15,0 2 2-15,2-3 2 16,0-1-7-16,5-5 12 16,4-4-11-16,5-6 3 15,8-6 6-15,1-7-6 16,8 0 2-16,3-1-7 16,0-16 4-16,-2-4-4 15,-3-5 0-15,-11-6 1 16,-7-5-4-16,-13-4 2 0,-12 2 0 15,0 6-3-15,-9 5 4 16,-16 9-2-16,-8 10 2 16,-3 7 0-16,-3 2 1 15,3 9 0-15,6 16 6 16,6 9 3-16,8 6-8 16,7 4 12-16,6 2-10 15,3-4-4-15,0-3 3 16,5-7 0-16,8-6-5 15,3-7 2-15,5-9 0 16,0-6-1-16,9-4 1 16,0-8-37-16,5-17-30 15,-2-10-19-15,-7-13-1 0,-5-13 13 16,-8-14 21-16,-7-7-15 16,-6-13-3-16,0-5 16 15,-13 6-2-15,-5 11 16 16,-3 21 41-16,4 24 4 15,-2 20 72-15,3 16 35 16,-2 2-40-16,2 27-58 16,0 14 25-16,3 11 16 15,9 7 13-15,4 4-18 16,0 0-17-16,4 0-5 16,11 2 5-16,3-5-15 0,12-4-7 15,3-6-9-15,8-16 3 16,4-7-4-16,4-13 0 15,3-14 7 1,-1 0-7-16,0-6 0 0,-5-17 0 16,-3-7-1-16,-10-7-8 15,-11-8-23-15,-11 2 13 16,-6-1 16-16,-5 13-11 16,0 6 14-16,-16 9 1 15,2 8-1-15,-1 6 8 16,-3 2 2-16,4 0 0 15,1 23 2-15,4 5-10 16,6 7 4-16,3 2-1 16,0 0-3-16,5-3 1 0,13-6-3 15,2-6 0 1,7-9-2-16,8-6 2 0,5-7-1 16,11 0 0-16,-1-6-24 15,0-12-32-15,-6-6-61 16,-8-4 2-16,-11-2 32 15,-9 4 49-15,-8 2 33 16,-8 7 2-16,0 5 17 16,0 7 69-16,0 2-27 15,-7 3-1-15,1 0-19 16,-3 15-35-16,-3 9 3 16,8 1 15-16,1 1-12 15,1-4 4-15,2-4-14 0,0-5 3 16,0-3 0-1,0-5-2-15,8-5-1 0,8 0 8 16,5-5-5-16,3-19 2 16,1-7-5-16,0-5-9 15,-1 3-8-15,-6 2-17 16,-1 9 4-16,-8 14 17 16,-8 4 13-16,-1 4-2 15,0 9-1-15,0 18 3 16,0 5 18-16,3 4 8 15,3-3-9-15,1-1 8 16,1-7-16-16,8-7-1 16,1-5 0-16,5-6-8 15,5-7 13-15,9 0-13 0,1-6 5 16,1-14-5-16,3-7 0 16,-11-12-4-16,-3-7-56 15,-8-7 12-15,-10-7 19 16,-7-8-17-16,-2-5 16 15,0-2 7-15,-6 4 5 16,-2 19 18-16,4 19 0 16,-1 15 20-16,5 18 96 15,0 5-73-15,0 26-42 16,0 13 33-16,0 8 40 16,14 1-30-16,0 0-4 15,2-4-24-15,-2-4-8 16,-2-3-8-16,2-3-2 0,-4-2 2 15,-4-5-33-15,-6-5-175 16,0-18-139-16</inkml:trace>
  <inkml:trace contextRef="#ctx0" brushRef="#br0" timeOffset="24005.82">20614 3438 1237 0,'0'0'0'0,"0"0"-21"0,0 0 21 0,132-42-7 0,-49 28-36 0,14-3-275 15</inkml:trace>
  <inkml:trace contextRef="#ctx0" brushRef="#br0" timeOffset="24821.87">22441 2652 629 0,'0'0'18'0,"0"0"88"0,0 0-8 0,0 0-9 16,0 0-2-16,0 0-17 15,-8-33-8-15,8 33-26 16,0 15-14-16,1 16 14 15,12 21 31-15,2 13 19 0,2 20-1 16,3 14-26-16,0 17 2 16,2 19-21-1,-1 19-3-15,-4 27-2 16,-1 16-7-16,-10 11-13 16,-6-4-11-16,0-13-4 15,0-26 1 1,-6-22 2-16,4-25 5 15,2-23 5-15,0-24 6 0,0-23 5 16,5-14-10-16,-2-18 4 16,-2-10-13-16,1-4-4 0,-1-2 15 15,3-2-10-15,0-17-4 16,5-11-2-16,1-1-46 0,2-3-76 16,2 3-124-16,-4-5-147 15,-2-3-405-15</inkml:trace>
  <inkml:trace contextRef="#ctx0" brushRef="#br0" timeOffset="25916.97">24218 2675 741 0,'0'0'5'0,"0"0"-1"0,-29-80 199 0,26 66-116 0,3 2 0 15,0 7 3-15,0 2-36 16,0 3-9-16,0 0-29 16,11 27-16-1,12 6 58-15,5 16 31 0,2 1-40 16,9 1-6-16,1-1 2 16,5 2-12-16,5-4-23 15,3-3-1 1,-4-7 4-16,-3-7-11 0,1-7 0 15,-6-7-2-15,-8-3 0 16,-9-8-1-16,-3-4 1 0,-8-2-6 16,-1 0 2-16,-1-19-75 15,2-11-23-15,-1-11-30 16,6-9 0-16,-2-6-13 16,4-2 7-16,0-3 44 15,0 11 52-15,-2 5 9 16,-2 5 33-16,-2 9 23 15,-1 6 18-15,-5 8 30 16,-3 9 9-16,-3 5 2 16,-1 3-29-16,-1 19-44 0,0 15 14 15,0 14 90 1,-16 7-36-16,-11 7 16 0,-8 4-24 16,-6 5-32-16,-5 1-13 15,3-6-15-15,2-9-3 16,6-8-6-16,9-16 1 15,8-10-4-15,9-10 3 16,3-8-10-16,6-5-46 16,0 0-73-16,0-5 28 15,0-10-50-15,6-4-25 16,3-2 90-16,2 4 21 16,4 2-23-16,-3 1 62 0,1 0 18 15,1 1 8 1,-4 0-1-16,6 1 3 15,-4 2 20-15,-3 3 17 0,-4 2 20 16,-1 2 12-16,-4 3 49 16,0 0-43-16,0 9-57 15,0 10 31-15,0 3 71 16,0 7-38-16,-4 7 18 16,4 11-30-16,0 10-9 15,0 11 2-15,0 12-15 16,0 12-35-16,0 14 8 15,9 2-20-15,0-7-2 16,2-9-2-16,0-17 1 16,4-13-3-16,-6-12 2 15,-3-16-10-15,0-15 1 0,-2-12-90 16,4-7-112-16,-1-11-18 16,1-19-98-16</inkml:trace>
  <inkml:trace contextRef="#ctx0" brushRef="#br0" timeOffset="26756.48">26020 3599 438 0,'0'0'440'0,"0"0"-429"0,0 0 156 0,0 0-51 0,0 0-25 0,0 0-63 0,-22-39 0 16,28 55-25-16,14 13 19 15,2 12 18-15,1 8 18 16,0 5-14-16,1 3-14 16,-2-4-17-16,1-2 1 15,-1-8-13-15,-1-5 1 16,-4-11 0-1,-1-7-1 1,-6-10 1-16,-1-7-2 16,0-3 0-16,3-13 18 0,6-19 20 15,2-13-5-15,0-10-20 0,-2-9-10 16,-3-5 2-16,-3 1-5 16,-6 8-7-16,-2 13 5 0,-2 19-33 15,-2 12-46-15,0 14-6 16,2 2-62-16,2 12-65 15,5 16 119-15,6 14-38 16,3 1-79-16,4 1-44 16,5 1-124-16</inkml:trace>
  <inkml:trace contextRef="#ctx0" brushRef="#br0" timeOffset="27562.15">26707 3927 631 0,'0'0'45'16,"0"0"135"-16,34-72-97 15,-27 43-28-15,-5-1-3 16,-2 1-12-16,-2 4 21 16,-17 4 4-16,-3 9-24 15,-2 5-10-15,-2 7 3 16,-2 0-14-16,1 21 2 16,2 8-20-16,3 3 0 15,11 7-1-15,5-2-1 16,6-1 0-16,0-4-5 15,12-5 2-15,9-9 0 16,6-6-2-16,4-9-54 16,5-3-7-16,0-4-21 0,4-17-2 15,-5-5-12 1,-4-7 25-16,-9-2 39 16,-9-3 6-16,-5 3 31 0,-8 5 3 15,0 6 22-15,0 5 22 16,-8 9 77-16,1 4-31 15,1 6-25-15,5 0-46 16,-2 14-22-16,3 14 0 16,0 7 0-16,0 1 5 15,0-3-5-15,10-6 0 16,10-3 8-16,-1-5-8 16,3-7 0-16,5-6 0 0,2-6 3 15,0 0-2 1,1-6-1-16,0-13 0 0,-2-9-2 15,-1-5 2-15,-7-5-5 16,-4-3 0-16,-5 6 5 16,-7 5 4-16,-4 10-2 15,0 11 9-15,0 4 71 16,0 5-5-16,0 1-69 16,0 22-5-16,0 8-3 15,0 6 12-15,0-3-2 16,9-3-3-16,4-2 6 15,4-8-11-15,1-7-1 16,3-3 4-16,1-10-2 0,3-1 3 16,1 0-6-1,2-6 0-15,2-12-6 0,-2-11 2 16,-2-5-6-16,-6-5 2 16,-5 8-10-16,-5 5 17 15,-3 12-1-15,-6 5 2 16,-1 6 27-16,0 3-3 15,0 6-24-15,0 14 1 16,0 6 6-16,0 3 10 16,3-1-6-16,0 0-9 15,0-1 4-15,2-4-6 16,-1-4-1-16,-1-5 0 16,3-3-14-16,-2-4-110 15,-1-5-93-15,1-2-41 16,-3-6-127-16</inkml:trace>
  <inkml:trace contextRef="#ctx0" brushRef="#br0" timeOffset="27757.74">27396 3382 1022 0,'0'0'19'0,"0"0"0"0,0 0-16 0,0 0-3 0,0 0-17 15,0 0-80-15,40 96-133 16,-16-59-191-16</inkml:trace>
  <inkml:trace contextRef="#ctx0" brushRef="#br0" timeOffset="29231.06">27820 3794 663 0,'0'0'47'0,"0"0"108"16,18-77-53-16,-18 45-18 16,0 3 2-16,0 7-36 15,-11 4 26-15,-7 11-41 16,-4 7 2-16,-6 0-3 16,-2 8-10-16,-3 17-7 15,3 10 9-15,8 5-22 16,2 0 0-16,10-1-3 0,7-6 1 15,3-3-4 1,0-5 0 0,10-11-3-16,11-3 1 0,3-10-15 15,6-1-22-15,3-7-29 0,0-16-6 16,2-4 6-16,-3-3 19 16,-3-5 38-16,-7 7-8 15,-8 5 10-15,-9 9 11 16,-4 8 10-16,-1 2 43 15,0 4 57-15,0 2-76 16,-1 18-33-16,-5 9 13 16,-1 3-14-16,5-1 13 15,2-5-2-15,0-1-10 0,0-8 7 16,10-5-8-16,2-6 2 16,5-6 4-16,7 0-2 15,7-7-4-15,8-13 0 16,1-9-24-16,-3-8-50 15,-4-16-38-15,-7-10-3 16,-12-10 28-16,-8-12-41 16,-6-4 51-16,0-8 29 15,-11 2 18-15,-3 12 30 16,2 24 28-16,0 26 61 16,5 22 79-16,1 11-59 15,1 15-85-15,0 24-22 0,5 17 23 16,0 9 27-16,0 4-5 15,14 2 8-15,-2 2 22 16,1 6-54-16,0 1 5 16,-3-2-10-16,-1-8-10 15,-5-9-1-15,2-12-5 16,-1-16 0-16,-2-11-2 16,0-8 0-16,0-8 0 15,-2-6 2-15,2 0-1 16,3-6 20-16,0-12-21 15,5-7 3-15,0 3-8 16,0 0 3-16,2 5-2 16,-2 6 4-16,2 4-15 15,5 3 14-15,1 4 0 0,4 0-3 16,1 2 0-16,0 15 0 16,-1 2 3-16,-4 5-2 15,-8 0 3-15,-5 2-2 16,-6 0 2-16,-1-2 0 15,-20 0 0-15,-6-3 3 16,-6-1-3-16,-1-7 0 16,-2-3 5-16,2-3-2 15,4-6-3-15,5-1 0 16,7 0 12-16,6 0-10 16,6-8 2-16,3 2-4 0,3 2 0 15,0-3-6-15,10 0 5 16,14-2-2-16,4-1-4 15,4 0 7-15,2-1-3 16,2-1 3-16,4-5-3 16,8-4 0-16,6-1 3 15,7-6 0-15,1 0-2 16,-4-11 2-16,-8-9-59 16,-14-8-40-16,-11-15-34 15,-10-8 28-15,-12-6-5 16,-3-5 20-16,0 7 31 15,-15 14 23-15,2 20 36 16,-2 19 62-16,1 15 8 16,1 15-5-16,0 4-23 15,0 25-35-15,2 15 26 0,2 9 16 16,6 10 17-16,3 2 1 16,0 8-8-16,3 4 8 15,10 3-38-15,3-4 3 16,3-7-1-16,3-10-19 15,6-9 0-15,7-12-1 16,4-7-2-16,8-9 63 16,7-9-66-16,5-10-1 15,4-3 2-15,-3-6-6 16,-8-13 3-16,-12-5-4 16,-16-8-4-16,-10-5 3 15,-14-6 0-15,0 1-7 0,-11 9 5 16,-10 11 4-16,-1 9-1 15,-2 13 2-15,0 0 2 16,-1 10 17-16,-1 13 2 16,9 4 4-16,5 3 20 15,5 2-29-15,7 1 15 16,0 1-16-16,13-3-11 16,9-2 11-16,3-1-13 15,5-8-1-15,0-3 2 16,1-9-2-16,5-6-4 15,3 2 1-15,1-4-3 16,3 0-107-16,-4 0-215 16,-4-6-514-16</inkml:trace>
  <inkml:trace contextRef="#ctx0" brushRef="#br0" timeOffset="62713.03">3989 7644 669 0,'0'0'0'0,"0"0"0"0,0 0 116 0,0 0 0 16,0 0-42-16,0 0 16 15,0 0-47-15,-6 31 89 16,21 25-16-16,0 16-49 15,3 13 24-15,0 13 5 16,6 15-51-16,1 7-17 16,-1 6-15-16,-2-6 1 15,-2-14-3-15,-4-21-10 16,-4-22-1-16,1-14 6 16,-5-16-6-16,-2-12-2 15,-3-11-1-15,0-9-4 0,-3-1-20 16,0-21-102-16,0-19-59 15,-8-17-93-15,-14-16-32 16</inkml:trace>
  <inkml:trace contextRef="#ctx0" brushRef="#br0" timeOffset="63042.7">3910 7444 1014 0,'0'0'0'15,"0"0"0"-15,61-80 95 16,-7 63-42-16,10 8-9 16,11 9-9-16,-1 0 7 15,-4 20-8-15,-10 12 4 16,-12 7-21-16,-13 10 3 16,-15 4 25-16,-14 2-5 15,-6 6 24-15,-18-2-12 16,-18 2-9-16,-7-4-1 15,-8-2-10-15,-1-6-12 16,-3-8-6 0,8-9-12-16,7-7-1 15,15-10-1-15,10-10-3 0,9-2 0 16,6 2-100-16,0 4-244 16,12 2-118-16</inkml:trace>
  <inkml:trace contextRef="#ctx0" brushRef="#br0" timeOffset="63747.94">4672 8526 793 0,'0'0'401'0,"0"0"-383"15,0 0 66-15,0 0-54 16,0 0-1-16,0 0-5 0,106-95-8 15,-82 45-4 1,0-9-6-16,-9-6 3 0,0 1-9 16,-6 2 0-16,-3 5 0 15,3 12-4-15,-5 11 0 16,-1 14-9-16,-3 12 4 16,0 8 9-16,0 0 2 15,-16 12-2-15,2 14-2 16,1 5-2-16,4 3 4 15,6 1 0 1,3-1 0-16,0 1 0 16,3-3 0-16,12-1 0 0,1-5 1 15,5-1-1-15,0-3 0 16,3-1 1-16,3-1-1 16,0 0 0-1,1 1 0-15,-3-1 0 0,-2 3 3 16,-2-3-1-16,-2 3 7 0,-1-2-3 15,-2-2 0-15,1 0 1 16,2-6-5-16,5-6-1 16,-3-4-1-16,9-3 3 15,8-19-3-15,7-16 0 16,9-14 0-16,1-9 2 16,-7-8-2-16,-5 1 1 0,-16 1-8 15,-15 9 1 1,-12 13 3-16,-6 10 3 0,-19 14 0 15,-2 10 13-15,-6 8 12 16,5 0 6-16,1 15 4 16,5 12-5-16,5 8-5 15,14 7 8-15,1 8 4 16,2 2 1-16,5 0-11 16,15-2-11-16,3-4-2 15,10-7-13-15,0-3-2 16,4-7 1-16,-3-4-9 15,5-4 9-15,8-6-14 16,5-5-95-16,3-10-56 16,8 0-110-16,-8-12-179 0</inkml:trace>
  <inkml:trace contextRef="#ctx0" brushRef="#br0" timeOffset="64449.96">6182 8322 700 0,'0'0'123'0,"0"0"-80"0,0-83-19 0,-3 57 13 15,-13 6 10-15,-8 7 34 16,-3 9 58-16,-4 4-63 16,-3 6 51-16,-1 16-45 15,2 7-22-15,7 8-12 16,7 6-15-16,6 7-11 15,7-1-9-15,6 1-2 0,0-5-5 32,9-5-6-32,12-6 0 15,3-8 0-15,1-7-9 16,6-13 9-16,-1-6-13 16,3-12-22-16,-2-23-28 0,2-13-32 0,-1-11-15 15,-4-15-26-15,-7-8-15 16,-5-14 28-16,-11-4-30 15,-5-8 4-15,0-5 73 16,-11 7 54-16,-3 17 22 16,-3 32 11-16,1 26 152 15,4 27 36-15,0 5-73 0,3 34-40 16,6 15 2-16,1 17 15 16,2 8-18-16,2 4 17 15,14 1-52-15,4 3-12 16,2 1-13-16,3-6-16 15,-2-6-5-15,5-12-4 16,5-14-3-16,-3-17 3 16,4-14-8-16,-5-9 6 15,-1-6-8-15,3-27-16 16,-2-12-28-16,-4-11-50 16,-6-9-11-16,-10-1 11 15,-7 5-22-15,-2 14 65 16,0 16 56-16,-8 14 5 0,2 7 137 15,-1 4 8 1,4 19-102-16,3 12 2 0,0 12 49 16,0 4-39-16,7-1-25 15,7-4-11-15,2 1-3 16,-4-9-15-16,2-8 0 16,-1-7-1-16,-4-7-7 15,-3-9-112-15,4-3-109 16,-4-15-50-16,-1-22-242 15</inkml:trace>
  <inkml:trace contextRef="#ctx0" brushRef="#br0" timeOffset="64766.34">6519 7722 270 0,'0'0'1056'0,"0"0"-1032"0,0 0 41 0,0 0 2 0,0 0-67 0,0 0-2 0,-53 39-2 16,60-35 8-16,2-4-8 16,0 0 4-16,3 0 0 15,1-15 7-15,2-7-5 16,-4-4-2-16,-1-1-1 16,-8 3-38-16,-2 5 24 15,-5 6 9-15,-13 12 6 16,-7 1 0-16,-2 14 0 0,-1 20-4 15,5 10 3-15,7 7-8 16,7 8 7-16,9 3-4 16,0 2-17-16,24-4-107 15,4-5-89-15,3-11-65 16,2-11-199-16</inkml:trace>
  <inkml:trace contextRef="#ctx0" brushRef="#br0" timeOffset="65248.89">7013 7800 948 0,'0'0'220'0,"0"0"-187"0,0 0 173 16,-91 36-131-16,76-1-35 15,6 7 23-15,5 6-27 16,4 4 0-16,0 3-14 15,0 1-11-15,9-4 3 16,7 3-14-16,8-10 2 16,3-3-5-16,3-13 2 15,6-13 0-15,1-14-27 16,3-2-29-16,2-32-5 16,7-15-25-16,5-13-10 15,4-9 83-15,3-12-114 16,-7-6 13-16,-11-7 66 0,-16-9-325 15,-23-4 312 1,-4 1 45-16,-34 13-57 0,-15 20 74 16,0 26 137-16,10 23 32 15,14 18 6-15,10 6 1 16,10 31-106-16,5 19-24 16,9 17 56-16,18 9 2 15,10 5-43-15,2 0-13 16,1 3-21-16,-5-2-24 15,-6-3-1-15,-2-10-2 16,-9-10-10-16,-6-13-66 16,-1-11-172-16,-7-17 119 0,-2-16-331 15</inkml:trace>
  <inkml:trace contextRef="#ctx0" brushRef="#br0" timeOffset="65672.82">7513 7804 890 0,'0'0'5'0,"0"0"-5"0,86-11 25 16,-56 11-17-16,-3 6 52 16,-1 13 36-16,-4 6 68 15,-1 9-12-15,-6 7-23 16,-5 4-94-16,-2 3 72 15,-5 1-59-15,0-5-40 0,0-4 22 16,3-2 5-16,1-7-28 16,-1-7-6-16,3-12 3 15,-1-6-1-15,3-6-3 16,3-8 1-16,4-21 7 16,1-13-4-16,-1-6-1 15,-7-8-3-15,-10-5 0 16,-1-3-4-16,-12 0 0 15,-16 9 4-15,-5 6-1 16,0 15-5-16,0 17 5 0,3 11-2 16,5 6-8-1,3 13 6-15,4 19-12 0,3 8-33 16,12 10-20-16,3 2-89 16,1 0-97-16,22-8-114 15</inkml:trace>
  <inkml:trace contextRef="#ctx0" brushRef="#br0" timeOffset="66027.33">8113 7816 1245 0,'0'0'11'0,"0"0"40"0,0 0 101 0,0 0-94 0,0 0-3 0,106-9 10 16,-72 36-55-16,-4 10-7 16,-6 7 10-16,-3 5-6 15,-8-2-5-15,-2-5-2 16,-5-7 0-16,-5-12 0 16,-1-6-1-16,0-9 2 15,0-6-2-15,0-2 3 16,0-7 5-16,0-19-7 15,0-15 0-15,0-12-3 16,0-14 1-16,0-11 0 16,0-9 1-16,12 2-40 15,-2 13-64-15,10 19-36 0,-4 16-93 16,5 12-267-16</inkml:trace>
  <inkml:trace contextRef="#ctx0" brushRef="#br0" timeOffset="66739.37">9606 6605 620 0,'0'0'9'0,"0"0"77"0,0 0 43 0,0 0-2 16,0 0-25-16,0 0-10 15,-21-37-40-15,21 78-50 16,0 26 7-16,9 31 76 15,6 32-9-15,6 27 21 0,2 32-5 16,5 28-25 0,5 16-13-16,4 5-31 15,-3 0-5-15,-1-13-12 0,1-19-4 16,-4-28 6-16,-6-37 3 16,-9-30-8-16,-9-27 36 15,-3-22-27-15,6-19-3 16,-8-18-9-16,2-16-1 15,3-9-5-15,0-20-64 16,3-28-51-16,0-26-108 16,-1-15-66-16,-8-21-191 0</inkml:trace>
  <inkml:trace contextRef="#ctx0" brushRef="#br0" timeOffset="67213.59">10791 7051 1301 0,'0'0'0'0,"0"83"0"16,0-18 77-16,12 8 31 15,4 13-34-15,5 8-8 16,0 3-41-16,-2 3 8 15,2-4-9-15,-2-9-8 0,-5-9-4 16,-5-14-9-16,0-14 1 16,-3-14-4-16,-3-14 1 15,1-11-1-15,-1-10 0 16,-3-1 0-16,0-16-2 16,0-20-3-16,-10-22-20 15,-9-21 3-15,-10-22-1 16,-4-22 11-16,-7-20-1 15,-6-14-3-15,7 4 14 16,11 22 1-16,14 25 1 0,13 33 0 16,1 25-1-1,15 14-1-15,18 11 2 0,10 8-8 16,5 9 3-16,4 6 3 16,-3 6 1-16,-3 18 1 15,-10 10-10-15,-8 10-50 16,-13 10-95-16,-15 8-106 15,0 4-179-15</inkml:trace>
  <inkml:trace contextRef="#ctx0" brushRef="#br0" timeOffset="67402.64">10743 7586 1205 0,'0'0'10'0,"0"0"3"0,0 0 72 0,0 0-85 16,0 0 0-16,134-96-8 16,-71 73 8-16,-6 5-100 15,-10 8-115-15,-5 4-84 16,-1 6-230-16</inkml:trace>
  <inkml:trace contextRef="#ctx0" brushRef="#br0" timeOffset="68217.2">11662 7592 250 0,'0'0'617'16,"0"0"-609"-16,0 0 33 15,0 0-27-15,0 0-14 16,0 0 0-16,-9 0 0 15,9 0 8-15,0 0 57 16,0 0 49-16,0 0 4 16,0 0-33-16,0 0-22 15,0 0-9-15,0 0-17 16,0 0-8-16,0 0-8 16,0 0-10-16,0 0 8 15,0 0 0-15,0 0-4 16,0 0 8-16,0 0-7 0,0 0 7 15,0 0-6 1,0 0-7-16,0 0 3 0,0 0-10 16,0 0-2-16,0 0 3 15,0 0-3-15,0 0-2 16,0 0 1-16,0 0 0 16,0 0 0-16,0 0 0 15,0 0-2-15,6 0 1 16,0-12 2-16,0-7 0 15,5-4-1-15,-4-8 3 16,-7-2-1-16,0-2-2 16,-18 3 0-16,-4 3-1 15,-7 11-8-15,0 7 8 16,-3 9 0-16,-4 2-1 0,-4 20 0 16,3 17 2-16,0 12 0 15,7 8 8-15,12 11 5 16,9 3-2-16,9-6-2 15,0-2-4-15,15-10-1 16,15-9-4-16,5-12-2 16,4-10 1-16,3-14-4 15,3-8-20-15,-2-12-20 16,-3-24-32-16,-2-8-28 16,-4-9 4-16,-4-8 31 15,-8-8 45-15,-10-2 17 16,-6 5 8-16,-6 12-2 15,0 22 2-15,0 16 9 16,0 16 70-16,0 0 33 0,0 30-88 16,-2 14 2-16,2 13 51 15,0 1-45-15,2 0-8 16,16-3-16-16,1-5-8 16,6-8 0-16,5-7-6 15,6-11-54-15,8-11 1 16,11-13-41-16,3 0-51 15,9-19-37-15,0-14-129 16,-6-9-156-16</inkml:trace>
  <inkml:trace contextRef="#ctx0" brushRef="#br0" timeOffset="68642.53">12375 7436 688 0,'0'0'269'0,"0"0"-159"0,0 0 112 0,-91 13-105 0,73 19-24 16,8 8-22-16,7 4 4 15,3 1-29-15,0 1-20 16,10 5 3-16,11-5-21 16,3-5-7-16,3-4 1 15,4-7 2-15,8-8-4 16,4-8 0-16,6-8-1 16,1-6-1-16,4-10-15 15,-2-16-9-15,-3-13-38 16,-6-10-60-16,-13-19 97 15,-8-15-95-15,-14-21 85 0,-8-21 24 16,-3-16 1-16,-21 7 1 16,0 21 8-16,-1 34 3 15,8 39 37-15,7 23 46 16,4 17 29-16,6 21-66 16,0 32-39-16,3 23 79 15,18 13-33-15,4 6-26 16,0-5-2-16,4-3-11 15,-5-1-13-15,-3-9 4 16,-4-10-5-16,-1-15 0 16,-7-13-30-16,-1-15-64 15,-3-12-75-15,-2-12-85 0,-3-8-147 16</inkml:trace>
  <inkml:trace contextRef="#ctx0" brushRef="#br0" timeOffset="69041.84">12891 7299 813 0,'0'0'10'0,"0"0"8"0,0 0 20 0,0 0-2 0,0 0 6 0,0 0 12 16,72 17 84-16,-69 14-24 15,-1 6-12-15,-1 3 4 16,8-1-35-16,6 2-24 0,7-3 7 15,5-2-24-15,3-6-4 16,3-9-26-16,-5-1 1 16,4-12-1-16,-4-4 0 15,-1-4-3-15,-2-4 3 16,-3-14-2-16,-2-8 2 16,-5-7-1-16,-8-6 1 15,-7-5 1-15,0-4 1 16,-9 2-1-16,-15 1 2 15,-10 9-3-15,-2 5 4 16,-3 9-4-16,1 10 0 16,5 8 0-16,6 4-2 15,7 4-12-15,7 18-3 16,6 7-48-16,5 5-36 0,2 5-93 16,12-1-40-16,17-4-130 15</inkml:trace>
  <inkml:trace contextRef="#ctx0" brushRef="#br0" timeOffset="69406.9">13510 7311 849 0,'0'0'278'0,"0"0"-272"15,0 0 180-15,0 0-69 16,0 0-52-16,0 0-41 15,80-64 2-15,-46 84 2 0,2 10-18 16,-8 5 22-16,2 7-12 16,-5 3 19-16,-4 3-32 15,-6-2-4-15,-5-6 0 16,-8-7-3-16,-2-9 1 16,0-12 1-16,0-9-2 15,-3-3 3-15,-12-8 8 16,-1-21-8-16,-2-9 4 15,6-12 13-15,3-11 2 16,6-8-13-16,3-9-9 16,0-1-2-16,3 7-3 15,10 10-31-15,1 11-32 16,4 11-57-16,2 6-126 0,0 2-107 16</inkml:trace>
  <inkml:trace contextRef="#ctx0" brushRef="#br0" timeOffset="70319.36">15390 6175 894 0,'0'0'30'0,"0"0"98"0,0 0 37 0,0 0-121 16,0 0-26-16,0 0 3 15,8 100 55-15,7-33-2 16,3 17 11-16,4 12 12 0,-1 16-17 16,6 17-38-1,6 25-6-15,5 22 17 0,4 15-23 16,3-1-14-16,0-17 1 16,-2-17 1-16,2-23 11 15,-3-6-1-15,-2-4-6 16,0-12-2-16,-9-14 4 15,-9-16-24-15,-8-24 0 16,-9-11 0-16,-4-11 0 16,-1-12 0-16,0-12 0 15,0-9 0-15,0-2 0 16,-9-15 0-16,-4-16-5 16,2-9-92-16,4-5-79 0,-3-6-247 15,2-2-268 1</inkml:trace>
  <inkml:trace contextRef="#ctx0" brushRef="#br0" timeOffset="70557.81">16620 7378 334 0,'-82'-67'0'0</inkml:trace>
  <inkml:trace contextRef="#ctx0" brushRef="#br0" timeOffset="70780.73">16536 6611 234 0,'0'0'674'16,"0"0"-633"-16,0 0 119 16,0 0-43-16,0 0-93 15,-3 75 2-15,8-5 79 16,2 3-29-16,5 2-6 0,2 2-9 15,2 2-26-15,2 1-22 16,3 2-5-16,-3-7-8 16,-2-8 0-16,-4-9-1 15,-5-8-25-15,-4-9-100 16,-3-9-87-16,0-12-97 16,-7-9-201-16</inkml:trace>
  <inkml:trace contextRef="#ctx0" brushRef="#br0" timeOffset="70979.75">16412 7634 1074 0,'0'0'52'0,"0"0"35"0,0 0 79 15,0 0-108-15,0 0-43 16,0 0-1-16,55 1 17 16,4-23-18-16,6-11-6 15,9-2 1-15,4-6-7 16,0 3-1-16,-5 0-3 15,-14-2-130-15,-13-2-180 16,-19-7-220-16</inkml:trace>
  <inkml:trace contextRef="#ctx0" brushRef="#br0" timeOffset="71188.48">16305 6605 843 0,'0'0'117'15,"-91"-10"-79"-15,71 7 97 16,20-3-22-16,0-5-81 16,24-4-30-16,17-6-2 15,15-3 0-15,10-2 1 16,4 5-1-16,5 6 0 16,-1 9 0-16,8 6-8 15,1 12-172-15,-1 14-95 16,-8 6-271-16</inkml:trace>
  <inkml:trace contextRef="#ctx0" brushRef="#br0" timeOffset="74401.31">17249 6945 1224 0,'0'0'1'0,"0"0"53"15,0 0 56-15,0 0-91 16,0 0-8-16,39 85 108 15,-13-38-83-15,-4 5 5 16,-5-2 22-16,-3 0-33 16,-3-7-5-16,-5-9-11 15,2-7-5-15,-3-10-1 16,-2-9-8-16,-1-5 0 16,-2-3 0-16,3 0 1 0,3-14 13 15,5-25-7 1,1-13-6-16,5-13-1 15,-5 0 0-15,-3 8-4 0,1 12 4 16,-2 18 0 0,-4 15-1-16,-2 9 1 0,4 3-6 15,4 17-5-15,5 18 9 16,1 8 2-16,4 4 1 16,-1 0 0-16,5-2 3 15,4-4-4-15,8-7 1 16,9-9 8-16,7-9-7 15,6-10 1-15,5-6 1 16,6-2-2-16,1-21 2 0,1-6-3 16,-8-8-1-1,-20-5 0-15,-10-6-2 16,-21-2 2-16,-12 4 1 16,-6 9 0-16,-22 12 5 0,-8 11-4 15,-6 13-2-15,-8 1 7 16,0 12-3-16,5 17 3 15,14 9 8-15,13 6-14 16,8 5 5-16,5-2-6 16,5-3 0-16,3-6-4 15,15-8 4-15,2-7 0 16,8-8-1-16,2-8-4 16,7-7-20-16,-1-7-25 0,-2-18-14 15,-1-14-49-15,-5-10-29 16,-8-19 18-16,-2-15 41 15,-8-15-15-15,-3-13 24 16,-7-12 64-16,0 0-28 16,0 10-6-16,-11 28 44 15,-1 34 13-15,-2 33 77 16,4 18 74-16,-1 33-102 16,1 26-12-16,7 14 51 15,3 6-13-15,5 5-30 16,18 0-4-16,4-2-6 15,3 1-24-15,3-7 6 16,1-5-30-16,11-9 1 16,7-15 1-16,3-12-2 15,5-18 0-15,0-13 0 0,-1-4 1 16,-5-21 2-16,-6-14-3 16,-8-12-18-16,-14-9-22 15,-12-7 25-15,-14-2-26 16,0 13-4-16,-21 11 37 15,-8 18 7-15,-1 11 1 16,0 12 8-16,-1 0 13 16,1 22 12-16,10 13-13 15,7 9 6-15,11 5-14 16,2 1-5-16,8 1-7 16,14-5 2-16,7-7-2 0,2-6 0 15,5-8-2 1,4-10-21-16,2-7-55 0,7-8-14 15,0 0-47-15,-1-16-43 16,-12-10-82-16,-6-9-6 16,-12-10-185-16,-7 2 427 15,-6 5 28 1,-5 14 303-16,0 13-81 0,-6 8 28 16,-9 3-96-16,0 18-36 15,-1 19-18-15,4 17 32 16,4 9-36-16,8 11-10 15,0 13-18-15,0 12-40 16,5 5 7-16,4 4-23 0,1-4-7 16,4-6 8-16,-2-12-11 15,-1-13 0-15,0-19-2 16,-4-15 0-16,-3-15-1 16,-1-14 1-16,-3-10 0 15,0-7 6-15,0-28-6 16,-3-21 0-16,-13-16-10 15,3-19 3-15,-3-16 0 16,-2-19-22-16,-2-11 1 16,-2 3 3-16,4 14-1 15,9 22 22-15,6 24 3 16,3 22 1-16,3 18-3 16,16 16 3-16,11 12-1 15,4 6 1-15,7 12 0 0,2 22-1 16,-4 9 1-16,-9 6 0 15,-15-1 3-15,-15-1-3 16,0-6 0-16,-25-6 0 16,-13-9 1-16,-7-1 6 15,-2-13-7-15,2-6 1 16,9-6 3-16,7 0-4 16,10 0 0-16,10-3 0 15,6-4 4-15,3-1-4 16,5-2-1-16,21 0-7 15,15-1 7-15,11-1 1 16,4 2 0-16,5-1-1 16,1 0 2-16,1-4-5 15,5-4 1-15,-2-3-18 0,-6-4-21 16,-11-6-4-16,-7-7 36 16,-20-1 8-16,-15 0-49 15,-7 3 50-15,-7 7 2 16,-11 10 1-1,-7 7 11-15,-3 7 11 0,1 6 5 16,3 0 4-16,7 1-18 16,7 18-7-16,6 5-7 15,4 4 1-15,8 3 4 16,15-1-6-16,7-3-1 16,-2-5 0-16,7-8-3 0,-6-4 3 15,3-10-36 1,3 0-32-16,1-12 32 0,-2-10-32 15,2-7-8-15,-4-6 19 16,-7 2 12-16,-7 7-19 16,-6 8 56-16,-8 6 9 15,1 6 25-15,-5 6 64 16,0 0-49-16,0 8-27 16,0 17 3-16,0 3 32 15,0 1-19-15,0 0-15 16,1-5-2-16,7-8-10 15,4-2-1-15,3-8-2 16,2-6 4-16,4 0-6 16,0-13-4-16,6-9-27 0,-3-8-5 15,1-1 12-15,-2-2-3 16,-5 3 10-16,-1 4 11 16,-6 10 9-16,-7 10-1 15,-1 6 1-15,1 0 11 16,0 11 10-16,6 12 44 15,2 5-25-15,4 1-20 16,7 2 11-16,13-5-4 16,4-3-9-16,10-8 40 15,2-10-49-15,0-5-8 16,-4 0 6-16,5-7-6 16,-4-13-1-16,-7-6 0 15,-7-1 0-15,-16-6-4 0,-7-1 2 16,-12-1-3-16,0 5 3 15,-15 3-1-15,-15 11 3 16,-7 9-4-16,-8 7-3 16,0 6 7-16,4 18 2 15,3 7 11-15,13 4 16 16,10 8-17-16,7 0 7 16,8 0-10-16,0-3-7 15,8-11 2-15,7-4-4 16,7-11-2-16,2-8 0 15,4-6-44-15,4-4-20 16,1-19-24-16,2-12-23 16,-5-10 5-16,0-11-3 15,-6-8 7-15,-7-11 53 16,-6-12 3-16,-5-13 30 0,-6-11-6 16,0-3-6-16,-11 8 30 15,-8 23 16-15,2 29 64 16,5 28 32-16,1 25 46 15,4 11-95-15,-4 37-57 16,5 21 76-16,5 16 19 16,1 11-35-16,7-2-9 15,17 1-4-15,0-3-32 16,10-9 16-16,0-8-33 16,-1-7-1-16,6-15-3 0,3-14 0 15,3-19-1 1,4-14 1-16,0-5 2 0,-4-19-2 15,-6-18-17-15,-11-9-39 16,-11-7 10-16,-13-5-3 16,-4 0-5-16,-3 5 30 15,-15 18 6-15,-4 12 18 16,4 20 0-16,0 3 10 16,2 22 11-16,4 11-3 15,4 6 23-15,8 1 11 16,0-1-30-16,9-4-8 15,8-3-11-15,3-9-2 16,3-4 2-16,-1-8-2 0,4-11 0 16,4 0-1-1,-1-10-10-15,4-10-22 0,-1-2-15 16,-4-1-21-16,-4 2 29 16,-7 4 5-16,-9 9 21 15,0 3 13-15,-8 5 1 16,0 0 12-16,0 12 4 15,0 7 34-15,-5 7-17 16,0 1-14-16,4-2-2 16,1-1-5-16,0-4-7 15,0-4 3-15,6-6-9 16,6-8 0-16,1 0 6 0,4-2-6 16,1 0 0-1,1 0 0-15,-1 0-2 0,-2 0-3 16,2-2 1-16,0 0-5 15,0-3 3-15,1 0 1 16,2 3 4-16,-1-2-2 16,1 4 0-16,-1 0-3 15,0 0 5-15,1 0-1 16,-2 6 2-16,-2 2 1 16,-3-4 0-16,-3-1-1 15,5-3 0-15,1 0 1 16,1-10 1-16,0-11-1 15,-1-12-1-15,-3-7 0 16,-4-10-42-16,-4-9-17 16,-4-7-19-16,-2-9 53 0,0-6-13 15,-15-9 27 1,1 6 11-16,0 15 0 0,5 28 19 16,4 20 95-16,2 21-10 15,0 17-60-15,3 28-42 16,0 23 61-16,0 7 16 15,8 5-60-15,8-4-10 16,1-3-1-16,-1-4-6 16,-6-5-2-16,1-10-8 15,-7-7-126-15,-4-16-68 16,0-21-170-16,0-10-407 16</inkml:trace>
  <inkml:trace contextRef="#ctx0" brushRef="#br0" timeOffset="74571.5">21767 6784 1133 0,'0'0'0'0,"0"0"-6"0,0 0-12 0,108-50-138 0,-19 33-213 16,45-3 283-16</inkml:trace>
  <inkml:trace contextRef="#ctx0" brushRef="#br0" timeOffset="75108.56">23056 6275 1023 0,'0'0'58'16,"0"0"-56"-16,0 0 241 16,0 0-56-16,0 0-110 15,0 0-43-15,-18 53-30 16,43 38 77-16,5 29-1 15,5 21-21-15,-1 28-10 16,2 24 4-16,-5 18-14 16,-2 10-15-16,-4-10-15 15,-3-13 5 1,1-11-9-16,7-14 1 16,5-15-6-16,-5-18 0 15,-6-30 0-15,-12-33 0 0,-8-34 0 16,-2-20 0-16,-1-18 0 0,-1-5 0 15,0-24 0-15,-4-22-12 16,-12-20-136-16,-4-10-150 16,1-7-269-16</inkml:trace>
  <inkml:trace contextRef="#ctx0" brushRef="#br0" timeOffset="75605.55">25404 6186 1160 0,'0'0'27'0,"0"0"-21"0,0 0 69 0,-61 127 19 16,31-48-4-16,-3 10-5 15,-4-2-35-15,-4-1-4 16,2-1-11-16,0-7-18 16,6-9-3-1,3-11-11-15,6-11-3 0,7-8 1 16,0-9-2-16,8-11-43 15,-6-12-127-15,3-7-72 16,-3-17-74-16,6-24-289 16</inkml:trace>
  <inkml:trace contextRef="#ctx0" brushRef="#br0" timeOffset="75826.47">24923 6259 452 0,'0'0'681'16,"0"0"-678"-16,0 0 230 15,0 0-149-15,0 0-78 0,29 81 63 16,17-11 30 0,13 5-51-16,3 0-7 15,4 0-23-15,9-1-10 16,1-4-6-16,0-4-2 0,4-5-1 16,-2-8-120-1,-5-8-213 1,-10-15-298-16</inkml:trace>
  <inkml:trace contextRef="#ctx0" brushRef="#br0" timeOffset="76359.35">27044 6430 1161 0,'0'0'4'0,"0"0"16"0,0 0 4 0,25 104 68 15,5-41-14-15,5 1-21 16,0 0-13 0,4-5-26-16,0-9-1 0,-3-8-13 15,-5-9-1-15,-7-13 3 16,-8-7-5-16,-5-8 7 15,-7-5-6-15,2 0 11 16,2-18 38-16,1-19 17 16,4-17-25-16,-5-12-14 31,-4-12-9-31,-2-9 2 0,-2-9-19 0,0 1 1 16,0 13-4-16,0 23 0 15,0 26-7-15,0 21 1 0,0 12-60 16,0 14-98-1,0 27-16-15,10 14 69 0,9 15-84 16,10 2-36-16,4-1-49 16</inkml:trace>
  <inkml:trace contextRef="#ctx0" brushRef="#br0" timeOffset="77187.5">27991 6792 944 0,'0'0'31'16,"8"-79"70"-16,-8 33 15 16,0 2-56-16,-6 6 4 15,-13 7-11-15,-7 12 23 0,-2 10-25 16,-11 9-40 0,-4 0 2-16,-3 21 9 0,1 10-4 15,6 5 4 1,10 6-3-16,7 5-9 15,13 0-9-15,9-3-1 16,0-2-5 0,12-9-2-16,12-8 7 0,7-8-7 15,4-9-18-15,2-8-19 0,2 0-29 16,-4-10-10-16,0-17 30 16,-5-7 20-16,-8-10 28 0,-2-3 5 15,-10 0 0 1,-6 4 4-16,-4 12 11 0,0 12 16 15,0 13 74-15,0 6-5 16,0 0-65-16,-5 23-35 16,0 13 0-16,2 9 14 15,3 0-9-15,0-3 6 16,19-6-10-16,7-4-1 16,2-6 0-16,1-9-1 15,6-11 1-15,6-3-1 16,0-3 1-16,7-6-5 15,-6-16-23-15,-6-7 0 16,-8-9 11-16,-7-9-11 16,-11-8 27-16,-2 0 1 15,-8 6 0-15,0 10 3 0,0 17 0 16,0 12 13-16,0 7 42 16,-3 3-15-16,2 17-43 15,1 14 2-15,0 10 10 16,0 1 6-16,0-3-11 15,16-2-5-15,0-3 2 16,5-4-4-16,6-10 0 16,4-5 1-16,7-9-1 15,6-6 0-15,0 0 0 16,-2-14-29-16,-6-12-23 0,-7-9 2 16,-10-13 14-16,-7-7 19 15,-10-3 2 1,-2 3 15-16,0 13-1 0,0 14 1 15,0 15 14-15,0 9 40 16,0 4 6-16,0 11-58 16,-2 18 4-16,2 9 3 15,0 4 6-15,0-2-13 16,2-3 2-16,4-2-4 16,1-5-3-16,-1-7-53 15,3-5-86-15,-2-10-103 16,0-8-143-16</inkml:trace>
  <inkml:trace contextRef="#ctx0" brushRef="#br0" timeOffset="77527.92">28621 6102 1116 0,'0'0'2'0,"0"0"16"0,-79-6 141 0,77 21-138 0,2 5-11 16,6 2-4-16,17 0-3 16,5-5-1-16,3-2-2 15,-1-8 2-15,-1-3-5 16,-1-4 3-16,-1-1-10 16,-2-14 5-16,-3-5-2 0,-9-3 7 15,-7 0 0 1,-6 4 1-16,0 5 3 0,-11 3-4 15,-8 11-3-15,-2 0-9 16,-2 24-44-16,4 11-55 16,10 12-51-16,9 12-25 15,0 6-173-15</inkml:trace>
  <inkml:trace contextRef="#ctx0" brushRef="#br0" timeOffset="78909.08">29309 6659 918 0,'0'0'6'16,"-26"-81"111"-16,6 55 32 16,-4 9-79-16,0 11 10 15,-5 6-50-15,-1 7-2 16,-2 16 12-16,-1 4-12 15,6 4-12-15,6 5-9 16,9-5-1-16,8-2-6 16,4-3-1-16,0-5-1 15,3-5 2-15,13-8-4 16,7-6-38-16,2-2-9 16,5-6 1-16,-2-14-27 15,-2-6 9-15,-3-3 6 0,-3 0 19 16,-7 1 26-1,-4 9 13-15,-8 7 4 0,-1 6 46 16,0 6 60-16,0 6-69 16,0 18-35-16,0 7 35 15,0 2 3-15,0-4-30 16,0-2-3-16,6-4-4 16,5-9-3-16,4-2 0 15,3-9 4-15,4-3-4 16,6-2 0-16,7-17-5 15,2-9-31-15,1-8-24 16,-7-8-26-16,-6-12 6 16,-9-11 22-16,-6-15-5 0,-7-13 10 15,-3-10 41 1,0 4 9-16,-16 15 3 0,2 32 15 16,2 26 71-16,0 27 20 15,0 8-34-15,3 34-67 16,-1 18 37-16,7 14 21 15,3 5-23-15,0-3-13 16,10 2-5-16,-1-10-6 16,0-1-10-16,3-13-3 15,-5-10-2-15,1-10-1 16,-2-10 2-16,-2-12-2 16,2-7 1-16,-3-4 1 0,3-2 8 15,3-17-2-15,4-7-6 16,1-7-2-1,1 1 7-15,1-1-7 0,2 6 0 16,-1 8-3-16,-1 7 0 16,2 9 2-16,3 3 0 15,1 8-1-15,1 13 2 16,-3 9 3-16,-5 1 0 16,-10 4 6-16,-5-3-5 15,0-1-2-15,-18-4 6 16,-9-2-5-16,-3-4 4 15,-1-5-7-15,0-4 1 16,5-5 3-16,4-7-3 16,4 0 0-16,4 0 4 15,4-7-4-15,6-5 5 0,4-4-6 16,0 1-6-16,17 3 4 16,7-1-10-16,2 6 1 15,4-1 9-15,1 2 2 16,-1-3 1-16,8-1-1 15,4 0-3-15,9-4 2 16,8-2 1-16,4-2 0 16,-3-7 2-16,-8-5-2 15,-10-10-1-15,-16-15-32 16,-7-9 0-16,-12-12 17 0,-7-11 3 16,0-7 0-1,-4-5-1-15,-13 11-5 0,-1 24 18 16,5 22-1-1,0 33 2-15,-3 9 0 0,-3 41 1 16,-1 22-1-16,3 20 33 16,9 10 2-16,8 2 0 15,2-5 3-15,19-5-8 16,9-9-4-16,4-12-23 16,5-12 3-16,-2-13-4 15,3-11-2-15,9-14 1 16,8-14 3-16,6 0 5 15,-1-8-2-15,-9-17-7 16,-15-6 0-16,-15-10-13 16,-13-6-16-16,-10-3 22 0,0 8 3 15,-11 10 4-15,-9 19 3 16,-4 13 20-16,-3 6 0 16,-2 25 9-16,6 12 40 15,7 6-15-15,10 3-12 16,6-5-24-16,0-5-1 15,3-4-18-15,12-9 1 16,2-6-1-16,2-8-2 16,7-7-19-16,16-6-74 15,15-2-65-15,17 0 36 16,4-12-168-16,-7-14-371 16</inkml:trace>
  <inkml:trace contextRef="#ctx0" brushRef="#br0" timeOffset="79175.53">31120 6259 881 0,'0'0'106'0,"0"0"-86"0,0 0 159 0,0 0-93 16,-79 89-1-16,71-44-4 15,5 2-14-15,2-3-9 16,1-2-8-16,0-2-31 15,3-5-18-15,10-2 0 16,10-6 3-16,2-4-8 16,6-3-14-16,4-7-93 15,2-3-75-15,-1-9-82 16,6-1-213-16</inkml:trace>
  <inkml:trace contextRef="#ctx0" brushRef="#br0" timeOffset="79573.89">31663 6420 793 0,'0'0'49'16,"0"0"21"-16,0 0 89 0,0 0-76 15,0 0-4-15,0 0-10 16,-94-11 19-16,69 11 0 15,-2 7-29-15,1 5 3 16,4 0-18-16,4 4-20 16,6 0-8-16,6-2-8 15,5 5-6-15,1-2 0 16,0 0-1-16,16 0 1 16,8-1-2-16,4 1 0 15,4 1-1-15,1-2 0 16,-1 4 0-16,-3-2-13 15,-4 5-13-15,-5-2 11 16,-4-3-2-16,-7 0 4 16,-6-5 13-16,-3-3 0 15,0-1 1-15,-15-4 4 0,-10-3 1 16,-4 0-2-16,1-2-3 16,0 0-2-16,1 0 0 15,3-3-128-15,1-9-98 16,6-2-68-16,6-5-206 15</inkml:trace>
  <inkml:trace contextRef="#ctx0" brushRef="#br0" timeOffset="79827.61">31817 6267 1107 0,'0'0'43'0,"0"0"123"0,94 39 14 0,-38 14-27 0,13 12-85 16,-2 14 15-16,-18 7-35 15,-35 9-48-15,-40 5-1 16,-76 4-139-16,-47 10-469 31</inkml:trace>
  <inkml:trace contextRef="#ctx0" brushRef="#br0" timeOffset="88842.39">8092 12135 803 0,'0'0'10'0,"0"0"91"0,0 0 31 15,0 0-29-15,0 0-76 16,0 0-19-16,0 0 70 0,16 86 22 16,-1-28-19-16,-3 13 2 15,1 10 7-15,-2 16-18 16,-2 12-42-16,-1 10 22 15,-1 6-29-15,-3-9-11 16,1-10 19-16,-1-18-9 16,-1-15-4-16,-1-22-6 15,1-14 3-15,1-17-1 16,-4-11-10-16,0-6-2 16,0-1 4-16,0-2-5 15,0 0 0-15,0 0 0 16,3 0-1-16,-3 0-34 0,5-2-120 15,2-12-195-15,4-9-202 16</inkml:trace>
  <inkml:trace contextRef="#ctx0" brushRef="#br0" timeOffset="89361.72">10210 12076 850 0,'0'0'47'0,"0"0"-30"0,0 0 95 0,0 0-27 15,0 0-38-15,0 0 64 0,96-4 9 16,-26-12-57-16,15-5-25 16,4 4-18-16,-2 5-20 15,-9 4 0-15,-14 8-2 16,-11 0-6-16,-12 5-10 15,-13 7-160-15,-13 6-53 16,-15-5-51-16,-3 3-131 16</inkml:trace>
  <inkml:trace contextRef="#ctx0" brushRef="#br0" timeOffset="89573.9">10715 12081 538 0,'0'0'95'15,"0"0"23"-15,0 0 71 0,0 0-104 16,0 0-32-16,0 0 41 15,-54 123 19-15,63-61-33 16,4 9 15-16,1 6-35 16,1 3-2-16,-3 2 4 15,-1 6-35-15,0-7-27 16,3-4 0-16,-1-9-1 16,0-14 0-16,2-9 1 15,-1-12-18-15,3-7-129 16,3-15-133-16,1-11-87 15,4-1-400-15</inkml:trace>
  <inkml:trace contextRef="#ctx0" brushRef="#br0" timeOffset="90887.37">11296 12781 946 0,'0'0'3'0,"0"0"115"16,35-109-13-16,-29 73-52 16,0 1-41-16,-6 0 52 15,0 5-27-15,-17 6-16 16,-5 7 7-16,-9 9 6 16,-4 8 15-16,-7 2-13 15,-1 20-18-15,3 7-1 16,7 12-9-16,9 7 8 0,7 5-4 31,9 4-5-31,8-6-5 0,0-7-2 0,15-5-5 16,6-12 3-16,4-9 0 15,4-10 1-15,3-8 0 16,3-4 1-16,-1-20-1 16,-1-8-7-16,-5-7-8 15,-5-7 6-15,-7-6 0 0,-7 1 5 16,-6 6 4-1,-3 6 1-15,0 11 1 16,0 16 0-16,-3 6-1 0,1 6 12 16,-1 4-12-16,3 25-3 15,0 12 3-15,0 13 7 16,0-1 0-16,11-1 1 16,7-5-2-16,1-7 6 15,4-8-5-15,2-5-7 16,-1-10 9-16,5-3-4 15,-3-13 8-15,1-1-3 16,4-1-8-16,2-21 17 16,4-10-16-16,-4-6-3 15,0-10 2-15,-6-1-1 16,-11-4 2-16,-4 1-3 0,-9 7 0 16,-3 13 7-16,0 11-6 15,0 15 6-15,0 6 1 16,-6 0 3-16,0 14-8 15,-3 18-3-15,3 7 0 16,3 5 7-16,3 0-7 16,0-6 0-16,17-3 6 15,5-7-5-15,6-4 0 16,10-5-1-16,4-10 0 16,10-5 7-16,3-4-7 15,6-7 4-15,9-15-3 16,-4-5-1-16,-2-5 1 15,-10-4-1-15,-17-1 0 16,-13 1 3-16,-18 2-3 0,-6 3 7 16,-5 9-3-16,-20 6-1 15,-8 7 1-15,-1 9-4 16,-5 0 0-16,5 6 1 16,4 18-1-16,9 6-2 15,7 9 1-15,7 3 2 16,7 1-2-16,0-4-1 15,10-9-3-15,14-6 5 16,-1-7-5-16,7-9 3 16,0-7-3-16,-4-1-15 15,1-6-1-15,-2-10 12 0,-6-7 1 16,-3 2 6-16,-6 6 3 16,-5 5-1-16,-1 6 6 15,-4 4-2-15,5 1-4 16,2 25-9-16,5 16 9 15,3 16 14-15,2 16-3 16,-1 14 8-16,-1 13-7 16,0 9-8-16,-5 2 6 15,-5 1-10-15,-5-7 1 16,-5-7 1-16,-20-8-1 0,-8-10-1 16,-9-11 3-1,-11-13 5-15,-10-15 16 16,-7-13-6-16,-9-11-13 0,-7-14 10 15,-2-4-12-15,2-24 0 16,6-23-2-16,11-22 0 16,9-23-2-16,14-16-1 15,7-11-4-15,20 6 3 16,19 13-19-16,4 17 1 16,35 24 6-16,18 20 6 15,5 13 8-15,6 13-4 16,-1 12 1-16,-3 1 1 15,-6 3-25-15,-3 10-21 16,-4 0-28-16,-2-2-40 16,5-5-46-16,10-6-7 0,5-3-101 15,2-21-207 1</inkml:trace>
  <inkml:trace contextRef="#ctx0" brushRef="#br0" timeOffset="91486.43">12760 12814 910 0,'0'0'236'0,"0"0"-226"0,0 0 125 0,0 0-44 0,0 0-24 0,0 0-50 16,-64-6-16-16,64 6 2 16,0 0-2-16,0 0-1 15,3 0 1-15,16-10 1 16,1-6 11-16,4-8-8 15,1-1-4-15,-7-1-1 16,-6 1 0-16,-6 3-4 16,-3 3-7-16,-3 6 8 15,-3 4 0-15,-18 9 3 16,-11 0-1-16,-2 6 1 0,-3 16 4 16,4 9 18-16,8 10 8 15,11 6-13-15,8 1 26 16,6 0-22-16,0-2-7 15,24-7 6-15,7-3-6 16,5-7-1-16,9-13-13 16,3-7 2-16,0-9 1 15,2 0-2-15,4-21 1 16,6-8-2-16,-1-11 4 0,-3-5-8 16,-12-10-3-16,-15-9-53 15,-16-8 23-15,-10-8 20 16,-3-11-8-16,-3-5 21 15,-22-1-4-15,-5 8 8 16,0 21 0-16,8 28 1 16,7 21 16-16,7 19 29 15,5 31-32-15,3 21 4 16,0 19 42-16,14 8-16 16,8-2-14-16,0 0 3 15,-2 1-18-15,-2-4-15 16,1 2 0-16,-4-4-1 15,-2-12-2-15,-2-12-31 16,-3-19-95-16,-1-12-96 0,0-16-54 16,-2-1-234-16</inkml:trace>
  <inkml:trace contextRef="#ctx0" brushRef="#br0" timeOffset="91680.61">13297 12622 712 0,'0'0'453'0,"0"0"-407"0,0 0 122 0,0 0-94 15,93-51-69-15,-32 32-5 16,-2 1-2-16,-6 6-93 16,-2 5-121-16,2 0-94 0</inkml:trace>
  <inkml:trace contextRef="#ctx0" brushRef="#br0" timeOffset="92900.77">20145 11468 1037 0,'0'0'4'0,"0"0"-4"0,0 0 45 16,0 0 11-16,-13 89 53 15,23-12 5-15,8 15-50 16,0 14 32-16,1 9-11 16,-3 6-4-16,-2-2-52 15,-3-4-6-15,-2-15 3 16,0-15-13-16,0-20-4 15,-3-16-4-15,1-14-4 0,-1-15-2 16,-5-7-2-16,2-8-11 16,0-5-63-16,8-10-124 15,8-21-39-15,6-12-71 16,2-13-272-16</inkml:trace>
  <inkml:trace contextRef="#ctx0" brushRef="#br0" timeOffset="93261.49">20917 12003 1126 0,'0'0'45'0,"0"0"46"16,0 0 37-16,-87 117-46 16,71-65-31-16,8 2 2 15,8-5-22-15,0-8-20 16,17-5-5-16,11-9-5 15,5-10 0-15,7-7-1 16,5-10 0-16,-3-3 5 16,2-21-2-16,-8-9 0 0,-9-10 6 15,-12-4-6 1,-10-10 3 0,-5-1-4-16,-13-2 0 15,-19 1 7-15,-9 9-9 0,0 15 2 16,-1 17-5-16,3 18 3 0,2 6-3 15,4 28-7-15,12 10-15 16,9 5-25-16,12 3-36 16,0 1-88-16,19-6-19 15,11-5-55-15,5-11-176 16</inkml:trace>
  <inkml:trace contextRef="#ctx0" brushRef="#br0" timeOffset="93563.86">21388 11953 1104 0,'0'0'55'0,"0"0"122"15,0 0-53-15,0 0-80 16,117-37-12-16,-76 68 15 16,-5 11-24-16,-12 4-14 15,-12 3-7-15,-12-2 3 16,0-3-4-16,-8-7 1 15,-11-8-2-15,-2-9 12 16,11-9-11-16,1-11 1 16,-2 0 8-16,7-22 6 15,1-18-13-15,3-13-3 16,3-11-11 0,22-7 11-16,-1 2-27 0,-2 7-61 15,2 10-80-15,-3 10-111 0,4 9-273 16</inkml:trace>
  <inkml:trace contextRef="#ctx0" brushRef="#br0" timeOffset="94324.67">23071 11833 1037 0,'0'0'52'0,"0"0"76"0,0 0 21 0,0 0-149 0,0 0 13 0,0 0 9 16,55 108 19-16,-38-56-8 0,-3 0 0 16,-4-4-12-16,-4-7 2 15,-1-7-16 1,0-11-1-16,-1-5 0 0,-1-11-6 15,2-3 0-15,-4-4 3 16,4 0-1 0,7-18 10-16,3-18-3 0,5-14-5 15,1-8 7 1,0 0-10-16,-1 8 1 16,-7 14-2-1,-1 15 0-15,-8 14 3 16,-1 7-3-16,4 3-9 0,3 20 2 15,8 10 7-15,1 5 2 0,-1 1 5 16,4-3-2-16,1-1 2 16,2-7-7-16,1-8 1 0,-1-4-1 15,3-9 0-15,1-7 2 16,0 0 0-16,1-14-1 16,-1-15 3-16,-4-10-3 15,-7-8 1-15,1-2 6 16,-10 0-1-16,-4 12-4 15,-4 13 8-15,-1 12-6 16,0 8 45-16,0 4-19 16,0 6-31-16,0 21-12 15,0 9 8-15,0 7 4 0,0 1 1 16,8-2 0-16,1-2-2 16,3-3-1-16,4-8-8 15,2-6-122-15,9-13-129 16,4-8-81-16,1-2-232 15</inkml:trace>
  <inkml:trace contextRef="#ctx0" brushRef="#br0" timeOffset="94657.1">24095 11866 1065 0,'0'0'35'0,"0"0"172"0,0 0-159 0,0 0-13 0,-25 77 56 16,20-34-48-16,5-3 0 15,0-4-21 1,13-1 11-16,5-7-23 0,7-9 1 16,5-8-10-16,9-9 1 15,3-2 4-15,-2-10-4 16,0-13 5-16,-3-7-5 16,-15-6 0-16,-14-7 7 15,-8-3 0-15,-13-2-6 16,-20 3 8-16,-10 9-1 15,-3 11-5-15,-1 10-5 16,4 9-7-16,4 6 4 16,10 0-2-16,8 17-28 15,6 9-73-15,6 3-21 16,9 6-58-16,0-3-94 0,10-5-147 16</inkml:trace>
  <inkml:trace contextRef="#ctx0" brushRef="#br0" timeOffset="94969.31">24514 11843 1155 0,'0'0'31'0,"0"0"161"16,0 0-95-16,97-59-37 16,-61 59-17-16,2 16-30 15,-1 15 5-15,-4 8-6 16,-15 7-11-16,-12 4 6 15,-6 2-6-15,-19-5 1 16,-11-9 3-16,0-10-3 16,5-8-1-16,8-12 1 0,7-8 1 15,3-2 6-15,7-28-4 16,0-14 1-16,3-14-6 16,22-11 0-1,6-9-1-15,5-5-4 0,1 4 5 16,2 7-6-16,1 17-44 15,-5 19-45-15,-1 17-134 16,-9 18-259-16</inkml:trace>
  <inkml:trace contextRef="#ctx0" brushRef="#br0" timeOffset="95715.35">25558 11797 701 0,'0'0'3'0,"0"0"-3"0,0 0 29 0,0 0-21 0,0 0 23 15,0 0 29-15,-24 44 28 16,24-41-25-16,-1-1-16 16,1-2-4-16,0 0 8 0,0 0 7 15,1 0-1-15,17-9-16 16,9-6 15-1,-2-7-15-15,4 0-21 0,-5-5-1 16,-7-2-11-16,-8-8-2 16,-9-1 2-16,0-1-3 15,-9-1 12-15,-19 6-5 16,-8 14 2-16,-11 6 28 16,-4 14-10-16,-5 0-20 15,-3 28 14-15,-1 16 14 16,8 12-26-16,7 10 2 15,15 4 7-15,11-5-12 0,13 2-6 16,6-7 8 0,0-4-10-16,21-10-3 0,16-11 6 15,10-10-5-15,15-12-1 16,16-13 9-16,14-3-6 16,10-22 6-16,8-7-9 15,-9-4-11-15,-10 9-8 16,-19 3-82-16,-21 6-66 15,-18 5-32-15,-18 3-66 16,-8 4-83-16</inkml:trace>
  <inkml:trace contextRef="#ctx0" brushRef="#br0" timeOffset="96310.46">26828 11268 1206 0,'0'0'28'0,"0"0"59"0,0 0 135 0,0 0-162 15,0 0-60-15,0 0 10 0,-11 69 14 16,11-6 16-16,0 16-4 16,6 9-2-1,2 7 5-15,-1 5-12 0,0-13-18 16,-1-11-1 0,-2-12-8-16,0-18 0 0,-1-13-5 15,0-15 6 1,-1-13-2-16,-2-5-6 15,0-1-14-15,0-27 7 16,-11-13-25-16,-8-14-6 0,-2-13 45 16,-3-14-2-16,-4-18 1 15,-2-13 0-15,1-9 2 16,6 0-4-16,11 14 3 0,10 19 0 16,2 22 11-16,15 19-11 15,13 18 0-15,12 12 2 16,10 10 0-16,8 8-1 15,0 0-1-15,-4 24-4 16,-12 8 0-16,-15 10 3 16,-17 3 1-16,-10 13 0 15,-24 3 1-15,-27 1 5 16,-11 4-6-16,-4-2 0 16,8 3-4-16,9-3-74 15,14-1-164-15,13-7-117 16,12-8-186-16</inkml:trace>
  <inkml:trace contextRef="#ctx0" brushRef="#br0" timeOffset="97135.98">26998 12072 1022 0,'0'0'35'0,"71"-75"44"0,-24 29 42 0,3-4-101 15,-5-5-3-15,-9-2 1 16,-13-4-3-16,-15 5 17 16,-8 12 33-16,0 9-21 15,-22 10-1-15,-6 14-15 16,-5 7 10-16,0 4-3 0,3 6-23 16,5 18-4-16,8 7-6 15,7 3 1-15,7 3-6 16,3 1 1-16,0-3 1 15,10-2-3-15,5-3 4 16,4-5-1-16,0 0 0 16,0-2 2-16,3-1-2 15,2-1 1-15,5-7 0 16,5 0 4-16,7-7-3 16,11-7-1-16,13 0 3 15,10-6 16-15,8-10-7 0,1-5-12 16,-8-5 0-1,-15-1-3-15,-18-6 6 0,-17-7-3 16,-16-5 3-16,-10-10-3 16,0 3 7-16,-15 7-7 15,-7 11 2-15,-2 15 10 16,0 10 10-16,-2 9 39 16,0 9-45-16,3 19-13 15,8 10 8-15,7 5-11 16,8 1 0-16,0 1 5 15,10-5-5-15,11-2 2 16,6-5-1-16,7-6-1 16,8-7 2-16,4-4-2 0,8-6 0 15,4-8-3 1,9-2-15-16,5 0-48 0,2-9-35 16,-4-10-64-16,-10-4 0 15,-12-5 74-15,-14-9-16 16,-13-8 93-16,-8-5 14 15,-8-7 15-15,-5 3 68 16,0 7-54-16,0 12 44 16,-14 12 7-16,-10 10 9 15,-7 8 13-15,-10 5-76 16,0 0 2-16,1 17 32 16,4 14-41-16,6 8 3 15,6 4-17-15,8 3-5 16,12 0 2-16,4-6-1 0,0-4-1 15,14-7 0 1,8-7-5-16,6-7 3 0,2-7-114 16,2-8-79-16,3 0 2 15,0-17-117-15,-3-12-243 16</inkml:trace>
  <inkml:trace contextRef="#ctx0" brushRef="#br0" timeOffset="97578.6">28475 10928 716 0,'0'0'95'0,"0"0"147"0,0 0-115 15,0 0-119-15,-48 89 58 0,45-15 18 16,3 7-40 0,0-2 27-16,8 2 8 0,6-1-48 15,3-5-4-15,8-3-5 16,7-9-10-16,3-11 6 15,8-14-11 1,1-13 1-16,5-9-7 16,0-9 6-16,7-7-7 15,-3 0 1-15,0-20-2 16,-7-8-18-16,-15-12-33 0,-12-6 15 16,-13-9 17-16,-6-2 13 15,0 4 7-15,-10 12 1 16,-5 14 0-16,3 12 16 15,3 9 39-15,6 6 25 0,2 0-72 16,-1 15-9-16,1 18 0 16,1 9 13-16,0 5-8 15,6-3 1-15,10-2-1 16,-1-5 1-16,0-7-6 16,-3-8-3-16,-4-7 1 15,0-3-2-15,-2-7-127 16,3-5-113-16,0 0-144 15,1-15-457-15</inkml:trace>
  <inkml:trace contextRef="#ctx0" brushRef="#br0" timeOffset="97753.45">28945 11050 1035 0,'0'0'3'0,"0"0"62"0,0 0 13 0,0 0-78 0,0 0-49 16,0 0 14-16,7 71-87 16,11-32-127-16,-1 2-196 15</inkml:trace>
  <inkml:trace contextRef="#ctx0" brushRef="#br0" timeOffset="98249.95">29555 11339 1030 0,'0'0'46'16,"0"0"182"-16,-112-15-86 16,82 20-58-16,6 21-29 15,8 5-30-15,6 5-5 16,4 10 9-16,6 0-18 15,0 4-6-15,1-5 16 16,12-3-17-16,7-8 0 16,7-5-4-16,6-10 1 15,7-8 0-15,2-9-1 16,3-2 0 0,2-13-2-16,0-14-14 0,-1-12-57 15,-4-13-5-15,-3-15 16 16,-4-9-12-16,-10-12 26 0,-10-6 27 15,-9-6 16-15,-6 3 1 16,0 16 4-16,-1 26 4 16,-7 26 10-16,2 29 78 15,-2 4-50-15,-3 38-33 16,2 18 10-16,-3 18 34 16,9 2-18-16,2-4-2 15,1-1-10-15,0-4-2 0,0-2-21 16,0-11 1-1,0-6-5-15,0-17 4 0,3-15-24 16,7-10-98-16,2-10-108 16,4 0-13-16,2-21-288 15</inkml:trace>
  <inkml:trace contextRef="#ctx0" brushRef="#br0" timeOffset="143016.59">29674 11097 523 0,'0'0'25'0,"0"0"72"0,0 0 38 0,0 0-27 0,0 0-24 0,0 0 9 0,0 0-21 15,0 0 18-15,-15-29-25 16,15 29-1-16,0 0 6 16,0 0-8-16,17-3-35 15,14 2 34-15,6-1-14 16,5-2-22-16,-3 0-23 15,-2 0 4-15,-7 1-8 16,-2-1 2-16,-2 0-31 16,2-1-74-16,2 3-109 0,-2 2-32 15,-1 0-115-15</inkml:trace>
  <inkml:trace contextRef="#ctx0" brushRef="#br0" timeOffset="143496.91">30301 11266 757 0,'0'0'15'0,"0"0"108"0,0 0 15 16,0 0-64-16,0 0 36 15,0 0-22-15,-18-44-13 16,1 44 23-16,-8 0-58 16,-8 15-8-16,-1 8 4 15,4 6-6-15,2 3 5 16,7 2-21-16,6-3-1 16,9-2-2-16,6-1-10 15,0-2 1-15,14-5-1 16,12-5 2-16,7-8 2 15,6-8-5-15,7 0 2 16,2-11 1-16,-3-8-2 16,-6-3-1-16,-8-5 0 0,-10 0 5 15,-11-5-3-15,-7 0-2 16,-3 2 0-16,-3 5 4 16,-16 6-4-16,-4 9-2 15,-5 9-1-15,-2 1-8 16,0 5 8-16,4 9-57 15,0 12-38-15,7-1-50 16,5 2-20-16,7-1-97 16,5-8-82-16</inkml:trace>
  <inkml:trace contextRef="#ctx0" brushRef="#br0" timeOffset="143875.01">30559 11247 995 0,'0'0'46'0,"0"0"79"0,0 0 65 0,0 0-91 16,0 0-58-16,0 0-14 16,99 28 8-16,-71 3-6 15,0 4-26-15,-4 6 13 16,-5-3-3-16,-5-1-11 15,-9-5-3-15,-5-7 5 16,0-9-3-16,-11-2 0 16,-7-7 1-16,5-7 3 15,-4 0-5-15,4-14 0 0,2-13-2 16,3-7 0-16,8-8-4 16,0-6-3-16,5-1-2 15,13-2 2-15,3 8-11 16,0 7-10-16,-2 13 10 15,-1 11-23-15,0 12-33 16,0 0-26-16,0 12-35 16,1 13-24-16,1 5-91 15,-4-1-217-15</inkml:trace>
  <inkml:trace contextRef="#ctx0" brushRef="#br0" timeOffset="144246">31105 11357 754 0,'0'0'47'0,"0"0"41"16,22-75 61-16,-17 53-37 15,-5 7-4-15,0 3-19 16,0 4-19-16,-3 2 22 16,-15 5-17-16,-2 1-19 15,-5 0-32-15,1 8-11 16,5 9 4-16,9 4-14 15,7 1 0-15,3 1-3 16,0 0 0-16,19 1-3 16,7-2 3-16,5-4-4 15,2 1 4-15,-3-3-1 0,-1 0 1 16,-3-2-3-16,-9-3 3 16,-6 1-2-16,-11 0 2 15,-3 1 0-15,-30 4 13 16,-16-2 0-16,-11 3 11 15,-4-2 8-15,2-1-30 16,2 1-4-16,12-3-72 16,10-6-300-16,18-7-377 15</inkml:trace>
  <inkml:trace contextRef="#ctx0" brushRef="#br0" timeOffset="144420.6">31754 11595 1357 0,'0'0'0'0,"0"0"-39"0,0 0-223 0,-82-5-523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10:17.89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14944 2945 326 0,'0'0'77'0,"0"0"-70"0,0 0 95 15,0 0-60-15,0 0-27 16,0 0 54-16,0-19-37 0,0 18-4 16,0-1 1-16,0 0 1 15,0 0 16-15,-1-1 25 16,-2 0-40-16,0 1 28 15,1-1-35-15,-2-1 4 16,1 2 13-16,0-1-16 16,0 2 5-16,0 1 1 15,2-2-4-15,-2 1 8 16,3 0-25-16,-3-1 14 16,1 1-1-16,2 1-6 15,-1 0 14-15,1 0-9 16,-2 0 1-16,1 0 15 15,1 0-24-15,-2 0-3 0,2 0-11 16,-3 11-1-16,1 12 1 16,-1 10 1-16,3 10 7 15,0 9 29 1,2 6-15-16,12 11 7 0,3 6 3 16,0 4-13-16,5 3 9 15,-1 4-7-15,-3 4-11 16,1 6 18-16,1 6-24 15,-7-2 7-15,2 1 4 16,-3-10-8-16,0-3 12 16,0-10-12-16,-2-7 0 15,1-8 16-15,2-9-16 16,-2-6 11-16,-2-11-14 16,-1-4-1-16,0-3 7 0,-2-7-10 15,-3-3 0-15,0-9-1 16,-1-2 1-16,-2-5-7 15,3-4-76-15,-1 0-119 16,0 0-150-16,-2-19-372 16</inkml:trace>
  <inkml:trace contextRef="#ctx0" brushRef="#br0" timeOffset="186626.95">8232 4521 543 0,'0'0'0'0,"-36"-135"0"0,13 58-38 0,-6-22-19 0,-5-9 41 15,-11-5 10 1,-7 0-39-16,-8 11-26 16,-7 6-12-16</inkml:trace>
  <inkml:trace contextRef="#ctx0" brushRef="#br0" timeOffset="192938.2">6491 3467 789 0,'0'0'3'0,"0"0"-3"0,0 0 21 0,0 0 47 0,0 0-34 0,0 0-31 16,21-73 9-16,-12 58-8 15,-5 3-1-15,1 0 17 16,-4 2-20-16,-1 0 33 16,0 5 10-16,0-1-22 15,-10 2 26-15,-11 4-8 16,-6 0-3-16,-3 7-24 16,-4 11-10-16,0 8 0 15,-2 2 13-15,1 5-8 16,4 2 17-16,7 0-16 15,5-1 2-15,7-2 10 16,4-1-17-16,5-1-3 0,3-2 0 16,0 0 1-16,8 0-2 15,10-4 1-15,4-4 0 16,8-6-4-16,0-5 5 16,9-7-1-16,-1-2 0 15,0 0 0-15,-1-5 0 0,-7-9 0 16,0 0-6-1,-11 6 6-15,-8 2-14 0,-8 3 4 16,-3 3 10-16,-14 0 4 16,-20 2-4-16,-11 18-1 15,-8 8 1-15,-4 7 15 16,0 3 0-16,2 3 24 16,1 2 20-16,11 3-41 15,3 1 22-15,13-6-19 16,16 2-13-16,7-8 0 15,4-2-8-15,0-4-2 16,15-6 2-16,15 0-6 16,0-9 3-16,11-5 2 15,4-5 1-15,4-4-2 16,9 0 2-16,0-9-7 0,1-11-126 16,9-7-90-1,1-7-213-15</inkml:trace>
  <inkml:trace contextRef="#ctx0" brushRef="#br0" timeOffset="193500.5">7088 3932 1054 0,'0'0'2'0,"0"0"111"0,0 0-31 0,0 0-48 0,0 0-23 16,0 0-7-16,-33-75-2 15,33 67-2-15,0 0 5 16,0-1-4-16,-6 5 20 0,-5-1 19 16,-6 5 2-16,-6 0-2 15,-3 9-32-15,-7 12-1 16,-2 2-6-16,4-1 1 16,7 1 17-16,11-3-19 15,8 0 2-15,5 0-4 16,0 0 0-16,17 0-1 15,13 0-2-15,4 3 3 16,12-3-3-16,6-2 5 16,1-2 0-16,0 0-5 15,-2-4 6-15,-12-1-2 0,-11-1 1 16,-11 1 0-16,-10-1-7 16,-7 1 6-16,-12 3 1 15,-22 1 13-15,-13-1-5 16,-8-2 7-16,-6-3-7 15,3-1-6-15,0-3 26 16,6-3-4-16,8 2-15 16,13-2 8-16,13 0-15 15,9 0-1-15,9-1-1 16,0 3-26-16,25 1 15 16,17 2 7-16,13-5-2 15,8-2 4-15,9-2-4 0,4-17-18 16,0-4-81-1,4-10-1-15,1-9-31 0,-8-12 2 16,-7-9-58-16,-14-12-207 16</inkml:trace>
  <inkml:trace contextRef="#ctx0" brushRef="#br0" timeOffset="195180.49">7552 3440 269 0,'0'0'598'0,"0"0"-519"16,0 0 150-16,0 0-154 0,0 0-43 15,0 0 22-15,-64 105-16 16,83-51-14-16,6 9 0 16,1 2-12-16,4-1 3 15,1-4-15-15,-1-8 2 16,1-13-1-16,-1-5-1 16,-2-12-1-16,-1-7 0 15,-3-12 2-15,1-3 4 0,-2-10-5 16,4-14 0-16,-5-7 1 15,-4-3-1-15,-9 1-7 16,-5 2 2-16,-4 4 5 16,0 7 2-16,0 8-2 15,-1 8 0-15,-2 4 13 16,1 0-13-16,-1 21-14 16,2 7 14-16,1 4-6 15,0 1 4-15,4-5-2 16,10-3-1-16,10-7-3 15,1-4 7-15,8-7 1 16,3-7-1-16,1 0 3 0,0-7-2 16,0-16 0-16,-5-2-4 15,-7-3-1-15,-7-1-12 16,-5 2 10-16,-8 7 3 16,-5 6 8-16,0 8 6 15,0 6-5-15,0 0-3 16,0 9 6-16,-6 16-8 15,-3 8 0-15,0 3 6 16,5-3-6-16,-1-5 4 16,2-3-4-16,3-7 0 15,0-4-1-15,0-8 1 16,0-5-2-16,0-1 1 16,0 0 2-16,0-17 15 0,14-9-16 15,0-10 2-15,0-1-2 16,1 3 0-16,-3 5-3 15,-3 9-3-15,0 8 9 16,-5 10-8-16,4 2 5 16,1 7-18-16,1 17 13 15,2 5 2-15,-6 5 3 16,0-1 7-16,0-1-6 16,0-2 1-16,-2-3-2 15,2-4 0-15,-1-7 0 0,-2-8 0 16,-2-5 0-1,1-3-2-15,1 0 5 0,1 0 8 16,4-21-11-16,2-11 4 16,5-7-12-16,0-4-12 15,1 1-33-15,1 5 12 16,-1 6 6-16,-2 9 29 16,-5 8 1-16,-1 11 5 15,-3 3-6-15,1 6-2 16,9 17 8-16,-5 9-2 15,1 3 4-15,2 3 5 16,2-1-3-16,6-2 0 16,7-2 20-16,4-4-22 15,0-7-2-15,3-6 8 16,1-10-5-16,1-6 8 16,3 0-10-16,2-19 1 15,0-11 10-15,-2-6-12 0,-7-4 0 16,-12-4 7-16,-8 0-7 15,-10 2 7-15,-3 6-7 16,-3 10 2-16,-18 9 8 16,-5 13-8-16,-4 4-1 15,-5 18 1-15,1 14 0 16,7 6 9-16,5 2-6 16,10-3-4-16,6-4 8 15,6-5-9-15,0-4-1 16,0-7-1-16,7-8-3 0,4-6 4 15,11-3-5 1,-1-4 6-16,7-21-5 0,-4-3-1 16,7-4-46-16,-6-1 25 15,-3 6-14-15,-4 5 13 16,-8 11 18-16,-5 4 10 16,-2 7-8-16,0 8 3 15,0 16 5-15,4 11 0 16,-1 2 4-16,5-1 20 15,-1 0-3-15,0-6-21 16,4-7 18-16,-1-7-14 16,7-7-4-16,-1-9 8 15,9 0 0-15,4-18 6 0,5-12-12 16,-1-13 2 0,-2-6 2-16,-5-11-6 0,-7-9 0 15,-6-14-1-15,-7-12 2 16,-6-3-4-16,-3 2-3 15,0 21-42-15,-7 26 38 16,-8 22 6-16,6 27 4 16,-2 15 25-16,-2 32-23 15,7 18 24-15,6 14 20 16,0 6-6-16,11 1 14 16,11-3-24-16,11-10-16 15,1-12-2-15,6-9-9 16,2-12 5-16,-3-13-8 15,-2-13 0-15,-5-11-1 16,-1-3 7-16,-4-20-6 0,-5-14 7 16,-6-11-4-16,-7-8-6 15,-9-8 2-15,0-5-28 16,0 6-6-16,-7 17-3 16,-2 18 38-1,5 22 0-15,-1 6 0 0,5 30 0 16,0 13 0-16,0 8 38 15,11-7 9-15,6-4-29 16,7-8 11-16,3-5-14 16,-3-5-13-16,-2-9 5 15,-2-2-7-15,-5-11 0 16,2-3-8-16,0-11-39 0,-7-16-198 16,-7-9-151-1</inkml:trace>
  <inkml:trace contextRef="#ctx0" brushRef="#br0" timeOffset="195363.59">9615 3538 1204 0,'0'0'5'0,"0"0"168"0,0 0-47 0,0 0-110 15,0 0-16-15,112-56-5 16,-54 34-10-16,-4 1-51 15,-14-4-199-15,-16 2-153 16</inkml:trace>
  <inkml:trace contextRef="#ctx0" brushRef="#br0" timeOffset="195549.49">8049 3521 1086 0,'0'0'0'16,"0"0"0"-16,0 0 6 15,82-62-6-15,3 29-10 16,22-5-64-16,14-6-234 16</inkml:trace>
  <inkml:trace contextRef="#ctx0" brushRef="#br0" timeOffset="196177.64">11574 3477 859 0,'0'0'7'0,"0"0"4"0,0 0 142 0,0 0-49 0,0 0-88 16,-12-85-16-16,27 43 6 15,-3-4-6-15,-7-3 0 16,-5-2 0-16,0 5 8 16,-5 7-6-16,-10 14-2 15,0 10 4-15,2 15 37 16,-2 15 35-16,9 33-76 16,0 24 0-16,6 23 16 15,0 15 10-15,12 21 10 16,15 15-13-16,3 13-13 0,-1 3 6 15,3-9-16 1,-2-20-3-16,-7-19-2 0,-3-20 5 16,-13-21-7-16,-5-22-13 15,-2-16-109-15,-2-19-41 16,-23-16-49-16,-11-4-325 16</inkml:trace>
  <inkml:trace contextRef="#ctx0" brushRef="#br0" timeOffset="196815.81">11232 3963 839 0,'0'0'120'15,"0"0"-114"-15,44-108 4 16,3 67 18-16,14 0-9 16,10 2 3-16,5 0-20 0,6 8 7 15,-3 8-9-15,-3 7 3 16,-13 8-6-16,-19 8 3 15,-21 0-4-15,-14 14 1 16,-9 12 3-16,-9 11 6 16,-19 10 19-16,-4 2 37 15,-4 0 49-15,10-4-43 16,9-8-38-16,15-7-8 16,2-8-21-16,13-7-2 15,16-8-3-15,12-7 4 16,9-3 3-16,7-23-3 15,1-8 2-15,-3-9-4 16,-14-3 6-16,-15-6-5 16,-15-2 1-16,-11-1 0 0,-14 4 5 15,-20 11-5-15,-4 15 1 16,-4 13 12-16,0 12-13 16,-1 10 8-16,4 21 1 15,9 13-8-15,12 8 9 16,12 2-10-16,6-3 0 15,15-5-1-15,15-10 1 16,4-10-4-16,11-10 4 16,4-10 0-16,6-6-2 15,-2-8 2-15,0-15 0 16,-2-12 0-16,-9-5 3 0,-9-4-1 16,-13-5-2-16,-10 0 0 15,-9 5 2-15,-1 9-1 16,0 15-1-16,0 12 22 15,0 7 2-15,0 1-4 16,0 18-20-16,0 13 0 16,9 12 18-16,6 0-18 15,6 1 2-15,0 1-4 16,3-2 1-16,5-2 1 16,4-9-197-16,5-4-171 15,3-15-249-15</inkml:trace>
  <inkml:trace contextRef="#ctx0" brushRef="#br0" timeOffset="197265.92">13281 3073 800 0,'0'0'25'0,"0"0"13"0,0 0 38 16,0 0-28-16,-30 131 65 0,30-59-34 16,13 3-13-16,5 0-9 15,5 0-19-15,2 0-15 16,2-6-23-16,0-7 8 16,-6-12-10-16,1-13 2 31,-4-14-6-31,-6-11 0 0,-2-7-170 31,-8-5-115-31,-2-11-258 16</inkml:trace>
  <inkml:trace contextRef="#ctx0" brushRef="#br0" timeOffset="197890.5">13172 3513 822 0,'0'0'77'0,"0"0"-77"0,0 0 17 16,0 0-4-16,0 0 1 15,124-46 1-15,-53 15 4 16,8-3-19-16,-2-3 1 16,-9 2-2-16,-10-1 4 0,-16-1-5 15,-18 0 2 1,-12 6 0-16,-12 5 1 16,0 11-1-16,-3 9 4 15,-10 6 91-15,0 10-38 0,0 24-38 16,6 9-3-16,4 10 26 15,3-1 6 1,0-1-37-16,10-7 4 16,8-2-2-16,0-10-12 0,0-6 8 15,-2-9-9-15,-2-6 0 16,-5-5 0-16,2-6 0 16,2 0 0-16,1-6 9 15,3-13-2-15,1-12 5 16,-3-3-12-16,-2 1 0 15,-1 5-1-15,-7 11 1 16,-2 10 0-16,0 7-1 0,2 6-6 16,1 16-4-16,3 8 9 15,4 1 2-15,1-5 2 16,3-4 0-16,2-2-2 16,3-8 6-16,2-3-4 15,-1-9 4-15,4 0-5 16,-1-9 1-16,1-9 10 15,-3-6-11-15,-9-4-1 16,-9-5 7-16,-6-4-7 16,0-1 11-16,-18 4-11 15,-1 12 0-15,1 9 11 0,1 12-10 16,4 1 16 0,0 19-3-16,5 14-11 0,5 5 6 15,3 3-7-15,3-2 0 16,19 1 2-16,8-2-4 15,9-3-4-15,6 0 4 16,13-5-116-16,9-9-87 16,9-11 87-16,-3-10-541 15</inkml:trace>
  <inkml:trace contextRef="#ctx0" brushRef="#br0" timeOffset="198286.73">14737 3096 691 0,'0'0'1'0,"0"0"98"0,-27-88 15 0,27 63-61 0,9 2-12 15,13 4-16-15,5 4-4 16,2 8 7-16,2 4-18 16,5 3 8-16,-2 9-10 15,-3 18-3-15,-5 9 18 0,-10 3-13 16,-10 5 21-1,-6 4 10-15,0-4-24 16,0-3 3-16,-12 0-20 16,-2-2 2-16,4-3-8 15,4-1-2-15,6-3-195 0,0-12-132 16</inkml:trace>
  <inkml:trace contextRef="#ctx0" brushRef="#br0" timeOffset="198910.26">15199 3538 983 0,'0'0'60'0,"0"0"-49"15,0 0 52-15,0 0-5 16,103-79-13-16,-65 44-38 16,-5-2-6-1,-10-6 11-15,-9-7-8 0,-8-7-4 16,-6-3 0-16,-4 9 6 15,-12 11-4-15,-3 11-2 16,2 16 0-16,-2 8 7 16,-3 5-2-16,2 2-5 15,1 19 0-15,4 8-1 16,8 6-2-16,7-1 3 16,0 4 0-1,13-4 5-15,12-3-2 16,5-2-3-16,4-4 0 15,2 2 3-15,-1-7 2 0,-1-2-5 16,-4 1 0-16,-3-3 2 0,-5 1 1 16,-1 0-3-16,-3-1 13 15,-4-2-5-15,3-2 10 16,-3-3-10-16,2-2-1 16,3-3 7-16,-1-4-14 15,8 0 5-15,1-3-5 16,4-14 0-16,5-6-4 15,1-8-38-15,-1-7-75 0,-8-2-64 16,-8 3-86-16,-16 8-210 16,-4 9 477-16,0 9 164 15,-4 6 109-15,-4 5-82 16,2 0-31-16,2 0-54 16,2 6-57-16,2 10 8 15,0 1-10-15,6 5-20 16,11-4 6-16,2 3-21 15,2-5-7-15,0 0 3 16,-4-3-6-16,-4-1-4 16,-4-4 2-16,-2-3-63 0,-6-2-147 15,-1-3-64 1,0-6-289-16</inkml:trace>
  <inkml:trace contextRef="#ctx0" brushRef="#br0" timeOffset="199147.33">15787 2870 980 0,'0'0'9'0,"0"0"21"0,0 0 80 0,0 0-74 16,0 0-36-16,0 0-12 16,24 51 12-16,18-2-2 15,0 4-84-15,0-3-50 16,1 3 0-16,-3-10-133 0,2-8-109 15</inkml:trace>
  <inkml:trace contextRef="#ctx0" brushRef="#br0" timeOffset="199456.59">16284 3257 157 0,'0'0'80'0,"0"0"-62"0,0 0 203 0,45-80-79 0,-45 63 62 16,-11 3-73-16,-5 7 32 15,-1 5-4-15,1 2-80 16,0 2-22-16,2 17-11 15,5 7-15-15,6 0-5 16,3 3 8-16,2 3-21 16,17-5 11-16,5-1-18 15,8-5-6-15,5-6 6 16,3-8-4-16,11-7 4 16,4 0-6-16,3-13 3 0,-6-11-1 15,-11 0-2-15,-16-9-18 16,-13-1-34-16,-8-1 8 15,-4 10 30-15,0 6 11 16,-10 11 3-16,1 8 14 16,1 0 0-16,4 13-13 15,1 16 8-15,3 5 9 16,0 3 3-16,17-4-21 16,9-1 2-16,18-8-9 15,32-11-53-15,31-11-110 16,35-2-144-16</inkml:trace>
  <inkml:trace contextRef="#ctx0" brushRef="#br0" timeOffset="200036.81">18291 2963 841 0,'0'0'31'0,"0"0"80"0,-82 32 4 0,62-7-46 16,5 3-16-16,9 0-24 15,6-3 1-15,0-3-20 16,6-6-7-16,17-6 4 16,3-7-7-16,7-3 0 15,6 0 16-15,7-21-15 16,2-6 5-16,3-6-6 15,-8-5 0-15,-7-4-6 16,-15-4 6-16,-21 0-27 0,-3 5 24 16,-33 9-3-16,-13 15 4 15,-12 16 0-15,-2 1 2 16,0 24 8-16,7 17 19 16,18 5-15-16,16 1-2 15,18 0-8-15,4-6-2 16,26-4-10-16,15-8 8 15,11-12-2-15,9-9 4 16,14-8-6-16,2-6-31 16,0-19-99-16,-6-6-26 15,-10-11-67-15,-14-4-116 16,-16-8-45-16</inkml:trace>
  <inkml:trace contextRef="#ctx0" brushRef="#br0" timeOffset="200376.79">18741 2624 512 0,'0'0'126'0,"0"0"80"0,0 0-47 15,-82-5-83-15,72 63-62 16,6 23 34-16,4 25 5 16,13 13 13-16,18 17-27 15,9 10-4-15,1 12-3 16,0 8-32-16,-8 2 3 16,-8-15-5-16,-11-19 4 15,-11-30-2-15,-3-24 0 16,0-24 0-16,-7-19-2 15,-14-24 4-15,-14-13 2 0,-6-18 8 16,-15-30-8 0,-11-25 4-16,0-26-8 0,-3-21 0 15,6-18 5-15,14 5-5 16,18 13 0-16,22 24 0 16,10 28 1-16,17 18-2 15,21 13-8-15,14 9-5 16,15 6 8-16,9 4-59 15,8 4-26-15,8 3-53 16,-2-2-53-16,-4-3-178 16</inkml:trace>
  <inkml:trace contextRef="#ctx0" brushRef="#br0" timeOffset="200582.45">19323 2776 846 0,'0'0'269'0,"0"0"-259"15,0 0 154-15,0 0-143 16,0 0 3-16,0 0 12 16,-10 123-3-16,38-60-6 15,2 4-27-15,0 0 0 16,-3-3-3-16,-9-8 1 16,-4-9-10-16,-3-14-171 15,-11-13-143-15,0-20-416 16</inkml:trace>
  <inkml:trace contextRef="#ctx0" brushRef="#br0" timeOffset="201231.74">19255 3104 518 0,'0'0'562'0,"0"0"-553"16,0 0 173-16,0 0-151 16,0 0-31-16,23-87 8 15,40 71-19-15,4-2 7 16,-6-2-45-16,-10-5-146 15,-11-5 5-15,-5-5-36 16,-11-6 15-16,-15 5 163 16,-9 4 40-16,0 7 8 15,-8 6 223-15,-6 12-11 16,3 7-95-16,2 0-7 16,1 10-51-16,8 23-50 0,0 7 55 15,6 12-23-15,20 2-3 16,6 4 3-1,3-1-18-15,5-7 5 0,-2-7-16 16,-5-8-10-16,-4-11 9 16,-3-7-11-16,-7-11 0 15,-4-6 4-15,7-2-1 16,0-19 13-16,-1-9-16 16,-3-3 3-16,-7-3-10 15,-7 5 7-15,-1 11 0 16,-3 6-2-16,0 11 5 15,0 3-7-15,0 6-1 16,6 17 5-16,3 5-4 0,9 2 8 16,2-2-2-16,5-4 9 15,5-5-9-15,9-8 14 16,8-3-5-16,5-7-9 16,1-1 8-16,-4-4-10 15,-10-12 0-15,-14-7 3 16,-13-3 1-16,-12-6 2 15,0 2-6-15,-6 4 0 16,-9 8 9-16,-4 8-2 16,5 9 11-16,-2 1-1 15,4 8-14-15,0 15-2 16,6 5-1-16,6 1-1 0,0 0-7 16,8-3-1-16,11-3 3 15,9-4-11-15,16-8-116 16,14-6 53-16,16-5-232 15,1 0-265-15</inkml:trace>
  <inkml:trace contextRef="#ctx0" brushRef="#br0" timeOffset="203002.5">20833 2466 794 0,'0'0'268'0,"0"0"-265"0,0 0 86 0,0 0-70 0,-10 98 142 0,30-29-40 16,7 2-76-1,0 1 14-15,-3-2-28 0,1 3-5 16,2-9 5-16,-1-6-26 16,-3-11 4-16,-3-15-9 15,-5-13 3-15,-2-10-7 16,-5-8 4-16,5-1 0 15,4-16 13-15,2-13-13 16,6-11-19-16,-7-3-18 16,0 2-12-16,-6 5 28 15,0 11-3-15,-5 11 16 0,-4 7 2 16,-3 7 6 0,0 0-3-16,0 18-18 0,0 11 19 15,0 4 2-15,5 0 1 16,1-3 2-16,0-5 3 15,4-3-5-15,8-6-1 16,0-1 0-16,6-7 1 16,6-6 7-16,3-2-8 15,4 0-6-15,-1-18-29 16,-2-5-27-16,-4-8-33 16,-8-3 21-16,-7-1 13 15,-6 5 59-15,-6 7 0 16,-3 9 2-16,0 6 24 15,0 6 32-15,0 2 18 0,0 0-61 16,0 12-7-16,-3 13 0 16,-1 7 3-16,4 2 6 15,0-4 6-15,3-1-13 16,9-4 7-16,2-9-11 16,5-3-2-16,6-9 13 15,6-4-3-15,2 0-10 16,1-8 8-16,-4-15-8 15,-6-7 2-15,-9-5-3 16,-14-10 5-16,-1-3-3 16,-14-2-3-16,-18 7 0 15,-2 10-2-15,-1 13 6 16,0 12-6-16,0 8 2 0,4 3-10 16,3 22 9-1,5 11-3-15,11 4-4 0,5 6 7 16,7-4-4-16,0 1 3 15,19-6-8-15,7-8-41 16,5-10-54-16,2-7-12 16,7-12-37-16,6 0 19 15,4-13 29-15,0-11 57 16,-2-6-77-16,-5-6 125 16,-7-5-30-16,-3-4 31 15,-9-2 27-15,-12 3 66 16,-6 7 59-16,-6 11-18 0,0 11 42 15,-2 3-37 1,-10 12 6-16,-5 0-54 0,-3 2-61 16,1 22 11-16,2 5-17 15,5 6-2-15,9 3-7 16,3 3-7-16,0-3 13 16,9-4-21-16,9-5 1 15,6-8-1-15,-3-5 3 16,7-10-1-16,1-6-2 15,5 0 0-15,5-10 8 16,-2-16-8-16,3-5-4 16,2-5-1-16,-8-3-21 15,-10 0-16-15,-7 5 28 16,-8 5 4-16,-9 13 9 16,0 7 2-16,0 9-1 0,-6 0 1 15,-10 19-1-15,-1 17 0 16,6 10 11-16,10 4-4 15,1-4 22-15,1-4-12 16,16-6-1-16,1-9-5 16,-2-9-9-16,3-9 10 15,2-6-12-15,-1-3 0 16,8-12 17-16,4-8-16 16,0-11 1-16,3-5 1 15,-7-6 0-15,-1-8-5 16,-5-7 2-16,-4 2-5 15,-5 13 1-15,-2 11 4 0,-2 15 0 16,-6 8-3-16,1 8 3 16,2 0 0-16,2 16-21 15,3 11 21-15,0 9-3 16,3 4 3-16,-1 3 0 16,-2-4 0-16,0 0 3 15,-3-4-3-15,-2-7 0 16,-5-4 0-16,-1-8 1 15,0-3-1-15,-13-6 0 16,-11-6 3-16,-4-1-2 16,-4 0 2-16,4-8-3 15,3-10-1-15,4 0-6 16,7-1 6-16,5 5 1 0,6 3-3 16,2 5 6-1,1 4-2-15,0 2-1 0,0 0-17 16,10 0 9-16,14 14 3 15,6 1 5-15,3 1 1 16,3-4 1-16,3-6 3 16,3-3-5-16,2-3 0 15,1 0 4-15,-1-16-4 16,-3-3 0-16,-5-5 2 16,-5-4 0-16,-9-6 1 15,-10-6-3-15,-6 1-10 16,-6 2 9-16,0 10-15 0,-12 13 13 15,-4 10-1 1,0 4 3-16,0 7-3 0,0 21 2 16,7 5 2-16,9 5 10 15,0-1 2-15,3-2 9 16,16-6 2-16,4-3-18 16,10-6 7-16,1-3-12 15,9-8 1-15,11-4 6 16,22-5-7-16,18 0 0 15,12 0-2-15,-14 0-13 16,-23 0-111-16,-27 0-224 16,-24 0-144-16</inkml:trace>
  <inkml:trace contextRef="#ctx0" brushRef="#br0" timeOffset="204160.63">7447 5022 722 0,'0'0'95'0,"0"0"-87"0,0 0 26 16,0 0 21-16,0 0 43 0,0 0-21 15,0 0-46 1,0-2 23-16,17 8 2 15,7 0-31-15,9-2 11 0,8-2-25 16,13-2 6-16,16 0 6 16,18 0-15-16,21-15 17 15,22-3-16-15,14 1-4 16,25-5-5 0,12-5 12-16,13 1-12 15,12-5 23-15,13 0-20 16,2-2 10-16,2 6-9 0,-9 3 2 15,-21 4 14-15,-33 5-7 16,-31 6 9-16,-36 3 3 16,-34 6-18-16,-29 0 11 0,-20 0-18 15,-11 0 0-15,0 0 77 16,0 0-28-16,0 0-17 16,0 3 3-16,0-1-25 15,0-2 9-15,0 0-19 16,0 0 4-16,0 0-4 15,0 0 0-15,0 0-3 16,0 0 3-16,0 0-18 16,4 0 10-16,12 0-68 15,11 6-75-15,7-5-130 16,5-1-257-16</inkml:trace>
  <inkml:trace contextRef="#ctx0" brushRef="#br0" timeOffset="205161.52">15162 4317 759 0,'0'0'3'0,"0"0"19"0,0 0 59 0,0 0 16 0,0 0 3 0,0 0-21 16,-15 0-28-16,14 0 6 16,1 0-18-16,-2 0-13 15,2 0 13-15,0 0-29 0,0 0 5 16,8 0-2-1,15 0 2-15,15 0 26 0,14 0-9 16,20 0-8 15,28-12 24-31,32-8-14 0,36-6 4 16,26-9-21 0,19-1-16-16,3-2 12 0,9 1-9 0,-5 5-1 15,-9 2 3-15,-9 7-6 0,-24 1 0 16,-31 8-1-16,-32 7 5 15,-34 3-6-15,-34 4 2 16,-26 0 0-16,-17 0 4 16,-4 0-2-16,0 0 39 15,0 0 12-15,0 0-27 16,0 0 16-16,0 0-23 0,0 0-6 16,0 0 9-16,0 0-22 15,0 0 5-15,0 0-5 16,0 0 6-16,0 0-3 15,0-2-3-15,0 2 0 16,0-1-3-16,0 1 5 16,0 0-2-16,0 0 0 15,0 0 2-15,0 0-2 16,0 0 0-16,0 0 0 16,0 0-4-16,0 0 5 15,0 0-2-15,0 0-1 16,0 0-16-16,0 0 15 15,-2 0-41-15,-10 7-71 16,-13 14-33-16,-14 11-61 0,-22 14-16 16,-18 4-61-1,-26 4-244-15</inkml:trace>
  <inkml:trace contextRef="#ctx0" brushRef="#br0" timeOffset="206048.71">7295 7067 850 0,'0'0'4'0,"0"0"-4"0,0 0 129 0,0 0-15 0,0 0-48 0,0 0-3 15,-52-23-16-15,74 21-47 16,19-2 7 0,18-4 9-16,17-8 7 15,11-7 11-15,6-3 3 0,5-4-31 16,0 5 4-16,2-1-10 31,-10 5-2-31,-18 7-5 0,-25 6 5 16,-23 6-25-1,-18 2-51-15,-6 0-43 16,-13 0-5-16,-20 6 87 0,-12 2 4 0,-6 4 35 16,5 1 1-16,10-3 1 0,11 4 15 15,7 1 27-15,7 9 11 16,10 12 7-16,1 11-24 16,3 15 13-16,22 11-8 15,2 8 20-15,3 11 44 16,1 5-55-16,-5 3-25 15,1-5-8-15,-2-13-17 16,-6-14 3-16,-2-14-5 16,-1-15-4-16,-4-11-1 15,1-13-15-15,-2-12-93 16,4-3-194-16,-2-16-56 0</inkml:trace>
  <inkml:trace contextRef="#ctx0" brushRef="#br0" timeOffset="207188.24">8386 7565 799 0,'0'0'36'0,"0"0"122"0,0 0-99 16,0 0 27-16,19-98-76 15,-13 67 30-15,-6 2-14 16,0 0-11-16,-7 5 24 15,-13 11-31-15,2 4 28 16,-4 9 2-16,0 0 48 0,-5 15-67 16,4 20-16-16,1 15-6 15,9 8 3-15,7 5 0 16,6-5-1-16,0-3 1 16,11-11-8-1,8-9 0-15,3-11 7 16,0-11-1-16,5-10 2 15,0-3 0-15,3-13 2 0,1-14-2 16,-2-7-10-16,-6-5-11 16,-8-4 10-16,-6 0 9 15,-6 2 1-15,-3 6 2 16,0 7 2-16,0 12-2 0,0 10 1 16,0 6 11-16,0 0-13 15,0 21-10-15,0 11-1 16,0 8 11-16,5 1 7 15,14-3-6-15,6-2 0 16,1-5 18-16,11-8-11 16,0-2 1-16,5-10-9 15,3-8 0-15,0-3 15 16,-1-2-14-16,-3-18 2 16,-7-7 6-16,0-6-7 15,-7-8 7-15,-6-3-9 16,-9-5 3-16,-6-2 5 0,-6 5-6 15,0 12 0-15,0 9 5 16,-9 15-4-16,3 9 13 16,1 1 3-16,-2 23-19 15,3 13-3-15,-1 13 3 16,5 0 8-16,5-6 3 16,14-6-11-16,8-7 12 15,9-5-12-15,6-9 2 16,11-10 14-16,10-6-16 15,7-6 6-15,1-17 3 16,0-8-6-16,-10-3-4 16,-12-5 1-16,-13-3 0 15,-12 1 1-15,-14 2 3 16,-10 11-4-16,0 8 9 0,-18 9-6 16,-16 11-3-16,-6 4 0 15,-8 23 0-15,2 10-5 16,6 3 5-16,8 3 0 15,14-3 0-15,8-3-2 16,7-7-2-16,3-5 2 16,10-7-9-16,11-10 2 15,9-6 6-15,3-2 1 16,7-7 1-16,-4-14-53 16,-9-1-10-16,-2 5 41 15,-13 6 22-15,-6 6 1 16,-1 5 0-16,-1 4-4 15,5 24 4-15,0 20 0 0,0 24 39 16,4 18-2-16,-2 22 2 16,-2 16 16-16,-2 10-48 15,-7 2-2-15,0-10 2 16,-12-15-5-16,-9-19 1 16,-7-21 2-16,-5-16-2 15,-13-20 38-15,1-15-4 16,-4-19-28-16,1-5 13 15,8-31-13-15,4-19-1 16,8-23-8-16,4-20-2 16,4-15-8-16,9-20-6 15,3-2-104-15,8 12-22 16,14 18 1-16,17 31 0 0,9 25 9 16,2 18-80-1,5 10-105-15</inkml:trace>
  <inkml:trace contextRef="#ctx0" brushRef="#br0" timeOffset="207750.28">9851 7767 815 0,'0'0'92'0,"0"0"-19"0,0 0 96 0,25-71-66 16,-11 49-53-16,6-3-29 15,6-2 8-15,-5-3-25 16,-2-1 1-16,-4-1-2 16,-5-3-2-16,-8 0-1 15,-2 4 2-15,0 7-1 16,-12 11 6-16,-7 13-7 16,-4 1 3-16,0 29 2 15,0 17 1-15,10 9-5 0,8 7 17 16,5-2-4-1,3-6 24-15,18-6-19 0,4-13-18 16,8-9 7-16,1-11-4 16,7-12-4-16,2-4 10 15,5-25-7-15,4-19 8 0,-1-13-11 16,1-12 2-16,-6-7-6 16,-13-13 5-16,-9-9-1 15,-14-8 0-15,-10-5 1 16,0 9-6-16,-19 20 5 15,-2 29 0-15,6 31 5 16,8 16-2-16,-2 12-6 16,3 40 2-16,1 26 1 15,5 24 51-15,0 12-28 16,6 0 3-16,14-1 10 16,-1-3-36-16,1-9 1 15,-1-13-1-15,-6-17-3 16,5-18 2-16,-7-16-45 15,-2-17-121-15,2-14-75 0,-1-21-86 16,-1-24-452-16</inkml:trace>
  <inkml:trace contextRef="#ctx0" brushRef="#br0" timeOffset="207920.63">10580 7413 1043 0,'0'0'128'0,"0"0"-61"0,0 0 129 0,0 0-67 0,0 0-114 16,0 0-15-16,57-35-6 16,-12 29-21-16,-3 1-232 15,-6-2-343-15</inkml:trace>
  <inkml:trace contextRef="#ctx0" brushRef="#br0" timeOffset="208337.87">13165 6959 766 0,'0'0'31'0,"0"0"138"15,0 0-61-15,0 0 18 16,0 0-29-16,0 0-78 15,-42 0 3-15,55 0-12 16,21 0-6-16,17-6 64 16,22-12 2-16,8-1-58 15,4-5-4-15,0 5-8 16,-12-1-4-16,-12 8 0 16,-15 2-46-1,-17 2-166-15,-17 3-54 16,-12 0-65-16,-9 2-132 0</inkml:trace>
  <inkml:trace contextRef="#ctx0" brushRef="#br0" timeOffset="208538.74">13636 6772 510 0,'0'0'156'0,"0"0"10"16,0 0 6-16,0 0-39 15,0 0 8-15,0 0-87 16,-38-36-52-16,66 36 5 16,12 14 8-16,8 8 36 15,-2 3-16-15,-6 5-6 0,-9 2-21 16,-8 9-3-1,-14 8-5-15,-9 11 5 16,-17 10-13 0,-23 4-85-16,-8-11-398 0</inkml:trace>
  <inkml:trace contextRef="#ctx0" brushRef="#br0" timeOffset="209222.29">16008 6379 776 0,'0'0'252'0,"0"0"-250"0,0 0 109 0,0 0-55 0,0 0-48 16,-21 85 26-16,23-28 14 15,12 3-20-15,-1 1 45 16,4 1-51 0,-2-6-21-16,-1-6 11 15,-2-7-11-15,-3-11-2 0,-2-7-2 16,-1-7 2-16,-2-8-3 15,0-4-2-15,-4-6-16 16,0 0-10-16,0-16-33 16,-15-16-38-16,-5-14 50 15,-2-12 47-15,-2-9 6 32,1-15 0-32,3-11 0 0,3-4 10 15,11 0-3 1,6 8 8-16,6 14 3 15,23 17 23-15,8 13-16 0,11 9-13 0,4 10-2 16,-1 12 2-16,-1 12-10 0,-9 2 2 16,-10 20-3-16,-12 10 2 15,-17 11 8-15,-2 5 7 16,-12 8 15-16,-21 1-2 16,-4 1-15-16,1-2-11 15,6-5-5-15,7 1-13 0,10-7 11 16,7-2-183-1,5-7-204-15</inkml:trace>
  <inkml:trace contextRef="#ctx0" brushRef="#br0" timeOffset="209817.71">16475 6867 209 0,'0'0'792'0,"0"0"-779"0,0 0 123 16,79-85-93-16,-40 46-4 16,0 0-39-16,-5-4 30 15,-6 3-3-15,-8-3-6 0,-11 6 3 16,-8 2-13-16,-1 8 8 16,-1 9 6-1,-14 5-10-15,-5 7 15 0,-2 6-25 16,-3 0-2-16,2 14-6 15,1 7 1-15,6 3 2 16,10 3-7-16,4 1-8 16,2 1 13-1,0 1-2-15,8-1 4 0,9 0-5 16,4-5 8-16,5-2-7 16,4-5 4-16,1-3 0 15,6-5 1-15,0-7 0 16,4-2-1-16,2 0 3 15,-1-7-1-15,-2-11 1 0,2-7-3 16,-5-2 0-16,-7-7 1 16,-10-1-1-16,-3-2 0 15,-11 1 2-15,-4 3 0 16,-2 1 12-16,0 8-2 16,-5 7-9-16,-2 11 35 15,2 4 50-15,4 2-22 16,1 0-66-16,0 20-9 15,0 11 5-15,0 5 3 16,6 1 1-16,6-4-2 16,7-1 2-16,-1-6-2 15,1-3 0-15,-1-5-4 16,0-8 5-16,3-3-46 0,0-5-135 16,0-2-106-16,-5-13-151 15</inkml:trace>
  <inkml:trace contextRef="#ctx0" brushRef="#br0" timeOffset="210126.75">17048 6167 1163 0,'0'0'1'0,"0"0"97"0,-90-4 38 0,77 8-88 15,12 11-48-15,1 0 0 0,0 1-8 16,14-1 4-1,8-3 4-15,4-7 0 16,3-3 2-16,0-2-2 0,3-6 0 16,-2-11-2-1,-4-1 5-15,-6 0-7 0,-10-1 1 16,-8 3-1-16,-2 5-2 16,0 3 6-16,-9 5-6 15,-11 3 0-15,1 4-25 16,1 17-55-16,5 12 3 15,10 8-68-15,3 4-5 16,4 6-49-16,17-5-403 16</inkml:trace>
  <inkml:trace contextRef="#ctx0" brushRef="#br0" timeOffset="210612.42">17654 6371 889 0,'0'0'10'0,"0"0"171"16,0 0-57-16,0 0 1 15,-91-40-40-15,76 40-65 16,0 15 15-16,6 10-23 16,1 7 0-16,5 4 0 15,3 2-11-15,0 0 6 16,6-1-7-16,17-5 0 0,6-5 6 15,10-9-6 1,5-8 1-16,8-10 2 16,1 0-1-1,6-11 3-15,2-14-5 16,-4-9 0-16,-7 0 7 0,-1-6-7 16,-16-1 0-16,-13 1 2 0,-10 4 0 15,-10 4 6-15,-7 9-5 16,-16 4 1-16,-7 12 8 15,-4 4-12-15,7 3 45 16,4 13-14-16,5 14-15 16,9 8 5-16,7 2-9 15,2 3-10-15,9-5 19 16,20-5-20-16,5-5 0 16,12-5 2-16,5-8-1 0,3-5-3 15,7-7 1-15,5 0-42 16,12-7-60-16,4-8-97 15,-1-3-101-15,-8-2-271 16</inkml:trace>
  <inkml:trace contextRef="#ctx0" brushRef="#br0" timeOffset="210751.33">18869 6459 1033 0,'0'0'50'0,"0"0"167"0,0 0 0 0,0 0-142 0,0 0-47 0,0 0-28 15,17-19-10-15,-8 15-21 0,-6 0-317 16,-3 0-538-16</inkml:trace>
  <inkml:trace contextRef="#ctx0" brushRef="#br0" timeOffset="-199962.36">8480 10087 679 0,'0'0'40'0,"-48"-78"49"0,30 43 3 15,6 4-9-15,3 8-12 0,5 6-18 16,1 7-4-16,3 7 14 15,0 3-33-15,0 14-26 16,18 20 1-16,4 12 24 16,-1 14 26-16,-2 3-35 15,-2 8 22-15,1 2-25 16,-2 5-11 0,-4-4-1-16,2-9-5 15,-6-15-5-15,0-13 2 16,-4-14 0-16,-1-9-5 15,-1-10 4-15,-2-4-39 0,0-10-21 16,0-20-5-16,0-8-40 16,-3-6 33-16,-8-11-29 15,-2 0 7-15,-2-8-2 0,-4-6 81 16,-1-6 14-16,-1 1 3 16,-1 3 2-16,2 8 18 15,1 2 23-15,7 12-2 16,5 7 18-16,7 2-3 15,3 2 13-15,22 6 8 16,11-4-73-16,9 9 13 16,-2 4-4-16,3 7-5 15,-4 5 10-15,-6 8-7 16,-8 3 2-16,-12 0-6 16,-8 10-1-16,-8 16 7 0,0 14 25 15,-22 14 39-15,-14 5-34 16,-5 6-22-16,0-4-8 15,5 0-11-15,5-4 0 16,4-4-2-16,12 0-5 16,3-1-58-16,9-2-112 15,3-4-58-15,0-3-232 16</inkml:trace>
  <inkml:trace contextRef="#ctx0" brushRef="#br0" timeOffset="-199086.28">8884 10400 859 0,'0'0'9'0,"0"0"7"0,0 0 104 16,0 0-65-16,98-103-26 16,-69 62-15-16,-5 1 6 15,1-4 1-15,-6 1 1 16,-6 3 5-16,-6 8-6 15,-7 6-6-15,0 11 5 16,-12 11 36-16,-3 1-44 16,-9 3-7-16,0 5 13 15,1 12-9-15,4 6-9 16,3-2 1-16,6 0 2 0,7 1-3 16,-2-3 0-1,5 3-2 1,0-5 2-16,15 0-1 0,4-3 1 15,3 0 0-15,1-3-4 0,6 0 4 16,-1-3 0-16,3 3 0 16,-1 1 2-16,-3-1-1 15,1 1-1-15,-1-2 3 16,-4 0-6-16,2-3 3 16,0-5 0-16,4-2-1 15,-1 0 2-15,9-17 1 16,2-10-2-16,6-8 3 15,1-5-6-15,-4 0 3 16,-8-1 0-16,-14 4-1 0,-13 4 2 16,-7 3 0-1,-12 13 1-15,-13 8-1 0,-5 9 9 16,-3 0-8-16,2 9-2 16,10 16 8-16,0 4-4 15,10 5 6-15,11 1 0 16,0 1-7-16,14-3 16 15,16-2-18-15,10-9 0 16,14-6 4-16,10-10-3 16,12-6 4-16,8 0-3 15,4-14-2-15,4-16 9 16,1-3-10-16,-5-9 0 16,-3-3 0-16,-12 4 4 15,-13 1-7-15,-16 9 3 0,-26 3 0 16,-18 5-2-16,-6 4 3 15,-30 7-1-15,-4 9 7 16,-8 3-6-16,-7 15 6 16,-1 12-4-16,5 5 5 15,5 3 17-15,16-5-6 16,12-1-6-16,7 0-13 16,11-1 2-16,0-4-4 15,2-3 2-15,16-7-4 16,5-4 0-16,4-7-2 15,3-3 4-15,4-3-7 16,1-17-80-16,2-7 2 16,-4-6-50-16,0-7-42 0,-3-6 14 15,-8-10-76-15,-5-7-135 16</inkml:trace>
  <inkml:trace contextRef="#ctx0" brushRef="#br0" timeOffset="-198722.39">10393 9624 306 0,'0'0'179'0,"-26"-82"35"0,17 66-51 0,6 16-22 15,0 7 24-15,3 34-159 16,0 11 43-16,0 15 48 16,12-3-49-16,8 7 32 15,6-2-31-15,6-4-31 16,4-7-7-16,1-7-6 16,4-15-6-16,-6-9 1 15,-5-12-3-15,-2-13-1 16,2-2-3-16,0-19 1 15,1-14-3-15,2-10-89 0,-3-10 87 16,-2-5-29-16,-7 1 11 16,-5 7 6-16,-8 13 14 15,-4 16 9-15,-2 17 14 16,-2 4 27-16,0 23-8 16,0 13-19-16,3 11 85 15,3 3-43-15,3-1-5 16,4-4-4-16,2-2-37 15,3-9-8-15,-3-5 1 16,-5-5-3-16,4-12-7 0,-7-5-36 16,-1-7-183-16,-3-4-85 15,-3-23-150-15</inkml:trace>
  <inkml:trace contextRef="#ctx0" brushRef="#br0" timeOffset="-198579.93">10901 9639 683 0,'0'0'0'0,"0"0"-151"0,0 0-20 16,75 90 19-16</inkml:trace>
  <inkml:trace contextRef="#ctx0" brushRef="#br0" timeOffset="-198150.31">11358 9659 958 0,'0'0'34'16,"0"0"115"-16,-94 49-19 16,68-11-23-16,12 12-28 15,8-2-6-15,6-2-16 16,0 1-12-16,7-9-11 15,14-6-34-15,6-5 2 16,4-8 0-16,5-10-2 16,7-9 7-16,-1 0-7 15,4-16 2-15,-1-16-5 16,0-7 3 0,1-10-38-16,-1-9 0 0,-2-6-51 15,-6-14 29-15,-10-5-38 16,-13-13 13-16,-10-4 43 15,-4 11 25-15,-9 20-17 16,-9 29 34-16,0 23 30 0,8 17 98 16,-5 23-87-16,3 31-37 15,3 20 16-15,9 10 47 16,0-5-31-16,12-4-7 16,6 0-25-16,6-3-1 15,-5-3-3-15,3-9-8 0,-5-10-136 16,-5-16-114-1,1-19-265-15</inkml:trace>
  <inkml:trace contextRef="#ctx0" brushRef="#br0" timeOffset="-197742.58">11929 9626 977 0,'0'0'5'0,"0"0"-4"0,0 0 41 15,0 0 35-15,0 0-47 16,81-52-8-16,-64 52 15 0,-6 7-3 16,-2 16 30-16,0 5 3 15,-5 8 23-15,-4 2-19 16,0-1-23-16,0-4-14 16,0-2-11-16,0-7-21 15,8-6 7-15,4-6-9 16,6-5 0-16,7-7 0 15,8-2 1-15,7-19 8 16,8-12-9-16,-5-3 6 16,-5-7-5-16,-12 1 0 15,-15-2-1-15,-11 1 5 16,-3 3-4-16,-27 8 7 16,-9 11-8-16,-7 11 0 15,-2 10 6-15,6 0-6 0,5 21-4 16,6 4 3-16,17 8-13 15,7 4 7-15,7 3-107 16,0 0-157-16,18-8-39 16,6-8-264-16</inkml:trace>
  <inkml:trace contextRef="#ctx0" brushRef="#br0" timeOffset="-197351.03">12580 9537 1249 0,'0'0'3'0,"0"0"76"0,-9-86-17 0,9 71 61 0,13 8-112 0,7 7-11 16,5 6-7-16,6 21-2 16,-1 10 7-16,-2 6 2 15,-8 2-2-15,-4-1 1 16,-4-6 2-16,-8-11-2 15,1-10 0-15,-2-8-9 16,-3-7 7-16,0-2-12 16,0-5 15-16,-8-15 0 15,-2-16-27-15,4-10 24 16,6-8 2-16,0-14-1 16,19-7-7-1,10-1 9-15,7 3-15 0,6 15 1 16,5 16-4-16,3 10 8 0,2 14-14 15,-5 7 6-15,-8 11-22 16,-14 0-62-16,-12 4-113 16,-13 10-117-16</inkml:trace>
  <inkml:trace contextRef="#ctx0" brushRef="#br0" timeOffset="-196815.37">14604 9033 612 0,'0'0'92'0,"0"0"-14"0,0 0 24 16,0 0 18-16,0 0-25 15,0 0-16-15,-6 0-24 16,25 0-38-16,28 0 34 15,23-8 22-15,23-10-36 16,15-3-10-16,9-2-17 16,5 1-3-16,-1 0-7 15,-9 6-2-15,-11 3-3 16,-25 7-24-16,-27 4-212 16,-26 0-154-16</inkml:trace>
  <inkml:trace contextRef="#ctx0" brushRef="#br0" timeOffset="-196582.45">15532 8715 1054 0,'0'0'23'0,"0"0"-21"15,0 0 16-15,0 0 65 0,81 23 42 16,-41 3-79-16,-1 9-2 15,-12 3-2-15,-11 6-24 16,-16 10 9-16,-18 8-22 16,-33 4-3-16,-18 8-4 15,-8-1-134-15,-3-4-277 16</inkml:trace>
  <inkml:trace contextRef="#ctx0" brushRef="#br0" timeOffset="-195105.4">16641 8257 619 0,'0'0'41'0,"0"0"96"0,0 0-31 16,0 0-1-16,0 0-27 15,0 0-14-15,0-31-8 16,0 31-13-16,0 0-24 15,0 6-7-15,1 21-10 16,8 14-2-16,-1 12 63 16,-2 10-9-16,1 9 4 15,0 7-33 17,-1 1-12-32,2-5-2 0,-2-15-11 0,-1-14 6 15,0-14-7-15,0-12 1 16,-2-6 0-16,1-5-3 0,-2-7-1 15,-1-2-11-15,1 0-62 16,-2 0-18-16,0-18-48 0,0-11-94 16,0-7 35-16,-5-4-188 15</inkml:trace>
  <inkml:trace contextRef="#ctx0" brushRef="#br0" timeOffset="-194622.88">16578 8260 692 0,'0'0'4'16,"0"0"81"-16,-9-100 41 15,9 73-56-15,5 5 4 16,9 6-16-16,3 5-20 16,5 3-3-16,6 6-10 15,5 2-4-15,11 0-7 16,0 16 2-16,-5 7-9 15,-6 7-2 1,-8 3 3-16,-8 1 0 0,-10 1-7 16,-7-4 7-1,0-1 0-15,-18-5 17 16,-5-5-9-16,-6-5 2 0,1-3 19 16,2-8-11-16,3-1-12 15,3-3 11-15,7 0-8 16,4 0 3-16,1-3 7 0,7 0-7 15,1 3-1-15,0 0-19 16,0 0-15-16,1 15 2 16,19 13 13-16,10 7 2 15,10 5-2-15,7 3 2 16,9 2 8-16,4-4-10 16,3 0 0-16,3-7-2 15,-3-7 3-15,-5-6-2 16,-5-6-3-16,-12-4-8 15,-4-4-83-15,-10-7-100 16,-7 0-99-16,-9-13-360 0</inkml:trace>
  <inkml:trace contextRef="#ctx0" brushRef="#br0" timeOffset="-193948.29">17433 8105 803 0,'0'0'325'0,"0"0"-318"0,0 0-7 0,0 0 3 16,0 0 45-16,8 85 30 15,11-42-44-15,0 3 17 16,2-3-27-16,-2-3-10 16,-3-6 1-16,-5-6-15 15,-3-8 5-15,-4-7-5 16,-2-7 2-16,-2-4-4 0,0-2 5 15,0 0 11-15,0-14 31 16,-12-17 14-16,-12-15-55 16,-3-15-4-16,0-5 0 15,2-5-2-15,5 5 2 16,4 12 0-16,7 11 2 16,3 11 1-16,3 12 8 15,1 6-1-15,2 9 21 16,0 3-11-16,0 2-20 15,13 6-22-15,15 15 22 16,3 7 2-16,2 1 5 0,1 1-5 16,1-2 1-1,1-3 5-15,-5-1-8 0,3-8 0 16,-4-3 7-16,-4-9-6 16,-4-2 8-16,0-2-7 15,-5-5 2-15,-4-15 19 16,-1-11-22-16,-3-9 3 15,1-4-1-15,-2 2 0 16,-5 7 4-16,-2 12 2 16,-1 10 23-16,0 9 40 15,0 4-58-15,0 0-14 16,6 23-9-16,4 17 9 16,4 9 8-16,2 5 1 15,4 9-7-15,1 0 12 16,1 4-11-16,1-6-3 0,-6-8 0 15,4-9 5-15,-9-11-7 16,-4-13 2-16,-4-8-5 16,-4-6 1-16,3-4-69 15,-3-2-86-15,0 0-66 16,0-23-35-16,-7-14-533 16</inkml:trace>
  <inkml:trace contextRef="#ctx0" brushRef="#br0" timeOffset="-193013.58">18562 7964 627 0,'0'0'51'0,"0"0"-43"0,0 0 146 0,0 0-68 15,0 0-11-15,0 0 2 16,75-15-18-16,-41-2-8 16,6-5-27-16,2-3 4 15,9-9-2-15,0-10 3 16,4-9-1-16,0-10-5 0,0-14-11 15,-1-12 17 1,4-12-25-16,7-12 6 0,0-12 10 16,0 8-16-16,-18 9 5 15,-20 16-4-15,-24 21-5 16,-3 17 35-16,-33 14-13 16,-9 12 30-16,-10 9-36 15,-11 12-11-15,1 7 0 16,2 0-5-16,6 11 0 15,12 4 1-15,11-1 1 16,10-3-2-16,12-2 0 16,6-2-6-16,3-1 2 0,0 2-3 15,0-1 4-15,3-2 0 16,8-1 3-16,-2-4-1 16,1 0 1-16,-1 0-12 15,-3 0-28-15,4 0-82 16,1-3-21-16,-2-9-55 15,3-5-64-15,-6 0-249 16</inkml:trace>
  <inkml:trace contextRef="#ctx0" brushRef="#br0" timeOffset="-192695.34">19065 6553 840 0,'0'0'8'0,"0"0"53"0,0 0 45 0,0 0-40 0,-86 56-38 0,71-33 9 16,-3 1-1-16,6 0 13 15,-3-4 2-15,6-5-31 16,3-3 12-16,3-5-17 16,1-3-15-16,2-3 10 15,0-1-10-15,0 0 0 16,0 0-2-16,9 0 5 15,15 0-1-15,9 2 9 16,7 1-10-16,-1 6 5 16,3 4-6-16,-6 5-2 15,-2 5 0-15,-1 6-5 0,-8 14-28 16,-7 17-164-16,-12 21-225 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14:33.41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4423 2520 758 0,'0'0'4'0,"0"0"12"0,0 0 63 16,0 0-18-16,0 0 4 0,0 0-31 15,0 0 5 1,3-12 13-16,-3 12-4 0,0 0 1 16,0 0-6-16,5 0-10 15,5-1 8-15,11-4-23 16,12-1 18-16,10-1 13 15,12-3-20 1,8 2 1-16,13-2-11 0,-1 2-19 16,2-1 22-16,-2 3-22 15,-8 0 2-15,-1 3-2 16,-7 0 3-16,-8 0-3 16,-11 0 0-16,-7 2 0 15,-12 1-2-15,-10 0 2 16,-7 0-9-16,-1 0 7 15,-3 0-18-15,0 0-60 0,-9 0-42 16,-11 7-49-16,-5-1-19 16,-5 3-9-16,-3 2-138 15</inkml:trace>
  <inkml:trace contextRef="#ctx0" brushRef="#br0" timeOffset="257.45">5062 2476 543 0,'0'0'128'0,"0"0"-7"15,0 0-63-15,0 0-17 16,0 0 79-16,3 101 1 0,12-57-20 16,-2 9-17-16,2 3 9 15,0 8-35-15,0 9 8 16,-6 4-39-16,0-6-8 16,-2-10 27-16,-4-10-36 15,-3-15 5-15,0-10 1 16,0-8-14-16,0-6 1 15,0-7-3-15,0-3-15 16,0-2-41-16,0 0-168 16,0-12-137-16,0-8-557 15</inkml:trace>
  <inkml:trace contextRef="#ctx0" brushRef="#br0" timeOffset="1609.67">5936 3127 885 0,'0'0'56'0,"0"0"47"15,0 0 65-15,12-90-80 16,-12 61-26-16,0 1-25 15,-11 0 14-15,-14 3-8 16,-3 9-30-16,-5 6 0 16,-1 8 22-16,-2 2-20 0,-3 8 9 15,5 14-13-15,3 9-9 16,4 4 11-16,4 7-13 16,13 0 0-1,5 0 1-15,5 0 2 0,0-5-6 16,15-3 1-16,5-5 2 15,8-7-6-15,-1-9 6 16,3-8-5-16,1-5 3 16,2-2 4-16,4-17-2 15,-1-11 0-15,-2-5-3 16,-4-6-5-16,-9-4-9 16,-2-2-4-16,-13 2 14 0,-3 4-3 15,-3 7 7-15,0 11 2 16,-3 9 1-1,-3 8 1-15,2 6-1 0,2 0-1 16,1 6 0-16,1 18-4 16,0 5 2-16,0 5 3 15,7-2 0-15,7 1-1 16,4-4 1-16,-1-2 0 16,-3-4 0-16,7-5 3 15,-3-5-2-15,3-4-1 16,1-9 0-16,1 0 7 15,-1 0-3-15,0-18-4 16,3-5 0-16,-5-7 6 16,-1-3-5-16,-5-4-1 15,-1 0 0-15,-2 2-4 0,-5 10 4 16,-5 7 0-16,-1 8-2 16,0 7 6-16,0 3-5 15,0 0 1-15,0 7-2 16,0 13-10-16,0 4 14 15,6 4-2-15,-2-3 0 16,4-1 2-16,4-2 0 16,3-5-2-16,3-2 0 15,12-3 0-15,3-4 6 16,7-7-6-16,3-1 0 16,6 0 3-16,4-11 3 15,2-8-6-15,-2-4 2 16,-4-3-3-16,-10-4 3 0,-15-2-2 15,-9 1 0 1,-15 4 5-16,0 7 2 0,-12 2-7 16,-15 5 0-16,-4 9 2 15,0 4 0-15,-4 0-2 16,7 4 0-16,3 13 1 16,4 5-5-16,9 5 4 15,3 5 0-15,5 1-10 16,4-5 5-16,0 0 4 15,5-7 1-15,10-4-1 16,5-7-3-16,2-6 4 16,2-4-8-16,6-2 2 0,0-19-48 15,-2-4 0 1,6-4 26-16,-1 0 19 0,-4 2 5 16,-6 5 4-16,-9 8 0 15,-7 7 0-15,-7 6 6 16,3 1-9-16,2 10 3 15,4 24 0-15,7 10 14 16,5 15 2-16,6 13 20 16,1 7 5-16,2 9-31 15,-5 8 1-15,-11 1-11 16,-2 1 4-16,-12-4 1 16,0-13-5-16,-21-11 0 15,-7-19 4-15,-7-13-1 0,-7-11 12 16,-11-8 49-1,-16-14-30-15,-2-5 9 0,-3-4-33 16,9-25-2-16,11-12 11 16,12-18-17-16,8-18 4 15,7-9-6-15,15-1 2 16,11 9-6-16,1 15 4 16,19 13-10-16,12 12 8 15,8 8-22-15,10 10-26 16,8 4-45-16,9 8-54 15,1 1-10-15,2 0-71 16,-5-4-81-16,-3-5-196 0</inkml:trace>
  <inkml:trace contextRef="#ctx0" brushRef="#br0" timeOffset="2190.03">7276 3051 970 0,'0'0'34'0,"0"0"62"16,0 0 98-16,0 0-73 0,0 0-70 16,0 0-44-16,-27-10-7 15,45 10 0-15,6 0 4 16,5-2-1-16,3-6 2 16,-4-2 2-16,-5-3-5 0,-4-1 1 15,-8-2-3 1,-4 0 1-16,-7-1 1 15,0 1-2-15,-7 2 0 16,-10 6 1-16,-2 5 2 0,-1 3-3 16,-1 0 0-16,2 15 0 15,5 8-3-15,4 4 3 16,9 5-1-16,1 2 1 16,1-2 1-16,17-3 7 15,6-2-8-15,1-5 0 16,6-7 4-16,2-6-4 15,3-9 0-15,3 0 5 16,0-16-5-16,4-10 8 16,-1-7-8-16,-5-10 0 0,-1-7-4 15,-9-9 4 1,1-7-8-16,-10-11-2 0,-6-5-25 16,-10-2-3-16,-2 5 24 15,0 15 11-15,-11 20 1 16,2 24 4-16,-1 17 4 15,2 4 30-15,1 36-28 16,-1 15 7-16,5 12 10 16,3 3-9-16,0-2 14 15,8 0-17-15,4 0-10 16,2-5 3-16,-3-1-4 16,1-9-4-16,-2-7-2 15,1-11-83-15,-2-13-133 16,-2-13-125-16,-2-6-513 0</inkml:trace>
  <inkml:trace contextRef="#ctx0" brushRef="#br0" timeOffset="2345.42">7850 2813 878 0,'0'0'72'0,"0"0"-61"0,0 0-8 0,0 0-1 0,112-25-2 16,-55 4-723-16</inkml:trace>
  <inkml:trace contextRef="#ctx0" brushRef="#br0" timeOffset="8589.09">9408 3029 501 0,'0'0'72'0,"0"0"25"0,0 0 15 0,0 0-29 16,0 0-29-16,0 0 20 15,0 0 0-15,0 0-24 16,0-35 14-16,0 35-12 15,0-3 2-15,0 3-9 16,0 0-17-16,0 0-3 0,0 0 5 16,0 0-15-16,0 0 17 15,0 0-24-15,0 0 0 16,0 0 3-16,0 4-7 16,4 5 12-16,1 6-2 15,1-1-13-15,0 4 26 16,-2 4-19-16,8 1 4 15,-6 2 6-15,5 3-10 32,-1-1 11-32,-4 1-19 0,3 3 2 15,0 0 14-15,-2 1-16 16,5 5 2-16,-3 5 7 16,3 4 5-16,-6 8 16 0,3 7-13 0,-3 10-4 15,3 11 22-15,-2 3-27 16,1 5 3-16,1-1 3 15,4 1-10-15,-1 2 15 16,4 0-19-16,-3 0 1 16,0 6 18-16,-1 4-18 15,0 9 1-15,1 4 7 16,2 5-6-16,-3 8 5 16,0 2-8-16,-3 1 0 15,0-1 5-15,-2 0-4 0,-1-2-1 16,-1 7 6-16,-2 7-2 15,-3 4-3-15,3 4-1 16,1-4 0-16,-1-4 4 16,-3-6-4-16,3-8 0 15,3 3 0-15,2 0 6 16,1-1-8-16,1 4 2 16,1-5 0-16,-1-8 2 15,0-5-2-15,1-5 0 16,-2-8-2-16,3-3 7 15,-3-1-8-15,1 1 3 16,0 0 0-16,0-5-2 16,-3-5 3-16,0-6-1 15,2-5 0-15,-1-8 4 0,-2-6-4 16,4-8 0-16,-5-9 0 16,2-6-2-16,1-8 2 15,-4-9 0-15,2-9-1 16,-5-4 5-16,2-5-4 15,-3-6 0-15,0-1 0 16,0 0 6-16,0 0-3 16,0 0-1-16,0 0 7 15,0-3-7-15,0-2 2 16,0-1-4-16,0 0 0 16,0 2-5-16,0-2 5 15,0 0-6-15,0-4 5 16,2-5-45-16,10-9-73 0,7-9-167 15,-2-11-50-15,4-10-179 16</inkml:trace>
  <inkml:trace contextRef="#ctx0" brushRef="#br0" timeOffset="9790.04">9446 2994 531 0,'0'0'60'0,"0"0"95"0,0 0-66 0,0 0-9 15,0 0-34-15,0 0 0 16,0 0 23-16,-3-11-11 16,3 5 5-16,11-2 4 15,1-1-20-15,7 1 15 16,-1-2-35-16,6 1 23 15,6 1-16-15,12-1-22 16,7 0 24-16,15-3-15 16,9 1-3-16,5 1 17 15,2 2-33-15,1 0 13 16,-5 2-15-16,-3 3 6 0,-10-1 1 16,8 1-7-16,1-3 0 15,10-1 5-15,6-1 2 16,-4 0-7-16,-10 4 0 15,-14 2 0-15,-14-2-5 16,-8 4 5-16,-12-1 0 16,-8 0-2-16,-10-1 4 15,-4 2-2-15,-2-3 9 16,-1 3-5-16,-1 0 46 16,0 0-30-16,3 0-12 15,-3 0 13-15,0-2-18 0,0 2 0 16,0-3-3-1,0 3-1-15,-3 0-6 0,-4 0 7 16,-1 0-11-16,-7 0 5 16,5 0-75-16,-8 0-49 15,3 5-29-15,0 2-32 16,5-3-13-16,1-4-69 16,1 0-314-16</inkml:trace>
  <inkml:trace contextRef="#ctx0" brushRef="#br0" timeOffset="10200.24">10741 2619 328 0,'0'0'236'0,"0"0"-133"0,0 0 49 0,0 0-65 0,0 0 5 16,0 0-12-16,-56-21-8 15,56 21-28-15,0 0 4 16,0 0-8-16,0 0-8 16,0 0 3-16,0 0 12 15,6 0-7-15,7 0 27 16,1 3-21-16,3 0-9 16,3 0-7-16,-1 2-13 15,5 0 13-15,-3 2-22 16,0 3-7-16,0 0 24 15,-2 0-23-15,2 1 4 16,-6 1 2-16,0-1-2 16,-4-1 10-16,-4 5-16 15,-4-2 2-15,-3 7 17 16,0 3-14-16,-15 4-3 0,-12 6 2 16,-3 5-1-1,1 8-6-15,0 5 3 0,2 6-73 16,3-2-249-16,-1 1-261 15</inkml:trace>
  <inkml:trace contextRef="#ctx0" brushRef="#br0" timeOffset="11228.05">10249 8928 424 0,'0'0'0'0,"0"0"0"0,-107-28 105 0,83 22-69 0,3 3-12 16,8 2 39-16,4 1-53 15,3-2 6-15,1 2 9 16,5 0-9-16,-1 0 22 15,-2 0 4-15,3 0-13 16,-2 0 37-16,-2 0 11 16,4 0 7-16,0 0-11 15,0 0-26-15,0 0-7 16,0 0-18-16,0 0 13 16,18 0 20-16,2 0-36 0,7 0 34 15,11 0 12-15,-1-7-28 16,8-4 10-1,4-2-33 1,6-2-13-16,6-2 22 16,5-3-23-16,4 3 0 15,-4-3 2-15,-2 2 0 16,-10 0-4-16,-4 1 1 0,-6 3 1 16,-11 2-10-16,-11 5 10 0,-10 4-3 15,-3 3 1-15,-9 0-19 16,0 0-43-16,0 0-67 15,0 0-13-15,0 0-39 16,0 3-3-16,-9 2-206 0</inkml:trace>
  <inkml:trace contextRef="#ctx0" brushRef="#br0" timeOffset="11590.53">10755 8524 662 0,'0'0'27'0,"0"0"142"0,0 0-61 0,0 0-10 0,0 0-27 0,0 0 39 16,-25-30-39-16,25 30-6 16,0 0-7-16,0 0-20 15,0 0-1-15,0 0-8 16,0 0-19-16,7 0 42 15,8 0 3 1,6 6-28-16,-3 0-2 0,10 4-17 16,4 0 27-16,-3 4-18 15,-2 2-11-15,-6 2 16 16,-4 1-15-16,-10 8-7 16,-7 7 1-16,0 7 6 15,-29 11 7-15,-15 6-14 16,-4 5 1-16,-6 2-15 15,-1 3-33-15,-6-6-276 16,-8-7-427-16</inkml:trace>
  <inkml:trace contextRef="#ctx0" brushRef="#br0" timeOffset="25046.3">12030 2408 410 0,'0'0'101'0,"0"0"-101"0,0 0 21 0,0 0 36 0,0 0-19 0,0 0-15 0,0 0 19 16,0 5 11-16,0-5-20 15,0 0 0-15,0 0 10 16,0 0 18-16,0 0-6 16,0 0 11-16,0 0 2 15,0 0 17-15,0-7-34 16,-8-5-23-16,-1 0-6 15,-2-3 2-15,-2 2 7 16,-1 1-1-16,0 3-7 0,-3 3 10 16,-5 5-6-1,-2 1-20-15,-3 0 4 16,0 13-7 0,0 8 7-16,0 11-7 15,-1 3-2-15,7 9 9 16,6 8-4-16,2 7 0 15,11 3-2-15,2 1-4 16,0-6 9-16,5-5-9 0,10-5 0 16,4-5 3-16,4-5-4 0,6-8-2 15,4-6 2-15,6-10-1 16,3-6-4-16,6-7 5 16,5 0 0-16,4-18 0 0,-2-4-1 15,-1-4-2 1,-11-3-2-16,-1-6-35 0,-5-1-29 15,-4-4 13-15,-12 3 4 16,-5 5 12-16,-8 9 28 16,-7 8 12-16,-1 9 2 15,0 3 6-15,0 3 47 16,-12 3-24-16,-1 18-19 16,1 9 5-16,0 3 20 15,2 3-1-15,8 1-7 16,2-5-12-16,0-1 7 15,9-2-10-15,12-7-8 16,4-5 2-16,8-5-5 16,4-9 3-16,6-3-4 0,4-4 4 15,2-16 2-15,-4-6-5 16,-5-1-3-16,-10-2 3 16,-6-3-2-16,-18-5 1 15,-6-4 3-15,-3 5-4 16,-18 0 8-16,-9 9-7 15,-10 7 2-15,0 11 16 16,-4 9-7-16,-3 0-9 16,6 11 0-16,5 12-4 15,9 5 13-15,7 2-13 16,9 5-2-16,11-1 2 16,0-1-5-16,11-3 2 15,14 1-1-15,9-5-5 0,4-7 9 16,3-6-12-1,3-7-55-15,-1-6-18 0,2 0-28 16,1-13 17-16,-4-11 34 16,-5-7-16-16,-4-4 18 15,-6-3 31 1,-11 2-1-16,-4 11 30 0,-9 6 2 16,-3 9 34-16,0 4 68 15,0 4-13-15,0 2-20 16,0 0-39-16,0 2-22 15,0 14-8-15,0 5 4 16,0 0 9-16,9 0-5 0,0-4-8 16,4 0 10-1,1-6-12-15,1-4 0 0,0-3 0 16,4-4 2-16,2 0 3 16,1-13-5-16,2-13 2 15,-2-7 3-15,-2-4-5 16,-4-5-2-16,-5 7 2 15,-4 4 0-15,-4 15 4 16,-3 5-3-16,0 11-1 16,0 0 5-16,3 23-5 15,5 12 0-15,2 6 13 16,5-1-1-16,3-4 3 16,1-6-2-16,4-4-12 0,-4-7 3 15,4-7-1 1,-4-7-3-16,-1-5 1 0,3 0 0 15,1-17 8-15,3-11-9 16,-2-13 4-16,2-9-2 16,-6-5-2-16,-6-10-8 15,-10-6-7-15,-3 3-11 16,0 7-16-16,-11 17 28 16,3 16 14-16,0 16 0 15,3 12 23-15,4 6 2 16,1 24-22-16,0 12-1 15,0 14 28-15,3 0-19 16,13 2 9-16,1-3 0 16,2 1-16-16,0-7-4 0,-1-3 0 15,-2-5-5-15,-2-2-10 16,-1-14-174-16,-2-7-135 16,-2-18-105-16</inkml:trace>
  <inkml:trace contextRef="#ctx0" brushRef="#br0" timeOffset="25327.49">13546 2720 1131 0,'0'0'4'0,"0"0"62"0,0 0 4 0,0 0-58 15,0 0-6-15,84 6 6 16,-53 14-2-16,-4 1 20 15,-6 0-14-15,-8 4 1 0,-4-2 25 16,-4-2 10-16,-4-1-25 16,-1-2-17-16,0-4-7 15,0-2-3-15,0-6 0 16,0-4-11-16,0-2-182 16,0 0-130-16,0-20-403 15</inkml:trace>
  <inkml:trace contextRef="#ctx0" brushRef="#br0" timeOffset="25425.23">13651 2510 970 0,'0'0'0'0,"0"0"-11"16,0 0 5-16,0 0-24 0,12 72-120 15,20-35-383-15</inkml:trace>
  <inkml:trace contextRef="#ctx0" brushRef="#br0" timeOffset="25859.66">13937 2783 1117 0,'0'0'1'15,"0"0"87"1,0 0 34-16,0 0-21 0,0 0-101 15,0 0-3-15,-24-6 0 16,33 23 1-16,2-1 4 16,-2 0 0-1,-3-3-2-15,1-4 0 0,-2-3 1 16,3-3-1-16,3-3 0 16,3 0 4-16,3-15-1 15,4-12 4-15,0-6-7 16,0 0-2-16,-3 3-1 15,-8 9-1 17,-4 6 4-32,-3 9 3 0,-3 6 10 0,2 0 14 15,1 8-27-15,2 17 0 16,2 9 21-16,0 1-10 0,1-1 0 16,2-2 2-16,-1-4-12 15,5-6-1-15,3-4-1 0,7-5-2 16,3-7-1-16,16-6-30 15,4 0-98-15,2-19-59 16,-3-6-76-16,-3-9-87 16</inkml:trace>
  <inkml:trace contextRef="#ctx0" brushRef="#br0" timeOffset="26236.74">14564 2670 875 0,'0'0'153'0,"0"0"-85"15,0 0 73-15,0 0-57 16,-84 53-20-16,77-24-12 15,5 1-13-15,2 1-21 16,0-2 2-16,14-7-19 16,8-4 2-16,2-6 4 15,3-7-3-15,4-5-4 16,7 0 3-16,8-17 1 16,6-11 2-16,0-3-6 15,-5-1 0-15,-16-3-1 16,-13-4 5-16,-17 1-4 15,-1 0 9-15,-19 1-6 16,-15 10 9-16,-10 8-5 0,-5 7 1 16,1 12 19-1,2 0-21-15,9 9 0 0,8 13-6 16,10 5-3-16,12 7 1 16,7 2-7-16,0-1-3 15,11-4-15-15,12-4-109 16,5-6-25-16,5-8 5 15,6-7-29-15,1-6-18 16,5 0-103-16,9-13 123 16,-1-12 28-16</inkml:trace>
  <inkml:trace contextRef="#ctx0" brushRef="#br0" timeOffset="26922.15">15034 2583 667 0,'0'0'111'15,"0"0"113"-15,0 0-41 16,0 0-21-16,0 0-89 15,0 0-53-15,-12-38-8 16,12 62-9-16,0 9 17 0,0 3-1 16,12-4-17-16,3-4 7 15,1-6-7-15,2-3 1 16,-1-8-5-16,2-5 2 16,3-6 0-16,1 0-2 15,2-17 1-15,0-12-20 16,-1-7-36-16,-4-11 19 15,-2 1-10-15,-8-1 33 16,-4 12-1-16,-6 7 16 16,0 10 0-16,0 9 0 15,-6 9 35-15,-1 0 12 16,-3 19-37-16,3 12-9 0,1 7 10 16,6 1 11-16,0-3-11 15,2-2 0-15,13-5-3 16,0-11-8-16,-1 1 7 15,3-10-7-15,-1-5 0 16,2-4 0-16,0 0 5 16,1-7-4-16,-2-11-1 15,-1 0 0-15,-5-4-3 16,-4-3 3-16,-5-1-13 16,-2-1 9-16,0-5-8 15,-2 1 1-15,-8-1-4 16,2 5 12-16,1 4 0 0,-1 8 6 15,4 4-3-15,2 5 32 16,2 2-11-16,0 4 11 16,0 0-32-16,10 6 3 15,12 13-3-15,6 4 4 16,3 4 1-16,2 4 8 16,5 1-11-16,5 1 14 15,0-2-3-15,-1-8 13 16,-14-3-1-16,-11-7-22 15,-14-4-1-15,-3-1 5 16,-6-2-7-16,-27-2 19 0,-19 0 13 16,-14-1-26-1,-6-3 5-15,2 0-11 16,8 0-4-16,6-7-31 16,10 1-209-16,6 2-180 0</inkml:trace>
  <inkml:trace contextRef="#ctx0" brushRef="#br0" timeOffset="30984.31">12372 7918 681 0,'0'0'73'0,"0"0"-70"0,0 0 64 0,0 0-3 15,0 0-24-15,0 0-27 16,0 0 11-16,31-41 22 16,-26 31-30-16,-2 3 23 15,-1-2-6-15,-2-1 4 16,0 1 29-16,0-1-34 16,-8 2 6-16,-7 3 28 15,-4 2-17-15,-7 3-23 16,-7 0 0-16,-5 18-1 15,-10 11 8 1,5 6-2-16,-2 12 10 16,5 4-2-16,8 10-14 15,4 9 13-15,9 4-24 16,7 1-7-16,12-2 6 0,0-5-12 16,10-10-1-16,16-5 1 0,8-10 2 15,15-8-6-15,8-9 0 16,7-12 3-16,6-12-2 15,2-2 2-15,1-8-1 16,-6-15-4-16,-3-3-7 16,-1-2-40-16,-7-1 6 15,-1-4 15-15,-11-1-14 16,-4 1-28-16,-8 1 7 0,-12 1 20 16,-9 3 8-16,-11 5 22 15,0 7 1-15,-11 4 15 16,-12 6 2-16,-4 6 27 15,-6 0 13-15,0 10 23 16,0 7-32-16,-1 4 35 16,6 2-34-16,5 5-16 15,7-2 0-15,10 3-10 16,4-2-6-16,2-3-2 16,0-1 1-16,15-3-2 15,4-6 0-15,4-5-5 16,4-7 6-16,4-2-1 0,6-8 1 15,-2-11 0-15,0-6-32 16,-3-3-15-16,-2-4-14 16,-4-5-2-16,-1 3 48 15,-8 6 10-15,-6 12 5 16,-5 7 1-16,-6 9 3 16,0 0 30-16,0 9 2 15,0 18-35-15,0 10 38 16,0 5 2-16,0 1-6 15,0-7-13-15,13-2-10 16,6-4 0-16,0-5-12 16,3-7 2-16,3-6 1 15,3-9-3-15,5-3 2 16,5-13 5-16,5-20-6 0,3-10 0 16,1-12-1-16,-6-12-10 15,-8-16-25-15,-12-11-19 16,-14-9-43-16,-7-9 27 15,-1 5-3-15,-17 10 0 16,1 24 52-16,3 27 21 16,5 24 6-16,4 19 74 15,4 6 3-15,-1 27-80 16,2 20 15-16,0 13 21 16,9 4-12-16,9 0 9 15,6 7-1-15,1 1-25 0,2 4-4 16,1-9 4-1,2-9-3-15,3-13-2 0,3-17 0 16,1-9-3-16,6-16 4 16,1-6-6-16,1-8 1 15,-1-20-1-15,-5-11-4 16,-7-7-25-16,-12-7-56 16,-12 2 36-16,-8 1 24 15,0 16 14-15,-14 10 11 16,-3 14 5-16,0 7 29 15,1 3 29-15,4 16-24 16,3 11-17-16,6 9 18 16,3 4-15-16,0 1-7 15,18-3 1-15,0-2-17 16,6-7 5-16,-1 1-7 0,7-9 2 16,3-7 2-16,1-8-4 15,8-6 2-15,6 0 1 16,4-21 2-16,8-8-3 15,-2-5-2-15,-4-1-5 16,-11-2-11-16,-16 0-30 16,-18 2 7-16,-9 5 20 15,-8 8 11-15,-20 7 6 16,-5 9 2-16,-7 6 0 16,1 0 23-16,3 8-9 15,5 15 0-15,6 7 6 16,8 5-1-16,7 5-10 0,4-1-9 15,6 1 1-15,0-4-5 16,10-7 4-16,8-8 0 16,3-8-3-16,3-7-3 15,4-6-23-15,5 0-18 16,6-19-31-16,-2-8-3 16,0-5 8-16,-1-2 38 15,-7 5 24-15,-10 7 10 16,-9 5 1-16,-7 13 0 15,-3 4 14-15,0 0 53 16,0 27-27-16,0 16-8 16,0 18 57-16,0 12-54 15,5 12 14-15,1 9-27 0,-2 8-3 16,-1 4 1 0,-3-3-7-16,0-1 7 0,0-2-13 15,-21-6-6-15,-13 1 6 16,-17-8-7-16,-16-7 0 15,-15-11 5-15,-6-16-5 16,-10-15 0-16,4-16-2 16,10-21 2-16,14-9 6 15,21-38-6-15,17-25 7 16,16-23-13-16,16-15 6 16,15-10-3-16,28-2 1 15,21 6-27-15,14 3-31 0,4 6 4 16,8 10-10-1,4 8 11-15,0 13-32 0,0 7-4 16,-6 11-118 0,-13 5-97-16</inkml:trace>
  <inkml:trace contextRef="#ctx0" brushRef="#br0" timeOffset="31796.45">14708 8153 209 0,'0'0'610'0,"0"0"-585"0,0 0 122 0,0 0-8 0,0 0-12 0,0 0-62 16,-43-71 4-16,31 88-56 16,2 12 3-16,1 9 35 15,8 6 14-15,1-3-32 16,1 1-8-16,18-6-13 0,4-8-7 16,4-6-2-16,8-9-1 15,4-9-1-15,2-4-1 16,3-5 0-16,-5-20-17 15,0-6-36-15,-11-11 42 16,-14-6-62-16,-14-6 33 16,-6-1 28-16,-27 7 12 15,-9 9-4-15,-1 11 10 16,1 10 8-16,3 12 42 16,3 6-19-16,6 0 22 15,10 14-29-15,8 13-18 16,6 10 7-16,6 5-18 0,13 2 5 15,14 2-3-15,9-3 3 16,1-7-6-16,5-5 0 16,4-13 0-16,-1-10 3 15,3-8-3-15,-5 0-1 16,-1-19-3-16,-3-9-37 16,-2-12-16-16,-4-6 19 15,-5-4-24-15,-9-3 6 16,-11-3-17-16,-8 6 28 15,0 7 41-15,-11 10 4 16,-3 13 30-16,1 8 23 16,2 5 33-16,2 7 9 15,4 11-75-15,4 21-13 0,1 6 26 16,0 6-10-16,13 1 0 16,8-1-17-16,0-1-2 15,3-2 2-15,-2-9-6 16,2-5 0-16,1-13 0 15,-1-11 1-15,0-3-7 16,3-11 0-16,3-19-49 16,0-8 29-16,-5-5-1 15,-4-4-91-15,-11 2 59 16,-8 5 46-16,-2 9 13 16,0 9 0-16,0 12 29 15,-2 3 78-15,1 7-44 0,-1 0-28 16,2 13-26-16,0 10 1 15,0 6 15-15,2-1-18 16,5 3-4-16,4-3 1 16,-4-1-4-16,-2-4-2 15,-1-7-18-15,2-4-117 16,0-10-87-16,0-2-86 16,0-19-265-16</inkml:trace>
  <inkml:trace contextRef="#ctx0" brushRef="#br0" timeOffset="32067.44">15396 7525 755 0,'0'0'502'0,"0"0"-495"0,0 0 98 0,0 0-26 0,0 0-44 15,0 0-29-15,-34 61 1 16,59-47-5-16,4-6 8 15,-1-5-9 1,2-3 2-16,-3 0-2 0,-6-14-1 16,-5-4-3-16,-9-2 0 15,-7-1-20-15,0 1 16 16,-16 6-9-16,-14 4-31 16,-5 8-9-16,-7 2-51 15,-9 7-81-15,-6 11-130 16</inkml:trace>
  <inkml:trace contextRef="#ctx0" brushRef="#br0" timeOffset="32271.1">13506 7897 1207 0,'0'0'0'16,"0"0"-37"-16,0 0 37 16,106-78 1-16,-20 48-1 15,15 1-2-15,7-1-154 0,-3 2-120 16</inkml:trace>
  <inkml:trace contextRef="#ctx0" brushRef="#br0" timeOffset="33297.25">15881 7924 631 0,'0'0'144'0,"0"0"-120"16,0 0 136-16,0 0-49 15,0 0-27-15,-12-75-24 16,9 64-13-16,-1 4 17 16,-5 2-34-16,-6 1 7 15,-5 4 0-15,-6 0-6 16,-3 14-9-16,1 11 5 0,3 2 19 16,10 9-16-1,4-3-4-15,11 1-13 16,0-1 0-1,8-7-5-15,13-2-7 0,9-7 0 16,9-7-1-16,7-10 0 16,9 0-1-16,4-10 1 15,2-9-6-15,-1-4-43 16,-12-2 12-16,-10 2-56 0,-16-2 30 16,-15 1 19-16,-7 1 40 15,0 5 2-15,-18 4 2 16,-4 10 4-16,-2 4 15 0,-1 0 22 15,2 0-17-15,7 14 9 16,2 3-4-16,10-3-14 16,1 4-9-16,3-5 2 15,0 0-6-15,0-1 4 16,6-5-6-16,3-1 0 16,5-4 2-16,0-2-2 15,4 0 0-15,2-3 0 16,-1-8-6-16,1-5-15 15,-1 0-31-15,-2-1-4 16,-3 3 12-16,-5 4 25 16,-3 4 15-16,-2 3 3 15,-2 3 2-15,1 0-1 0,3 2 9 16,3 12 17-16,4 3 9 16,-1-2-20-16,6-1 13 15,0-1 2-15,4-4-20 16,2-5 7-16,1-4-8 15,4 0-3-15,4-2 4 16,4-18-10-16,0-3 1 16,-1-8-1-16,-7-8 0 15,-12-6-1-15,-11-10-1 16,-6-13-9-16,-6-15 9 16,-19-11-4-16,-9-14 1 15,-6-4-7-15,-1 8 1 0,5 27 9 16,11 29 2-1,10 31 40-15,6 23 54 0,6 44-80 16,3 28 18-16,0 21 62 16,32 12-39-16,5-3 1 15,9-6-31-15,1-3-10 16,-3-16-9-16,-1-8-6 16,-4-8-11-16,-6-13-145 15,-14-14-299-15</inkml:trace>
  <inkml:trace contextRef="#ctx0" brushRef="#br0" timeOffset="36205.14">16429 2873 418 0,'0'0'28'0,"0"0"45"16,0 0 30-16,0 0-9 0,0 0-53 16,0 0 45-16,0 0 9 15,-17-25-27-15,16 22 11 16,-2 2-9-16,3 1 4 15,-3 0-12-15,1 0-19 16,1 0 11-16,1 0-9 16,0 0-20-16,0 0 16 15,0 0-23-15,0 0 18 16,0 0-11-16,6 0-2 0,9-2-1 16,4 2 0-1,5-2-11-15,6 1 13 16,9-3-16-16,14-2 6 15,13-4 2-15,15 4 0 16,10-5 4-16,11 0-13 0,9-3-5 16,13-1 1-16,4-3-1 15,3-6-2-15,-10 5 0 16,-16 0 1-16,-14 2 4 16,-16 3-5-16,-19 4 0 15,-11 3 1-15,-20 3 0 16,-14 1-1-16,-7 3 0 15,-4 0 4-15,0 0 2 0,0 0-1 16,0 0-2 0,0 0 5-16,0 0-8 15,0 0 0-15,0 0-1 0,0 0-10 16,0 0 9-16,0 0-52 16,0 0-38-16,-4 0-34 15,-7 3-45-15,-2 2 26 16,2-2-41-16,0-3-61 15,3 0-57-15</inkml:trace>
  <inkml:trace contextRef="#ctx0" brushRef="#br0" timeOffset="36685.05">17833 2452 633 0,'0'0'66'0,"0"0"7"0,0 0 95 0,0 0-73 0,0 0 37 0,0 0-54 0,0 0-1 16,-57-20 5-16,56 20-21 15,-2 0 2-15,3 0-23 16,-2 0-9-16,2 0 9 0,0 0-19 15,0 0-7 1,0 0-1-16,0 0-8 16,2 9 10-16,20 5 12 15,5-3-5-15,5 2 9 16,10 2-14-16,3-3-4 16,6 2 5-1,-2 0-7-15,-6 0-5 16,-8 2-6-16,-10-3 2 0,-12-1-1 15,-5 0 3-15,-8 0-3 0,0 8 12 16,-10 7-4-16,-22 5 9 16,-10 8-7-16,-10-1-10 15,6-2 7-15,1-3-8 16,8-3-4-16,16-8 0 0,8 0-7 16,11-4-81-16,2-3-123 15,9-3-186-15,16-9-324 16</inkml:trace>
  <inkml:trace contextRef="#ctx0" brushRef="#br0" timeOffset="38177.41">19277 2589 738 0,'0'0'4'0,"0"0"123"0,0 0-5 0,0 0-71 0,0 0-43 15,0 0 68-15,15 109 17 16,1-45-23-16,2 6-7 16,-6 5-5-16,-1 3 3 15,3-4-39-15,-5-6-9 16,2-15-13-16,-4-12 3 15,1-8 1-15,-4-11-4 16,-2-6 0-16,1-10-1 16,-2-3 0-16,-1-3-3 15,0-12-29-15,0-16-19 16,0-13-47-16,-6-10 60 16,-13-11-23-16,-1-10-10 15,-5-7 35 1,1-4 23-16,6 4 8 15,-4 5 6-15,7 14 8 16,9 13 7-16,6 9 58 16,0 9-22-16,19 9-27 0,13 6 3 15,8 4-10-15,9 7-10 0,5 3 8 16,0 0-13-16,4 18 8 16,-4 6 4-16,-9 4-3 15,-10 10 4-15,-14 6-1 16,-18 0-7-16,-3-3 10 15,-24 2-7-15,-18-3 0 16,-10-5 6-16,0-5-4 0,-2-7 3 16,8-9-5-16,7-4-3 15,13-8 10-15,7-2-11 16,11 0 11-16,5-1 8 16,3-10-12-16,0 3-13 15,14-1-1-15,9 4 0 16,5 5-7-16,5 0 8 15,4 14 0-15,4 9 6 16,2 7-1-16,6 4 6 16,2 1-11-16,0 0 0 15,-4-3-1-15,-2-3 1 0,-3-7-4 16,-5-4-37-16,0-5-122 16,-4-8-23-16,2-5-99 15,-7-1-199-15</inkml:trace>
  <inkml:trace contextRef="#ctx0" brushRef="#br0" timeOffset="40515.24">20050 2929 165 0,'0'0'823'0,"0"0"-810"0,0 0 156 0,0 0-63 0,0 0-72 15,0 0-34-15,-35-16 0 16,59 14-5-16,4-2 5 15,4-5 2-15,-2 0 1 16,-6 2-5-16,-3-5 2 16,-8-1 0-16,-4 0 4 15,-9-2-3-15,0 2 4 16,-2 4-3-16,-14 3-2 0,-6 6 8 16,-4 0-7-16,-1 2-1 15,2 14 10-15,3 4 2 16,11-1 20-16,5 5-4 15,6 1-13-15,0 0 15 16,6 3-1-16,18-3-22 31,9-2 10-31,7-2-12 16,9-9-1-16,7-5-2 0,2-7 3 16,8 0 0-16,5-15-4 0,5-5-1 15,3-8 4-15,-7 1-3 16,-14 1-2-16,-16-1 1 0,-14-1 0 15,-14-3 2-15,-14 1 7 16,0 5-9-16,-17 8 12 16,-9 9-11-16,-13 6 4 15,-5 2-1-15,-3 6-3 16,-1 12 16-16,6 3-14 16,12 2-3-16,7 3 3 15,10-2-3-15,7 1-2 16,6-5 0-16,0-2-6 15,11-1 8-15,10-8-5 16,9-2 2-16,5-5 2 0,4-2-2 16,-3 0 2-16,1 0-9 15,-4-2 5-15,3 2 2 16,3 0 3-16,1 10-3 16,2 15 2-16,-3 11-1 15,-2 13 2-15,-3 12 0 16,-4 9 1-16,-4 10-3 15,-6 5 2-15,-8-2 0 16,-7-3 0-16,-5 1 1 16,-5-8-1-16,-16-7 0 15,-10-11 2-15,-9-14 2 0,-2-14-4 16,-6-11 0-16,-3-14 8 16,-1-2 2-1,-1-11 1-15,8-23 1 0,9-16 5 16,12-16 4-16,12-15-21 15,12-8-3-15,17-6-2 16,23-1-2-16,12 4 2 16,6 1-6-16,8 4 0 15,4 2 7-15,1 8-3 16,-3 7-4-16,-13 11 3 16,-15 7-2-16,-16 18-4 15,-13 5 9-15,-11 10 5 16,0 6 5-16,-11 10-5 15,-10 1 2-15,-4 2-5 0,5 0 1 16,0 8 2 0,9 4 0-16,2-2-3 0,9 0-3 15,0 1 2-15,0 1 3 16,15 0-2-16,0 1 1 16,3-2 2-16,-3 3 0 15,0 3 2-15,-3 2-6 16,-1 1 6-16,-1 2-2 15,-3 3 1-15,-1 1 0 16,6 0 0-16,-2-1-1 16,10-5 0-16,-1 1-1 15,5-9 1-15,3-3 0 0,6-8-2 16,3-1 5-16,3-2-3 16,4-16 0-16,-3-7 0 15,0-6 1 1,-10-5-1-16,-1-2 0 0,-13-2-3 15,-13-2-11-15,-3-1 7 16,0 5 0-16,-11 10 5 16,-5 7-1-16,-5 7 3 15,5 6 0-15,-2 8 1 16,6 2-1-16,1 23 0 16,3 7-4-16,6 6 4 15,2 4 10-15,0 2-3 16,18-5-3-16,0-3 2 15,4-4-5-15,2-3 3 16,1-8-4-16,2-3 0 0,3-11 1 16,1-7-1-16,2 0 0 15,3-7 4-15,-3-12-1 16,-2-8 2-16,-6-4-5 16,-6-3 0-16,-8-2 2 15,-8-4-2-15,-3-1 0 16,0 5-2-16,0 4 6 15,-4 7-3-15,-6 10-1 16,-1 3 0-16,3 7 2 16,1 0-2-16,3 5 0 15,1 0-1-15,0 5-11 0,-2 10 11 16,4 5-6-16,1-1 7 16,0 1-2-16,4-2 3 15,12 6-3-15,6-6 2 16,1 4 0-16,3-2-1 15,-1-2 1-15,-5 4 0 16,-3-3-2-16,-5 1 2 16,-6-2 0-16,-2 1-1 15,-4-2 3-15,0-3-4 16,0-3 2-16,-4-5 0 16,-2-5 3-16,6-1-3 15,0 0 0-15,0 0 10 16,0-1 0-16,0-16-3 15,0-10-7-15,12-6-3 16,11-2-6-16,2-7 8 16,2-1-2-16,-2 2-3 0,3 2-8 15,-4 4 8-15,-6 10 1 16,-6 7 5-16,-7 7 0 16,-5 7 2-16,0 1 7 15,0 3-3-15,-9 0-6 16,-6 13 0-16,3 2-3 15,0 7 3-15,7 2-3 16,1-2 3-16,4 5 0 16,0-4-4-16,11-2 8 15,9 1-7-15,1-2 3 0,9-2 0 16,0 2-1 0,4-2 1-16,-4 1 0 0,-9-3-1 15,-3 2 6-15,-9-3-6 16,-6-1 1-16,-3 0 0 15,0-4 6-15,-11 0-5 16,-8-1 11-16,4-3 0 16,0-6-10-16,8 0 7 15,-1 0-6-15,7 0 2 16,1-8 3-16,0-7-8 16,1-7-4-16,19-4-10 15,10-5-6-15,5-2-15 16,4-6-24-16,7 3-6 15,0-3 49-15,4 1-4 16,-6 5-6-16,-11 5 11 0,-10 4 10 16,-11 6 5-16,-9 5 6 15,-3 5 6-15,0 0 38 16,0 3 15-16,-9 5-22 16,-5 0-39-16,-1 0-1 15,2 8 1-15,0 9-3 16,2 3 0-16,1-1 9 15,5 1-10-15,4 0 2 16,1 0 4-16,0 3-5 16,0-2 8-16,4 3-2 15,9-2-3-15,3 1 4 0,3 3-6 16,5-4 2-16,-6 3 1 16,4 1-4-16,-10-4 6 15,-2-1-6-15,-10-1 0 16,0-4 5-16,-4-1-5 15,-17-3 2-15,2-2-3 16,-3-4 5-16,3-3-10 16,7-3-15-16,1 0-121 15,4-3-17-15,7-21-163 16,0-8-233-16</inkml:trace>
  <inkml:trace contextRef="#ctx0" brushRef="#br0" timeOffset="40757.4">22911 2621 1211 0,'0'0'6'0,"0"0"6"0,0 0 80 0,0 0-40 0,0 0 57 0,30 80-96 16,-22-58-3-16,-2 1-10 15,-1-3-2-15,-3-5 2 16,-1-5-58-16,-1 0-93 15,0-8-74-15,0-2-123 16</inkml:trace>
  <inkml:trace contextRef="#ctx0" brushRef="#br0" timeOffset="41450.87">23184 2461 906 0,'0'0'6'0,"0"0"173"0,0 0-28 0,0 0-53 0,0 0-60 16,0 0-32-16,0 18-1 16,0 13 31-16,-1 4 18 15,1 2-24-15,0 0-11 16,0-2-6-16,13-6 6 15,5-5-8-15,7-11-5 16,4-3 1-16,5-8-4 16,0-2 3-16,4-3-6 15,-5-13 3 1,-4-6-3-16,-3-9 2 16,-11-5-1-16,-6-5 2 15,-9-1 1-15,-9 3-3 16,-14 3-1-16,-11 8-5 15,-3 10 2-15,-2 6 3 0,3 12-3 16,3 0 3-16,5 8-3 16,4 11 0-16,5 7-1 0,10 5-1 15,7 0 0-15,2 1 4 16,5 1-7-16,16-4 2 16,4-2-33-16,6-8-65 15,4-5-27-15,2-9-39 16,12-5-46-16,8 0-8 15,5-3-122-15</inkml:trace>
  <inkml:trace contextRef="#ctx0" brushRef="#br0" timeOffset="41826.25">23787 2427 977 0,'0'0'37'0,"0"0"15"0,0 0 40 0,0 0 41 0,0 0-71 0,-19 90-15 0,19-55 0 16,0 0-9-16,6-5-27 16,0-3-10-16,-3-11 6 15,4-5-7-15,2-7 0 16,3-4 3-16,4 0-2 16,5-10 6-16,6-15-7 15,2-8 3-15,3-5-2 16,-2 3-1-1,-5 3 0-15,-5 9 5 0,-10 10-5 16,-2 8 5-16,-7 3 18 16,1 2 14-16,7 0-29 15,6 12-4-15,10 11 41 0,3-3-10 16,-1 0-18-16,-2-3-7 16,0-7-10-16,4-2 2 15,3-8-6-15,-1 0 4 16,2 0-111-16,2-17-139 15,-2-7-172-15</inkml:trace>
  <inkml:trace contextRef="#ctx0" brushRef="#br0" timeOffset="42997.39">17908 7613 839 0,'0'0'73'0,"0"0"-49"0,0 0 114 0,0 0 3 16,0 0-42-16,0 0-18 16,-80 11-51-1,80-11 15-15,18 0-10 16,16 0-3-16,13 0 24 16,15-2-21-16,13-12-21 0,9-2 4 15,7-1-15-15,-2-2-1 31,-5 5-4-31,-13 0-3 0,-2 3 2 16,-9-2-5-16,-4 1-69 0,-11 0-111 16,-12-1-58-16,-17 0-95 15,-10-2-302-15</inkml:trace>
  <inkml:trace contextRef="#ctx0" brushRef="#br0" timeOffset="43254.39">18619 7256 874 0,'0'0'42'0,"0"0"78"16,0 0-53-16,0 0-44 15,0 0 81-15,0 0-32 16,94 70-17-16,-49-44 21 16,-3 0 20-16,-7 6-59 15,-11-3-32-15,-9 6 3 16,-15 7-5-16,-6 5 4 15,-32 12-7-15,-18 2-6 16,-8 3-139-16,-4-5-210 16</inkml:trace>
  <inkml:trace contextRef="#ctx0" brushRef="#br0" timeOffset="44254.32">20624 6784 742 0,'0'0'3'0,"0"0"65"0,0 0 46 0,0 0-23 0,0 0-7 0,0 0 15 16,3-71-13-16,-8 69 14 15,-14 2-16-15,-9 0-54 16,-9 21-24-1,1 11 14-15,0 8 3 0,0 9 20 16,2 14-16 0,3 6-3-16,2 11 6 15,7 2-20-15,10-4-8 16,9-9 12-16,3-9-12 0,9-7-1 16,19-11 0-16,18-10 1 0,17-10 6 15,20-17-5-15,13-5-1 16,12-12 2-16,6-20-4 15,3-5-2-15,-7-4 0 16,-9 4-1-16,-23 1 2 16,-23 7-1-16,-23 1-5 15,-17 1 7-15,-15 1 0 16,0-2 7-16,-8 4 2 16,-18 3-3-16,-7 7 2 15,-11 8-8-15,-2 6-1 16,-6 6-2-16,-2 14 3 15,0 7 0-15,2 2 0 16,7 7 3-16,8 0-5 0,9-1 2 16,10-3 0-16,13-3-4 15,5-4-2-15,5-3 6 16,23-8-3-16,8-7 3 16,15-7 2-16,2 0-2 15,0-11 0-15,2-11-5 16,-6-1 4-16,-4-5-10 15,-9 0 11-15,-6 0-10 16,-10 6 9-16,-10 2-1 16,-7 4 2-16,-3 10 11 15,0 1-4-15,0 5 4 16,0 0-11-16,0 0-4 0,0 7-5 16,0 9 1-16,0 2 8 15,0-1-2-15,5 0 2 16,6-3-4-16,-1 0 4 15,2-4-9-15,-4-1-55 16,4-6-66-16,-1-1-39 16,3-2-33-16,-2 0-105 15,1-8-293-15</inkml:trace>
  <inkml:trace contextRef="#ctx0" brushRef="#br0" timeOffset="46387.92">20743 7436 705 0,'0'0'105'0,"0"0"-78"0,0 0 129 0,0 0-49 16,0 0-36-16,68-76 17 16,-33 40-13-16,9-3 17 15,2-4-43-15,2-2 4 16,-2-3-17-16,-6-1 1 15,-7 0-18-15,-3 1 5 16,-3-1-17-16,-10-3 3 16,-6-3-5-1,-6-4-4 1,-5 2 3-16,0 7-3 16,-2 11 0-16,-7 14 1 15,1 11 2-15,4 8-3 0,1 6 3 16,-4 0-4-16,-5 24-1 15,-6 12-3-15,-3 11 4 0,3 6 1 0,3 6-1 16,5 3 0-16,1 5 2 16,4 1 5-16,5-2 5 15,0-7-10-15,11-11 0 16,16-6 4-16,5-13-5 16,9-8 11-16,5-7-12 0,3-9 1 15,6-5 10 1,2-3-5-16,1-19-6 15,-1-3 2-15,-6-7-1 0,-2-6 0 16,-9-3-1 0,-13-4 3-16,-6 4 1 0,-17 1-4 15,-4 9 3-15,0 5 4 16,-19 5-7 0,-2 8 2-16,-6 11-2 0,-3 2-5 15,-4 0 2-15,-6 12 3 16,6 13 0-16,2 3-1 15,6 7 1-15,6 2 0 16,5 1 0-16,12 0 2 16,3-5 1-16,0-4-3 15,15-6 0-15,1-6-1 0,7-7 3 16,2-5-3 0,5-2 1-16,1-3 0 0,1-6 3 15,3-13-3-15,-2-7 0 16,-1-4 1-16,-7-5 1 15,-5-5-4-15,-7 5-3 16,-7 4 1-16,-6 10 4 16,0 11 0-16,0 7 2 15,0 3-1-15,0 0-1 16,0 15-12-16,-5 10-3 16,-1 6 15-16,5 1 0 15,1-5 0-15,0-2 0 16,1-7-1-16,10-6 4 15,2-5-7-15,4-1 3 16,5-6 1-16,5 0 6 0,1-10-2 16,5-9-3-16,-2-8 1 15,-4-5 0-15,-3-5-3 16,0-2 1-16,-10-1 0 16,-6 5 0-16,-8 1 0 15,0 13 0-15,0 7 5 16,-4 3-1-16,-8 5-1 15,3 4-3-15,-2 2-4 16,0 0 1-16,-1 0-2 16,0 7 2-16,4 5 2 0,4 0-6 15,4-2 7 1,0 2-4-16,0-1 4 0,0 2-3 16,10 0 3-16,7-1 0 15,5 5 0-15,1-4 0 16,2 4-3-16,2 0 1 15,-1 3 2-15,-3 1-1 16,-2 1 1-16,-6 0-3 16,-8-2 1-16,-5 1 2 15,-2-3 0-15,0-2 0 16,-2-4 0-16,-2-6 3 16,2-5-2-16,2-1-1 15,0 0 3-15,0 0-1 16,0 0 9-16,0-11-11 15,8-11 3-15,9-13-6 16,6-8 3-16,-1-5-1 0,2-3 0 16,1 2 2-16,-3 5-3 15,-3 9 2-15,-6 8 0 16,-2 9-1-16,-10 7 3 16,-1 4-2-16,0 2 9 15,0 5-5-15,0 0-2 16,-8 0-2-16,-9 9-5 15,2 6 0-15,-5 0 5 16,10 1 0-16,1-2-1 16,5 1 0-16,2 0-1 0,2 1 1 15,0 0 1-15,6 0-7 16,10-2 7 0,4 0-2-16,5-2 2 0,-2 1 0 15,2 0-3-15,0 1 3 16,-7 0 0-16,-1 2-6 15,-7-3 4-15,-5-2-4 16,1 1 5-16,-6-5-4 16,0 0 5-16,0 2 0 15,0-5 0-15,-2 1-3 16,-2-5 7-16,4 0-4 16,0 0 2-16,0 0-1 15,0-18-2-15,7-8-43 16,14-14 16-16,7-5 17 15,7 0-19-15,-4 3 1 0,-1 11 21 16,-5 8 0-16,-6 9 7 16,-8 7 1-16,-6 5 0 15,1 2 0-15,-3 2 4 16,2 13-2-16,-3 8 23 16,-2-1 20-16,0 4 0 15,0-3-30-15,0 2-12 16,-10-3 4-16,4-3-7 15,-1-4-1-15,3-7 1 16,1-2-77-16,1-6-84 16,-3 0-20-16,-1-2-45 15,0-20-58-15,4-5 49 16,1-9-47-16</inkml:trace>
  <inkml:trace contextRef="#ctx0" brushRef="#br0" timeOffset="46549.93">22565 6770 297 0,'0'0'142'0,"-12"-82"-13"0,8 55 36 16,-2 10-103-16,1 9 0 0,4 4-31 0,1 4-31 0,0 2-13 16,0 11-52-16,0 7 43 15,0-1-62-15,0 4-30 16,4-4-30-16,13 0-85 16,8-3 199-16</inkml:trace>
  <inkml:trace contextRef="#ctx0" brushRef="#br0" timeOffset="47123.09">22858 6700 718 0,'0'0'48'15,"0"0"93"-15,0-85-62 16,0 56 9-16,-3 9-36 16,-3 1 5-16,-2 8 16 15,-2 6-35-15,1 3 0 16,-2 2 1-16,0 7-39 15,-3 18 5-15,2 11-5 16,6 8 11-16,6 7-7 16,0 10 15-16,0 5-17 15,0 12 6-15,5 10-7 16,9 8 2-16,6 4-4 16,-2 0 1-16,1-3 0 0,-4-1 0 15,-3-10-2-15,-8-8 1 16,-4-13 1-16,0-15-1 15,-19-15-1-15,-9-13 4 16,-6-12-2-16,-4-10 11 16,-1 0-5-16,6-26 3 15,3-8-1-15,5-15-4 16,14-9 6-16,8-17-10 16,3-13-2-16,10-11 0 15,19-8-15-15,6 0-60 16,4 16 5-16,1 18 35 15,-1 21 33-15,-6 23 1 0,-4 14 3 16,-3 12 10-16,1 3 2 16,0 15 30-16,-2 13 11 15,-1 6 4-15,-8 0 7 16,-2 4-17-16,-8-2-30 16,-2-6 0-16,-4-8-4 15,3-10-10-15,-3-4-3 16,0-5 0-16,0-3-3 15,0 0-17-15,0-5-50 16,0-17-79-16,0-14-26 16,0-8-18-16,0-9-89 15,3-6-347-15</inkml:trace>
  <inkml:trace contextRef="#ctx0" brushRef="#br0" timeOffset="47249.15">23073 6707 259 0,'0'0'442'0,"0"0"-442"0,0 0 3 0,0 0-3 0,0 0 2 16,-16 83 0-16,21-56-2 16,6-3-130-16,5-2-193 15</inkml:trace>
  <inkml:trace contextRef="#ctx0" brushRef="#br0" timeOffset="48094.31">23355 6823 918 0,'0'0'18'16,"0"0"86"-16,0 0 36 15,0 0-77-15,0 0-24 16,-80-1-19-16,70 24 6 16,3 5 20-16,4 3-23 15,3 0-14-15,0 3 28 16,6-4-25-16,11-5 7 15,5-7-17-15,3-5-1 16,8-7 2-16,5-6-3 16,2 0 3-16,10-11-3 15,-2-8 0-15,-1-2-1 0,-7-4 1 16,-8-1-8 0,-11-4-7-16,-14 3-6 0,-7 1 10 15,0 3 9-15,-15 11 2 16,-1 5 0-16,-8 7-1 15,-3 0 3-15,4 11-2 16,0 7 4-16,10 3-3 16,3-2 5-16,6 0-6 15,2 0 0-15,2-6-1 16,0-2-2-16,2-5 1 16,9-3-2-16,5-3 2 15,2 0-2-15,4-3-19 16,0-9-6-16,1-6-8 15,-2 1-6-15,0 2 26 16,-5 0-7-16,-4 9 18 16,-4 3 5-16,-4 3 1 0,2 0 0 15,3 5 10-15,3 9 36 16,-2 1-11-16,2 1-10 16,2-2-4-16,-3-2 3 15,5-4-15-15,-2-5-8 16,0-3 4-16,2 0-2 15,-2 0 6-15,-2-9-9 16,2-5-3-16,-4-6-16 16,-4 0-41-16,-1-7 14 15,-5-8 26-15,0-8 4 16,0-8 15-16,0-8-1 0,-5-7 1 16,-1-5 0-1,1-1 1-15,0 11 0 0,1 16 2 16,2 20 18-16,-1 17 65 15,3 8 1-15,0 13-82 16,0 20 0-16,0 11 48 16,0 11-23-16,8 0 30 15,3 4-1-15,-2-3-20 16,-1 2-19-16,0-7-18 16,-1-8 2-16,1-8-3 15,-1-10-1-15,-1-8-2 16,-1-7-48-16,-2-7-88 0,0-3-70 15,-2-1-58-15,4-19-184 16</inkml:trace>
  <inkml:trace contextRef="#ctx0" brushRef="#br0" timeOffset="48257.16">23865 6639 959 0,'0'0'21'0,"0"0"205"0,0 0-130 0,0 0-85 0,0 0-11 16,0 0-1-16,79-18 0 16,-51 14-3-16,-2 4-63 15,-6-6-147-15,1 0-106 16</inkml:trace>
  <inkml:trace contextRef="#ctx0" brushRef="#br0" timeOffset="48622.75">24059 6288 859 0,'0'0'7'15,"0"0"120"-15,0 0 52 16,0 0-94-16,0 0-85 16,0 0-3-16,-15-6 3 15,19 21 25-15,4 1-2 16,1-3 1-16,1-3 8 15,-4-4-15-15,5 0-14 16,-1-4 1-16,-4-2 11 16,1 0-12-16,4-4 10 0,1-12 6 15,1-7-8 1,2 0 7-16,-6-2-5 0,-6 7 55 16,0 5-31-16,0 7 40 15,-3 6-10-15,0 0-67 16,2 2-5-16,5 16-9 15,0 9 12-15,1 4 2 16,2-1-2-16,-1 1-75 16,0-3-197-16,-7-7-222 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17:34.34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2193 3281 100 0,'0'0'124'0,"0"0"-98"0,0 0 2 0,0 0 27 0,0 0-29 15,0 0-6-15,1-5 0 16,-1 5 26-16,0 0-9 15,0 0 0 1,0 0 1-16,0 0-4 16,0 0 3-16,0 0 5 0,0 0 10 15,0-1 7-15,0-1-12 16,0 0 13-16,0-3-15 16,0 3-29-16,-6-3 7 15,-3 3-3-15,-7-1 15 16,1 1-2-16,-3 2-8 15,-7 0-17-15,4 0 1 0,-6 0 0 16,-3 11 5 0,3-1-2-16,-1 8-4 0,-5 4 9 15,-4 9 13-15,-8 6-21 16,3 5-1-16,5-1 14 16,7 2 9-16,11-2-14 15,5 3-9-15,6 6 9 16,6 4-10-16,2 7-5 15,0 2 5-15,7 5-4 16,5-5 6-16,2-4 1 16,4-6-2-16,2-12 5 15,5-5-13-15,3-10 0 0,9-13 3 16,2-7-2-16,7-6 2 16,9-15-2-16,8-18 3 15,4-6 3-15,3-6-7 16,-4-2 0-16,-5 2 0 15,-13 2 1-15,-8 7-2 16,-19 9-1-16,-3 7-14 16,-14 8-22-16,-4 6-2 15,0 6 22-15,0 0-5 16,-7 0-61-16,-3 0-7 16,-1 0-29-16,5 6-46 15,-2 0-53-15,7 0-209 16</inkml:trace>
  <inkml:trace contextRef="#ctx0" brushRef="#br0" timeOffset="457.4">2615 3357 348 0,'0'0'43'0,"0"0"4"0,0 0 36 0,0 0-65 15,0 0-14-15,0 0-4 16,-21 2 2-16,20 2-2 15,-1 0 0-15,-1 0 0 16,3 0 0-16,0-2 0 16,0 2-2-16,0-1-17 15,0 0-138-15</inkml:trace>
  <inkml:trace contextRef="#ctx0" brushRef="#br0" timeOffset="5646.09">2709 4048 317 0,'0'0'41'0,"0"0"20"0,0 0 55 0,0 0 11 16,0 0-35-16,0 0-2 15,0 0-36-15,45-82 26 16,-30 48-14-16,-6-6-14 16,2-3 3-16,-3-5-8 15,1-7-30-15,0-6 11 16,-3-3-26-16,-5-5 1 15,-1 1-2-15,0 8 3 16,-7 11 1-16,-2 15-4 16,3 14 3-16,1 8 11 15,1 7-12-15,4 4-2 0,-3 1 3 16,-4 0-4-16,1 13-1 16,-5 11-1-16,1 7 2 15,1 7-3-15,0 3 3 16,3 4 0-16,0 2-2 15,5 3 5-15,1 6-4 16,0 5 1-16,1-1 0 16,11-1-2-16,3-5 2 15,3-9 0-15,4-9-1 16,-1-8 3-16,6-6-4 16,1-5 2-16,2-9 0 15,4-1-4-15,1-7 7 0,-2 0-3 16,-2-10 0-16,6-11 1 15,-4-4 3-15,-2-5-4 16,-3-2-1-16,-3 0-1 16,-8-4 2-16,-6 0 0 15,-1 1-1-15,-10 0 4 16,0 9 0-16,0 10-3 16,0 5 0-16,-10 6 7 15,-1 5-7-15,-1 0-1 16,-4 5-1-16,2 12 2 15,4 7-3-15,3 4 2 0,2 3 1 16,5 3-1 0,0-3 1-16,5-1 0 0,8-4-1 15,5-2 4-15,6-2 0 16,1-4-3-16,5-5 0 16,1-5 2-16,5-5-1 15,3-3 3-15,0 0 2 16,4-11-5-16,-4-8 8 15,-5-3-9-15,-4-6 2 16,-3 2 0-16,-12-4 1 16,-2-1-3-16,-8 0 6 15,-5 2-4-15,0 4 3 16,-5 5-5-16,-8 4 0 16,-1 10 8-16,-2 4-8 15,1 2 0-15,-3 0-1 0,0 8 5 16,5 12-8-16,4 5 3 15,1 1 0-15,4 2-5 16,2 3 6-16,2-4-2 16,0-2 1-16,0-4 1 15,9-4-5-15,2-5 3 16,2-2 1-16,-1-8-8 16,3-2 7-16,0 0-7 15,4-6 3-15,-1-12-17 16,2-6-14-16,-4-3-1 15,-1-3-5-15,-1 1-17 16,-6 2 2-16,-5 7 20 0,-3 7 32 16,0 6 6-1,0 7 5-15,-3 0 5 0,-4 0-3 16,1 16 7-16,0 4-12 16,6 3 7-16,0-1 0 15,0-2-1-15,0-1 3 16,6-3-11-16,6-3 1 15,0-5 0-15,3-2-1 16,4-6 0-16,2 0 2 16,6 0-2-16,-3-9-19 15,1-6-70-15,-4-3 26 16,0-2-8-16,-9-2 11 16,-5 6 19-16,-7 0 35 0,0 6 6 15,0 5 26-15,0 3 75 16,-3 2-42-16,-1 0 1 15,-1 2-54 1,1 12 0-16,1 3 12 0,1 1 9 16,2 0 2-1,0-1-10-15,0-1-12 0,0-3 13 16,0-4-18-16,0-1 2 16,0-6-4-16,0-2 4 15,0 0-2-15,8-5 5 16,2-15 3-16,5-7-4 15,-1-1-4-15,-2-3-2 16,-2 4 0-16,2 4-1 16,-6 5-2-16,0 8 3 0,-3 6 0 15,-2 4-3-15,2 0 3 16,3 3-5-16,0 12 5 16,2 6 4-16,2 3 17 15,-4 4-13-15,0-3 5 16,2 0 11-16,-1-3-14 15,-1-2 1-15,3-6 0 16,-1-5-11-16,0-2 12 16,1-7-12-16,2 0 1 15,8 0 14-15,2 0-14 16,5-13 3-16,2-2-3 16,6-7 4-16,3-1-3 15,1-4-2-15,-4-7 0 0,-3 0-6 16,-7-1 7-16,-10 3-1 15,-7 4 0-15,-7 9 0 16,0 5-1-16,-9 8 1 16,-9 5 0-1,2 1 1-15,-3 0 0 0,2 7-1 16,1 11 0-16,7 4 0 16,3 6-2-16,6 4 2 15,0 0 0-15,0 1 2 16,13-2 0-16,5-8 1 15,3-2-3-15,0-6 3 16,6-2 1-16,4-6-2 16,5-6 0-16,5-1 12 0,4 0-11 15,1-11 2 1,5-6-5-16,-3-5 0 0,-6-1 2 16,-11-1-2-16,-7 0 0 15,-6 1 3-15,-14 1-2 16,-4 2 4-16,0 1-5 15,-8 7 0-15,-9 5 7 16,-4 4-7-16,-1 3 0 16,4 0-2-16,-3 6 4 15,3 10-3-15,3 4 1 16,0 1-1-16,8 5-3 16,4-2 4-16,3 3-3 0,0-3-1 15,0-3 7 1,10-5-8-16,2-5 2 0,2-1-3 15,2-7 5-15,5-3-5 16,-3 0-20-16,4-13-27 16,-1-8-17-16,-6-5-9 15,1-6-15-15,-2-11 13 16,-5-5 9-16,-5-10-13 16,-1-1 26-16,-3-3 16 15,0 1 8-15,0 8 35 16,-13 10 35-16,-4 15 52 15,4 13 44-15,4 10-19 0,6 5 18 16,1 2-80 0,2 24-46-16,0 7 6 0,0 7 21 15,11 2 1-15,10 1 26 16,-3-1-23-16,3 2-20 16,-2 3-4-16,1 4-9 15,0 2-2-15,-2 4 0 16,0-4-46-16,-5-3-177 15,-2-7-414-15</inkml:trace>
  <inkml:trace contextRef="#ctx0" brushRef="#br0" timeOffset="6499.26">5818 3407 711 0,'0'0'47'0,"0"0"103"0,0 0-9 16,0 0-46-16,0 0-80 16,0 0-10-16,0 0 1 15,-9 57 25-15,14-8 2 16,-1-2 9-16,-1 4-17 16,5 1-3-16,-2-5-22 15,-1-5 0-15,3-12-4 16,-2-11 4-16,0-9-2 0,-1-8-2 15,0-2-36 1,1-12-37-16,-1-16 9 0,-2-10-98 16,-3-9 81-16,0 1-18 15,-9-4-7 1,-15 0 30-16,2-1 61 16,-5 3 19-16,0 6 48 0,3 8 35 15,3 12-2-15,6 12 21 16,8 9 24-16,7 1-93 15,7 1-32-15,23 15-1 0,9 4 12 16,9 4-8 0,4 4 28-16,3 1-10 0,0 7 10 15,-7 1-12-15,1 2-11 16,-10 4 6-16,-8 1-15 16,-8 0 4-16,-11 0-1 15,-11-6 5-15,-1-2-6 16,-13-8 9-16,-17-4 4 15,-12-4 24-15,-7-3 10 16,-5-6-15-16,-2-7-9 16,3-4-20-16,10 0 5 15,7-7-6-15,11-11-1 16,10-3-6-16,9-2-2 16,6-2-76-16,6 0-24 15,22 7-166-15,8 7-61 0</inkml:trace>
  <inkml:trace contextRef="#ctx0" brushRef="#br0" timeOffset="7519.39">6455 3760 584 0,'0'0'66'0,"0"0"83"0,11-83-67 0,-11 58-25 0,-8 4-27 0,-11 5 47 16,0 6-37-16,-4 9 1 16,-1 1-24-1,0 7-14-15,5 11 4 16,1 5-7-16,7 7 0 16,4-2 1-16,7 1 0 15,0-1-1-15,0-5 0 0,10-7-5 16,4-8 1-16,4-8-1 15,0 0 5-15,7-5-5 16,-1-16 4-16,0-7-33 16,-3-3-1-1,-2-2-5-15,-5 4 25 16,-4 7-1-16,-4 8 16 16,-6 8 6-16,0 6 1 15,0 0 57-15,0 9-42 0,0 14-15 16,0 8 1-16,0 4 8 0,0-1 0 15,3-7 12-15,8-1-21 16,2-9 6-16,0-6 1 16,4-6-11-16,-1-5 11 15,5 0-3-15,6-16-4 16,0-15 6-16,1-5-12 16,-1-7 0-16,-3-3-1 15,-2-4-8-15,-4-3 7 16,-6-5-18-16,-6 0-38 15,-6 1 9-15,0 7 4 16,-6 17 13-16,-5 15 25 0,-2 15 6 16,0 6 17-16,-2 27-17 15,3 16 0-15,4 7 12 16,5 3 12-16,3-1 18 16,2-5-13-16,13-2-9 15,6-4 11-15,2-5-25 16,3-6-4-16,1-10 0 15,6-6 1-15,0-14-3 16,-2-3 0-16,6-9 3 16,-1-16 7-16,-3-5-10 15,-5-3 0-15,-7-1-2 16,-8 3-14-16,-10 1 3 16,-3 5 5-16,0 5-5 15,-16 8 12-15,-2 6 1 0,3 6 0 16,-1 0 1-1,-2 3 2-15,7 12-1 0,2 5-2 16,2-2 0-16,7 5 15 16,0-3-13-16,0-3 7 15,7-3-4-15,4-4-3 16,1-4-1-16,7-4-1 16,2-2 0-16,-1 0 6 15,0 0-6-15,-2-7-1 16,2 0 1-16,-4 1 0 15,-4 4-2-15,0 2 2 16,-2 0-5-16,2 0 0 0,0 4 4 16,3 4 1-16,1-2-2 15,-2-2 5-15,2-4 0 16,2 0-3-16,3 0 0 16,1-8 9-16,0-8-9 15,-2-2-34-15,-2-3-116 16,-6-2-85-16</inkml:trace>
  <inkml:trace contextRef="#ctx0" brushRef="#br0" timeOffset="7756.32">6619 3392 857 0,'0'0'99'0,"0"0"-44"0,0 0 42 0,0 0-63 0,0 0-23 16,135-38-6-16,-71 28-5 15,10-4 0-15,-11 4-143 16,-2 0-385-16</inkml:trace>
  <inkml:trace contextRef="#ctx0" brushRef="#br0" timeOffset="8610.08">8532 3444 263 0,'0'0'479'0,"0"0"-472"0,0 0 132 0,0 0-35 16,0 0-51-16,0 0-18 16,-8 0 3-16,8 0-5 15,0 0 14-15,2 0-22 16,13 0 25-16,4 0 28 16,7 0-42-16,8 0 27 15,11-1-19-15,10-8-23 16,9-1 19-16,5 2-32 15,11-1 12-15,1 3-13 16,4 0-2-16,12 0 6 16,4 1-5-16,1-2-3 0,-5 3-3 15,-8 1 1-15,-10-2-1 16,-16 4 0-16,-21-2 1 16,-17 3 1-16,-14 0-2 15,-8 0 0-15,-3 0 29 16,0 0 14-16,0 0-9 15,0 0-13-15,0 0-21 0,0 0 15 16,2 0-15 0,-2 0-2-16,2 0-4 0,-2 0 3 15,0 0-51-15,-2 0-88 16,-11 0-93-16,1 0 90 16,-1 0-130-16,2 0-134 15</inkml:trace>
  <inkml:trace contextRef="#ctx0" brushRef="#br0" timeOffset="9437.23">9678 3232 761 0,'0'0'96'0,"0"0"91"0,0 0-73 0,0 0 0 0,0 0-44 0,0 0-16 0,-25-6 23 16,25 6-32-16,0 0-4 15,0 0 7-15,0 0-22 16,0 0 18-16,0 0-28 16,0 0-1-16,0 0 7 15,0 0-17-15,0 0 15 16,0-2-20-16,0 2 1 15,0 0 15-15,0 0-12 16,0 0-3-16,0 0 9 16,0 0-7-16,0 0 14 15,0 0-9-15,0 0-4 16,0 0 22-16,0 0-17 0,0 0 2 16,0 0 4-16,0 0-8 15,0 0 7-15,0 0-14 16,0-1 1-16,0-3 8 15,-3-3-9-15,-2-1 0 16,-1 2-1-16,0-3 5 16,4 0-3-16,-2-2-1 15,-2 5 0-15,3-5-1 16,-1 1 1 0,1 3 0-16,1 1 0 0,-1 4 4 0,3 2-4 15,0 0 0-15,0 0 0 16,0 0-6-16,0 0 6 15,0 0-8-15,0 2 6 16,8 11 2-16,9 0-1 16,5 1 1-16,3-4 0 15,6 3-2-15,4-3 2 16,6 2 0-16,-5 2-1 31,7-1 4-31,-7 0-5 0,-2-2 2 16,-8-1 0-1,-1-1-2-15,-9-4 2 16,-3 0 0-16,-6-3-1 0,-7 0 8 0,0-2-6 16,0 0-1-16,0 0 0 0,0 3-2 15,0-3 7 1,0 0-5-16,0 2 5 0,-3 4-3 16,-14 4 1-16,-5 5-3 15,-6 2 0-15,-2 3-7 16,-1 5 7-16,1 3 0 15,-1 0-3-15,4-2 1 16,10-3-16-16,4-5-114 16,8-7-211-16,5-6-272 15</inkml:trace>
  <inkml:trace contextRef="#ctx0" brushRef="#br0" timeOffset="10394.49">10773 3031 499 0,'0'0'37'0,"0"0"84"0,0 0 11 15,0 0-43-15,0 0-8 16,0 0-1-16,-36-11-16 16,36 11-20-16,0 0-29 15,6 0-8-15,24 0 26 16,7-3 25-16,11-6-33 15,4 1-3-15,9-4 4 0,2 1-17 16,-5 1 2 0,-6 1-11-16,-8 4 4 0,-7 3-3 15,-10 2-1-15,-11 0-6 16,-8 0 5-16,-5 0-14 16,-3 1-32-16,0 7-40 15,-14 2-45-15,-7-2-66 16,-2-3-84-16,3 0-190 15</inkml:trace>
  <inkml:trace contextRef="#ctx0" brushRef="#br0" timeOffset="10637.17">11110 2995 502 0,'0'0'125'0,"0"0"94"16,0 0-129-16,0 0-42 16,0 0-37-16,0 0 20 15,-5 59 76-15,7-27-43 16,7 3 8-16,0 7-11 15,3 5-15-15,-3 2-3 16,-2-2-9-16,-2-5-21 16,2-6 8-16,-4-8-21 15,-3-6 0-15,3-5 0 16,-1-7 3-16,-1 0-6 16,1-4-4-1,2-4-155-15,1-2-86 16,1 0-159-16</inkml:trace>
  <inkml:trace contextRef="#ctx0" brushRef="#br0" timeOffset="12207.48">11384 3424 803 0,'0'0'0'15,"0"0"82"-15,0 0-22 0,81-65-26 16,-54 40 3 0,-6-2-8-16,-9 1-7 0,-6-3 10 15,0 3-8-15,-6 0 12 16,0 6-3-16,-6 5 1 16,-3 7 13-1,-2 3-26-15,-2 5-3 0,1 0-10 16,0 0-7-16,0 8-2 15,5 7 1-15,4-2-5 16,3 1-1-16,0 3 5 16,0-2-5-16,0-1 5 15,10 1 1-15,3-1-4 16,-2 1 4-16,1 0 0 16,1 2-2-1,-2 0 4-15,-2 3-2 0,4 0 5 16,-4-5-4-16,0 2 13 15,6-4-11-15,-4 0 2 0,3-6 10 16,1-2-14-16,5-5 5 16,5 0 9-16,3-1-8 15,5-15 4-15,1-5-11 16,-2-1 0-16,-2-5-2 16,-9-2 2-16,-5 3 0 15,-5-2 0-15,-8 1 1 16,-3 5-1-16,0 4 0 15,-12 6 0-15,-2 8 8 16,-4 4-8-16,-1 0 0 0,1 0-2 16,-1 16 5-1,2 2-6-15,4 7 3 0,2 2 0 16,5-1-7-16,6 2 7 16,0-3 0-16,0-4-3 15,14-4 7-15,5-5-4 16,8-4 0-16,7-5 0 15,2-3 3-15,9 0 2 16,1-10-5-16,-6-5 0 16,-5-5 0-16,-7 2-4 15,-12-3 4-15,-11 0 0 16,-5 0-10-16,0 0 9 16,-3 7 1-16,-9 3 0 15,5 5 2-15,4 5 5 16,-2 1-7-16,5 0 7 0,0 0-14 15,0 14-3-15,0 6 9 16,0 2 0-16,0-4 0 16,15-2-5-16,0 1 6 15,3-4 0-15,4-3-6 16,5-4 6-16,4-3 0 16,1-3 0-16,5 0 3 15,-6 0 0-15,2-11-3 16,-6-3 0-16,-2-7-3 15,-7-1 3-15,-7-2-3 16,-7 1-1-16,-4 0 4 16,0 6 1-16,0 7-1 0,0 3 0 15,0 2 14-15,-3 5-8 16,3 0 2-16,0 6-8 16,0 13-7-16,0 4 3 15,3 1 4-15,12-2-1 16,-1-4-4-16,6-2 4 15,0-5-1-15,7-3 2 16,3-5 0-16,2-3 4 16,3 0-4-16,-4-7 0 15,-3-9-4-15,-5-2-15 16,-10-3-10-16,-6-1 12 16,-4 1 9-16,-3 3 6 15,0 5 2-15,0 5 0 0,-3 5 5 16,-4 3 2-16,4 0 2 15,-4 14-9-15,2 4 0 16,1 9-2-16,2-5 2 16,2-3 0-16,0-1 2 15,0-2 0-15,0-6-1 16,0-3-1-16,0-4-2 16,5-2-1-16,-1-1 5 15,4 0-2-15,2-4 16 16,1-11-11-16,-1-1-5 15,2-5 0-15,-3 0 0 16,0-2-9-16,3 0 2 0,-3 5-9 16,-3 1 15-1,-2 6-3-15,2 0 2 0,-3 2 2 16,-2 4 0-16,2 3-1 16,-3 2 1-16,2-3 0 15,-2 3 0-15,0 0 2 16,3 0-3-16,0-1 1 15,0 1 0-15,2 0-2 16,1 0 2-16,1 0 0 16,-1 0-3-16,3 0 5 15,3 0-4-15,-3 10 1 16,0 1 1-16,4 5 4 16,-1 1-4-16,0-1 1 0,1 1 9 15,-2 0-6-15,2-2 10 16,-4-3-14-16,-1-2 1 15,-2-2 4-15,-2-3-5 16,-4-3 0-16,0 0-1 16,0-2 5-16,0 0-8 15,0 0-58-15,0 0-138 16,0 0-122-16</inkml:trace>
  <inkml:trace contextRef="#ctx0" brushRef="#br0" timeOffset="12593.34">12400 2878 633 0,'0'0'94'0,"0"0"-59"16,0 0 34-16,0 0-37 0,0 0-2 15,0 0-6-15,-1 41 8 16,15-34-7-16,6-2-13 16,0-5 18-16,2 0-16 15,0-2-2-15,-3-8 3 16,-5-2-14-16,-11-1 4 16,-3 1 2-16,0 3 6 15,-3-1 17-15,-16 4-13 0,-5 3-11 16,-3 3-12-16,-1 4 3 15,1 15-70-15,6 2-114 16,3 2-290 0</inkml:trace>
  <inkml:trace contextRef="#ctx0" brushRef="#br0" timeOffset="13243.77">13714 2867 606 0,'0'0'57'0,"0"0"75"0,0 0-23 0,0 0-19 16,0 0-26-16,0 0-54 0,0-3 0 15,25-3 5-15,11-3 25 16,10-2 8-16,6-4-18 16,5-1-8-16,0-3-1 15,-4 8-17-15,-8-2-4 16,-10 5 0-16,-12 4-2 15,-8 4-3-15,-12 0 4 16,-3 0-62-16,0 0-28 16,-12 10-12-16,-7-1-65 15,-4-1-67-15,1-2 23 16,2 0-18-16</inkml:trace>
  <inkml:trace contextRef="#ctx0" brushRef="#br0" timeOffset="13422.52">14019 2791 230 0,'0'0'142'0,"0"0"38"0,0 0-16 0,0 0-26 0,0 0-31 15,0 0-70-15,-43 30-9 16,43 1 81-16,0 8-22 16,0 6-13-16,0 7-3 15,0 6-23-15,3 2 25 16,8-3-57-16,-3-3-15 16,1-6 1-16,0-9 2 15,-1-9-4-15,2-9 0 16,-1-5-3-16,0-8-4 0,1-5-26 15,4-3-138 1,4 0-13-16,-2-12-95 0,1-12-431 16</inkml:trace>
  <inkml:trace contextRef="#ctx0" brushRef="#br0" timeOffset="14398.77">14260 3188 18 0,'0'0'603'16,"0"0"-599"-16,0 0 77 16,0 0-18-16,98-40-34 15,-73 21 0-15,-4 0-19 16,-6-2-3-16,-6-1 6 16,-5 1-5-16,-4 2 20 15,0 6 14-15,-11 3 13 16,-4 4-12-16,-5 4-22 0,2 2-5 15,-1 0 0 1,1 18-2-16,2 6 2 0,1 7-7 16,6 6 2-16,6 1 13 15,3 2-4-15,0-5-9 16,6-5 12-16,12-4-17 16,1-5 7-16,5-5-12 15,3-8 5-15,1-5 4 16,2-3-7-16,3 0 1 15,-2-16 1-15,1-5-1 0,-4-2-3 16,-3-5-1 0,-7-3 0-16,-3 3 3 0,-7 0-3 15,-5 3 0-15,-3 4 0 16,0 8 2-16,0 3-1 16,0 7-1-16,0 3 0 15,0 0-4-15,0 0 3 16,1 7-16-16,12 8 17 15,4 4 0-15,2 1-2 16,1-4 2-16,1 2 0 16,1-1-1-16,-4-3 1 15,0 3 0-15,-5-4 0 16,-4-4 0-16,-6-1 0 0,-3 0 0 16,0-2 0-1,-12 0 13-15,-9-4-7 0,-9 2-6 16,-4-2 5-16,-6-2-2 15,0 0 5-15,1 0-2 16,3 0-3-16,7-6 18 16,10-1-16-16,7 0-2 15,5 2 8-15,4 4-11 16,3 1 0-16,0 0-15 16,6 0 0-16,13 0 14 15,7 0 1-15,5 3-3 16,3 0 1-16,4-3 4 15,3 0-5-15,3 0 1 16,5-6-15-16,0-7 13 0,2-4-7 16,-6-2-57-16,-5-6-3 15,-12-4-36-15,-11-8 19 16,-13-5 17-16,-4-4 6 16,-6-3 51-16,-13 1 14 15,-2 6 3-15,0 7 39 16,6 12 8-16,2 13 40 15,7 4 7-15,1 6-10 16,5 3-68-16,0 19-19 16,0 9 0-16,5 8 11 15,7 1 4-15,5 0 21 16,-1 0-21-16,3-1-8 16,0-2 2-16,-2-5-9 0,2-2 0 15,-2-9 0 1,-1-5-6-16,-4-3-26 0,-2-9-173 15,-4-4-52-15</inkml:trace>
  <inkml:trace contextRef="#ctx0" brushRef="#br0" timeOffset="14583.54">14992 3025 890 0,'0'0'8'15,"0"0"12"-15,0 0 66 0,0 0-71 0,0 0-15 16,0 0-4-16,105-18-41 16,-58 16-86-16,3-1-34 15,3-1-10-15</inkml:trace>
  <inkml:trace contextRef="#ctx0" brushRef="#br0" timeOffset="15116.13">15805 2876 578 0,'0'0'33'0,"0"0"82"16,0 0-13-16,0 0-37 15,0 0-22-15,0-74 47 0,-1 68-15 16,-7 4-17-1,-10 2 9-15,-3 0-63 0,-7 0 11 16,-6 9 1-16,-2 7-13 16,3 0 23-16,5 1-18 15,7 4-8-15,3-2 9 16,11 2-9-16,5-2 0 16,2 2 0-16,0 2-4 15,19-1 1-15,5 3 3 16,8-4 0-16,2 2-5 15,5-1 6-15,-3 0-2 16,-2-2 1-16,-3 0-7 0,1-2 5 16,-7-1-6-16,-3-3 1 15,-10-2 7-15,-9-4-10 16,-3 0 6-16,-10 1 2 16,-22-4 4-16,-9 4 12 15,-6-3-10-15,-5-2-1 16,-1-2 19-16,2-2-8 15,3 0 2-15,11 0-16 16,13 0 2-16,12-4-2 16,6 2 0-16,6-1-11 15,0 1-19-15,9-1-64 16,15 2 8-16,8-2-12 16,6 0-61-16,1 0-54 15,2-4-201-15</inkml:trace>
  <inkml:trace contextRef="#ctx0" brushRef="#br0" timeOffset="15785.99">16139 3070 883 0,'0'0'30'0,"0"0"76"0,0 0-18 0,0 0-48 0,0 0 15 0,0 0 32 16,-9 95-30-16,12-58-49 15,8 6 11-15,7 8-10 16,-2-1 14-16,0 5-11 16,0-8-10-16,-2-4 8 0,-3-9-10 15,1-9 2-15,-6-9-2 16,-2-8 0-16,-2-5-1 16,-1-3 1-16,-1 0 0 15,2 0 8-15,1-4 12 16,-2-9-17-16,2-1-3 15,-1 2-19-15,-2 1-2 16,0 3-3-16,0 0-4 16,0 3-3-16,0-1-11 15,0 3 7-15,0 1 1 16,0 0-14-16,0 1 34 16,0 0-1-16,0-1-15 15,0 1 10-15,0 1 20 16,0 0-2-16,0-2 2 0,0 2 0 15,0 0 0-15,0-1 0 16,0 1 0-16,-2-2-1 16,1 2 4-16,-1-1-3 15,1 1 0-15,-1 0 0 16,2 0 4-16,0 0-4 16,0-1 0-16,0 1 3 15,0 0-1-15,0 0 0 16,0 0-2-16,0 0 0 15,0 0 0-15,0 0 0 16,0 0 0-16,-1 0-2 0,-2 0 6 16,1 0-8-1,-2 0 3-15,4 0 1 0,0 0 3 16,-2 0-3-16,2-1-3 16,-1-4-1-16,-1-2-45 15,-2-3-36-15,1-3 0 16,-2-2-22-16,1-4 21 15,-4-4-37-15,2-7-48 16,-2-4-84-16</inkml:trace>
  <inkml:trace contextRef="#ctx0" brushRef="#br0" timeOffset="16874.59">16154 3038 459 0,'0'0'98'0,"0"0"30"0,0 0 40 0,0 0-102 0,0 0-8 15,0 0-34-15,21-31-8 16,2 31 0-16,2 0 9 16,5 12-6-16,1 2-9 15,-1 4 28-15,0 1-32 16,-6 1 3-16,-2 1 11 16,-6 1-9-16,-5-3 2 15,-7-2-7-15,-4 2-2 16,0-5 19-16,-6-2-13 15,-13 0 6-15,-7-4 6 16,-5-1-10-16,-3-2 4 16,0-3-16-16,4-2 0 0,3 0 6 15,11 0-5-15,5-6-1 16,4 2 5-16,7 0-2 16,0-1 2-16,0 3-5 15,0-1-6-15,13 0-2 16,5 2 0-16,6 0 4 15,4-1 4-15,1-1 0 16,2 1-3-16,5-6 3 16,-2 2 0-16,1-3-3 15,-3-4 4-15,-3-4-1 16,-1-5 0-16,-6-4-20 16,-6-3-33-16,-6-9-7 15,-7-5-29-15,-3-5 49 0,0-4-22 16,-8 0 2-16,-5 5 5 15,1 11 7-15,1 12 48 16,4 12 11-16,1 12 32 16,0 0-2-16,-2 19-40 15,0 11 3-15,8 7 25 16,0 7-3-16,0-3 44 16,10 0-23-16,2-3-14 15,6-4 11-15,0-4-36 16,1-7 3-16,2-6-4 15,0-5-6-15,3-7 14 0,1-5-10 16,0 0-4-16,1-1 10 16,-5-15-11-16,0-1 0 15,-8-4-5-15,-1-2-56 16,-9-2-10-16,-3 4-14 16,0 4 16-16,-3 5 63 15,-4 8 6-15,1 2 4 16,1 2 16-16,2 0-18 15,0 3 16-15,2 12-9 16,1 5 15-16,0 1 24 16,0 1-27-16,0-1 12 15,4-1-12-15,5-2-18 16,1-4 17-16,1-6-18 16,3-1-2-16,3-7 14 0,4 0-13 15,3 0 6 1,3-1-6-16,1-13 7 0,2-6-7 15,-5-5-1-15,1-7-8 16,-6-10-9-16,-4-4-47 16,-9-9 15-16,-4-8-20 15,-3-1-4-15,0-4 35 16,-4 8-1-16,-10 20 39 16,-1 14 13-16,2 20 35 15,0 6 8-15,-1 28-41 16,3 12 2-16,8 13 66 15,3 0-28-15,0 0 19 16,9-3 3-16,7-2-33 0,3-3-5 16,3-7-13-16,-1-1-25 15,-2-11 12-15,1-5-13 16,-4-8 0-16,-3-4-2 16,0-8-4-16,-3-1-70 15,-1-2-90-15,-3-16-136 16</inkml:trace>
  <inkml:trace contextRef="#ctx0" brushRef="#br0" timeOffset="17049.4">16961 2849 667 0,'0'0'32'0,"0"0"-20"0,0 0 16 0,96-13-21 15,-60 6-7-15,-3-3-2 16,-8 0-58-16,-8-3-233 16</inkml:trace>
  <inkml:trace contextRef="#ctx0" brushRef="#br0" timeOffset="17236.82">16802 2720 907 0,'0'0'20'0,"0"0"166"15,0 0-136-15,0 0-50 16,0 0-35-16,0 0-251 16</inkml:trace>
  <inkml:trace contextRef="#ctx0" brushRef="#br0" timeOffset="18721.41">18167 2899 614 0,'0'0'42'0,"0"0"104"0,0 0-45 0,0 0-18 0,0 0-9 16,0 0 2-16,0 0 1 15,-15-7-7-15,14 7-19 16,1 0-14-16,0 0 10 16,-2 0-9-16,2 0-9 15,0 0-8-15,0 0-4 16,0 0 5-16,0 0-9 15,0 0-8-15,3 0 24 16,9 0-3-16,3 0-7 16,3-1 5-16,8-1-12 15,6 1 9-15,4-5-9 16,10 2-9-16,11-3 18 16,7-1-20-16,9-3 8 0,2 3-9 15,2 0 2-15,-2 4 2 16,-3 1-4-1,0 0 2-15,-1 0-1 0,-3-1 0 16,0 1-1-16,-3 0 0 16,-10 0 3-16,-6 3 0 15,-13 0-3-15,-16 0 0 16,-10 0-5-16,-7 0 5 0,-3 0 0 16,0 0 6-16,0 0-4 15,0 0 8-15,0 0-7 16,0 0-3-16,0 0 6 15,-6 0-6-15,-3 0-1 16,-1 0-2-16,2 0-7 16,-2 0 5-16,4 0-65 15,-3 0-80-15,1 0-12 16,1 3-73-16,-1-3-41 16,-3 0-194-16</inkml:trace>
  <inkml:trace contextRef="#ctx0" brushRef="#br0" timeOffset="19626.08">19145 2665 638 0,'0'0'34'0,"0"0"127"0,0 0-44 0,0 0-10 15,0 0-16-15,0 0-5 16,-19-19-15-16,19 19 12 16,-1 0-12-16,1 0-18 15,-3 0 0-15,3 0-7 16,0 0-3-16,0 0-6 16,0 0-22-16,0 0 21 15,-2 0-19-15,2 0-5 0,0 0 9 16,-3 0-12-16,3 0 7 15,0 0-5-15,0 0-6 16,0 0 13-16,0 0-13 16,0 0-2-16,-1 0 8 15,1 0-11-15,0 0 4 16,0 0-3-16,0 0 5 16,0 0 1-16,0 0-5 15,-2-1 0-15,-1 0 6 16,-2-5-7-16,0 2-1 15,0 0 0-15,-1-2 4 0,0-2-7 16,-2-4 4 0,2 3-1-16,-2-1 1 0,4 2 1 15,0 0-2 1,1 6 0-16,2-1 0 16,-3 3 2-16,4 0-2 15,0 0-3-15,0 0-1 0,0 0-1 16,0 0-1-16,5 5 4 15,6 5 2-15,3-1 1 16,2-2 1-16,6-1-2 16,2 0 6-16,5 3-5 15,4-1 3-15,-1 6-4 16,8 0 0-16,2 4 3 16,-1 0-3-16,-1 1-2 15,-6 0 0-15,-10-1-1 16,-6-4 3-16,0 1 0 15,-9-6 0-15,0-3-4 0,-2 0 4 16,-6-6 0-16,1 0 1 16,-2 0 2-16,0 0-2 15,2 0-1-15,-1 0 1 16,-1 0 1-16,0 0-1 16,0 0 1-16,0 0 3 15,0 0-4-15,0 0 8 16,0 0-9-16,0 0 0 0,0 0 8 15,0 0-4 1,0 0-2-16,0 2 9 0,-15 12-7 16,-21 8-6-16,-16 13 2 15,-10 6 0-15,3 2 2 16,7-6-2-16,18-2-10 16,13-9-2-16,15-4-76 15,6-5-151-15,6-11-261 16</inkml:trace>
  <inkml:trace contextRef="#ctx0" brushRef="#br0" timeOffset="24601.58">20648 2541 517 0,'0'0'28'0,"0"0"74"0,0 0 92 0,0 0-118 0,0 0-55 0,0 0-2 0,0 0-14 0,0 0 2 16,6 51 36-16,0-10 29 15,3 8-27-15,-3 8 15 16,3 0-11-16,-3 1-31 0,-2-4 4 16,4-8-14-1,-2-6-6-15,-1-7 1 16,0-8-2-16,-3-7-1 15,1-9 0-15,-3-4-1 16,1-3 0-16,-1-2 0 0,0 0 0 16,0-10-20-16,0-7-68 15,0-10-12-15,0-4 0 16,0-3-53-16,0-6-36 16,0-3-130-16</inkml:trace>
  <inkml:trace contextRef="#ctx0" brushRef="#br0" timeOffset="24894.54">20690 2486 287 0,'0'0'311'0,"0"0"-243"16,0 0 63-16,0 0 0 15,0 0-82-15,0 0-1 16,-18-23-6-16,18 23-13 15,0-2 4-15,0 0-2 16,6-4-4-16,16-3 21 16,10-3-3-16,5 3-17 15,5-2-2-15,4-1-3 16,3 6-5-16,-5 0-12 16,-5 2-4-16,-6 4-4 15,-7 0 3-15,-5 0-2 16,-5 5-78-16,-8 6-137 0,-8 5-109 15</inkml:trace>
  <inkml:trace contextRef="#ctx0" brushRef="#br0" timeOffset="25114.16">20806 2752 283 0,'0'0'416'15,"0"0"-412"-15,0 0 120 16,0 0-23-16,0 0-61 0,0 0 42 16,50-16-14-16,-30 3-32 15,7 3-16-15,0-2-19 16,1 2-1-16,-1 4-4 16,5 3-124-16,-5 0-146 15</inkml:trace>
  <inkml:trace contextRef="#ctx0" brushRef="#br0" timeOffset="26123.54">21115 2891 734 0,'0'0'12'0,"0"0"15"0,0 0 51 15,0 0 28-15,0 0-40 16,85-28-8-16,-53 11 1 16,-1-3-23-16,-4 2-1 15,0-2-19-15,-7 1-4 16,-5-6-5-16,-1-3-5 16,-8 4 2-16,-2 6-4 15,-4 4 0-15,0 5 8 16,-1 3-8-16,-13 5 3 15,-1 1-1-15,-3 0 1 16,-1 16 2-16,0 5 2 16,5 5 0-16,5 6 15 0,3 0 0 15,6-1 1-15,0-1-10 16,12-5-6-16,12-4 2 16,7 0 0-16,8-9-7 15,8-7 12-15,5-5-13 16,6 0 0-16,3-14 0 15,5-6 2-15,-1-5-3 16,-3 0 0-16,-12-4-1 16,-14 2 0-16,-14-3-5 15,-11 0-1-15,-10 2 6 16,-1 3-4-16,-4 10 5 16,-12 7 0-16,-9 6-4 15,3 2 4-15,-5 0-2 16,-1 10 2-16,0 11-4 0,2 2 6 15,8 5-2-15,2 1 0 16,10-2 2-16,4-7-7 16,2 0 4-16,0-4 0 15,7-4 0 1,7-7-2-16,3-5 2 0,7 0-5 16,1 0-14-16,2-17-36 15,-5-2 22-15,1-11 5 16,-4 3 11-16,-2-3 12 15,-6 5 3-15,-3 7 2 16,-5 12 1-16,-2 2 23 0,-1 4 28 16,0 2-32-1,0 15-15-15,3 10 32 0,0 0-5 16,6 1-24-16,-1-6 5 16,2-2-3-16,3-4-7 15,1-4-2-15,1-7 0 16,3-5 3-16,-1 0 0 15,2-4-3-15,-2-18-1 16,3-2-1-16,1-9-20 16,-2-10-11-16,-4-3 8 15,-2-4-14-15,-5-6 24 16,-4 1 1-16,0-2 0 0,-4 0 13 16,1 12 1-16,1 9 1 15,-2 15 2 1,0 15 33-16,0 6 55 0,0 8-73 15,0 22-12-15,0 11 6 16,3 7 11-16,5 2 21 16,6 2-10-16,0-4-16 15,-1 8-6-15,-1-4-11 16,-1-2-1-16,-5-8 0 16,4-10-21-16,-6-9-125 15,2-11-76-15,-2-12-150 16</inkml:trace>
  <inkml:trace contextRef="#ctx0" brushRef="#br0" timeOffset="26346.28">22095 2630 610 0,'0'0'380'0,"0"0"-343"0,0 0 178 0,0 0-155 0,0 0-60 16,0 0-8-16,20-23 6 15,20 23-29-15,2-4-101 16,-4 3-39-16,-6-2-135 16</inkml:trace>
  <inkml:trace contextRef="#ctx0" brushRef="#br0" timeOffset="27222.62">22473 2607 943 0,'0'0'25'0,"0"0"220"0,0 0-174 15,0 0-56-15,0 0-12 16,0 0 34-16,-14 67-5 16,14-40-3-16,5 2-6 15,2-3 2-15,1-4-9 16,1-4-13-16,4-5 0 15,-1-3-2-15,6-8 0 16,0-2-1-16,7 0-1 0,-1-8-1 16,-3-11-36-1,-2-8-11-15,-4-8 15 0,-4-5 8 16,-5 0 19-16,-2 5 3 16,-4 7 4-16,0 10-1 15,0 8 3-15,0 8 24 16,0 2 10-16,0 0-8 15,0 10-25-15,0 13-2 16,0 9 1-16,0 1 9 16,0 1-1-16,2-5-2 15,8 0-2-15,-1-7-2 16,5-8-1-16,-1-3-3 16,-1-6 1-16,1-5 0 15,2 0 1-15,4-10 0 0,-2-10-2 16,1-5 2-16,-5-4-4 15,-1-3 2-15,-1-1-6 16,-2 0 4-16,-8 2-1 16,-1 2-2-16,0 4 4 15,0 11 2-15,0 1 1 16,0 5-2-16,-1 5 0 16,-1 1 2-16,2 2-2 15,0 0-10-15,0 0 0 16,0 2 5-16,0 14 4 15,0-2 1-15,3 2 0 16,4 1-1-16,-1 5 1 16,0-1 0-16,4-2 0 0,-2 1 0 15,3-1 0 1,-2 0-1-16,-2 0 1 0,8-3-1 16,0-4 1-16,6-5 0 15,4-4 0-15,1-3 0 16,2 0 0-16,-7-10-3 15,0-3 3-15,-5-5 0 16,-2-2 1-16,-4-1 1 16,0-6-1-16,-4 1-1 15,-3-4 4-15,-3 4-4 16,0 7 0-16,0 6 0 16,0 7 5-16,0 6 18 15,-4 0 6-15,-8 10-11 16,2 12-10-16,-1 8 18 15,10 3-2-15,1-2-4 0,0-1 0 16,7-2-15-16,21-3-4 16,16-5 2-16,16-6-6 15,18-2 0-15,15-10-63 16,15-2-157-16,11-8-245 16</inkml:trace>
  <inkml:trace contextRef="#ctx0" brushRef="#br0" timeOffset="27922.9">24368 2242 590 0,'0'0'20'0,"0"0"-18"0,41-76 78 0,-29 56-7 15,-9 5-12-15,-3 5 22 16,0 5 10-16,0 2 30 16,-15 3-37-16,-10 0-39 15,-10 0-9 1,-2 12-2-16,3 5 21 0,1-1-15 15,6 4-6-15,6 0-12 16,5 1-8-16,7-1-5 16,4 1-11-16,5 2 1 15,0 0-2 1,3-2 1-16,20 4-1 0,5-1 1 16,11 0 1-16,7 2 0 15,2-4-1-15,3 1-2 0,-2-4-2 16,-1-1 4-16,-5 0 0 15,-9-3 0-15,-13-2-1 16,-7-3-1-16,-14 1-1 16,-5-1 3-16,-28 0 7 15,-14-1-3-15,-9 3 7 16,-8-4 10-16,1-2 12 16,0-2 0-16,7-3-15 15,10-1-15-15,16 0-3 16,12 0-1-16,11 0-1 0,7 0-9 15,0 0-136-15,12 0-110 16,22 0 53-16,11 0-111 16</inkml:trace>
  <inkml:trace contextRef="#ctx0" brushRef="#br0" timeOffset="28663.6">25172 2392 846 0,'0'0'87'0,"0"0"44"0,0 0 30 0,0 0-78 0,0 0-26 16,-106-22-26-16,68 34 15 16,0 2-4-16,0 6-8 15,9-4-13-15,9 7-1 16,4-2-8-16,8-1-8 15,8 0-2-15,0-2-2 16,12-1-1-16,20-4-4 16,5-6 4-16,6-1-3 15,3-6 1 1,2 0-47-16,-6-6-6 0,2-7 9 16,-8-3 6-16,-3-2 21 15,-8-2-4-15,-8 1 18 0,-5 0 0 16,-8 2 6-1,-4 0 3-15,0 9 1 16,0 1 18-16,0 3 25 0,-4 4-31 16,1 0 19-16,-4 0-19 15,-1 10-14-15,2 2 1 16,-2 6-3-16,4 0 0 16,4-4 3-16,0-3-2 15,0 0-1-15,0-5 0 16,0-2-4-16,3-1 4 15,7-3-2-15,6 0 2 16,0 0 1-16,-1-8-1 16,6-8-14-16,-5 3-12 0,-5 1 2 15,-4-1 21-15,2 4-3 16,-8 4 6-16,1-1 5 16,-2 6-3-16,0 0 5 15,0 0-1-15,0 0-5 16,0 0-2-16,0 3 0 15,0 9 1-15,0 1-1 16,4 0 3-16,2 4-2 16,3-1 1-16,2-4 2 15,-2-2-2-15,3-2-1 16,1-4 0-16,2-1 2 16,9-3-1-16,0 0-1 15,5 0 0-15,0-7-5 16,-2-1-42-16,-8-2-65 15,0-1-76-15,-5-6 52 0,-2-3-145 16,-3-3-365-16</inkml:trace>
  <inkml:trace contextRef="#ctx0" brushRef="#br0" timeOffset="29721.14">25694 1985 777 0,'0'0'25'0,"0"0"82"15,0 0-26-15,0 0-25 0,-30 72 33 0,30-28-26 0,0 3 8 16,0 1-10-16,0 1-13 16,0 0-9-1,0-5-5-15,3-2 5 0,6-5-23 16,3-6-14-16,3-8 7 15,3-6-9-15,2-6 5 16,3-8-5-16,1-3 1 16,1 0-1-16,4-8 0 15,-3-10-10-15,0-5-21 16,-3-2-2-16,-7-1 14 16,-9 0 9-16,-2 1-13 15,-5 3 23-15,0 9 0 0,0 5 0 16,0 6 5-16,0 2 6 15,0 0 1-15,-5 10-12 16,2 11 0-16,-1 5 13 16,4 1-3-16,0-3-7 15,0-3 6-15,12 1 4 16,7-6-4-16,5-3-8 16,5-5 0-16,4-6 1 15,0-2-1-15,-2 0 0 16,-4 0-2-16,-3-13-35 15,-6-7 27-15,0-2-7 16,-6 0 7-16,-3-1 7 16,0 11 2-16,-6 5 0 0,-2 3 4 15,-1 4 1-15,0 0-3 16,0 13 1-16,-7 7-3 16,-2 1 28-16,2 0-16 15,2-6-3-15,0 1 2 16,4-7-7-16,1-3-1 15,0-4-3-15,0-2 0 16,0 0 1-16,9 0 0 16,9-2 7-16,1-13-6 15,7-3-1-15,-1-5-2 16,0 1 1-16,1 0-17 16,-7 1 5-16,-3 8-9 0,-8 10 19 15,-5 3 1 1,0 0 2-16,3 9-1 0,3 9 24 15,0 4-1-15,3-2-2 16,1-2-2-16,2-3 2 16,4-3 4-16,4-4-13 15,8-5 1-15,5-2 6 16,6-1 15-16,1 0-25 16,-7-7-8-16,-6-8-1 15,-8-2 0-15,-4-4 0 16,-10-6-4-16,-8-5-11 15,0 0-2-15,-8 2 16 16,-13 10-6-16,3 5 4 16,-4 10 2-16,0 5-5 15,0 5 6-15,-1 19 0 0,0 9 4 16,3 7 26-16,4 9-8 16,6 4-2-1,0 4 9-15,7 2-11 0,1 3-5 16,2-3-6-16,0-4-7 15,0-4 7-15,0-11-7 16,0-11 0-16,0-5-1 16,0-11 0-16,0-7 0 15,0-6-19-15,-3 0-113 16,-13 0-155-16,-2-22-158 16</inkml:trace>
  <inkml:trace contextRef="#ctx0" brushRef="#br0" timeOffset="29895.1">26228 2144 1303 0,'0'0'7'0,"0"0"68"0,0 0 14 0,0 0-50 0,0 0-39 15,0 0-17-15,-13-28-98 16,13 41-90-16,0 2-160 15</inkml:trace>
  <inkml:trace contextRef="#ctx0" brushRef="#br0" timeOffset="31235.02">19411 4044 636 0,'0'0'25'0,"0"0"7"0,0 0 96 0,0 0-41 16,0 0-49-16,0 0 2 16,-9 0 10-16,8 1-6 15,-1-1 0-15,2 0-13 16,0 0 6-16,0 0-2 0,0 0-1 16,0 0 6-16,-1 0-10 15,1 0-2-15,-2 0-7 16,2 0-6-16,0 0 6 15,0 0-6-15,0 0-2 16,0 0 7-16,0 0-14 16,0 0 2-16,0 0 0 15,0 0-4-15,0 0 3 16,0 0-6-16,0 0-1 16,-1 0 2-16,1 0 0 15,0 0-2-15,0 0 0 16,0 0 3-16,0 0-5 0,0 0 2 15,0 0 0-15,-2 0 0 16,2 1 3-16,0-1-5 16,0 0 2-16,0 0 0 15,0 0 2-15,0 0-2 16,0 0 1-16,0 0-2 16,0 0 1-16,0 0 0 15,0 0 0-15,0 0 1 16,0 0-3-16,0 0 2 15,0 0 0-15,0 0-2 16,0 0 3-16,0 0-2 0,3 2 1 16,15-2 0-1,11 0 1-15,-1 0-1 0,8 0 2 16,4 0 9 0,8-7-4-16,11-4 4 0,4-3 2 15,4 0-7-15,-7 3 2 16,-11 2-8-16,-5 6 2 15,-13 2-5-15,-6 1 3 16,-6 0-2-16,-5 0 2 16,-5 0-6-16,-5 0-3 15,-4 0-71-15,0 0-45 16,0 0-33-16,0 0-61 0,0 0-25 16,0 0-210-1</inkml:trace>
  <inkml:trace contextRef="#ctx0" brushRef="#br0" timeOffset="31533.22">19938 3757 682 0,'0'0'14'0,"0"0"104"0,0 0-15 0,0 0-84 16,0 0-18-16,0 0 29 15,45 16 36-15,-17-1 2 0,0 6-6 16,2 2 3 0,-6 5-11-16,-2 2-28 0,-8 1-7 15,-10 1 5 1,-4 0-16-16,0 0 1 0,-10 1-1 16,-14 1-6-16,-6-2 3 15,-4-2-5-15,0-3-5 16,1-1-14-16,-1-4-202 15,-7-4-73-15,4-7-367 16</inkml:trace>
  <inkml:trace contextRef="#ctx0" brushRef="#br0" timeOffset="33197.1">6652 2756 733 0,'0'0'25'0,"0"0"-15"0,0 0 103 0,0 0-11 15,0 0-13 1,0 0-28-16,0 0-15 0,0 0-12 15,0 0-5 1,0 0-15-16,0 0-5 0,0 0-5 16,0 0 2-16,0 0 11 15,0 0-4-15,0 0 2 16,0 0 13-16,0 0-10 16,0 0-3-16,0 0 0 15,0 0-4-15,0 0 12 16,0 0-7-16,0 0-6 15,0 0 2-15,0 0-2 0,0 0 2 16,0 0-6-16,0 0 0 16,0 0 7-16,0 0-10 15,0 0 1-15,0 0-2 16,0 0 1-16,0 0 0 16,0 0-3-16,0 0 0 15,0 0 2-15,0 0-2 16,0 0 0-16,0 0 0 15,0 0 2-15,0 0-2 16,0 0 0-16,0 0 0 16,0 0 2-16,0 0-2 0,0 0 0 15,0 0 0-15,0 0 0 16,0 0 1-16,0 0-1 16,0 0 0-1,0 0 0-15,0 0 0 16,0 0 0-16,0 0-1 0,0 0 3 15,0 0-1-15,0 0-1 16,0 0 2-16,0 0 2 16,0 0-4-16,0 0 0 15,0 0 3-15,0 0-3 16,0 0 2-16,0 0-2 16,0 0-1-16,0 0-1 15,0 0 1-15,0 0-11 16,0 0-10-16,0 0-129 0,2 0-81 15,15 0-89 1</inkml:trace>
  <inkml:trace contextRef="#ctx0" brushRef="#br0" timeOffset="35484.15">21282 3688 363 0,'0'0'443'0,"0"0"-443"0,0 0 111 0,0 0-1 0,0 0-14 16,0 0-55-16,0 0-3 15,-14-43 9-15,14 43-2 16,0 0-16-16,-1 0-7 16,1 0 4-16,0 0-19 15,0 7-6-15,0 14 1 16,0 8 7-16,0 11 18 0,5 6-9 15,-1 7 4 1,-1 4-1-16,0 8-14 0,-1-4-3 16,-1-3-3-16,1-8 0 15,-2-12-1-15,0-9 0 16,0-9 0-16,0-7 0 16,0-6 0-16,1-4 0 15,-1-3-1-15,0 0 2 16,0 0 4-16,0 0-2 15,0 0 1-15,0-6 7 16,0-10-11-16,-4-3-27 16,-1-3-25-16,2 3-31 15,2 0 2-15,-1 2-19 0,1 3-11 16,1-1-4 0,0-1-72-16,0 2-74 0</inkml:trace>
  <inkml:trace contextRef="#ctx0" brushRef="#br0" timeOffset="36336.04">21320 3826 348 0,'0'0'31'0,"0"0"112"0,0 0-73 16,0 0 20-16,0 0-20 16,0 0-6-16,-16-62-4 15,13 51 12-15,2-3-22 16,-1-4-11-16,2 1 24 15,0-3 10-15,0-1-46 16,0 0 4-16,0 2-2 16,3 3-10-16,5 1 6 15,0 2-11-15,1 4 0 16,1 2 1-16,2 1-8 16,1 5 4-16,5-1-6 0,4 2-4 15,2 0 4 1,-1 0-5-1,1 0 0 1,-1 2 0-16,-2-1 2 0,-3 5-2 16,-1-2 0-16,-7 3-7 0,-1 1-74 15,-2 5-92-15,-2 3-51 16,-5-1-124-16</inkml:trace>
  <inkml:trace contextRef="#ctx0" brushRef="#br0" timeOffset="36601.18">21331 3948 647 0,'0'0'5'0,"0"0"87"0,0 0-26 16,0 0-31-16,0 0 75 15,0 0-6-15,35 7-23 16,-17-14-23-16,4 0-26 15,0-2-23-15,-1 3-9 16,5 0-6-16,-1 3 2 16,0 3-132-16,-2 0-87 15,-5 0-99-15</inkml:trace>
  <inkml:trace contextRef="#ctx0" brushRef="#br0" timeOffset="37600.08">21642 4093 799 0,'0'0'1'0,"0"0"14"16,0 0 88-16,0 0-63 15,0 0-4-15,0 0 66 16,25 14 0-16,-4-14-34 0,6-11-7 15,4-6-32-15,1-2-10 16,2-3-14-16,-4 2 5 16,-4 0-10-16,-3 1 0 15,-11 1 0-15,-5-1 0 16,-7 0 0-16,0 0 8 16,-1 4-8-16,-14 4 0 15,-1 4-1-15,-4 7 3 16,-7 0-2-16,-1 9 0 15,-2 9 0-15,5 7 2 16,5 0-1-16,8 8 4 16,8-1 1-16,4 3-5 15,0-1 8-15,22-3-8 16,11-7 1-16,10-1 8 0,8-7-8 16,4-8-2-16,5-6 1 15,4-2 2-15,5-5 2 16,-2-13-5-16,0-5 0 15,-6-3-1-15,-10 0 3 16,-9-2-2-16,-15 0 0 16,-13 2 1-16,-11 2 8 15,-3 1-3-15,-11 3-5 16,-12 8 3-16,-5 6-3 16,-2 6-1-16,-3 0 3 15,1 7-1-15,4 10 16 16,4 5-13-16,7 3 0 15,9 1-5-15,7 0 0 0,1-3 0 16,1-2 0-16,14-7-4 16,5-4 4-16,3-6-1 15,4-4 1-15,1 0-4 16,1-6 4-16,4-9-6 16,-7-3-13-16,-1-5 0 15,-5 1-5-15,-5 2 19 16,-4 4 4-16,-4 8 0 15,-4 5 2-15,-3 3 0 16,0 0-1-16,5 3-13 16,8 11 13-16,-1 2 2 0,3 4-1 15,-3-5 3 1,0-4-4-16,4-4 3 16,-2-1-3-16,-1-4 2 15,1-2 3-15,0 0-4 0,3-8 0 16,1-6-1-16,-3-9-14 15,1-5-48-15,-1-5-26 16,3-6-46-16,-3-6 38 16,-5-10 19-16,-7-9-45 15,-3-5 57-15,-3 0 45 16,-12 8 20-16,2 15 0 16,4 17 31-16,2 17 83 15,4 12-15-15,3 0-11 16,0 29-88-16,0 12 38 0,0 12 24 15,19 2-15 1,-1 0-16-16,4-3-1 0,-1-4-27 16,-4 0-2-16,-4-4-2 15,-3-5 1-15,-2 1-13 16,-7-10-170-16,5-10-132 16,-6-10-204-16</inkml:trace>
  <inkml:trace contextRef="#ctx0" brushRef="#br0" timeOffset="38645.01">22759 3896 895 0,'0'0'8'0,"0"0"118"0,0 0-32 0,0 0-56 0,0 0-38 0,0 0-2 15,76-39 2-15,-40 35-6 16,-5 0-9-16,-3 3-38 15,-6 1-19-15,-5 0-2 16,-6 0 43-16,-5 0 11 16,0 0 7-16,-5 0 4 15,-1 3 6-15,0 1 3 16,0 4 0-16,0 4 6 16,0 3 3-16,0 5 16 15,0 5 16-15,0 6 10 16,0 4 0-1,0-2-10-15,0 0-6 16,0-5-13-16,0-6 5 0,3-5-11 16,3-5-6-16,3-7-4 0,3-5 3 15,8 0 7-15,3-9 4 16,4-13-4-16,3-6-16 16,-3-4 2-16,-6-4-5 15,-2 0 4-15,-5-4-1 16,-1 5 0-16,-4 6 3 15,-1 5-4-15,-3 15 1 16,-5 6 0-16,0 3 17 16,0 3-15-16,0 15 3 15,0 8-5-15,0 3 7 16,0 2 3-16,0-2-3 0,0 0-1 16,0-4 4-1,8 0-9-15,3-6 5 0,0-6-6 16,4-5 0-16,3-4 3 15,0-4-3-15,11 0 6 16,2-9 6-16,3-7-5 16,-1-3-5-16,-3-6-2 15,-3-3 0-15,-13 0-1 16,-3-1 2-16,-11 2-1 16,0 1 5-16,-3 4-2 15,-12 4 1-15,0 7-3 16,5 5 1-16,-2 4 1 0,4 2-3 15,5 0 0-15,3 0-1 16,0 0-9-16,0 8 7 16,0 6 1-16,0-2 0 15,11 1 1-15,-1 1 1 16,1 0-2-16,-1-1 1 16,2 3 2-16,-5 4-2 15,1-1 1-15,-3 0 0 16,2-1 3-16,2-4-3 15,0-1 1-15,3-2-4 16,4-7 7-16,6-4-3 16,7 0 6-16,1-3 7 15,4-16-5-15,6-1-7 16,1-3 11-16,0-2-3 16,-6 0-10-16,-7 0 3 0,-14-2-3 15,-8 4 2-15,-6 1 11 16,0 5-8-16,-16 6 3 15,-1 8 21-15,-6 3 6 16,2 9 2-16,2 13-6 16,7 2 6-16,4-1-3 15,8 2-16-15,0-6-5 16,9 2-4-16,12-6-4 16,3-2-3-16,13-6-2 15,16-3-4-15,14-4-1 0,17 0-111 16,8 0-187-1,5-7-415-15</inkml:trace>
  <inkml:trace contextRef="#ctx0" brushRef="#br0" timeOffset="42734.56">25518 3319 736 0,'0'0'17'0,"0"0"21"0,0 0 87 0,0 0-76 16,0 0-24-16,0 0 33 15,0 0-7-15,0 0-16 16,1 0 18-16,2-3-13 15,-1-1-24-15,-2 1 2 16,3 0 4-16,-3-2 5 16,0-2-16-16,0-2-10 15,0 0 7-15,0-1-4 16,0 3 2-16,0 2 6 16,0 0-1-16,-5 1 8 0,-7 1 0 15,-3 3-11 1,-5 0 3-16,-3 0-11 0,-2 0 0 15,-1 12 4-15,3 0 3 16,3 3-1-16,4 0-3 16,2 2-3-16,5 0 0 15,3-1 0-15,3 5 0 16,0-1 0-16,3 0 0 16,0-1-1-16,14 1-6 15,7 4 7-15,8-1 0 16,7 5 0-16,6 1 0 15,6 3-1-15,2 0 3 16,3 2-4-16,-6-4 2 0,-11 1-2 16,-7-6-1-1,-14-6 3-15,-12-1-5 0,-3-1 5 16,-11 1 6-16,-25-1 3 16,-14-3-3-16,-13-2-1 15,-3-4 13-15,-2-6 35 16,2-2-8-16,3 0-10 15,7-13-13-15,8-5-9 16,14-3-2-16,13-2-11 16,7 2 0-16,13 3-3 15,1 2-25-15,10 4-61 16,20 5-86-16,12 1 12 0,3 3-106 16,1 0-78-1</inkml:trace>
  <inkml:trace contextRef="#ctx0" brushRef="#br0" timeOffset="43568.38">25926 3629 920 0,'0'0'19'0,"0"0"35"0,0 0 30 0,0 0-69 16,0 0-15-16,0 0 0 15,102-53 2-15,-77 37-1 16,-2 2 1-16,-7 0 3 16,-3-1 6-16,-5 1-6 0,-5 2 4 15,-1 2-6-15,-2 2 10 16,0-1 20-16,0 6 5 16,-7 3 5-1,-4 0-29-15,-3 0-10 0,-3 12-3 16,1 8 0-1,4 10 3-15,4 7 3 0,6 7 0 16,2 0 5 15,3-4-8-31,16-5-3 0,7-6-1 16,0-10 1-16,6-8 3 0,2-11-4 0,5 0 0 16,5-18 11-1,5-15-10-15,-2-10-1 0,-2-3 2 16,-8-7-1-16,-7 2-2 0,-9-5-1 15,-12-2-13-15,-6-5 0 16,-3-2-5-16,-3 3 0 16,-11 13 15-16,-3 15 5 15,0 16 1-15,5 16 1 16,-1 2 7-16,0 17-9 16,1 17-1-16,2 7 1 15,7 5 3-15,3 1-3 16,0 2 4-16,0 0-4 15,8-2 0-15,6-1 0 16,3-7 0-16,7-7-2 16,9-5 1-16,7-9 2 15,11-6 0-15,1-11-1 0,8-1 4 16,1-2-6-16,2-17 2 16,-8-4-17-16,-12-2-29 15,-19-2-4-15,-15 0 27 16,-9 1 23-16,-6 0 0 15,-15 8 24-15,-4 1 25 16,0 8 13-16,-1 8-6 16,5 1-14-16,3 4-3 15,5 17-26-15,3 5-9 16,7 6 14-16,3 1-10 16,0-1-6-16,4-4 5 15,12 5-7-15,2-6 0 0,5-6-2 16,2-6-3-16,5-2 4 15,4-7-40-15,7-6-104 16,8 0-30-16,4-7 41 16,0-15-221-16</inkml:trace>
  <inkml:trace contextRef="#ctx0" brushRef="#br0" timeOffset="44553.13">27295 3479 889 0,'0'0'31'0,"0"0"144"0,0 0-46 0,-96 17-76 0,80 7-10 0,2 2-12 16,8 6 0-16,5 1-12 0,1-2-12 15,0-2 14 1,4-4-21-16,13-4 0 0,2-6-2 16,8-6 4-16,6-7 1 15,4-2-3-15,5-2 1 16,-2-18-7-16,-2-7-43 15,-4-7-21-15,-6-7 6 16,-7-7-4-16,3-7 10 16,-8-5 41-16,-2-7 13 15,-5-3 3-15,-8 3-7 16,-1 11 7-16,0 18 1 16,-1 15 7-16,-5 15 72 0,0 8 15 15,-5 6-72 1,5 24-22-16,0 9 12 0,3 8 14 15,3 2 6-15,0 5 8 16,0-2 18-16,0 1-34 16,6-3-16-16,2 0-1 15,4-5-7-15,0-5 0 16,4-6-2-16,-1-14 1 16,3-5 0-16,0-11-2 15,6-4-3-15,4-6-10 16,0-19-21-16,1-7-28 15,-4-5 3-15,-4-4 19 16,-3 3 14-16,-8 7 9 16,-3 10 17-16,-3 8 3 15,-4 9 5-15,0 4 38 0,0 0-1 16,-4 10-41-16,-4 9 5 16,-1 6 6-16,1 6 6 15,4-1 5-15,1 3-4 16,3-3-6-16,0-4-6 15,0-5-7-15,0-4 0 16,3-9 0-16,9-4-1 16,1-4 1-16,10 0 3 15,3-11 1-15,4-14-4 16,0-3-20-16,-6-4-10 0,-4-1-54 16,-6 7 65-16,-8 5 19 15,-4 6 0-15,-2 10 1 16,0 1 31-16,0 4 26 15,-5 0-18-15,-5 14-38 16,0 5 6-16,4 5 19 16,2 2-12-16,4 1 4 15,0-2-11-15,0-4 3 16,0-3-2-16,8-4-9 16,3-6 0-16,2-5 5 15,4-3-3-15,5 0-1 16,1-5 4-16,3-10-3 15,-3-11 0-15,-6-6-2 16,-8-1 0-16,-6-8-2 16,-3 7-17-16,-6 2 13 15,-13 8 4-15,-4 7-1 0,4 8 2 16,1 5-2-16,0 4-5 16,3 2 7-16,0 12-8 15,3 9 0-15,4 3 0 16,6 0-12-16,2 2-32 15,0-4-53-15,10-4-46 16,8-6-56-16,3-8-77 16,3-6-116-16</inkml:trace>
  <inkml:trace contextRef="#ctx0" brushRef="#br0" timeOffset="44896.88">28300 3499 570 0,'0'0'384'0,"0"0"-301"0,0 0 103 0,0 0-143 0,0 0-26 0,0 0 17 16,-24 39-2-16,24-27-11 15,0-2 7-15,0 0-15 16,0-4-5-16,0-4 0 16,0-2-6-16,5 0-2 15,11 0 8-15,6-7 3 16,3-10-3-16,3-1-8 15,-1-1 0-15,-5 5-1 16,-5 6 1-16,-1 2 0 16,-2 6-1-16,5 0-6 15,3 2 6-15,2 8-1 0,1-1 2 16,4-2-1-16,-1-3 3 16,-1-4-2-16,0 0 0 15,-7 0-3-15,-4-5-110 16,-10-8-75-16,-6-2-105 15,-11-3-453-15</inkml:trace>
  <inkml:trace contextRef="#ctx0" brushRef="#br0" timeOffset="45090.05">27410 3352 793 0,'0'0'0'0,"0"0"0"16,0 0-1-16,0 0 3 16,83-7-6-16,-35-3 4 15,3-1-43-15,4-4-100 16,-3-2-178-16</inkml:trace>
  <inkml:trace contextRef="#ctx0" brushRef="#br0" timeOffset="45239.96">28093 3214 715 0,'0'0'233'0,"0"0"-193"15,0 0 116-15,0 0-152 16,0 0-4-16,0 0-39 16,-6 0-144-16,6 0-241 15</inkml:trace>
  <inkml:trace contextRef="#ctx0" brushRef="#br0" timeOffset="45714.09">26683 1688 297 0,'0'0'76'0,"0"0"-30"0,0 0 10 0,0 0-30 0,0 0-23 0,0 0 0 0,0 0-6 0,0 0-7 0,0 0-42 0,0 0-197 0</inkml:trace>
  <inkml:trace contextRef="#ctx0" brushRef="#br0" timeOffset="46412.46">26989 4142 802 0,'0'0'7'0,"0"0"-6"0,0 0 104 0,0 0-77 15,0 0-24-15,0 0-2 16,-6 0-1-16,6 0-2 0,0 0 1 16,0 0 0-16,0 0 5 15,0 0 2 1,0 0 10-16,0 0 6 0,0 0-12 16,0 0 3-16,0 0-8 15,0 0-5-15,0 0 3 16,0 0-4-16,-2 0-7 15,-4 0-123-15,-1 0-480 16</inkml:trace>
  <inkml:trace contextRef="#ctx0" brushRef="#br0" timeOffset="83837.86">26234 4545 591 0,'0'0'34'0,"0"0"84"0,0 0 13 0,0 0-50 0,0 0-9 16,0 0-4-16,0 0-2 16,0-4-10-16,0 4-5 0,0 0 0 15,0 0-10 1,0 0 16-16,0 0-32 16,0 1 0-16,0 11-9 15,3 13 42-15,3 3 4 16,-2 7-17-16,1 15-16 15,1 6 7-15,0 12-19 0,-2 4 3 16,2 0-4-16,2-4-4 16,-1-1 2-16,0-1-14 15,3-6 2-15,-4-7 8 16,2-10-6-16,-3-9-2 16,-1-10 1-16,1-9 0 15,-2-5-3-15,-2-7 0 16,1-3 0-16,-1 0 4 15,-1 0-2-15,2 0-2 0,-2 0 0 16,1-1-8 0,-1-11-59-16,0-2-63 0,0 1-40 15,0 3-25-15,-4-1-75 16,-11 4-91-16</inkml:trace>
  <inkml:trace contextRef="#ctx0" brushRef="#br0" timeOffset="84181.05">26088 5238 750 0,'0'0'40'0,"0"0"107"0,0 0 1 0,0 0-63 0,0 0-24 0,0 0-7 16,0-11-5-16,1 11-12 16,14 0 11-16,5 4 28 15,2 10-51-15,2 5 10 16,-2 3-5-16,2 2-6 16,0 1-3-16,-3-1-15 15,-2-5-3-15,-1 0-5 16,1-2 2-16,-4-4-3 15,-1-4-3-15,1-3-70 16,1-1-112-16,4-5-26 16,-3 0-64-16,0-16-202 15</inkml:trace>
  <inkml:trace contextRef="#ctx0" brushRef="#br0" timeOffset="84422.32">26537 5236 649 0,'0'0'150'15,"0"0"-50"-15,0 0 84 16,0 0-59-16,0 0-81 16,0 0-20-16,-6 34 42 0,-12-1 61 15,-7 3-67 1,-7 1-30-16,-1 1-20 0,2 1-10 16,0-1-15-1,4-5-132-15,-1-2-301 16</inkml:trace>
  <inkml:trace contextRef="#ctx0" brushRef="#br0" timeOffset="87004.22">23857 6217 677 0,'0'0'58'0,"0"0"51"0,0 0 2 15,0 0-38-15,0 0-31 16,0 0-11-16,0 0 8 16,0-4-6-16,0 4 1 15,0 0 10-15,0 0-15 16,0 0-12-16,0 0-1 16,0 11-10-16,3 13 37 15,2 10 21-15,2 8-37 16,-1 6 24-1,0 8-18-15,0-2-24 16,-2-1 6 0,4-4-11-16,-3-5 1 15,1-6-5-15,-2-7 1 0,-1-6 5 16,-2-6-6-16,-1-7 0 0,3-2 0 16,-3-6 1-16,0-1-2 0,0-3 0 15,0 0 1-15,0 0 0 16,0-16 0-16,0-7-18 15,0-11-8-15,-4-10-28 16,-6-6 5-16,-1-3 22 16,2-5 12-16,-3 5 12 0,2 5 1 15,-4 5 2-15,7 8 5 16,-1 6-5-16,2 4 0 16,6 10 9-16,-1 1-8 15,1 8 9-15,0 2-2 16,0 4-7-16,6 0-1 15,10 8 3-15,5 18-2 16,3 5 17-16,1 4-6 16,-5-1 10-16,1-3 1 15,-1-3-14-15,0-5-3 16,-1-2-5-16,-2-6 7 16,-2-5-5-16,-1-6-3 15,0-1 7-15,-2-3-5 16,6-3 2-16,0-15 5 0,-2-10-8 15,-3-8 4 1,1-7-5-16,-3-5 2 0,-1 2 1 16,-4 3-3-16,0 13 0 15,-3 12 0-15,-2 9 2 16,-1 9 4-16,2 0-6 16,4 15-10-16,0 13 10 15,0 9 10-15,0 4 0 16,0 2 28-16,1 3-8 15,2-3-22-15,-2-2-8 16,4-3 7-16,1-6-8 16,-2-4 1-16,2-6 0 0,-1-6-1 15,1-2-4-15,-1-3 3 16,-3-5-42-16,6-6-63 16,-3 0-58-16,4 0-54 15,-4-11-67-15,-4-5-399 16</inkml:trace>
  <inkml:trace contextRef="#ctx0" brushRef="#br0" timeOffset="87781.97">24739 6388 594 0,'0'0'40'0,"0"0"128"0,0 0-47 16,0 0-38-16,0 0 14 16,0 0-33-16,-39-48 4 15,20 48-16-15,-2 0-22 16,-3 0 22-16,2 14-21 15,-1 5 18-15,2 8-20 16,2 5-6-16,4 0-8 16,3 1-7-16,9-2 0 15,3-3-3-15,0-3-3 16,8-3 6-16,13-8-7 16,5 0-1-16,4-9 2 0,5-5 1 15,5 0 0-15,0-11-3 16,-4-9 0-16,-3-4 3 15,-11-4-2-15,-8-4 0 16,-10-5 4-16,-4 0-4 16,-8 0 7-16,-12 11-8 15,-3 5 2-15,-4 8-1 0,0 5-1 16,1 8-5-16,0 0 3 16,4 4-6-16,4 14-5 15,5 2-22-15,4 0-76 16,7 5-9-16,2 0-66 15,0-2-55-15,6-2-245 16</inkml:trace>
  <inkml:trace contextRef="#ctx0" brushRef="#br0" timeOffset="88769.14">25276 6447 908 0,'0'0'8'0,"0"0"115"0,0 0-40 16,0 0-8-16,0 0-41 0,0 0 3 16,-93-62-14-16,71 62-2 15,-3 1-7-15,-2 13 1 16,4 8 2-16,0 3-3 15,3 5-1-15,8-1-9 16,5 1 8-16,7 1-12 0,0-6 0 16,0-3 1-1,13-8-1-15,8-4-2 16,0-6 2-16,8-4 0 16,-1 0 3-16,3-17-3 15,1-9-5-15,-3-6 4 16,-3-4-22-1,-6-10-7-15,-6-7 15 16,-6-10-5-16,-5-4 15 0,-3-5-15 16,0 5 2-16,-3 13 3 0,-8 17 7 15,2 18 8-15,-1 13 7 16,-1 6 16-16,1 23-15 16,1 16-8-16,1 5 0 0,5 9 8 15,3 0-6 1,0-1 8-16,9 4 9 15,6-4-10-15,6-4 0 0,-1-6-5 16,5-5 0-16,5-9-1 16,-1-8-3-16,3-9 0 15,-1-7 5-15,4-4-2 16,-3-6 2-16,1-15-5 16,-6-4 0-16,-5-7 2 15,-10-4-2-15,-10-3-12 16,-2-2 7-16,0 5 3 15,-12 9-2-15,3 9 4 0,0 10 0 16,2 8 13 0,-3 0 0-16,2 16-9 0,-1 11-4 15,4 7 0-15,5 1 6 16,0 0-2-16,5-1 0 16,12-3 8-16,9-3-6 15,-1-3 0-15,12-3-4 16,-2-7 0-16,2-5 2 15,1-7-4-15,-3-3 2 16,-3-3-1-16,-1-15 2 16,-4-8-3-16,-3-8 6 15,-5-11-5-15,-7-10 2 16,-3-14-3-16,-6-12-12 16,-3-10 9-16,0-12-2 15,0 2-14-15,-15 13 0 0,-4 23 11 16,1 31 8-1,4 23 0-15,2 11 8 0,-2 25 8 16,3 24-10-16,2 13-1 16,9 8 20-16,0 5 16 15,17 0 2-15,6 0 20 16,6-1-27-16,5-5-9 16,6-7-24-16,5-8 0 15,0-8-6-15,-2-8 2 16,-7-6-12-16,-3-2-178 15,-5-16-219-15</inkml:trace>
  <inkml:trace contextRef="#ctx0" brushRef="#br0" timeOffset="89314.23">27093 6038 1028 0,'0'0'0'0,"0"0"26"0,0 0 48 0,0 0-14 0,-37 121 46 16,37-60-62-16,0 1 17 16,0 2 21-16,7-6-64 0,4-5-1 15,0-11-15 1,0-7 2-16,0-10-4 16,-2-6 0-16,-1-9-9 0,0-4-2 15,-3-6-139 1,1 0-53-16,-3-16 30 15,-3-16-57-15,0-9-126 0</inkml:trace>
  <inkml:trace contextRef="#ctx0" brushRef="#br0" timeOffset="89573.31">27047 6066 792 0,'0'0'94'16,"0"0"169"-16,0 0-198 15,0 0-63-15,0 0 1 16,0 0 96-16,100 85-48 15,-42-52-7-15,9 1 19 0,6 7-34 16,-1 2 2 0,-6 1-25-16,-11-4-3 0,-11-3 7 15,-15-1-7 1,-16-9-4-16,-13 3 1 16,-3-7 0-16,-30-3 14 15,-14-5 13-15,-10-5 7 16,-7-6 0-16,0-4-28 15,11 0 0-15,7 0-6 16,17-9 4-16,12-1-8 16,11 2-13-16,6-1-104 0,20-1-152 15,15-1-118-15,8-1-208 16</inkml:trace>
  <inkml:trace contextRef="#ctx0" brushRef="#br0" timeOffset="89921.03">27875 6385 875 0,'0'0'22'0,"0"0"123"16,41-75-93-16,-28 49-15 16,-6-1-30-16,-4 4 0 15,-3 7 14-15,0 7-9 16,-13 4 27-16,-13 5 5 15,-5 0-38-15,-5 6 29 16,2 12-6-16,7 8-14 0,6 5 9 16,11 2-24-16,10 5 8 15,0-1-4-15,16-2 1 16,17-6-5-16,7-7 1 16,5-3-1-16,3-8 0 15,3-9 0-15,4-2-1 16,3 0-53-16,-5-13-68 15,-6-8-13-15,-11-3-141 16,-14-9-25-16,-10-2-178 16</inkml:trace>
  <inkml:trace contextRef="#ctx0" brushRef="#br0" timeOffset="91594.21">28254 6275 220 0,'0'0'465'0,"0"0"-329"16,0 0 76-16,0 0-93 16,-45-72 10-16,44 69-16 15,1 3-73-15,0 0-40 16,0 14-8-16,10 13 8 15,10 5 16-15,2 5-4 16,-1-1 15-16,3 0-15 16,1-4-6-16,2-4-1 15,-2-6-5-15,-2-7 4 16,-1-5-4-16,-6-6 0 31,-4-4 3-31,-3 0 2 0,2-7-3 16,-4-15 8-16,-1-8-10 15,-1-4 9-15,-5-3-9 16,0-2 0-16,0 0 0 0,0 7 3 16,0 3-2-16,-5 11-1 0,4 4 3 15,1 10 6-15,0 1 28 16,0 3-24-16,0 0-13 16,0 0-18-16,10 11 8 15,13 3 8-15,5 0 4 16,3 2-1-16,1-6-1 15,5-1 0-15,9-7 4 16,0 1-2-16,2-3 2 16,-9 0-4-16,-14 0 0 15,-8-13 0-15,-7-3 5 0,-10-5-5 16,0 3 6-16,0 1-5 16,-12 3 0-16,-1 2-1 15,-5 7 1-15,3 5 5 16,-3 0-6-16,1 8 0 15,1 17-1-15,4 4 3 16,5 6 0-16,7 4-1 16,0-3 1-16,1 0 3 15,16-4-5-15,3-6 1 16,4-6 0-16,-1-6-1 16,4-8 0-16,6-6-1 15,-1 0-5-15,8-12 4 16,-4-14-51-16,-4-6-13 0,-9-12-52 15,-7-11 55 1,-4-12-18-16,-8-10 33 0,-4-11-67 16,0-8 80-16,-16 14-46 15,3 18 81-15,0 25 0 16,7 23 31-16,0 16 74 16,0 3-40-16,-1 30-64 15,6 17 47-15,1 12 15 16,0 4-18-16,7 2 16 15,8-2-16-15,2-5-2 16,6-4-15-16,6-7-24 16,0-4 18-16,4-8-21 0,-1-8 3 15,-3-12-5 1,1-8 2-16,-3-10-1 0,-2 0 0 16,-3-21-20-16,-6-12-37 15,-5-11 30-15,-6-5 0 16,-5 6 15-16,0 8 2 15,0 11 10-15,-6 10 2 16,0 5 0-16,2 9 41 16,-2 0 3-16,-1 14-45 15,3 12 12-15,4 5 2 16,0 0 1-16,0 3 6 16,14-3-10-16,2-4 2 15,3 0-10-15,13-9 0 0,8-6 5 16,8-8 1-1,2-4 3-15,-5 0-13 0,-9-8 0 16,-12-15 5-16,-8-13-5 16,-10-9 1-16,-6-8-1 15,-1 2 0-15,-22 5 0 16,-5 9 0-16,-3 15 0 16,-2 9 10-16,-4 10-5 15,1 3-4-15,-4 13 2 16,7 12 0-16,7 11-3 15,8 3 0-15,12 2-3 16,6 6-2-16,0-5 2 0,14-5-1 16,11-6 1-1,8-9-7-15,10-6-33 0,7-11-53 16,5-5 15 0,1 0-49-16,-3-4-41 0,-6-15-25 15,-8-9-42-15,-7-9-130 16,-12-4 277-16,-11 4 91 15,-7 6 141-15,-2 11 198 16,0 11-137-16,0 6-23 16,0 3-39-16,-5 15-89 15,1 20-30-15,-1 15 90 16,5 9-13-16,0 3-29 0,0 5-14 16,0-1-12-1,11-2-12-15,4-6-17 16,0-6 8-16,1-6-15 0,-2-13-5 15,-7-6 5-15,2-12-7 16,-5-10 0-16,-4-5 0 16,0-1 0-16,0-21 4 15,0-14-4-15,-6-10-17 16,-8-10 3-16,1-11-15 16,-1-12 5-16,-1-6 10 15,0-1-5-15,3 10 4 16,6 15 12-16,6 22 3 15,0 13 4-15,4 8-4 16,19 9-2-16,2 9-1 16,11 0-1-16,0 10 1 0,4 11 0 15,-4 8 3-15,-8 3-1 16,-9 3 1-16,-9-2 0 16,-10-3 0-16,0-4 1 15,-13-5 11-15,-13-2-2 16,-6-4-5-16,-1-8 9 15,1-3-11-15,-1-4-2 16,3 0-2-16,5 0-6 16,7-11-38-16,10-4-67 15,8-2-64-15,3-3-38 16,23-1-129-16,8 1-369 16</inkml:trace>
  <inkml:trace contextRef="#ctx0" brushRef="#br0" timeOffset="92891.28">30229 6139 971 0,'0'0'51'0,"0"0"152"0,0 0-108 0,0 0-74 16,0 0-9-16,0 0 103 16,6 97-75-16,-4-61 3 15,-1-4 1-15,1-2-26 16,-1-8-6-16,1-7-7 15,-2-5-2-15,0-7-3 16,1-2 5-16,-1-1-3 16,6-1 5-16,4-20 6 15,3-8-13-15,6-13-4 16,0-2-1-16,1-1-3 16,-2 5-11-16,-3 11 17 0,-6 13 2 15,-5 9 0-15,-2 7-4 16,-1 7 1-16,3 20-13 15,-1 9 16-15,0 1 0 16,2 2 6-16,-1-4-2 16,4-4-4-16,1-8 8 15,-3-5-4-15,1-9-1 16,1-4 4-16,3-5-4 16,5 0 17-16,4-15-11 0,6-10-9 15,-2-6 8 1,0-7-8-16,-1-1 0 0,0 0 4 15,-7 7-2-15,-4 8 0 16,-4 11-2-16,-5 8 2 16,-3 5-8-16,0 2 3 15,0 20-12-15,0 6 15 16,3 1 12-16,-2 1 0 16,8-3-4-16,4-3-5 15,4-1 17-15,5-8-17 16,5-4-2-16,4-8 9 15,5-3-10-15,3 0 5 16,0-8-5-16,-5-11 0 16,-4-7-4-16,-5-7 4 0,-7-3 0 15,-10-4 0-15,-8 3-8 16,-2 8 7-16,-16 8-5 16,-3 9 6-16,-4 11-1 15,2 1 1-15,0 7 0 16,2 15-1-16,6 5 3 15,6 1 1-15,9 5-3 16,0-5 0-16,2 0-4 16,15-3 4-16,6-4-1 15,11-7-1-15,11-6-5 16,12-5 6-16,5-3-116 16,-5 0-40-16,-7-15-45 15,-11-8 51-15,-7-7-132 0,-10-4 142 16,-11 1 140-16,-8 3 1 15,-3 7 160-15,0 8-14 16,0 7 22-16,-3 4-22 16,0 4-36-16,-4 0-52 15,0 9-56-15,1 7 29 16,2 3 5-16,2-2-25 16,2 2 15-16,0-5-16 15,0-4-3-15,0-3 4 16,0-5-6-16,11 0 5 15,5-2-1-15,5 0-4 16,3-7 6-16,6-11-11 0,-3-4 0 16,-4 1 0-16,-2 1 2 15,-7 8 0-15,-7 5-2 16,-1 5 0-16,-6 2-7 16,0 0 4-16,3 7-9 15,2 5 12-15,-1 4 2 16,5-2 8-16,-1-1-4 15,3-3-5 1,3-1 9-16,2-5-8 0,2-2 2 16,3-2-2-16,0 0 0 15,-3-6 1-15,0-10-3 16,-6-5-7-16,-1-10 5 16,-4-10-22-16,-3-13 4 15,-2-14-4-15,-2-8 4 0,0-10 1 16,0 4-12-1,0 16 31-15,0 24 1 0,0 19 7 16,0 23 24-16,-8 7 4 16,0 31-24-16,1 15 6 15,3 10 13-15,4 2-16 16,0 0 24-16,0 1-35 16,1-5-2-16,1-8-2 15,-2-11-5-15,0-7-58 16,0-15-170-16,0-14-124 15</inkml:trace>
  <inkml:trace contextRef="#ctx0" brushRef="#br0" timeOffset="93068.68">31687 5885 1063 0,'0'0'19'0,"0"0"187"0,0 0-110 0,0 0-59 0,0 0-37 0,0 0-5 16,86-43-2-16,-69 43-177 16,-11 0-248-16</inkml:trace>
  <inkml:trace contextRef="#ctx0" brushRef="#br0" timeOffset="93969.88">26292 7536 876 0,'0'0'15'0,"0"0"163"0,0 0-63 0,0 0-31 0,0 0-50 0,0 0 31 16,0 0 16-16,0-9-11 15,-13 9-36-15,-8 0-10 16,-6 0-3-16,-8 14 8 16,-5 10-8-16,-2 13 6 15,1 8 10-15,1 11-19 16,2 8 10-16,7 5-12 16,6 2 4-16,11-3-1 15,12-1-14-15,2-8-2 16,16-6-3-16,15-6 0 15,13-10-7-15,7-10 7 0,6-12-1 16,1-5-1-16,-1-8-18 16,-4-2-54-16,1-6-58 15,0-12-93-15,-8-9-54 16,-5-7-240-16</inkml:trace>
  <inkml:trace contextRef="#ctx0" brushRef="#br0" timeOffset="94254.32">26619 7722 508 0,'0'0'560'0,"0"0"-529"0,0 0 193 15,0 0-117-15,0 0-25 16,0 0-49-16,-53-26-32 15,78 23 3-15,13-2 5 16,9-4-3-16,6 2-1 16,-1 0 1-16,-4 1-2 15,-3 2-6-15,-9 4 2 16,-11 0-12-16,-10 0-72 16,-7 0-126-16,-8 0-70 15,-2 0-76-15</inkml:trace>
  <inkml:trace contextRef="#ctx0" brushRef="#br0" timeOffset="94457.78">26771 7679 852 0,'0'0'70'15,"0"0"97"-15,0 0-108 16,0 0-28-16,0 0 107 16,-4 106-75-16,14-69-3 15,5 4 15-15,-2 2-25 16,2-3-31-16,-1-2-9 15,-3-4-10-15,-1-2 2 16,-1-6-4-16,1-3-2 16,-1-9-30-16,3-3-142 0,1-9-101 15,-1-2-132-15</inkml:trace>
  <inkml:trace contextRef="#ctx0" brushRef="#br0" timeOffset="94801.95">27040 7888 1001 0,'0'0'14'0,"0"0"130"15,0 0-66-15,0 0-37 16,0 0-27-16,117-16 13 16,-79 35 2-16,-7 5-26 0,-7 1 3 15,-9 2-3-15,-8 0-2 16,-7-3 6-1,0 0 0-15,-9-5 1 0,-6-4 5 16,-1-5-9-16,2-3 10 16,1-7-4-16,4 0 0 15,2-15 15 1,1-9-17-16,3-9-2 0,3-10-6 16,0-5-4-16,19-1 2 15,7 0-8-15,0 9-16 16,4 9-25-16,-3 11-34 15,-4 11-42-15,-3 9-48 16,0 0-43-16,-2 22-67 16,-1 6-89-16</inkml:trace>
  <inkml:trace contextRef="#ctx0" brushRef="#br0" timeOffset="95834.16">27605 8044 753 0,'0'0'81'0,"0"0"7"16,27-72 38-16,-17 40-75 16,-4-3-5-16,-3-1 18 15,-3 7-31-15,0 5 15 16,-9 8 2-16,-9 7-13 16,-5 7 50-16,-6 2-63 15,3 2-8-15,0 17-2 16,3 7-9-16,7 6-2 15,6 5-2-15,4-2-1 16,6-3 4-16,0-3-4 0,7-2 0 16,14-8-3-16,4-6 6 15,3-9-6-15,7-4 1 16,4 0 2-16,-2-11-6 16,-2-10-7-16,-7-4-37 15,-9-3 37-15,-8-4-14 16,-8 0 27-16,-3 3 0 15,0 9 0-15,-5 7 15 16,-1 4 11-16,0 8 11 16,1 1-4-16,1 6-29 0,0 13-4 15,4 8-2-15,0 0 2 16,0-2 1-16,3-3-1 16,10-3 6-16,2-6-5 15,4-3 0-15,7-8 2 16,5-2-2-16,3 0 0 15,2-6 3-15,-3-10-4 16,-3-6-3-16,-6-1 1 16,-9-5-13-16,-5 3 13 15,-7 3-7-15,-3 8 9 16,0 7 5-16,0 4 0 16,0 3 0-16,0 0-5 15,0 10-3-15,0 10 3 16,0 0-5-16,0 3 5 0,6-3-4 15,11-2 6-15,5-4-2 16,8-4 0-16,4-4 2 16,4-3-1-16,2-3-1 15,-3 0-5-15,-3-6 1 16,-2-10-13-16,-10-4 8 16,-5-4-13-16,-1-4 17 15,-4 6 5-15,-3 3 0 16,-5 4 1-16,-4 8 12 15,0 5 3-15,0 2 2 16,0 0-18-16,0 6 0 16,0 12 0-16,0 3 0 15,0-1 2-15,0 3 7 0,0-7-4 16,0-2-2-16,0-7 3 16,0-3-5-16,3-1 0 15,0-3-1-15,5 0 1 16,6 0 9-16,3-12-7 15,5-8-2-15,1-5-1 16,-1 0 1-16,1-1-2 16,-1 0-8-16,-6 6 4 15,-2 7 1-15,-8 8 5 16,-3 4-1-16,-2 1 0 16,2 6-12-16,3 13 11 15,4 6 0-15,0 1 2 16,-3-2 2-16,5-2-3 0,-3-3 0 15,1-5 0-15,4-4 2 16,-1-5-3-16,6 0 1 16,3-4-7-16,4-1-13 15,3 0-117-15,-1 0-111 16,-3-4-18-16</inkml:trace>
  <inkml:trace contextRef="#ctx0" brushRef="#br0" timeOffset="96718.92">28933 7772 1077 0,'0'0'46'0,"0"0"50"0,0 0 11 0,0 0-56 0,0 0-41 16,0 0 8-16,-12 56 0 16,12-30-10-16,0-2 1 15,1-2 3-15,4-3-12 16,-4-6 0-16,7-2-1 15,-2-4 2-15,0-4-2 16,1 0 1-16,5-3-9 16,-1 0 3-16,1-4-32 15,-1-12 21-15,-2 0 14 16,-1-4-9-16,-2-2 9 16,1 1-3-16,-1 0 6 0,2 7-1 15,-1 2 1-15,-1 5 0 16,-3 4 0-1,-2 3 1-15,2 0-2 0,4 2-13 16,-1 14 14-16,1 0 10 16,3 3-6-16,-1-1 8 15,2-4 1-15,2-2-9 16,1-3 8-16,5-5-3 16,2-3-2-16,0-1 9 15,1 0-14-15,0-5 6 16,-3-8-5-16,-3-3-1 15,-1-4 7-15,-2-3-9 16,-2 2 3-16,-2 1-3 16,1 5 0-16,-6 4 0 15,1 5 1-15,-3 6 1 0,-1 0-4 16,1 0 2-16,1 0-9 16,3 4 9-16,2 9 8 15,1 0-4-15,5 2 2 16,4-1 6-16,4 0 15 15,8-1-8-15,4-3-8 16,8 2 19-16,4-2-1 16,-1-3-5-16,-4-2-14 15,-10-5-9-15,-6 0 6 16,-6-3-4-16,-6-8 1 0,1-6 7 16,-9-7-11-1,-4-2 0-15,-1-6-2 0,0-2 6 16,-17 0-7-16,-2 6 3 15,0 7 0-15,-1 9 3 16,1 10 0-16,-3 2-3 16,1 12 7-16,0 17 0 15,2 14 23-15,5 12-3 16,10 12 6-16,1 8 12 16,3 4-26-16,0 9-6 15,4 1-7-15,5-3-2 16,2-5 3-16,-4-10-7 15,-7-11 0-15,0-16-5 16,0-13 5-16,0-14-3 16,-3-16-32-16,-7-1-25 0,-7-14-66 15,-5-17-110 1,-8-11 20-16,-10-12-198 0</inkml:trace>
  <inkml:trace contextRef="#ctx0" brushRef="#br0" timeOffset="97032.02">28854 7295 1002 0,'0'0'6'0,"0"0"121"0,0 0-35 0,0 0-50 0,0 0-33 15,0 0 15 1,0 0 9-16,1 58-13 0,20-50-6 15,2-3-12-15,3-5 8 16,0 0 10-16,-6-17-2 16,-4-3 10-16,-12-1-5 15,-4 1 0-15,-1 0 30 16,-25 5-32-16,-5 9-16 16,-6 6-5-16,-2 0-11 15,3 22 7-15,8 17-10 16,10 14-53-16,12 11-108 15,6 2-45-15,3-4-175 16</inkml:trace>
  <inkml:trace contextRef="#ctx0" brushRef="#br0" timeOffset="97491.3">30107 7356 610 0,'0'0'118'0,"0"0"78"0,0 0-4 0,0 0-66 15,0 0-10-15,0 0-21 16,39-24-1-16,-11 45-18 16,9 11 6-16,4 12-20 0,-5 8-18 15,-8 12-16-15,-21 15-25 16,-19 15 2-16,-55 18-10 16,-47 21-25-1,-37 11-399-15</inkml:trace>
  <inkml:trace contextRef="#ctx0" brushRef="#br0" timeOffset="100614.88">27159 8939 899 0,'0'0'50'0,"0"0"137"0,0 0-15 0,0 0-78 16,0 0 1-16,0 0-12 15,0 0-12-15,-3-21-15 16,3 21-17-16,0 0-13 16,-2 0 5-16,2 0-4 0,0 0-8 15,-1 0-3-15,1 0-7 16,-2 0 4-16,2 11-13 15,0 13 2-15,0 11 9 16,0 14 6-16,0 6-3 16,0 10 7-16,0 13-12 15,0 8 2-15,3 11-5 16,0-4-3-16,2-7 5 16,2-12-8-16,4-10 0 15,-4-9 3-15,1-13-2 16,-4-11 1-16,1-11-2 15,-4-9 0-15,1-6-3 16,-1-3 3-16,-1-2-3 16,0 0-31-16,0-13-18 15,0-7-39-15,0 1-32 0,0-1-73 16,-10 5-38-16,-5 2-70 16,-8 4-16-16,0 2-144 15</inkml:trace>
  <inkml:trace contextRef="#ctx0" brushRef="#br0" timeOffset="100889.74">26935 9751 638 0,'0'0'106'0,"0"0"67"0,0 0 7 0,0 0-42 16,0 0-61-1,0 0-13-15,-9-6 0 0,12 10 15 16,12 12 43-1,3 1-67-15,1 7-17 0,-1 1-11 16,2 0-15-16,1 5-9 16,1-6 0-16,-3 1-3 15,2-6-8-15,0-5 3 16,-1-4-80-16,3-10-66 16,4 0-33-1,3-4-64-15,3-19-43 16,-3-7-181-16</inkml:trace>
  <inkml:trace contextRef="#ctx0" brushRef="#br0" timeOffset="101096.82">27477 9668 459 0,'0'0'460'15,"0"0"-330"-15,0 0 122 16,0 0-144-16,0 0-33 16,0 0 38-16,-61 89-23 15,32-46-51-15,-2 0-25 16,0-3-7-1,2-2-7-15,7-2-3 16,1-4-91-16,0-5-246 0,-3-7-358 16</inkml:trace>
  <inkml:trace contextRef="#ctx0" brushRef="#br0" timeOffset="102804.85">25313 10875 769 0,'0'0'107'0,"0"0"68"0,0 0-7 0,0 0-108 15,0 0-31-15,0 0-10 0,-10 31-4 16,11 7 80-16,7 7-24 15,-1-2 1 1,2 6-20-16,0-1-37 0,-1-1-2 16,-2-4-2-16,-2-5-11 15,1-5 0-15,2-8 0 16,-4-3 0-16,-2-8 0 16,2-4-1-1,-3-6 0-15,0-3-1 0,0-1 4 16,0-2-1-16,0-19 0 15,-7-13-1-15,-5-7-4 16,-1-9-6-16,-4-8 7 16,4-7 1-16,-3-2-5 0,2 1 7 15,-2 10-1-15,4 15 3 16,3 13-2-16,4 15 0 16,5 8 3-16,0 5-8 15,0 0 4-15,12 18-20 16,12 9 21-16,4 2 3 15,-2 6 0-15,4 2-3 16,0-3 2-16,-1-2 12 16,3-5-14-16,-1-5 0 15,-3-5-2-15,-1-5 2 16,-3-4 0-16,-2-7 0 16,4-1 0-16,-1-1 2 15,-1-16-2-15,-2-5 1 0,-5-6-1 16,-2-5 0-16,-8-3 4 15,-4-2-4-15,-3 4 1 16,0 8 2-16,0 14-3 16,0 6 0-16,0 6 7 15,0 7-7-15,0 20-12 16,0 10 12-16,0 6 0 16,5-1 8-16,2 2-8 15,0-2 0-15,6-6-1 16,1-3 1-16,0-8-1 15,4-7-7-15,0-5-54 16,3-6-84-16,5-3-21 16,3-4-80-16,0-3-40 0</inkml:trace>
  <inkml:trace contextRef="#ctx0" brushRef="#br0" timeOffset="103183.08">26073 11028 910 0,'0'0'6'0,"0"0"118"0,0 0-34 0,0 0-82 15,0 0 2-15,0 0 21 16,-20 62 21-16,20-41 2 0,0-4-41 16,0-5 34-1,6 1-23-15,6-6-12 16,2-3-2-16,1 0-7 15,6-4-2-15,4 0 6 0,3-8-4 16,2-3-2-16,-6-4 2 16,-3 2-2-1,-6-3-1-15,-8 2 2 16,-5-3 3-16,-2 1 9 16,0 0-10-1,-14-5 5-15,-7 1-9 0,-1-3 2 16,-3 1-4-16,2-2 2 0,2 8-12 15,8 6 1-15,1 5-38 16,3 5-25-16,0 9-75 16,-1 13-47-16,2 8-129 0</inkml:trace>
  <inkml:trace contextRef="#ctx0" brushRef="#br0" timeOffset="104254.31">26807 11064 1073 0,'0'0'3'0,"0"0"161"0,0 0-60 0,0 0-23 0,0 0-24 0,0 0-36 0,-24-32 0 16,18 24-16-16,-1-4-4 15,-6-1 11-15,-6-1 3 16,-6 0 7 0,-6 5-13-16,-4 6-4 0,-2 3-1 15,-4 3-4-15,3 14 1 16,5 9 7-16,7 1-8 15,10 6 3-15,10 0-2 16,6 0 2-16,0-7-2 16,21 1-1-16,5-8-2 15,7-8 1-15,2-6 1 16,1-5 0-16,0 0 0 16,-2-18-8-16,-1-7-30 0,-3-7-9 15,-5-5 5-15,-7-5 19 16,-8-8-14-16,-8-8 29 15,-2-8 3-15,0 1 5 16,-9 11-1-16,-1 13 0 16,0 17 1-16,4 14 11 15,2 9 3-15,0 1 5 16,-1 24-19-16,2 13 0 16,3 13 20-16,0 5-11 15,0-1 14-15,10 1 14 0,9-5-34 16,4-3 1-16,9-10 11 15,4-5-12-15,4-9 0 16,3-11-3-16,-3-4 0 16,-2-8-5-16,-4-2 6 15,-4-16-1-15,-5-8 0 16,-6-1 0-16,-8-10-3 16,-8-7 3-16,-3-1-6 15,0 3-3-15,-6 9-4 16,-5 10 13-16,3 16 5 15,2 7-5-15,0 0 0 0,0 19-5 16,0 14 5 0,3 4 20-16,3 1-13 0,0-2 10 15,10-1-5-15,7-4-6 16,5-5 7-16,6-8-13 16,4-3 2-16,5-7 0 15,5-8 1-15,-2 0-3 16,-1-8 2-16,1-13 1 15,-4-5-2-15,-2-10-1 16,-6-8-7-16,-8-8 2 16,-8-13-32-16,-9-13 10 15,-3-11 1-15,-2-5-27 16,-18 3 30-16,-4 11 16 16,-2 23 7-16,5 23 4 0,7 28 1 15,-2 8 28-15,3 34-27 16,6 17 12-16,4 10 27 15,3 2-20-15,7 3 10 16,11 1 2-16,4 6-15 16,3-4 4-16,3 4-15 15,7-11-8-15,3-3 4 16,2-10-7-16,0-11-3 16,-1-9 1-16,-3-9-54 15,-5-13-138-15,0-9-18 16,1 0-409-16</inkml:trace>
  <inkml:trace contextRef="#ctx0" brushRef="#br0" timeOffset="107657.72">28770 10601 16 0,'0'0'48'0,"0"0"-48"0,0 0 0 15,0 0 0-15,0 0-64 16</inkml:trace>
  <inkml:trace contextRef="#ctx0" brushRef="#br0" timeOffset="114745.96">28863 10433 474 0,'0'0'2'0,"0"0"47"0,0 0 72 0,0 0-78 0,0 73 14 15,0-66 2-15,0-2-12 16,0-2-8-16,0-3 3 16,0 0 4-16,0 0 18 15,0 0-1-15,0 0 6 16,0 0 5-16,7-15-11 0,8-4-15 16,2-5-19-1,-1-4-9-15,-6 6 16 0,1 5-4 16,-8-3-4-16,-3 10 6 15,0 1 9-15,0 3 12 16,-15 2-20-16,-5 4-21 16,-10 0 1-16,-6 3-15 15,-5 15 5-15,-2 7-3 16,0 8-2-16,1 9 10 16,1 2-4-16,10 5 1 15,7-2 5-15,8-4-12 16,14-2 9-16,2-9-9 15,9-6-3-15,21-4 0 16,9-7 3-16,12-6 0 16,7-9 1-16,5 0-1 0,-2-12 0 15,-11-4-16-15,-11 1-18 16,-15-2 4-16,-13-1 10 16,-11 1 20-16,0 3 2 15,-11-2 3-15,-16 12 6 16,-12 4-9-16,-11 0 2 15,-8 20 17-15,-3 7-9 16,1 9 3-16,4 4 7 16,9 6-16-16,8 0 11 15,12 0-15-15,11-6 2 16,14-5-8-16,2-6 3 16,15-7-1-16,16-6 0 0,8-5 1 15,10-10 0-15,6-1 1 16,1-1-20-16,1-12-43 15,2-8-43-15,1 2 34 16,0-2-131-16,-5-1-3 16,-7-5-21-16,-11 1-70 15,-18-1 32-15,-11 1 265 16,-8 6 196-16,0 5 131 16,-3 3-90-16,-5 2-38 15,4 6 18-15,1 2-114 16,3 2-33-16,0 0-42 15,0 0-28-15,0 3-3 16,7 15 3-16,11 4 7 0,0 1 8 16,4 1-8-1,5-2-5-15,5 3 8 0,0-7-9 16,1-2-1-16,0-4 0 16,-6-6 3-16,-3-6-6 15,-8 0 3-15,-3-2 0 16,-3-17 5-16,-6-9-3 15,-2-10-2-15,-2-4 1 16,0-4 4-16,0 0-8 16,0 5 3-16,0 8-17 15,-2 7-17-15,2 9-30 16,0 9-49-16,0 8-17 16,0 0-72-16,2 15-65 15,7 8 80-15,2 8-342 0</inkml:trace>
  <inkml:trace contextRef="#ctx0" brushRef="#br0" timeOffset="117241.87">29838 10867 845 0,'0'0'112'0,"0"0"35"0,8-80 10 15,-7 50-104-15,-1 4-15 16,0 3-15-16,0 7 26 0,-6 6 2 15,-13 4 10-15,-5 6-19 16,-7 0-37 0,-6 8 3-16,7 14 7 0,2 2-10 15,6-1-2-15,8 5-3 16,6-6-1-16,7-1-2 16,1-3 2-16,0-7-8 15,7-2 8-15,9-7-12 16,4-2 1-16,4 0-18 15,1-15-35-15,0-6 24 16,1-1 3-16,-8-1-11 16,-4 5 30-16,-3 3 3 15,-6 6 16-15,-4 6 2 16,-1 3 14-16,0 0 12 16,0 5-24-16,0 13 0 0,2 8 44 15,1 3-24-15,5-2-14 16,0-3 3-16,1-4-12 15,4-8 9-15,-1-2-10 16,2-5 0-16,4-5 5 16,5 0-4-16,6-21 10 15,10-5-11-15,1-5 3 16,-2-6-3-16,-8-9 0 16,-10-1-7-16,-8-12-3 15,-9-7-12-15,-3-6 10 16,0 9-6-16,-9 13 12 15,0 14 6-15,0 18 6 16,4 10-4-16,0 8 39 16,0 15-41-16,2 16-1 15,2 17 1-15,1 6 5 0,0 2 14 16,0 0-2-16,11-3-5 16,1-3 5-16,4-9-17 15,1-7 0-15,5-6-1 16,1-9 5-16,6-12-2 15,2-7-1-15,2 0-1 16,2-19 2-16,-1-5-2 16,-5-6-11-16,-9-2-19 15,-6-2-4-15,-8-2 16 16,-6 4 17-16,0 10 1 0,0 6 4 16,0 7 1-16,0 6 23 15,0 3 10-15,0 0-34 16,-6 9-1-16,0 5-3 15,-1 2 0-15,2 0 1 16,4-5-1-16,1 1 0 16,0-4-1-16,0-1 2 15,0-2-5-15,0-1 3 16,5-4 1-16,6 0 5 16,3 0-5-16,5-9 0 15,1 2 0-15,0-4 2 16,-2-2-4-16,-1 3 2 0,-4 1 0 15,-4 1 0 1,-4 4 2-16,-5 4-1 0,0 0-1 16,0 0-5-16,0 10-1 15,1 11 6-15,2 7 6 16,0-3 6-16,6-1-4 16,-2-4 5-16,4-2-13 15,5-7 6-15,2-3 0 16,9-4 0-16,12-4-6 15,9 0 18-15,7-12-18 16,1-2 1-16,-3-8-1 16,-4-2 0-16,-10-6-3 15,-6-5 3-15,-14 2 0 16,-12-3 1-16,-7 6 0 16,0 6 0-16,-16 11 0 15,-8 7 2-15,-6 6 11 0,2 0-11 16,-2 16 2-16,3 7 10 15,3 9-9-15,6-3 1 16,4 0-5-16,6 1 2 16,4-4-1-16,4-7-3 15,0-5 0-15,0-6-2 16,0-4 0-16,10-4 2 16,8 0-2-16,2 0 4 15,3-13-6-15,4-6-8 16,-2 0-23-16,-1 1-3 15,-6-1 12-15,-5 8 24 16,-5 8-1-16,-6 3 3 16,-1 0-4-16,1 0 2 15,1 8-8-15,4 10 10 0,2 3 10 16,-2-2 9-16,-1-2-15 16,5 0-2-16,1-9 10 15,-2-2-6-15,5-4-5 16,0-2 11-16,6 0-8 15,3-14 2-15,0-9-6 16,-3-5 0-16,-5-10 1 16,-7-7-1-16,-6-12-15 15,-3-2-6-15,0-11-6 16,0-2 21-16,-8-2-36 16,-8 9 5-16,-1 18 32 15,4 15 5-15,6 23 0 0,1 9 26 16,0 21-22-16,0 21 2 15,5 12 15-15,1 4-7 16,0-1 14-16,10-2 10 16,3 0-19-16,3-6-10 15,1-4-9-15,4-10 5 16,1-7-5-16,4-10 2 16,5-10 2-16,2-8-1 15,2 0-4-15,0-11 1 16,-5-12-17-16,-8-10-45 15,-5-5 17-15,-11-3 26 0,-6 4-4 16,0 9 14-16,0 10 9 16,0 9 6-16,-2 9 17 15,-5 0 4 1,-3 19-23-16,0 11-2 0,4 3 22 16,3-2-10-16,3-3-5 15,0-1 5-15,0-8-5 16,2-6 1-16,5-5-10 15,3-5 0-15,3-3 12 16,4 0-9-16,4-13 0 16,6-10-2-16,2-2 4 15,-7-7-7-15,-2 2 2 16,-7 9-9-16,-6 3 8 16,-4 12-4-16,-3 3 5 0,0 3 5 15,0 0-4-15,0 7 0 16,0 15 2-16,0 3-3 15,0-1 24-15,0-2-18 16,6-7 0-16,4-2-2 16,3-4-3-16,9-5 5 15,11-4-1-15,13 0-3 16,8-1 8-16,-2-11-10 16,-12-6 0-16,-10-3 0 15,-15-9 1-15,-14-7-4 16,-1 2 2-16,-16 4 1 15,-18 5 2-15,-7 12-1 0,-3 8 2 16,0 6-2-16,10 0 7 16,6 12 10-1,7 6-10-15,9 2-7 0,3 3 6 16,6-3-7-16,3-1 0 16,0-3 0-16,13-3 1 15,6-6-1-15,4-5 0 16,7-2 1-16,1 0-5 15,5-9-18-15,4-10-16 16,-1-2-7-16,-1-3 1 16,-7 2 8-16,-7 3 12 15,-2 1 22-15,-8 5 0 16,-4 4 3-16,-3 4-1 16,-4 5 8-16,-1 0 0 15,1 0 1-15,1 2-8 0,1 7 9 16,1 2 13-16,-1 0-21 15,2-5-2-15,-1 0 5 16,1-4-5-16,1-2 13 16,2 0-4-16,2 0-2 15,3-8 10-15,3-6-17 16,3-3 0-16,2-3 1 16,3-3 4-16,0 0-4 15,-1 8-1-15,-8 3 0 16,-1 8 3-16,-7 4 2 15,4 0-2-15,-2 0 9 0,2 3-9 16,-3 5 8 0,1-1-8-16,2 3-2 0,-4-4 3 15,3-4-2-15,0 0-2 16,-2-2 0-16,2 0-34 16,-7 0-108-16,-5-10-98 15,0-2-136-15</inkml:trace>
  <inkml:trace contextRef="#ctx0" brushRef="#br0" timeOffset="117428.83">31286 10181 1192 0,'0'0'0'0,"0"0"0"0,0 0 77 0,0 0-77 0,0 0-9 15,109-35-116-15,-47 18-141 16,-3-2-370-16</inkml:trace>
  <inkml:trace contextRef="#ctx0" brushRef="#br0" timeOffset="117601.12">32140 10036 1150 0,'0'0'14'15,"0"0"106"-15,0 0 17 16,0 0-135-16,0 0-2 0,0 0-123 16,8 0-314-16</inkml:trace>
  <inkml:trace contextRef="#ctx0" brushRef="#br0" timeOffset="119364.35">27929 11972 723 0,'0'0'267'0,"0"0"-231"0,0 0 189 0,0 0-92 0,0 0-42 16,0 0-42-16,0 0-14 0,0-31 3 16,0 36-28-1,0 21-8-15,6 10 22 16,3 14 14-16,-1 8-6 16,-2 5-6-16,-1 4-7 15,0-5-4-15,-1-4-15 16,-1-3 2-16,4-10-4 15,-4-2 5-15,-1-13-3 0,-1-5 0 16,-1-13-27-16,0-2-73 16,0-9-85-16,0-1-13 15,-6 0 41-15,-11-9-74 16,-7-9 40-16,-1-3 62 16,2-2 85-16,1 4 44 15,5 3 110-15,4 6 20 16,7 5 30-16,1 4-27 0,4 0-33 15,1 1-30-15,0 0-52 16,0 1-9-16,0 9 18 16,7 2-3-16,7-2-6 15,7 0-18-15,4-5 4 16,8-3-4-16,6-2 3 16,7 0-4-16,3-11 1 15,0-5-40-15,-4-7-55 16,-3-2-15-16,-14-2 28 15,-10 2 39-15,-6 7 38 16,-11 8 5-16,-1 9 55 16,0 1 110-16,-7 11-86 15,-13 16-70-15,-5 8 22 0,-2 5-22 16,4 1-9-16,1 1 0 16,-1 1-203-16,-4-1-477 15</inkml:trace>
  <inkml:trace contextRef="#ctx0" brushRef="#br0" timeOffset="120804.05">26825 13505 176 0,'0'0'315'0,"0"0"-305"0,0 0 80 16,0 0-11-16,0 0-24 16,0 0-12-16,0 0 13 15,0 0-8-15,0 0 7 16,0-1 0-16,0-3 15 16,0-2-27-16,3-1-24 15,4-3 4-15,0 2-4 16,-7 1 6-16,0-2-3 15,0 3 23-15,-4-1 1 16,-23 6-37-16,-14 1 2 16,-7 0 7-16,-6 11-11 15,6 11 20-15,8 3-5 16,3 3-14-16,7 2 3 16,2 1-7-16,10-1-3 15,6-2 9-15,6-6-8 0,6-4 1 16,0 0-3-16,6-4 0 15,17-2-4-15,7 1 4 16,5-2 0-16,4 1 4 16,4 2-4-16,5-1 0 15,4 6 2-15,0 4-1 16,-1-1-1-16,-7 6 0 16,-11-5-5-16,-15-1 1 0,-12 2 3 15,-6-2 1-15,-18 1 7 16,-25 3-1-16,-9-2 8 15,-8-1-7-15,-1-4 20 16,4-6 38-16,2-3-38 16,7-4 5-16,4-6 0 15,8 0-11-15,6 0-1 16,6-7-20-16,9-5 4 16,2 2-8-16,10-3-3 15,3 1-52-15,0-2-34 16,6 4 1-16,13 4 9 15,3 6 4-15,8 0 6 16,8 0-33-16,8 7-26 0,14-2-48 16,15-4-183-1</inkml:trace>
  <inkml:trace contextRef="#ctx0" brushRef="#br0" timeOffset="121802.14">27341 13820 990 0,'0'0'49'0,"0"0"144"0,-79-89-54 0,51 72-101 0,2 5 47 16,2 10-39-16,0 2-35 15,1 9-5-15,-3 16-4 16,5 5-2-16,3 3 1 16,6 2-1-16,5-3-4 15,7-2 4-15,0-5 0 16,3-7-4-16,13-5-3 15,8-9 4-15,3-4-9 0,4 0-6 16,4-15-40 0,-1-9-17-16,-4-5 23 15,-5-3 10-15,-10-3 6 16,-7 1 23-16,-6 0 11 16,-2 5 4-16,0 10-1 0,-4 7 10 15,-3 11 20-15,-1 1 22 16,2 24-36-16,0 14-15 15,4 10 9-15,2-2-8 0,5-3 7 16,13-6-7 0,8-13-2-16,0-10 2 0,4-12-3 15,3-2 0 1,1-23 5-16,2-17-5 0,-4-11-8 16,-6-4-27-16,-6-2 2 15,-8-3 19-15,-9-4-6 16,-3-6 12-16,0-7 5 15,-9 2-8-15,-11 6 4 16,5 18 7-16,1 23 0 16,3 19 29-16,6 13 23 15,1 30-44-15,2 16-8 16,2 11 14-16,0 0-1 16,0 3 4-16,14-3 2 0,5-5-3 15,4-5-16-15,7-8 0 16,1-6 0-16,5-10 0 15,-5-8-1-15,0-12 0 16,-5-7 2-16,-1-7 1 16,1-19-2-16,-4-6-9 15,-7-6-14-15,-5 0 1 16,-7-2-1-16,-3 3 15 16,0 14 6-16,0 7 2 15,-3 10 5-15,-4 6 10 16,-1 7 5-16,2 20-11 15,3 10-8-15,3 2 10 16,0 1-7-16,0-3 6 0,11-4-6 16,2-3-3-1,2-9 0-15,1-8 2 0,-2-9-3 16,4-4 3-16,0-4-2 16,4-19 12-16,2-4-13 15,0-8 2-15,0 1-4 16,0-1 5-16,-1 3-1 15,-4 9-2-15,-3 7 0 16,2 6 2-16,-5 10-2 16,5 0-11-16,0 16 11 15,0 5 0-15,-3 6 7 16,-3 0-3-16,-6 0-2 16,-5-2 6-16,-1-1-3 0,0-3-2 15,0-4 7-15,-14-1-7 16,-6-5 0-16,-2-4-3 15,-8-3-9-15,-8-4-105 16,-5 0-109-16,-5 0-148 16</inkml:trace>
  <inkml:trace contextRef="#ctx0" brushRef="#br0" timeOffset="121974.09">27309 13546 939 0,'0'0'2'0,"0"0"-2"0,0 0 30 0,87-74-21 15,-38 58-9-15,3 1-4 16,-2 7 3-16,-7-3-227 16</inkml:trace>
  <inkml:trace contextRef="#ctx0" brushRef="#br0" timeOffset="122129.1">27864 13325 556 0,'0'0'343'16,"0"0"-339"-16,0 0 27 16,0 0-31-16,0 0-16 0,0 0-179 15,87-14-422 1</inkml:trace>
  <inkml:trace contextRef="#ctx0" brushRef="#br0" timeOffset="122676.85">28468 13524 893 0,'0'0'24'15,"0"0"58"-15,0 0 12 16,0 0-37-16,52-74-18 16,-30 46 6-16,-4-1-3 15,1 0-10-15,-8-8-4 0,-4 4-4 16,-6-3-14-16,-1 5-2 16,0 9-5-16,0 8 7 15,-5 10 8-15,2 4 6 16,-2 4-18-16,1 24-6 15,1 14 0-15,0 11 17 16,3 11-5 0,0 16 3-16,4 11 16 15,8 22-6 1,1 20-12-16,0 11-13 16,-3 6-1-16,-6-11-3 0,-4-15 3 15,0-19 0-15,0-19 1 16,-11-15-3-16,-11-17 3 0,-1-10 0 15,-3-17 1-15,-2-14 3 0,-5-13 1 16,-1-9 7-16,-5-22 15 16,1-17-6-16,2-12 27 15,1-18-43-15,7-18-2 16,8-19-3-16,12-9-7 16,8-3 3-16,13 15-8 15,23 19-10-15,9 23 0 16,8 20-15-16,5 14-20 15,5 13-26-15,3 11-14 16,-4 10-58-16,-6 2-120 16,-7 0-239-16</inkml:trace>
  <inkml:trace contextRef="#ctx0" brushRef="#br0" timeOffset="123176.77">28906 13778 848 0,'0'0'17'0,"0"0"102"0,0 0-55 0,0 0-54 0,0 0 10 16,62-76-2-16,-51 54 17 15,-5-1 14-15,-4-6 1 16,-2 3-18-16,-2 2 2 16,-13 8 2-16,-7 9 0 0,-8 7-1 15,-3 0-30 1,2 16 6-16,-1 7 15 0,9 5-18 15,3 2 10-15,8 2-15 32,8 0 0-32,4-2 2 0,0-5-5 15,10-5 0 1,11-6 0-16,3-9 2 16,6-5 1-16,2 0-3 0,1-17-3 15,-1-5-6-15,-3-6-42 0,-2-4 19 16,-7 4 9-16,-5 4-4 15,-8 9 27-15,-5 6 5 16,-2 8 18-16,0 1 47 16,0 6-70-16,0 15 0 15,-5 5 0-15,5 3 4 0,0-2-2 16,0-2-2-16,8-4-8 16,8-5 8-16,2-7-9 15,9-9-55-15,9 0-46 16,13-9 4-16,4-11 91 15,3-3-187-15,-4-3-48 16,-6-4-59-16,-12-4-55 16</inkml:trace>
  <inkml:trace contextRef="#ctx0" brushRef="#br0" timeOffset="123530.9">29464 13576 498 0,'0'0'199'0,"0"0"-11"0,0 0 18 0,-84-30-70 0,53 48-29 15,4 8-37-15,8 4 3 0,10 2-51 16,9-1 5-1,0-3-17-15,1-3-1 0,14-3-2 16,5-5-1-16,8-7-6 16,8-6 0-16,9-4 1 15,7-6-2-15,-1-13 1 32,-1-6-12-17,-3-6-18-15,-6-9-112 16,-6-8 80-16,-10-13-53 0,-12-9 22 15,-6-8 67-15,-7-6 16 0,0 11 10 16,-4 14 0-16,-6 23 23 16,4 24 106-16,-4 12 0 0,2 25-122 15,-1 24 8-15,1 11 45 0,3 6-13 16,5 1-19-16,0-3-23 16,0-1-2-16,0-6-3 15,7-5-4-15,-3-11-5 16,3-8-135-16,-3-13-130 15,1-17-157-15</inkml:trace>
  <inkml:trace contextRef="#ctx0" brushRef="#br0" timeOffset="123948.6">29783 13491 1080 0,'0'0'3'0,"0"0"105"16,0 0-43-16,0 0-48 15,99-42-14-15,-69 42 3 16,-5 0 15-16,-7 0-3 16,-6 9 12-16,-6 5-22 15,-6 7 7-15,0 5 48 16,0 2-2 0,-5 2-19-16,1-3-8 0,4-6-17 15,0 1 2-15,0-8-14 16,1-4-3-16,11-7 2 15,5-3-2-15,5 0 6 16,2-10-1-16,1-10-7 0,-5-4 8 16,-7-6-4 15,-6-5 2-31,-7-2 4 0,0 2-4 16,-8 5-1-1,-9 7-5-15,-4 11-4 0,1 9 4 16,-3 3-16-16,-3 10-12 15,3 14-48-15,-1 5-52 0,9 1-43 16,7-3-19-16,4-3 1 0,4-7-77 16</inkml:trace>
  <inkml:trace contextRef="#ctx0" brushRef="#br0" timeOffset="124282.95">30234 13435 1032 0,'0'0'92'0,"0"0"144"0,0 0-108 0,0 0-70 0,0 0-33 0,94-21 11 15,-72 46-24-15,-1 4 3 16,-5-1-12-16,-8 1 1 16,-8-2-7-16,0-3 3 15,-2-6 0-15,-11-2 0 16,1-6-2-16,0-6 2 15,-1-4 0-15,2 0 1 16,-2-6-5-16,4-14 4 16,3-6-7-16,6-7-2 0,0-4-4 15,0-5-11-15,12 0-12 16,6 4-20 0,-3 8 0-16,-2 13 3 15,-1 9 8-15,0 8-19 16,-3 0-22-16,2 14-21 15,0 6-3-15,0 1-63 0,-1-1-84 16</inkml:trace>
  <inkml:trace contextRef="#ctx0" brushRef="#br0" timeOffset="124816.28">30562 13428 586 0,'0'0'250'0,"0"0"-151"16,0 0 115-16,0 0-101 15,0 0-31-15,0 0-68 16,-1-20-14-16,1 34 7 16,0 4 10-16,0 0-7 15,0-4 8-15,0-2-6 16,10-2 2-16,3-4-10 16,7-4 1-16,2-2 4 15,2 0-9-15,1-6 7 16,-1-10-7-16,-6-2-4 15,0 1 1 1,-6-1-1-16,-6 0 4 16,-3 3 7-16,-3 5-2 15,0 2 4-15,0 6 0 0,-2 2 18 16,-6 7-17-16,-1 24-2 0,-2 15-5 16,1 15 33-16,7 13 10 15,3 12 8-15,0 12-25 16,0 2-23-16,0-3 3 15,-5-5-9-15,-15-12 0 16,-5-12 0-16,-8-11 3 16,-3-18-5-16,1-16 2 15,4-15 0-15,3-8 8 16,3-6-8-16,5-21 4 16,0-12 0-16,8-14 0 15,5-11-3-15,7-14-1 0,0-9-6 16,1-3 2-16,14 12-24 15,4 12-40-15,1 16-33 16,9 9-47-16,15 4-80 16,14 2-2-16,15 3-180 15</inkml:trace>
  <inkml:trace contextRef="#ctx0" brushRef="#br0" timeOffset="125299.21">31302 13096 884 0,'0'0'63'0,"0"0"-30"0,-79-53 156 0,67 37-114 0,9 1 17 0,3-1-58 15,13-1-28-15,19 3-6 16,10 4 0-16,2 2-1 15,1 8 2-15,-4 0 4 16,-5 12 2-16,-8 12 0 16,-9 5 22-16,-13 3-2 15,-6 5 17-15,-8 1 18 16,-18 2-9-16,-6-4-8 16,4 1-16-16,4-5-14 15,9-3 0-15,9-1-15 16,6-3-1-16,0 1-1 15,14 0-3-15,9 3-8 16,3 0-167-16,-3 5-82 0,-9 5-133 16</inkml:trace>
  <inkml:trace contextRef="#ctx0" brushRef="#br0" timeOffset="125633.1">31493 13994 1166 0,'0'0'10'15,"0"0"167"-15,0 0-103 16,0 0 10-16,0 0-16 0,0 0-20 16,-13 70-21-1,13-54-10-15,7-3-4 16,12-4-10-16,5-4 0 0,9-5 2 15,3 0-4-15,1-11 1 16,-2-11 5-16,-10-6-7 16,-7-3 4-16,-14-3 0 15,-4 0-2 1,-13 5 24-16,-23 6-26 16,-12 12-2-16,-13 11-3 15,-10 12-110-15,-10 24-298 0</inkml:trace>
  <inkml:trace contextRef="#ctx0" brushRef="#br0" timeOffset="127071.68">28342 14979 634 0,'0'0'93'0,"0"0"-20"0,0 0 61 0,0 0-57 16,0 0 6-16,0 0-6 16,0 0-19-16,-1-5-8 15,1 5-16-15,0 8-7 16,0 6 38-16,0 8 0 15,0 5-23-15,10 10 8 0,-1 5-3 16,0 11 5 0,3 8-27-16,-2 7-2 15,1 5 7-15,0 3-22 0,3 2 7 16,1 1 1-16,-2 0-14 16,3 1 10-16,-2-4-8 15,0-2-3-15,-3-2 1 16,-1-6-1-16,-3-3-2 15,-1-11 1-15,0-9-5 16,-3-16 2-16,1-9-61 0,2-10-79 16,0-5-107-1,5-3-100-15,-2 0-260 0</inkml:trace>
  <inkml:trace contextRef="#ctx0" brushRef="#br0" timeOffset="127928.66">28623 16366 606 0,'0'0'169'0,"0"0"-153"0,0 0 97 16,0 0-19-16,0 0-6 0,0 0-7 15,5 1 17-15,-5-1-9 16,0 1-17-16,0 4-2 16,-8-1-21-16,-6 5 28 15,-8 1-32-15,-10 0-15 16,-5 3 0-16,-10-1-13 16,-13 9-7-16,-18 1 7 15,-25 6-7 1,-23 5 3-1,-21 3-13-15,-18-1 3 16,-12 2 1-16,-16-1 0 16,-18 7-2-16,-11-2 4 0,-14 1-1 15,-14 4-5-15,-6 0 0 0,-15-1 0 16,1 0 4-16,-3-6-4 0,-2 2-3 16,7-3 1-16,5-1 4 15,7 0 3-15,9-4-5 16,13 7-3-16,10-2 2 15,8-5 2-15,17-1-1 16,14-7 2-16,19-1-2 16,19-4 0-16,19-4-2 15,14-4 2-15,23-2 2 16,21-3-2-16,20-3 0 16,26-2 3-16,12-2-2 15,12 0-2-15,0 0 1 0,0 0-1 16,0 0-1-1,0 0 0-15,0 0 1 0,0 0-2 16,0 0 6-16,0 0 0 16,0 0-3-16,0 0 0 15,0 0 5-15,0 0-5 16,0 0 0-16,0 0-1 16,0 0 4-16,0 0-3 15,0 0 0-15,0 0 0 16,0 0 0-16,0 0 0 15,0 0 0-15,0 0 0 16,0 0 4-16,0 0-2 16,0 0-2-16,0 0 0 15,0 0-1-15,0 0 1 0,0 0 0 16,0 0-2-16,0 0-2 16,0 0 0-16,0 0-27 15,0 0-27-15,0 0-28 16,0 0-57-16,0 0-54 15,0 4-54-15,0-4-53 16,0 1-327-16</inkml:trace>
  <inkml:trace contextRef="#ctx0" brushRef="#br0" timeOffset="128655.79">24335 16417 961 0,'0'0'21'0,"0"0"-11"0,3 81 20 0,13-45 46 16,9-2-45-1,1-4 36-15,4-4-26 0,0-4-20 16,-1-6 15 0,1-5-25-16,-3-5-4 0,-3-6 0 15,0 0-6-15,-3-4 1 16,0-13-2-16,2-5-14 16,-6-8-42-16,-2-3-17 15,-6 0 17-15,-9-6 17 16,0 3 22-1,0 7 17-15,-9 10 5 16,0 13 26-16,-3 6 73 16,1 10-51-16,1 27-50 15,-3 13 5-15,2 15 16 0,2 5 22 16,3 4-25-16,5 1-13 0,-2-3-3 16,3-6-5-16,3-9-3 15,13-15-8-15,9-15-68 16,8-17-92-16,1-10-87 15,5-6-227-15</inkml:trace>
  <inkml:trace contextRef="#ctx0" brushRef="#br0" timeOffset="129193.31">24943 16690 290 0,'0'0'661'0,"0"0"-661"16,0 0 45-16,0 0-4 0,0 0-29 15,0 0 35-15,14 34-5 16,20-34-12-16,3-8-15 16,-1-12-5-16,-5-3 0 15,-5-1-9-15,-10 1 2 16,-10-2 6-16,-6 3-3 16,0 4 14-16,0 4 13 15,-12 7 8-15,0 7-10 16,-4 0-17-16,-1 22-12 15,4 14 7-15,4 6-8 16,6 1 2-16,3-3 2 16,2-4-3-16,14-4 2 15,8-8-4-15,4-8 0 0,5-9-2 16,3-7 5-16,4 0-3 16,0-17 2-16,-5-11-1 15,-2-4 4-15,-10-3-3 16,-6-8-1-16,-5 3 3 15,-6 1-3-15,-2 3 3 16,-2 10 0-16,-2 11 11 16,3 8 31-16,0 7-27 15,9 0-19-15,7 4-4 16,11 13 0-16,10 3 4 16,2 2 1-16,-2 1 0 15,-8 1 27-15,-13 0 13 16,-17 1 6-16,-4 5 6 0,-37 4-10 15,-24 6-20-15,-28 8-23 16,-28 0-6-16,-27 3-12 16,-20-2-303-16,-47-5-248 15</inkml:trace>
  <inkml:trace contextRef="#ctx0" brushRef="#br0" timeOffset="130178.16">22267 17030 859 0,'0'0'16'0,"0"0"19"0,0 0 90 0,0 0-47 0,0 0-5 0,0 0 45 15,-52 44-22-15,20-21-6 16,-7 9-36-16,-10 12 5 15,-8 12-17-15,-12 13-10 16,-2-2-2-16,6-2-8 0,10-9 0 16,17-9-10-1,16-9-5-15,16-4 6 0,6-5-12 16,13 1 3-16,29-3-3 16,19-4 1-16,25 0 6 15,19-1-8-15,11-4-1 16,-2-2-3-16,-8 2 4 15,-18 0-4-15,-18 2-23 16,-21 1-135-16,-19 3-179 16,-23-3-233-16</inkml:trace>
  <inkml:trace contextRef="#ctx0" brushRef="#br0" timeOffset="131037.47">18154 17496 649 0,'0'0'134'0,"0"0"-93"0,0 0 96 0,0 0 18 0,0 0-40 0,0 0-88 16,-20 22-22-16,25 29 9 16,10 14 42-16,-1 0-8 15,-3 2-15-15,1-3 1 16,-6-2-25-16,1-5-9 16,-2-8 1-16,1-12-1 15,2-10-1-15,-1-13-9 16,0-7-67-16,1-7-86 15,0-3-27-15,-5-19-42 0,-3-9-174 16</inkml:trace>
  <inkml:trace contextRef="#ctx0" brushRef="#br0" timeOffset="131370.19">18088 17387 773 0,'0'0'42'16,"0"0"-23"-16,0 0 23 15,0 0-12-15,0 0 36 16,107 36-22-16,-53-16-3 16,1 12 2-16,8 2 4 0,0 5-8 15,-2 9-5-15,-6 6-9 16,-12 7 3-16,-13 2-11 16,-14-2 10-16,-16-2 3 15,0-1 17 1,-32-4 5-16,-13-2 1 0,-7-6-6 15,-4-8-14-15,6-10-22 16,6-9-4-16,13-9-7 16,9-10 0-16,8 0-3 15,11-18-24-15,3-16-158 16,15-13-46-16,21-2-77 16,16-2-310-16</inkml:trace>
  <inkml:trace contextRef="#ctx0" brushRef="#br0" timeOffset="132195.56">18808 17958 799 0,'0'0'2'0,"0"0"60"16,0 0 47-16,87-40-35 16,-54 10-21-16,1-4-17 15,-1-3-21-15,-6-3-14 16,-14 0 2-16,-7 2 6 15,-6 7-1-15,-3 8 17 16,-13 12 29-16,-5 11-11 16,0 4-4-16,-2 25-37 15,6 8 3-15,3 3 15 0,7 0-16 32,7-5 6-32,0-4-10 0,12-7 4 15,9-4-4-15,7-9 1 16,8-5-1-16,6-6 0 0,-1 0 2 15,4-10-2-15,-6-8-3 16,-5-3-13-16,-7-5-41 16,-9 2-5-16,-8-1 21 15,-10 4 18-15,0 4 23 16,-1 5 2-16,-11 12 34 16,-3 0 33-16,3 27-36 15,6 15 3-15,2 18 37 16,4 10 23-16,0 14-18 0,3 6-15 15,4 12-26-15,4 8-26 16,-1 4 4-16,-1-6-15 16,3-15 0-16,-2-19 3 15,-2-32-2-15,-2-18 0 16,-3-14-1-16,-3-10 0 16,0-20 4-16,0-23-4 15,-2-19-4-15,-13-24-1 16,2-19-14-16,-8-10-15 15,-1-11-23-15,4 0-12 16,0 9 10-16,13 14 38 16,5 24 21-16,0 24 3 0,10 18 1 15,7 15 1-15,7 11-5 16,6 8 0-16,4 3-5 16,2 4 4-16,-3 14 1 15,-5 10 2-15,-7 5-2 16,-13 4 4-16,-8 1 4 15,0-1-6-15,-14-4 17 16,-10-3-9-16,-3-9 0 16,1-3 2-16,-3-5-12 15,5-6 9-15,-1-6-6 16,4-1-2-16,5 0 7 16,7-1-5-16,4-5-3 15,5 2 3-15,0 4-3 0,2-7-12 16,19-3-22-16,10-2-8 15,9-8-45-15,2-4-28 16,4-4-7-16,4-6-32 16,-4-6-21-16,-7-7-59 15,-5-4-126-15</inkml:trace>
  <inkml:trace contextRef="#ctx0" brushRef="#br0" timeOffset="133281.97">19598 17386 463 0,'0'0'147'0,"-60"-127"-46"0,34 89 66 0,4 22-23 0,3 16 2 0,2 19-75 16,6 25-48-16,5 18 33 0,6 6-2 16,1-3 3-1,21 1-16-15,7-4-6 0,1-3 7 16,4-5-23-16,0-8-13 16,2-9-2-16,0-12-4 15,1-11 1 1,-3-10-1-16,-2-4-1 0,-6-11-4 15,0-17-8-15,-4-7-40 16,-2-10-10-16,-13-2-15 16,-4 0 23-16,-3 9 16 15,0 10 39-15,-7 15 10 16,-1 9 51-16,-5 4-18 16,1 2-10-16,0 20-21 15,8 9 14-15,4 6-2 16,0 2-2-16,7 0 11 0,14-6-10 15,0-3-5-15,7-8-8 16,0-6-6-16,2-8 3 16,-2-6-7-16,-3-2 1 15,-2-6 4-15,-2-12-5 16,-7-7 3-16,-7-4-1 16,-7-4 3-16,0-6-1 15,-18 4-4-15,-9 6 0 16,-4 9-1-16,-3 13 1 15,-1 7-1-15,6 5-1 16,2 15-2-16,6 4 3 16,9 4-4-16,10 5 1 0,2-3 1 15,5 4-4-15,16-2 0 16,3-6-29-16,3-3-40 16,1-3-16-16,-1-10-4 15,0-7-47-15,2-3-12 16,1-6 38-16,5-19-82 15,-7-1-17-15,-4-6 193 16,-6-1 23-16,-3-1 154 16,-2 9 30-16,-7 8-9 15,1 4-62-15,-7 10 73 16,0 3-46-16,0 0-125 16,0 7-5-16,0 12 3 15,0 0 37-15,8 1-8 16,-2 0-26-16,6-5 8 15,3-4-16-15,-3-3-1 0,4-4 0 16,-4-4-7-16,6 0 1 16,0-4 4-16,0-13-5 15,-1-6-3-15,2-5-14 16,1-4-25-16,-6-1 30 16,-2 0-16-16,-9 11 28 15,-3 5 7-15,0 9-1 16,-3 8 55-16,-9 0-10 15,3 14-36-15,3 19 10 16,6 20 16-16,0 16-17 16,7 14 17-16,7 12-25 15,2 10 3-15,-8 9-3 0,-5 2-15 16,-3 4 6 0,0-2-6-16,-8-9 0 0,-5-16 4 15,-4-21-4-15,2-18 1 16,-4-15 1-16,1-13-2 15,-1-16 6-15,-5-7-7 16,-3-3 1-16,-10 0-1 16,-4-11 4-16,-5-11-4 15,3-11 0-15,3-1-1 16,9-5-1-16,12-7 2 16,16-7-4-16,3-10 1 15,17-12-5-15,19-5-8 16,4 4-24-16,-3 3-46 0,-1 4-82 15,-3 12-72-15,-9 1-290 16</inkml:trace>
  <inkml:trace contextRef="#ctx0" brushRef="#br0" timeOffset="146926.54">25995 13659 792 0,'0'0'41'0,"0"0"22"0,0 0 48 0,0 0-33 15,0 0-11-15,0 0-13 16,0 0-5-16,0 0 4 16,0 0-10-16,0 0-4 15,0 0 14-15,0 0-8 16,0 0-5-16,-3 0-9 16,-4 0-13-16,-8 0 7 15,-3 2-3-15,-8 2-14 16,-5 0-2-16,-9 4-2 15,-17-1-1-15,-17 6-3 16,-16 4 0-16,-10 0 3 16,-4 3-3-16,-7 1-3 0,-5 2 1 15,-8 1 4-15,-6 3-3 16,-7 2 1-16,-9 2 0 16,-3 2 3-16,-2-2-1 15,2-4-4-15,2 5 1 16,6-3-1-16,1-3 1 15,1-2 1-15,0 1 0 16,8-3 1-16,4-1-1 16,2-1 0-16,5 0 0 15,7 0 1-15,8 0-4 16,7-2 1-16,1 1 2 16,6-4-4-16,0-1 4 0,4 1 0 15,4 0-3-15,2-1 7 16,4 0-8-16,2-1 4 15,2 0 0-15,0-1-6 16,3 1 7-16,1-1-1 16,7 2 0-16,6-2-4 15,0-1-1-15,0 0 4 16,0 4 1-16,1-5-7 16,1 2 5-16,0 0-1 15,0 0 3-15,-1-2-2 16,3 0 0-16,0 1 2 15,-5-3-1-15,5 0-5 16,1-1 4-16,-1-2 2 0,3 2 0 16,2-3-4-1,0 1 3-15,-3 1 1 0,0 1 0 16,2-1-9 0,0 0 9-16,3 0-5 0,4 0 2 15,5-2 2-15,3 0-4 16,6-1 5-16,-1 2 0 15,7-2-4-15,5-2-4 16,5 2 7-16,5-3-1 16,6 0 3-16,0 0-6 15,0 0 5-15,0 0-6 16,0 0 6-16,0 0-10 0,0 0 5 16,0 0 0-16,0 0 0 15,0 0 1-15,0 0 4 16,0 0 0-16,0 0-2 15,0 0 5-15,-1 0-3 16,1 0 0-16,0 0 0 16,0 0 1-16,0 0-1 15,0 0 0-15,0 0-2 16,0 0 5-16,0 0-3 16,0 0 0-16,0 0 0 15,0 0-2-15,0 0 2 16,0 0 0-16,0 0-2 15,0 0 3-15,0 0-1 16,0 0 0-16,0 0 2 16,0 0-5-16,0 0 3 0,0 0 0 15,0 0 2-15,0 0-1 16,0 0-1-16,0 0 0 16,0 0 0-16,0 0 2 15,0 0-2-15,0 0 0 16,0 0 1-16,0 0 0 15,0 0-2-15,0 0 1 16,0 0 0-16,0 0 1 16,0 0-1-16,0 0 0 15,0 0 2-15,0 0-1 16,0 0-2-16,0 0 1 16,0 0 0-16,0 0 7 0,-3 0-7 15,1 0-1-15,-1 0 1 16,3 0 0-16,-1 0 0 15,-2 0-1-15,3 0 2 16,0 0 1-16,-3 0-2 16,1 0 0-16,1 0-3 15,-1 0 6-15,2 0-4 16,-1 0 1-16,1 0 0 16,0 0 0-16,0 0 0 15,-2 0 0-15,2 0-2 16,0 0 6-16,-3 0-4 15,3 0 0-15,0 0 0 16,-1 0-1-16,-2 0 1 0,2 0 0 16,1 0-1-1,-2 0 3-15,1 0-2 0,1 0 0 16,-3 0 0-16,3 0-1 16,0 0 3-16,0 0-2 15,0 0 0-15,-2 0 2 16,2 0-2-16,0 0 0 15,-3 0 1-15,3 0-2 16,0 0 1-16,-2 0 0 16,2 0-2-16,0 0 4 15,-1 0-2-15,1 0 0 16,0 0 0-16,0 0 3 16,0 0-3-16,0 0 0 0,0 0 2 15,0 0-1-15,0 0 0 16,0 0-1-16,0 0 0 15,0 0 6-15,0 0-5 16,0 0 0-16,0 0 2 16,0-2-2-16,0 2 5 15,0-1-3-15,0 0-2 16,0-2 8-16,-2-3-9 16,-1 2 0-16,2-1 0 15,-4 0 1-15,5 0 12 16,-4-2-11-16,1 0 3 15,2-1 0-15,-2-3-4 0,-2-2-1 16,2 1 2 0,-1 0 0-16,-3-1 3 0,4 0-5 15,-2-3 2-15,-3 1 2 16,2-3-4-16,-3-1 0 16,-1 1 6-16,2-4-4 15,1-1 2-15,-1-2-4 16,0-4 0-16,2 6 0 15,-2-4 0-15,5 3 0 16,-6-4 1-16,6 1 2 16,-1 4-3-16,1-1 0 15,-2-2 0-15,2 1 1 16,0 0-1-16,0-4 0 16,-1 0 6-16,1-3-4 0,2-3 0 15,-1-1-2-15,-1-1 0 16,0-1 2-16,0 0-2 15,-3 2 0 1,0-3 3-16,-1 0-2 0,-1-4 1 16,1-3-2-16,-4-5 0 15,2-2 3-15,-1-4-3 16,-1 1 0-16,0-2 2 16,-5-3-1-16,5-1 0 15,-3-4-1-15,-2 1 0 16,2-3 1-16,-2 1 0 15,1-4-1-15,-3 0 0 16,0-4 1-16,-3 2 3 0,1 1-4 16,1 1 0-1,0 0-1-15,-1-1 1 0,3 0 0 16,-4-2 2-16,4 2 1 16,-2-3-2-16,2 2-1 15,1-2 0-15,1-2-1 16,-1-1 1-16,2 0 0 15,0-2-1-15,-2 1 3 16,2 4-2-16,2 0 0 16,-3-1 2-16,1 0-5 15,0 0 3-15,2 0 0 16,-2 1-1-16,2-3 4 0,-3 2-3 16,1-1 0-1,-2 1 0-15,2-5 1 0,3 2-1 16,-4-1 0-1,0 2-1-15,3 0 4 0,-3 3-5 16,2-1 2-16,3-3 0 16,-1 5-2-16,0-5 2 15,1 1 0-15,1-1 0 16,-1-2 3-16,0 4-4 16,2-5 1-16,0-2 0 15,1 1-1-15,1-1 1 16,-1 1 0-16,-2 2-2 15,1 2 6-15,-4-3-2 16,6-2-2-16,-3-3 0 16,-2 2-1-16,1-3 2 0,0-1-1 15,-3 1 0-15,2-1 4 16,-1-3-4-16,-3 6 0 16,2 0 1-16,-1 2-1 15,1 1 1-15,-2 1-1 16,0 0 0-16,0-1 2 15,-1 3-1-15,-2-3-1 16,3-1 0-16,-1 3-2 16,0-1 4-16,2-1-2 15,2 2 0-15,-3 1 2 16,4 3 0-16,-1 2-2 16,1 1 0-16,3 0 0 0,-1-2 1 15,-1-4-1-15,2 3 0 16,-2-4 3-16,2-1-4 15,-4 8 1-15,5-1 0 16,-1 1-2-16,-2 0 4 16,0 3-2-16,4 3 0 15,-5 0 2-15,7 7-1 16,-2 0-1-16,-2 1 0 16,2 4-1-16,2 2 1 15,-2 2 0-15,1 2-1 16,-1 5 3-16,2 5-2 15,-1 4 0-15,1 5 0 16,-3 5-1-16,5 8 2 0,-1 7-1 16,2 4 0-1,1 2 2-15,0 5-4 0,-3 0 2 16,3 0-8-16,0 0 8 16,0 0-10-16,0 0 7 15,0 0 1-15,0 0 1 16,0 0-1-16,0 0 2 15,0 0 0-15,0 0-2 16,0 0 4-16,0 0 0 16,0 0-2-16,0 0 1 15,0 0 5-15,0 0-6 16,0 0 0-16,0 0 5 16,0 0-3-16,0 0 2 15,0 0-4-15,0 0 1 0,0 0 1 16,0 0-2-16,0 0 0 15,0 0 0-15,0 0 1 16,0 0-1-16,0 0 0 16,0 0 2-16,0 0-2 15,0 0 0-15,-2-1 0 16,2-2 0-16,0-1 2 16,0 3-2-16,-1-2 0 15,1 1 0-15,0 2 0 16,-2-1 0-16,2 1 0 15,-1 0-1-15,1 0 3 16,0 0-4-16,0 0 2 16,0 0-5-16,0 0 1 0,0 0 2 15,0 0-4-15,0 0 6 16,0 0-9-16,0 0 8 16,6 0-3-16,10 0 4 15,5 0 4-15,3 0-4 16,1 0 0-16,8-7 3 15,1 0-1-15,2-3 1 16,0 0-3-16,4 0 0 16,-3-1 0-16,2 0 0 15,3-2 0-15,10-5 4 16,8-1-3-16,14-6 1 16,12-2-2-16,3 0 5 0,4 0-9 15,-2 3 4-15,-3-2-1 16,-3 3-5-16,-5-1 11 15,-5 0-9-15,-11 1 4 16,-7 3 0-16,-11 5 0 16,-9 0 0-16,-1 2 0 15,-10 3 0-15,-7 0 3 16,-3 2-3-16,-4-1 0 16,-1 3 0-16,-3-1 4 15,6-2-4-15,2-3 0 16,1 1-1-16,5 0 3 15,-1-1-3-15,0 4 1 16,-2-3 0-16,-1 5-2 0,-3-1 2 16,0 1 0-1,-3 2 0-15,-6 1 1 0,-3 2-1 16,-3-1 0 0,1 2 0-16,-1 0 2 0,0 0-2 15,0 0 0-15,0 0 2 16,0 0 0-16,0 0 0 15,0 0-2-15,0 0 2 16,0 0 2-16,0 0-4 16,0 0 0-16,0 0 5 15,0 0-4-15,-6-3 0 16,-6 1-1-16,-1-2 0 0,1 3-3 16,-1-3 3-16,-1 2 0 15,5-3-1-15,-3 1 4 16,0-3-3-16,1-1 0 15,2 2 0-15,1 0 0 16,2 0 0-16,0 1 0 16,2 0 0-16,1 1 3 15,1 1-2-15,1 0-1 16,-2 3 0-16,3 0 0 16,-3 0 0-16,1 0 0 15,-1 0 1-15,2 0 1 16,-4 0 1-16,4 0-3 15,-3 0 0-15,1 0-2 16,0 0 2-16,3 0 0 16,0 0 0-16,0 0 3 0,0 0-3 15,0 0 0-15,0 0 0 16,0 0-6-16,0 0 6 16,11 0 0-16,12 0 0 15,5 0 5-15,2 0 11 16,0 0-14-16,0-1 0 15,-1 1 8-15,0-4-10 16,-4 3 0-16,-3 0-2 16,-3-3 7-16,-5 4-3 15,-6 0-2-15,-8 0 0 0,0 0 2 16,0 0 1 0,0 2-3-16,-3 13 12 15,-13 9-7-15,-3 3 22 0,-6 7-15 16,-2 1-10-16,-3 7 4 15,4 1-6-15,3 5-12 16,10 0-98-16,1-3-409 16</inkml:trace>
  <inkml:trace contextRef="#ctx0" brushRef="#br0" timeOffset="147988.21">18227 9646 710 0,'0'0'19'0,"0"0"110"0,0 0 19 0,0 0-69 15,0 0 12-15,0 0-51 16,0 0-10-16,-26 11-15 15,26 28 20-15,3 11 72 16,6 10-44-16,3 0 10 16,0 2-27-16,1-6-21 15,1-4-16-15,1-12-9 16,-3-9 3-16,0-8-5 16,-2-9 2-16,-2-7-9 15,-4-7-22-15,-1 0-94 16,-1-9-23-16,-2-15 82 0,0-7-25 15,-5-9 54-15,-13-3 20 16,-3-4-2-16,-4-9 15 16,3 0 0-16,2 3 4 15,4 10 0-15,8 13 1 16,4 17 21-16,-2 8 50 16,5 5 0-16,1 0-37 15,1 5-33-15,23 11-2 16,7 7 26-16,4 1-4 15,9 1 16-15,4-1-6 16,4-1-3-16,2-3 2 0,-3-2-21 16,-7-3 2-1,-9-3-12-15,-10-6 3 0,-10-3-1 16,-6 0-2-16,-8-3 0 16,2 0 16-16,-3-8 50 15,0-16 30-15,-3-11-76 16,-18-6-18-16,-4-9 8 15,-6-2-10-15,-4-9 1 16,0 4-2-16,-1 4 5 16,7 11-6-16,7 14 2 15,11 15-9-15,10 10 4 16,1 3-96-16,0 16-71 16,17 11 45-16,2 4-110 0,3-2-124 15</inkml:trace>
  <inkml:trace contextRef="#ctx0" brushRef="#br0" timeOffset="148341.99">18729 9651 452 0,'0'0'434'0,"0"0"-411"0,0 0 105 0,0 0-41 15,0 0 12-15,0 0-13 16,-1 73-16-16,2-52-15 16,11-1-19-16,3-5-19 15,3-5 7-15,5-7-15 16,3-3 8-16,10-5 5 0,3-15-13 16,-3-8 2-16,-5-1-2 15,-10-1-9-15,-11 2 19 16,-10-1-2-1,-13 6 25-15,-26 7-20 16,-19 11-19-16,-9 5-1 16,-8 17-2-16,1 18-33 15,2 9-192 1,2 6-271-16</inkml:trace>
  <inkml:trace contextRef="#ctx0" brushRef="#br0" timeOffset="153380.71">19241 7653 450 0,'0'0'58'0,"0"0"7"0,0 0 32 0,0 0-21 0,0 0-12 15,0 0 2-15,0 0-2 16,-9-2-2-16,9 2-9 16,0 0-4-1,0 0-5-15,0 0-4 0,21 0 23 16,10-2 28-16,19-6-43 15,12-6-9-15,13-6-4 16,10-1-15 0,13-6-6-16,14-5-12 15,15-7 8-15,15-6-5 0,10 1 0 16,17-3 9-16,8 1-12 0,13 1-1 16,4 1-1-16,-3-1-5 15,-9 2 4-15,-11-1 1 16,-8 3 0-16,-6 0 8 15,-5 5-8-15,-6-2-3 16,-15 6 2-16,-16 2 0 16,-21 4-3-16,-21 2 4 15,-16 4 0-15,-13 3 6 16,-12 3-6-16,-8 2 0 16,-8 5 0-16,-5 1 1 15,-4 1 0-15,-4 3-1 16,-3 0 0-16,0 1 0 15,0 1 0-15,0 0 0 0,0 0 0 16,0-3 0-16,0 3-2 16,0 0-2-16,0 0-8 15,0 0 2-15,0 0-31 16,0 0-13-16,-2 0-7 16,-8 0-17-16,-2 0-53 15,-1 0-53-15,-2 0-40 16,3-3-171-16</inkml:trace>
  <inkml:trace contextRef="#ctx0" brushRef="#br0" timeOffset="153704.04">22532 6585 822 0,'0'0'24'0,"0"0"106"0,0 0 12 0,0 0-44 0,0 0-39 0,0 0-47 16,-16-13 1-16,44 13 18 16,11 2 27-16,13 6 25 15,8 2-43-15,0 1-14 16,-4 3-7-16,-2 3 6 16,3 1-9-16,-5 3 1 15,-7 1 19 16,-11 0-13-31,-21 2-23 0,-13 4 4 0,-23 7 4 16,-34 6-5-16,-18 6 1 16,-10 8-4-16,-6 2-12 0,2 0-51 0,11-2-266 15,8-12-50-15</inkml:trace>
  <inkml:trace contextRef="#ctx0" brushRef="#br0" timeOffset="154798.34">19599 6627 757 0,'0'0'9'0,"0"0"7"0,0 0 126 0,-39-75 1 0,39 70-70 15,0 5 1-15,0 0-15 16,4 20-40-16,16 10 34 16,7 12 29-16,-2 3-39 15,0 2-2-15,0 0-20 16,-6-3-13-16,-2-5-1 16,-3-6-7-16,-3-9-5 15,-1-7 4-15,-4-4-37 16,-1-6-95-16,-4-7-63 15,-1 0 12-15,0-7 72 16,0-13-139-16,-10-8-55 0,-5-3 89 16</inkml:trace>
  <inkml:trace contextRef="#ctx0" brushRef="#br0" timeOffset="155141.01">19702 6773 405 0,'0'0'179'0,"0"0"19"16,0 0-72-16,0 0-101 15,0 0-22-15,0 0 0 16,20-4 28-16,3 5-6 15,4-1 3-15,3 0-22 16,0-7-6-16,-3-7 3 16,-4-3-3-16,-6-4-1 15,-5-2-2-15,-9-4-12 0,-3-3 13 16,0-4 2 0,-15 1 1-16,-2 5 11 15,3 5 10 1,3 11 87-16,1 8-11 0,9 4-21 15,1 0-39-15,0 20-38 0,1 10 0 16,15 8 46-16,2-1-21 16,2-2 6-16,2 0-11 15,-1 0-14-15,-2-8-1 16,2-1-5-16,-4-8 0 16,-3-3-4-16,3-6-9 15,1-6-119-15,-1-3-49 16,2 0-29-16,-2-15-51 15</inkml:trace>
  <inkml:trace contextRef="#ctx0" brushRef="#br0" timeOffset="155506.5">20144 6692 741 0,'0'0'135'16,"0"0"-35"-16,0 0-7 16,0 0-68-16,0 0-20 15,0 0 28-15,-5 29 11 16,16-18-28-16,4-2-4 15,0-3-8 1,2-4 0-16,0-2-3 0,1 0-1 16,1-2 0-16,-2-13 4 15,-4-2-2-15,-4-3 3 16,-5 3-5-16,-4-2 9 16,0 4 1-16,0 6 55 15,0 5 17-15,0 2 24 0,0 2-43 16,0 2-53-16,0 20-6 15,0 16 8-15,0 13 24 16,6 10-9-16,6 6 12 16,0 8-35-1,0 4 1-15,6-6-5 0,-3-7-2 16,0-14-1 0,-3-17 0-16,3-11-35 0,-5-10-99 15,-1-13-69-15,3-1-111 16,-6-21-82-16</inkml:trace>
  <inkml:trace contextRef="#ctx0" brushRef="#br0" timeOffset="155988.44">20462 6661 614 0,'0'0'481'0,"0"0"-477"0,0 0 78 0,-14 78 3 0,26-39-24 0,6-1-33 16,3-1-8-16,-3-5 12 16,0-6-22-16,-5-5-10 15,2-5 0-15,-8-5 0 16,-2-9 0-16,-2 0-2 16,-3-2-5-16,0-6-22 15,0-19 1-15,0-10-21 0,0-9 39 16,-12-5-4-16,-6-2 7 15,5-4 7-15,-4 7 0 16,7 9 1-16,7 9 4 16,0 12 4-16,3 7 24 15,0 6-10-15,3 5-18 16,16 0-3-16,10 0-4 16,4 16 4-16,-2 3 5 15,-3 4-6-15,-9 3 0 16,-8-1 1-16,-9 3-2 0,-2-2 7 15,-17-2-3 1,-13 1-2-16,-3-6 6 0,-4-5-8 16,7-9 1-16,6-4 1 15,7-1-2-15,4 0-55 16,7-14-100-16,6-6-115 16,0-2-332-16</inkml:trace>
  <inkml:trace contextRef="#ctx0" brushRef="#br0" timeOffset="156554.04">20887 6597 1108 0,'0'0'0'0,"0"0"50"0,0 0 47 0,0 0-64 0,0 0 11 0,0 0-8 0,76-3-32 15,-58-13 3-15,-2-3-1 16,-4-4-4-16,-6-2-2 16,-6-1 9-16,0 0-6 15,-4 1 4-15,-11 4-6 16,-5 5 0-16,5 10 8 16,-3 3-9-1,1 3 0-15,0 11-1 0,1 13-3 16,4 6 3-16,12 1 2 15,0-2 3-15,3 0 5 0,18-3-9 32,4-3 5-32,6-5-2 0,0-6-1 15,4-6-3-15,-1-6 1 0,-2 0 0 16,-3-12 3-16,-2-11-3 16,-4-3 0-16,-5-6 0 15,-11-4 2-15,-4 1-4 16,-3 0 2-16,0 4 0 15,-13 9 11-15,0 7-11 16,5 8 5-16,2 4 12 16,4 3 5-16,1 0-22 15,1 16-11-15,0 9 11 0,0 6 4 16,1-3 0-16,8-1-2 16,9-1 2-16,-3 0-3 15,3-2 1-15,-3-5-2 16,1-2-5-16,-2-3-13 15,-1-6-119-15,-2-2-56 16,2-6-45-16,0 0-65 16,0-14-225-16</inkml:trace>
  <inkml:trace contextRef="#ctx0" brushRef="#br0" timeOffset="157036.76">21382 6416 733 0,'0'0'93'0,"0"0"123"0,0 0-9 0,0 0-98 0,0 0-95 15,0 0-8-15,-16 56 100 16,16-13-73-16,0 2 28 16,9 4-9-16,3-2-30 15,5-2 0-15,0-4-21 16,-4-7 1-16,-1-8-2 16,-3-11 1-16,-3-7-3 15,-1-5 1-15,-5-3-4 16,0-5-1-16,0-16-17 15,0-14-26-15,-5-9 30 16,-11-7-10-16,-4-10 8 16,-1-6 3-16,-1-5-3 15,1 3 15-15,3 10 1 16,6 12 4-16,11 17 0 0,1 13 1 16,0 7-4-16,13 6-2 15,14 4-1-15,7 2 4 16,5 17 1-16,1 6 2 15,-7 4 0-15,-5 4 1 16,-6 0-1-16,-8-1 0 16,-8-1 2-16,-6 1 6 15,-3-5-6-15,-23-3 5 16,-7-3 0-16,-5-6 0 16,-2-6 0-16,6-5-6 15,4-4 0-15,5 0-2 16,7-13-26-16,7-7-88 15,9-6-177-15,2-3-132 0</inkml:trace>
  <inkml:trace contextRef="#ctx0" brushRef="#br0" timeOffset="159377.6">21748 6324 1225 0,'0'0'13'0,"0"0"37"0,0 0 36 0,0 0-59 15,34-74-24-15,-16 52-1 0,-11-2-1 16,-7 1 3 0,0-5 0-16,-13 3 5 0,-10 4-6 15,-2 6 2-15,1 7 6 16,5 8-7-16,-2 0-2 15,3 18-2-15,2 9 0 16,5 7-4-16,8 1-1 16,3 1 10-16,0-3-10 15,3-3 3-15,11-5 2 16,-1-9-3-16,5-8 3 16,-2-6-8-16,2-2-18 15,0-4-13-15,0-14 9 16,-2-6-6-16,-2-5-1 15,-4 1 34-15,-8 3-5 16,-2 3 8-16,0 8 1 0,0 6 2 16,0 7 42-16,0 1 6 15,0 7-44-15,0 14-7 16,0 6 16-16,0 2-8 16,6-3 8-16,7 0-12 15,5-3 4-15,3-7-8 16,0-5 0-16,3-6 0 15,0-5 0-15,-1 0-1 16,0-13 0-16,-1-9 0 16,-3-6-13-16,-6-3-14 15,-4-6 2-15,-8-1 19 16,-1-3-4-16,0 3 10 0,-6 6 1 16,-3 9 0-16,1 10 9 15,3 10 19-15,3 3 10 16,-1 0-30-16,3 20-8 15,0 5 0-15,0 10 7 16,5-9-5-16,10 0 7 16,1-7-7-16,5-3-2 15,4-6 7-15,4-4-5 16,5-6-2-16,3 0 4 16,8-10-2-16,-5-7-2 15,-8-4 0-15,-7-2-2 16,-13-5-4-16,-9-7 1 15,-3 0-1-15,0 1 6 0,-15 4 2 16,-6 11 4-16,0 8-6 16,3 11 5-16,-4 0-1 15,1 14-2-15,5 12-2 16,1 5 5-16,10 0 2 16,5-3-2-16,0-3-5 15,5-4 0-15,10-5-6 16,-2-2 9-16,3-6-3 15,4-5 0-15,-2-3-7 16,3 0-4-16,-5-15-18 16,3-6 0-16,-3-2 3 15,-3-5-4-15,-6-3 14 0,-5 1 9 16,-2 4 4-16,0 8 3 16,0 7 8-16,-3 8 31 15,1 3 4-15,1 0-27 16,-1 3-16-16,2 13-1 15,0 4 1-15,0-1-1 16,0-2 1-16,3-1 0 16,9-6-2-16,3-3 0 15,-1-4 0-15,3-3-37 16,3 0-35-16,-1-9 15 16,8-10-36-16,-2-3 1 15,5-4 30-15,-10-6-39 16,-2 0-14-16,-11 0 116 0,-7 6 1 15,0 7 4 1,0 7 77-16,-1 8 59 0,-4 4-13 16,-1 0-25-16,0 8-71 15,-1 13-7-15,7 8 11 16,0-1 17-16,0 0-33 16,0-4-9-16,0-4 3 15,7-6-6-15,2-3-2 16,-4-3-4-16,-1-5 1 15,5-3 1-15,-2 0-3 16,3-11 2-16,3-11 3 16,-3-1-4-16,2-7 0 0,-2-2-1 15,-2 1 0 1,-2 8 0-16,-4 6 0 0,1 9 1 16,-3 7 9-16,0 1 5 15,0 0-14-15,1 4-1 16,4 12-1-16,-1 3 1 15,2 4 3-15,0-5-2 16,-2-3 4-16,6-5-4 16,-2-1 0-16,0-8-1 15,1-1 1-15,2 0 4 16,0 0-5-16,-2-15 1 16,0-3-3-16,4-6 2 15,-5-2-1-15,-2-2-2 16,0 3-14-16,-3 5 14 15,-2 10-6-15,2 4 7 0,-3 6 2 16,3 0-8-16,2 6-2 16,1 8 8-16,1 5 2 15,4-3 0-15,-1-2 1 16,-1-3-1-16,4-4 0 16,1-3 0-16,2-4 0 15,2 0-1-15,5-2 1 16,0-12 1-16,-2-3-1 15,-6-2-11-15,-6-4-2 16,-7 1 6-16,-2-3 4 16,0 1-1-16,-9 4 4 15,-3 5 1-15,0 8 1 0,6 7 16 16,-2 0-1 0,-1 17-17-16,6 8 5 0,-2 1 6 15,5 3-2-15,0-2 6 16,1-3-1-16,12-6-10 15,0-4-3-15,3-6 2 16,2-6-6-16,4-2 3 16,0-3 0-16,4-15 0 15,-5-4-35-15,0-4 3 16,-8-5-6-16,-4-4 7 16,-6-5 14-16,-3-7-13 15,0-8 15-15,-15-3 4 0,-4-6-13 16,-4 2 8-1,1 7 2-15,4 14-8 0,5 19 22 16,4 14 5-16,3 8 32 16,1 12-36-16,5 17 5 15,0 13 4-15,0 3 15 16,14 2-1-16,6-1 0 16,7-4-7-16,-3-3-9 15,6-6 2-15,5-5-10 16,-4-8-1-16,4-7-1 15,4-11 4-15,2-2-2 16,-5 0 0-16,-4-17-66 16,-9-5 54-16,-10-8-78 0,-10-2 55 15,-3-5 17 1,0 4 18-16,-6 3 1 0,-4 10 0 16,4 8 46-16,3 7 37 15,3 5-29-15,0 0-36 16,0 10-18-16,0 5 23 15,0 2 7-15,0-2-5 16,6 1-11-16,3-5 9 16,-1-3-24-16,1-4 4 15,2-2-2-15,-1-2-1 16,2 0 7-16,-1 0-4 16,5-15-3-16,-2-6 3 15,2 0-4-15,-2 0-11 0,-4 1 4 16,-4 12 6-1,-6 2 1-15,3 6 0 0,-2 0-4 16,7 0 0-16,3 14 4 16,5 1 5-16,-3-2 1 15,3 0-3-15,1-2-1 16,1-6-2-16,-2 1-3 16,-2-6-13-16,-2 0-130 15,-5 0-113-15,-7-8-183 16</inkml:trace>
  <inkml:trace contextRef="#ctx0" brushRef="#br0" timeOffset="159531.87">23280 5341 1001 0,'0'0'18'0,"0"0"179"0,0 0-102 0,0 0-84 0,79-69-11 0,-22 48 0 0,4-2-124 15,-4-5-220-15</inkml:trace>
  <inkml:trace contextRef="#ctx0" brushRef="#br0" timeOffset="160295.34">20235 7800 736 0,'0'0'45'0,"0"0"19"0,0 0 60 0,0 0-92 16,0 0 4-16,4 78 91 16,8-30-30-16,-1 2-27 15,-1 3-23-15,3-1-19 16,-2-2-16-16,1-5-10 16,0-8-1-16,0-9-2 15,-3-9-8-15,0-9-90 16,0-10-101-16,-6 0-97 0,-3-8-150 15</inkml:trace>
  <inkml:trace contextRef="#ctx0" brushRef="#br0" timeOffset="161223.81">20175 8107 762 0,'0'0'75'0,"0"0"18"15,0 0-11-15,0 0-59 16,0 0-16-16,0 0 1 15,24-12 19-15,1-2 13 0,2-6 13 16,3-3-33 0,3-6-16-16,1-1-2 15,0 0-2-15,-1 1 0 0,-6 4-24 16,-10 5-28-16,-9 11 17 16,-8 3 31-16,0 3 4 15,0 3 35-15,0 0 17 16,0 11-30-16,0 12-21 15,0 8 15-15,0 0 21 16,0 2-21-16,0-6 15 16,14 1-19-16,4-9-11 15,1-5 4 1,7-4-5-16,0-4 0 16,3-6-2-16,-4 0 3 15,3-12-2-15,-3-8-4 16,-8-3-16-16,-2-7-2 15,-6-1-2-15,-7-1 16 0,-2 0 7 16,0 7 4-16,-4 7-1 0,-3 7 2 16,3 8-1-16,1 3 33 15,3 0-34-15,0 14-1 16,0 5-3-16,0 6 3 16,11-1 3-16,5-6-3 15,0-2 2-15,0-1-6 16,4-8 2-16,1-4 1 15,7-3-2-15,4 0-3 0,4-10-6 16,-1-7-45-16,-5-1-20 16,-8-5-17-16,-4-3 22 15,-7 0 3-15,-8 1 24 16,-3 4 38-16,0 4 7 16,0 8 24-16,0 4 41 15,0 5 25-15,0 0-34 16,0 17-54-16,0 7 10 15,0 5 19-15,0-3 8 16,0 1-6-16,0-1-4 16,0-4 10-16,5-4-14 15,-5-3-7-15,3-7-9 0,-1-6-9 16,-2-2 0-16,3 0 1 16,-2 0 1-16,4-4 12 15,3-15 12-15,3-11-18 16,0-3-2-16,-1-1-6 15,-1 0 1-15,-1 5-1 16,-4 5 0-16,1 11 1 16,-4 5-1-16,-1 8 1 15,3 0 9-15,3 0-10 16,0 16 0-16,1 3 2 16,1 1-2-16,-3 2 7 15,2-3-7-15,-3-1 2 16,2-2 0-16,-1-3 0 0,1-3-2 15,0-2 0-15,4-5 0 16,-1-1 0-16,2-2 0 16,5 0-4-16,-1-7 3 15,4-7-44-15,-3-1-58 16,1-1-51-16,-1 4-38 16,0-4-223-16</inkml:trace>
  <inkml:trace contextRef="#ctx0" brushRef="#br0" timeOffset="162050.57">21359 7769 628 0,'0'0'193'0,"0"0"-131"0,0 0 13 0,0 0-74 0,0 0 6 15,0 0 23-15,-5 37 39 16,5-21-8-16,0-2-24 15,3 1 2-15,1-3-13 16,5-6-26-16,0 2 5 16,3-6-2-1,-2-2-2-15,6 0 2 0,-2-1-3 16,3-11 1-16,-1-7-1 16,-1-4 0-16,1-4-12 15,-5-3-6-15,2 3 0 16,-7 5 7-16,0 6 9 15,-3 8 2-15,-3 7 6 16,0 1 14-16,0 6-20 0,0 13 7 16,0 7-3-16,0 2 19 15,0-3-6-15,0 0 1 16,0-7 3-16,0-2-3 16,0-6 1-16,0-7-8 15,0 0-7-15,0-3 3 16,0 0-4-16,0 0 3 15,0-9 34-15,2-7-13 16,8-9-23-16,1 0-4 16,1-3-1-16,-1 4 1 15,-3 7-4-15,3 5 0 16,-4 7 1-16,-1 5-2 0,0 0-4 16,4 7 3-16,2 6 6 15,0 3 4-15,0-2-4 16,1-3 0-16,4-1 1 15,1-4 0-15,3-5 0 16,-2-1 7-16,11-3-4 16,0-12 6-16,0-5-10 15,-5-3 0-15,-6-1 0 16,-7 1 2-16,-7-3-2 16,-5 0 6-16,0 5-6 15,-5 3 12-15,-10 6-12 0,-7 4 0 16,-2 8 33-1,-3 0-15-15,4 9-11 0,0 11 26 16,7 5-21-16,10 4 9 16,4 4 3-16,2 3-9 15,2 3 9-15,17 4-21 16,2 2 6-16,4 3 6 16,1 1-14-16,-6-1 7 15,-5 0-8-15,-4-4 0 16,-5-4-1-16,-6-8 0 15,0-6 1-15,0-9-2 16,-13-5-109-16,-1-9-120 16,-7-3-130-16</inkml:trace>
  <inkml:trace contextRef="#ctx0" brushRef="#br0" timeOffset="162213.88">21395 7611 989 0,'0'0'0'0,"0"0"-51"0,0 0 51 0,0 0-184 16</inkml:trace>
  <inkml:trace contextRef="#ctx0" brushRef="#br0" timeOffset="180728.06">28408 15354 240 0,'0'0'31'0,"0"0"-28"0,0 0 1 0,0 0 26 15,0 0-21-15,0 0-9 16,0 0-3-16,0 0-24 16,-5-10-71-16</inkml:trace>
  <inkml:trace contextRef="#ctx0" brushRef="#br0" timeOffset="193612.5">28899 2441 504 0,'0'0'55'0,"0"0"-24"0,-71-81-31 0,52 59 95 0,3 4-15 16,2 0-5-16,4 10 11 16,4 0-10-16,3 2-19 15,1 3 8-15,1 0-3 16,1 2 7-16,0-1-23 16,0-2-14-16,0-1 13 15,7-8-31-15,18-4-1 16,11-4 0-16,5-2-1 15,5-3 9-15,0 2-11 16,-1-1-1-16,-5 3 4 16,-4 2-7-16,-6 3-2 0,-8 5 3 15,-8 5-3 1,-6 4 7-16,-6 3-10 0,1 0 5 16,2 20 0-16,2 23 2 15,5 18 16-15,-5 20 8 16,2 13-12-16,2 16 20 15,2 16-20-15,2 2-9 16,8 3 2-16,3-5-3 16,1-12 2-16,1-11-4 15,-1-13-7-15,-4-15 6 16,-2-14-7-16,-2-15 0 16,-7-14-1-16,-4-13 3 0,-5-8-2 15,-3-7 0-15,0-4 5 16,0 0 31-16,-14 0 12 15,-23 0-23-15,-17-8-18 16,-7 0-5-16,1-1-4 16,7 4 2-16,11 1-6 15,13-2 5-15,14 3-31 16,10 0-61-16,5 1-109 16,11-7-174-16,19-5-260 15</inkml:trace>
  <inkml:trace contextRef="#ctx0" brushRef="#br0" timeOffset="194853.79">30088 2283 671 0,'0'0'18'0,"0"0"-8"0,0 0 139 0,-91 13-83 16,80-9 6-16,4-2-9 15,1-2-4-15,3 4 3 16,0-3 12-16,3-1-16 16,0 0 2-16,0 0-3 15,0 0-9-15,0 0-10 16,20 0-35-16,13-13 15 15,12-7 15-15,9-1-25 32,-1 0-2-32,3-2-6 0,-5 3-3 15,-2 1 2 1,-6 0-16-16,-4 0-145 0,-4 2-69 16,-12 0-143-16</inkml:trace>
  <inkml:trace contextRef="#ctx0" brushRef="#br0" timeOffset="195124.18">30335 2009 905 0,'0'0'64'15,"0"0"-37"-15,0 0 137 16,0 0-111-16,0 0-28 16,0 0-23-16,32 8 16 0,5 1 33 15,4 1-19 1,-2 0 0-16,-3 1-2 0,-7 3-14 15,-10 4-8-15,-12 6-2 16,-7 7-6 0,-22 7 7-16,-23 5-7 15,-13 6-5 1,-3 0-76-16,3-9-145 16,4-9-239-16</inkml:trace>
  <inkml:trace contextRef="#ctx0" brushRef="#br0" timeOffset="198625.7">30889 1779 234 0,'0'0'342'0,"0"0"-335"0,0 0 84 0,0 0 1 16,0 0-47-16,0 0-20 0,-8 6 11 15,8-6 2 1,0 0 12-16,0 0 8 0,3-8-5 15,11-6 22-15,8-8-21 16,3-7-13 0,2-4 4-16,-4-5-20 0,-4-7 1 15,-4-3 2 1,-8-5-17-16,-5-3 9 0,-2 6-17 16,0 11-2-16,-8 9 10 15,-6 12-10-15,0 8 27 16,-2 7-10-16,-1 3-6 15,1 2-5-15,-3 18-7 0,5 4-3 16,5 3-2-16,2 2 2 16,7-1 2-16,0-1-3 15,8-3 3-15,14-3-4 16,5-2 4-16,4-5 1 16,3-5-4-16,3 0 4 15,-4 0 0-15,-3-5-1 16,-7 3 1-16,-6-2 0 15,-6 4 0-15,-3-1 0 16,-3 2-2-16,-3-4 5 16,4 4-3-16,0-1 1 15,-2-1 0-15,5-2 5 0,1-1-5 16,6-2 2-16,6-3 8 16,9 0-10-16,5-4 7 15,10-14-7-15,1-10 2 16,0-2 0-16,-5-11-3 15,-6-1 2-15,-12-3-4 16,-13 1 5-16,-9 5-3 16,-2 10 0-16,-9 10 0 15,-12 9-2-15,-9 9 2 16,-4 1-4-16,-5 11 4 16,5 12-3-16,3 7 2 15,8 2 1-15,10 2 0 16,8 3-3-16,5-4 3 0,3-3 0 15,21-3-1-15,6-8 2 16,9-6-2-16,4-5 1 16,6-8 0-16,5 0 3 15,2-17-3-15,3-6 0 16,-1-6-2-16,-1-2-6 16,-11-2-8-16,-13 2 8 15,-12 8 6-15,-13 2 2 16,-8 8 3-16,0 4 7 15,0 6 5-15,-3 0 4 16,-11 3-4-16,-8 0-15 0,-4 15 0 16,1 6-3-1,1 2 3-15,5 5-1 0,5-4-2 16,8-4 2 0,4-3-1-16,2-4-2 0,0-7-4 15,6-1 6-15,15-5-4 16,2 0 3-16,5 0 3 15,2-4-7-15,-3-2 1 16,-5 3-6-16,-5 3 12 16,-4 0-7-16,-1 14 7 15,0 16 0-15,-5 14 1 16,-5 14 2-16,-2 15 4 16,0 17 0-16,-3 9-6 15,-15 5 8-15,3-1-7 0,0-5 0 16,5-15-1-16,6-14 2 15,4-16 0-15,0-13 1 16,17-13-1-16,4-9 15 16,3-11-15-16,-2-7 1 15,7-7 5-15,1-19-8 16,2-11 3-16,-2-8-3 16,-5-4 1-16,-7-8 2 15,-12 1-3-15,-6 0 2 16,-9 0 5-16,-21 9-1 15,-6 6 10-15,-8 4 14 16,-3 7-6-16,-3 4-8 16,-2 3-13-16,7 7-2 0,6 3-4 15,11 3 0 1,10 2 1-16,9-2-26 0,7 0-81 16,2-3-51-16,6-3-53 15,15-3-80-15,3-5-139 16</inkml:trace>
  <inkml:trace contextRef="#ctx0" brushRef="#br0" timeOffset="199292.71">32181 1424 788 0,'0'0'25'0,"0"0"166"0,0 0-97 0,0 0-64 0,0 0-28 0,0 0 10 15,7 76 11 1,2-46-3-16,5-5-3 0,-2-4-3 16,4-3-3-1,1-6-10-15,2-8 1 0,1-4-2 16,3 0 0-16,1-16 9 16,0-11-8-16,-5-3-1 15,-5-9 0-15,-8-1 1 16,-3-4 1-16,-3 6-1 15,0 11 0-15,0 7 10 16,-2 14-6-16,-1 6 54 16,0 0-17-16,-3 19-41 15,1 9-1-15,2 6 3 0,3 1 1 16,0-5 9-16,2-5-12 16,12-4 8-16,0-6-6 15,4-8-2-15,2-5 2 16,1-2-2-16,4-6-1 15,-1-14 5-15,-2-10-2 16,-4-4-3-16,-4-4 0 16,-7-6 2-16,-5 6 0 15,-2 5 0-15,0 14-1 16,0 8 17-16,0 8-9 16,0 3 46-16,0 6-51 15,0 19 7-15,0 7-11 0,0 9 12 16,0-6-6-16,4-2 3 15,5-5-9-15,0-5 1 16,0-5-1-16,-3-7-10 16,3-6-20-16</inkml:trace>
  <inkml:trace contextRef="#ctx0" brushRef="#br0" timeOffset="-199183.11">31129 1653 624 0,'0'0'48'0,"0"0"-14"0,0 0 70 0,0 0 33 0,0 0-73 16,131-39 10-16,-49 21-3 16,9-2-23-16,8-1-14 15,1-2-1 1,3-2-16-16,0-4-4 16,-3 3-13-1,-8-5 0-15,-10 6-1 16,-13 5 1-16,-16 6-3 0,-15 4 3 15,-16 8-1-15,-14 1 1 0,-8 1-36 16,-7 1-161-16,-27 16 38 16,-13 7-57-16,-19 0-305 0</inkml:trace>
  <inkml:trace contextRef="#ctx0" brushRef="#br0" timeOffset="-198952.82">31351 1716 741 0,'0'0'14'0,"127"-45"-2"15,-45 22 74-15,0-1-26 16,5 1-8-16,-2 2-35 16,-2 3-8-16,-10 5-9 15,-11 3-3-15,-13 6 2 16,-18 4-5-16,-16 0-62 15,-15 0-118 1,-1 14-290-16</inkml:trace>
  <inkml:trace contextRef="#ctx0" brushRef="#br0" timeOffset="-197122.79">30056 3053 728 0,'0'0'40'0,"0"0"-26"0,0 0 143 0,0 0-69 0,0 0-79 16,0 0 5-16,97-70 13 16,-61 43 11-16,-1-6-10 15,-7-2-20-15,-3-7 3 16,-7 1-7-16,-6 2-3 16,-8 9-1-1,-4 13 1-15,0 8 5 0,0 6-6 16,-16 3 1-16,-8 0-2 15,-4 9-6-15,1 7 2 16,6 1 4-16,8 0 2 16,5-4-3-16,5 2 2 15,3-1 0-15,0-3-8 16,12 2 7-16,9 0 1 16,9-6 0-16,-1 1 0 0,1-1 0 15,-4-1 0-15,-1 3 0 16,-4-2-2-1,-6 0 3-15,-5-1-2 16,2 0 0-16,-4-3 1 0,1-1 2 16,0-2-2-16,3 0 0 15,7 0 3-15,6 0 2 16,4-15-5-16,0-1 0 16,4-8 1-16,-3-2-4 0,-2-4 3 15,-5 1-10-15,-7 2 5 16,-11 4-8-1,-5 4 10-15,0 6 3 0,-9 5 0 16,-13 6-5-16,-4 2 5 16,0 0 0-16,3 7 7 15,5 8-6-15,7 1 1 16,8-1-2-16,3 1 2 16,0-2 0-16,19-2-2 15,12-6 0-15,10 0 3 16,4-6-2-16,4 0-1 15,1 0-4-15,1-6-2 16,-5-5 3-16,-3-2-4 0,-9 4 1 16,-8-4 5-1,-10 3-3-15,-10 3 4 0,-6 1 8 16,0 0-4-16,-6 3 18 16,-15 3-22-16,-9 0 1 15,-1 5 0-15,3 9 2 16,4-1 9-16,6 1-12 15,8 3 2-15,4-2-1 16,2 2-1-16,4 0 0 16,0 6 0-16,4 0 2 15,8 3-1-15,2 2-1 16,-5 7 0-16,-3 8 0 16,-3 0 1-16,-3 4-1 15,0 2 11-15,-3 0-6 16,-6 1-3-16,-4-6 0 15,4-4 3-15,6-6-6 0,3-11 1 16,0-5-1-16,2-8-1 16,12-7 4-16,3-3-1 15,5 0 1-15,5-16 2 16,1-8 2-16,-2-5-4 16,-2-5-2-16,-8-2 6 15,-10-5-4-15,-6-1 16 16,-11-3 5-16,-18 2 2 15,-11 6-3-15,-5 7-3 16,-6 8 2-16,3 7-15 16,5 3-1-16,13 7 2 0,17 3-7 15,10 1 0 1,3 1-2-16,3-6-12 0,23-2-37 16,15-7-1-16,13-5-75 15,2-2-34-15,0-3-51 16,-4 3 32-16,-9-1 44 15,-7 4 123-15,-14 3 13 16,-7 5 113-16,-12 9 69 16,-3 2-43-16,0 0-36 15,0 0-53-15,0 1-4 16,-4 11-20-16,-3 7 64 16,2 0-38-16,3-2-23 15,2 0-7-15,0-5-20 16,7-2-2-16,9-4 9 0,6-6-9 15,6 0 4-15,2 0 0 16,0-10-4-16,0-8 2 16,-6-4-2-16,-3-6-9 15,-4 3 5-15,-8 7-4 16,-4 1 8-16,-4 10 1 16,-1 4 0-16,0 1 12 15,0 2 1-15,0 0-12 16,0 0-2-16,0 12-13 15,0 5 13-15,0 1 2 16,0-4-1-16,8-3-1 0,4-1 0 16,3-4 0-1,3-3 2-15,-2-3 0 0,5 0-2 16,0-6 4-16,-5-8-3 16,1-2 7-16,-5-2-8 15,-2-1 0-15,-4 3 9 16,-2 4-9-16,-4 7 5 15,0 2 3-15,0 3 23 16,0 0-23-16,0 0-8 16,0 10-9-16,0 6 4 15,0 3 6-15,0-2-1 16,0 0 0-16,0-3-3 16,0-1-22-16,0 0-97 15,0-9-76-15,-1-4-175 0</inkml:trace>
  <inkml:trace contextRef="#ctx0" brushRef="#br0" timeOffset="-196908.1">31469 2583 465 0,'0'0'312'0,"0"0"-309"0,0 0 80 0,0 0-83 0,0 0 4 16,0 0-8-16,-13 112 4 15,13-71-49-15,4-3-24 16,2-3-98-16,-1-4-213 16</inkml:trace>
  <inkml:trace contextRef="#ctx0" brushRef="#br0" timeOffset="-195274.32">31566 2923 439 0,'0'0'88'0,"0"0"34"0,0 0-12 16,83-78-45-16,-63 52-4 15,-2 1-9-15,-3-3-31 16,-2-2 0-16,-7 7 11 16,-6 1-5-16,0 8 21 15,0 6-3-15,0 2-25 16,-3 6-3-16,-6 0-17 16,1 2-5-16,-2 10 2 15,6-1-1-15,2 2 4 16,2-1-3-16,0-5-1 15,0-1 2-15,5 1 1 16,6-1 1-16,-1-3-3 16,-1-1 2-16,-2 4 0 0,-2 0-2 15,-4 2 1-15,1 4-3 16,2 0 5 0,-1 7 0-16,3-3-3 0,0 1 5 15,2-3-2-15,-1-5 0 16,0-5 0-16,7 0 3 15,2-4-3-15,4 0 0 16,1-4 3-16,1-14-3 16,-2-2-3-16,-1-2-6 15,-2-6-21-15,-3-1 17 0,-6-5-22 16,-5 3 6-16,-3 1 23 16,0 10 0-16,0 6 6 15,0 9-1-15,-3 3 2 16,-6 2-7-16,-2 7 5 15,2 13 1-15,2 2 1 16,4 0 2-16,3-3-3 16,0-3 0-16,0-3 0 15,14-4-7-15,6-5 7 16,5-4-19-16,4 0-10 16,-2-2-27-16,-1-12-34 15,-1 0 65-15,-5-4 18 0,-4 1 5 16,-2-1 4-1,-5-1 3-15,-2 2 29 0,-4 7 44 16,-3 0-14-16,0 7 12 16,0 3-35-16,0 3-41 15,0 14 7-15,0 9-1 16,-10-1 12-16,7-2-9 16,-1-1 4-16,2-3-8 15,1-8-4-15,1-3 3 16,0-2-4-16,0-6 0 15,0 0 6-15,0-2 8 16,9-11 8-16,5-7-22 16,3-2 0-16,1-3-3 0,-3 3 3 15,1 0 0-15,-7 8 1 16,-4 7 0 0,-4 4-2-16,-1 3 1 0,0 6-17 15,0 14 15-15,0 3 1 16,0 2 2-16,0-3-3 15,0-3 4-15,0-4 2 16,0-7-4-16,0-2 0 16,0-2 3-16,0-4-3 15,12 0 5-15,-2 0 19 16,10-13-16-16,-2-3 0 16,3-3-8-16,1-4 0 0,-1 2-2 15,-2-3 4-15,-4 8-2 16,-6 5 1-16,-6 5-1 15,-3 5 7-15,0 1-7 16,0 0-4-16,0 18-6 16,0 6 10-16,0 1 1 15,0-1-1-15,0-7 2 16,5-1 0-16,5-6-2 16,8-6 0-16,7-4 9 15,5 0-4-15,1-1-2 16,1-15 4-16,-4-4-6 15,-3-2 1-15,-2 0-2 16,-7-3-4-16,-8 0 2 16,-4 1-14-16,-4 4 0 15,0 4 5-15,-7 6 1 0,-9 9 4 16,-1 1-7-16,-2 4 5 16,2 13 7-16,4 6 1 15,4-1 0-15,6-1 1 16,3-2-1-16,0 0 3 15,0-5-3-15,9-3 0 16,5-5 2-16,2-3-1 16,3-3 0-16,3 0 1 15,1-6-1-15,1-7 2 16,1-2-3-16,-4-3-3 16,-5 7 2-16,-1-3-1 15,-6 5 2-15,-4 5 0 0,-2 0 1 16,-3 4-2-16,0 0 0 15,0 0 1-15,3 0-2 16,0 0-4-16,4 4 5 16,0 6 1-16,4 4 1 15,4-1 5-15,-3 2-6 16,-2-3 0-16,2-5 14 16,0 0-14-16,-1-4 6 15,3-3 3-15,-1 0-2 16,3 0 7-16,-3 0-14 15,4-11 1-15,-4-7-1 16,-1-7-2-16,-2-9-29 16,-5-9 1-16,-2-8 2 15,-1-7-3-15,-1-4-7 16,1-7 12-16,3 2 8 0,-2 11 2 16,0 14 16-16,0 19 6 15,-3 15 26-15,0 8 8 16,0 10-40-16,0 20 4 15,0 12 5-15,-1 9 8 16,-4 5-9-16,2-6-1 16,3 1 4-16,0-3-4 15,0 0-7-15,0-6-4 16,6-6 1-16,5-4-130 16,-1-13-46-16</inkml:trace>
  <inkml:trace contextRef="#ctx0" brushRef="#br0" timeOffset="-195069.22">33045 2363 849 0,'0'0'3'0,"0"0"30"0,0 0 73 0,86-67-41 0,-56 61-56 15,1 6-8-15,-4 0-1 16,-10 1-14-16,-10 16-76 15,-7 4-173-15</inkml:trace>
  <inkml:trace contextRef="#ctx0" brushRef="#br0" timeOffset="-192975.51">30984 3241 721 0,'0'0'191'0,"0"0"-187"15,0 0 94-15,0 0 100 16,-30 87-102-16,24-38-21 16,2 0-13-16,-1 4-1 15,0-3-31-15,3-2-6 16,-1-4-18-16,2-5 2 15,-1-11-8-15,1-5 0 16,1-13-2-16,0-4 2 16,0-6-1-16,0 0-4 15,0-17 2-15,9-16-4 16,2-9-14-16,-2-6-3 16,1-1 19-1,0 4-7-15,-3 11 6 0,1 9 4 16,-2 10 2-16,-2 9-3 15,0 3 3-15,3 3-8 0,3 7-2 16,8 17 9-16,2 12 1 16,-3 3 7-16,-1 2-2 15,-6 7 7-15,-6-5-12 16,-4-3 0-16,0-1 6 16,-14-9-6-16,-12-7 2 15,-4-7 4-15,-3-8-6 0,2-3 4 16,1-5-4-16,6 0 2 15,5-13 1-15,5-12-2 16,8-4 0-16,6-4-1 16,0-2 0-16,8 7-3 15,12 8-19-15,3 10 2 16,2 9 14-16,4 1 2 16,1 6 0-16,1 12 4 15,0 0 0-15,4-1 0 16,-1-6 0-16,3-1 0 15,5-7 2-15,3-3-2 16,2 0 0-16,-2-14 0 16,-5-7 1-16,-7-4-1 0,-12-2-2 15,-9-6-11-15,-9 0 1 16,-3-5-3-16,-3 4 4 16,-15 7 8-16,-2 10 3 15,-5 8-3-15,-1 9 1 16,-4 0 2-16,0 20 0 15,6 10 3-15,5 3 5 16,10 3 5-16,6-2-9 16,3-3 6-16,0-4-10 15,12-7 0-15,6-7 1 16,1-7 0-16,2-6-1 16,7 0 1-16,1-13-1 15,-1-9-17-15,-1-4-20 0,-3-7 0 16,-3-1 9-16,-4-1 1 15,-7 5 14-15,-7 10 12 16,-3 7 2-16,0 10 10 16,0 3 11-16,-3 11-21 15,-13 18 20-15,2 6 11 16,5 1-2-16,6-1-16 16,3-3-7-16,0-5 10 15,7-6-10-15,8-6-5 16,0-9 10-16,4-6-11 15,2 0 1-15,3-8 3 16,3-13-3-16,0-3-4 16,-2-6-4-16,-1-5-5 0,-1 0 9 15,-4-2-16 1,-4 6 13-16,0 7 5 0,-6 10 0 16,-6 9-2-16,1 5 2 15,0 10-7-15,-2 17 7 16,1 8 3-16,-3 1 7 15,1-1-4-15,-1-4-6 16,0 0 5-16,0-3-5 16,-6-5 0-16,-8-5 0 15,-2-5 0-15,-3-7 0 16,-1-6 0-16,-3 0-4 16,-6-7-25-16,3-12-20 0,-1-4 10 15,3-3 4 1,9 3-4-16,3-1 14 0,9 3 0 15,3 7 14-15,0 6 8 16,0 4 1-16,6 4 2 16,9 4 11-16,2 11 1 15,3 7 17-15,1 3-11 16,-1 0-6-16,1 0 7 16,1-4-10-16,-1-6-6 15,7-5 9-15,5-9-12 16,4-1 3-16,5-1-3 15,9-18 3-15,-2-8 2 16,-1-5-5-16,-5-8-2 16,-8 0-4-16,-9-2-18 15,-8 3 12-15,-13 7 9 0,-5 7 3 16,-10 12 1-16,-13 8 0 16,-9 5 2-16,0 11 32 15,2 14 8-15,3 7 12 16,8 2-13-16,10 3-11 15,7-4 6-15,2 0-24 16,21-2-12-16,7-7 8 16,8-7-7-16,4-8-3 15,8-9 1-15,5 0 0 16,9-14 4-16,9-12-4 16,3-5 0-16,-2-3 3 15,-7-3-2-15,-1-2 1 0,-16-1-1 16,-8 2-1-16,-17 6 7 15,-16 5-2-15,-7 9 2 16,-10 6 9-16,-20 8-15 16,-5 4 3-16,-5 0-3 15,-1 20 2-15,6 1 21 16,5 2-1-16,11-1-7 16,7 0-4-16,6-4-10 15,6-4 3-15,0-3-5 16,0-3 1-16,18-2 4 15,1-5-4-15,8-1 0 16,4 0-1-16,-1-12-3 16,3-8-16-16,0-8-29 0,-2-12-18 15,-1-6 2 1,-6-15-12-16,-6-9 21 0,-6-8 42 16,-8-4 11-16,-4 6 2 15,0 14 0-15,-16 18 25 16,-4 21 52-16,-3 23-39 15,-1 6-22-15,0 30 11 16,1 13 30-16,7 11-2 16,12 1-14-16,4-4-22 15,0-3 12-15,1-3-12 16,9-3-7-16,-1-3-9 16,-1-5-2-16,1-5-2 15,-3-2-26-15,-6-5-87 16,0 0-93-16,-18 0-122 0,-10-1-495 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22:02.76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2748 2916 451 0,'0'0'14'0,"0"0"59"0,0 0 61 0,0 0-41 16,0 0-37-16,0 0 0 15,0 0 14-15,3 0-12 16,-3 0-13-16,0 0 13 16,0 0-24-16,3-1-8 15,4-7-2-15,-1-7-8 16,2 0 2-16,-2 1-1 15,-6-1 1-15,3 3 20 16,-3-1-20-16,0 6 0 16,0 4 17-16,-9-1 0 15,-12 4-9-15,1 0-15 16,-11 0-7-16,1 14-5 0,0 5 1 16,-1 2 0-16,4 0 0 15,5 6 1-15,5 0-1 16,1 1 0-16,4 1 0 15,6-1-7-15,0-2 7 16,6-2-1-16,0-1-6 16,10 0 5-16,12-1-3 15,3 0 4-15,9 4 1 16,6 1-2-16,2 2 2 16,6-1 0-16,-2 0-1 15,0 1 2-15,-7-2-1 16,-9-2 0-16,-9-3 0 0,-15-2-2 15,-6-3 6-15,-18 2-4 16,-21-1 14-16,-13-4-8 16,-9-3 10-16,-6-5 38 15,-5-6-16-15,-1 0 6 16,6-2-29-16,9-14-1 16,11-2-4-16,10-4-8 15,19 3-4-15,5 3 1 16,7 4-6-16,6 7-2 15,3 2-92-15,22 3-74 16,13 0 61-16,3 11-118 16,7 5-101-16</inkml:trace>
  <inkml:trace contextRef="#ctx0" brushRef="#br0" timeOffset="575.63">3210 3038 158 0,'0'0'569'0,"0"0"-539"0,0 0 137 0,0 0-40 0,0 0-28 16,0 0-55-16,-12-15-40 15,12 45 26-15,0 13 44 16,0 9-7-16,0 0-6 16,0 3-14-16,-1-3-31 15,1-2-12-15,0-8-4 16,0-5 0-16,0-6-3 16,0-9 1-16,1-6-20 15,5-8-157-15,-1-6-107 0,-2-2-162 16</inkml:trace>
  <inkml:trace contextRef="#ctx0" brushRef="#br0" timeOffset="784.45">3013 3298 785 0,'0'0'211'16,"0"0"-196"-16,0 0 159 15,0 0-113-15,0 0-61 16,0 0-2-16,27-29 2 15,21 21-3-15,1-1 3 16,-1 3-4-16,1 2-6 16,-4 4-148-16,0 0-33 15,-5 0-56-15,-4 7-208 0</inkml:trace>
  <inkml:trace contextRef="#ctx0" brushRef="#br0">3716 3316 694 0,'0'0'33'15,"0"0"49"-15,0 0 59 16,0 0-88-16,0 0-25 16,-27-74 36-16,6 61 19 15,-4 4-22-15,-5 5-37 16,-1 4 1-16,-2 0 14 0,2 11-18 15,4 10 13-15,6 2-17 16,3 7-15-16,6-4 3 16,7 2-5-16,5-2-3 15,0-5-1-15</inkml:trace>
  <inkml:trace contextRef="#ctx0" brushRef="#br0" timeOffset="79030.78">4095 3456 808 0,'0'0'28'0,"0"0"-18"0,0 0 9 0,0 0 7 0,0 0-13 15,0 0 40-15,0 0-2 16,9 8 10-16,0-8 8 16,-5 0-17-16,-1 0-16 15,2-3-1-15,-1-10-6 16,1-6-8-16,-5-3-2 16,0-1-11-16,0-1 1 15,-14-1-1-15,-11 7 0 16,1 4 6-16,-4 7 15 15,-5 6-11-15,2 1 8 16,-1 11-24-16,1 17 1 16,7 5 0-16,6 7-2 15,5 3 0-15,10 0-1 0,3 0 0 16,0-6-3 0,6-5 3-16,15-6-2 0,4-9 2 15,3-8 0-15,7-9-2 16,2 0 2-16,2-19 0 15,4-12 10-15,-6-8-9 16,-4 0 0-16,-9-3-1 16,-12-2 2-16,-9 0 4 15,-3 5-6-15,0 9 0 16,-9 12 9-16,3 9-6 16,3 9 3-16,0 1-6 15,1 23-14-15,2 8 12 16,0 3 2-16,3-4 0 0,16-6-3 15,4-3 4-15,7-6-1 16,3-4 0-16,6-8 1 16,4-4 2-16,-1 0-3 15,2-14 0-15,-3-10 5 16,-4-4-4-16,-7-8-2 16,0-4 1-16,-14-7 0 15,-2-5-2-15,-14-5-1 16,0-4-5-16,-8 1 4 15,-11 7-6-15,2 14 8 16,4 15 1-16,7 14 2 16,3 10 1-16,0 3-2 0,3 28-26 15,0 10 21 1,0 8 7-16,3 2-2 0,6-1 0 16,7-1 4-16,1-7-1 15,4-4-3-15,-1-6 3 16,3-7-3-16,2-7 3 15,2-6-4-15,0-10 1 16,3-2 0-16,-2-7 9 16,-1-16-9-16,1-6 0 15,-5-5 0-15,-5-3 0 16,-8 5-1-16,-7 4-8 16,-3 10 9-16,0 8 3 15,0 5 0-15,0 5-3 16,-1 15-3-16,-4 13-19 15,2 10 22-15,3 2 0 0,0-1 3 16,8-4 5-16,11-3-7 16,8-7-1-16,1-7 4 15,8-8-1-15,1-6 0 16,2-4-3-16,-3-4 2 16,1-16 5-16,-6-7-6 15,-2-5-1-15,-8-3 2 16,-6 1 0-16,-3 1-1 15,-5 6-1-15,2 7 0 16,-6 9 3-16,0 7-3 16,0 4-7-16,12 0-6 15,1 15 5-15,5 7 8 16,6 1 0-16,-4 3 1 0,0-1 1 16,-2-2-2-16,-7-1 0 15,-8-1 0-15,-5-5 2 16,-1 0 2-16,-4-2-3 15,-19-2 6-15,-5 0 1 16,-5-3-8-16,-7-6 0 16,-5-3-62-16,-12 0-133 15,-4 0-80-15,-11-17-415 16</inkml:trace>
  <inkml:trace contextRef="#ctx0" brushRef="#br0" timeOffset="79205.19">4601 3229 74 0,'0'0'806'0,"0"0"-802"0,0 0 37 0,98-40 8 16,-35 17-22-16,4-1-22 16,-1 2-5-16,-7-2 0 15,-11 1-40-15,-6 1-416 16</inkml:trace>
  <inkml:trace contextRef="#ctx0" brushRef="#br0" timeOffset="79451.98">4902 2899 915 0,'0'0'15'0,"0"0"151"0,0 0-57 16,0 0-57-16,0 0-42 15,0 0-10-15,18-47-4 16,2 47-2-16,0 2-40 16,-5 14-249-16,2 3-596 15</inkml:trace>
  <inkml:trace contextRef="#ctx0" brushRef="#br0" timeOffset="81043.88">5835 3021 328 0,'0'0'293'0,"0"0"-289"0,-11-85 79 0,7 68 54 16,1 7-28-16,1 3-38 15,-1 4 33-15,0 3-3 16,3 0-52-16,-3 9-49 0,-4 25 8 16,7 14-8-16,-3 14 5 15,3 5 3 1,0-1 4-16,0-3-9 62,13-4 14-62,4-7-17 16,5-15 2-16,5-9-4 0,1-11 2 0,-1-12 0 0,3-5 4 0,1 0-3 16,-4-22 14-16,2-7-11 0,-6-3-4 0,-5-5 6 0,-4 2-2 15,-8-1-4-15,-6 7 3 16,0 5-2-16,0 11 7 0,0 8-6 16,0 5-3-16,0 4 1 15,0 18-33-15,0 6 33 16,3 5 0-16,7-3 1 15,2-5-3-15,3-3 2 16,3-5 0-16,6-3 2 16,-2-4 0-16,3-7-2 15,4-3 0-15,-1 0 1 16,1-11 3-16,-1-6-3 16,-1-3 0-16,-5-7 2 15,-2-1 0-15,-4 2-2 0,-4-2 1 16,-5 7 1-16,-1 5-1 15,-3 7-1-15,-1 5-1 16,-2 3 0 0,0 1-2-16,0 0-3 0,0 0-8 15,1 0 2-15,2 0 10 16,-1 1 1-16,-1-1 0 16,-1 0 2-16,0 0 3 15,0 0 10-15,0 0 11 16,0-5-19-16,0 0-2 15,-7 1 2-15,-4 2-5 16,1 2 8-16,-5 6-9 16,3 13 0-16,-3 4-1 15,10 2 0-15,4 6 6 16,1-3-3-16,0-1 0 16,12 0 1-16,12-5-2 0,6-7 3 15,4-4-5-15,5-7 0 16,5-4 8-16,6 0-8 15,5-18 5-15,5-6-2 16,-8-6 0-16,-10 1-5 16,-11-2 2-16,-7-2 0 15,-15 4 1-15,-9 4 1 16,0 3 2-16,-8 9 6 16,-12 8-4-16,-7 5-3 15,-6 4-3-15,0 20 0 16,0 4 0-16,6 9 3 15,8-1-2-15,4-1 2 16,12-3 1-16,3-5-5 0,0-4 1 16,0-8 0-16,15-5-6 15,3-8 1-15,7-2 5 16,5-2 7 0,4-16-3-16,-2-6-2 0,-4-3-2 15,-3-2-5-15,-8 4 4 16,-1 4-3-16,-8 10 4 15,-4 6 0-15,-4 5 0 16,2 0 0-16,-1 6-10 16,5 15 1-16,0 6 9 15,0 0 0-15,5 0 2 16,3-3 2-16,3-5-3 0,2-5 3 16,0-6-4-1,4-6 0-15,1-2 6 0,1-5-4 16,-1-14 4-16,-3-10 2 15,-2-6-8-15,-5-5 7 16,-4-7-7-16,-4-10 0 16,-6-8 3-16,0-13-2 15,-4-14-1-15,-13-5 0 16,-1 0-4-16,-1 15 3 16,8 32-3-16,1 26 4 15,9 24-3-15,1 28-5 16,0 28-13-16,13 24 21 15,4 12 3-15,0-1 1 0,-3-2-3 16,1-5 0-16,-5-8 0 16,-2-8-1-16,-1-11-5 15,-7-11-165-15,0-17-238 16,-4-13-108-16</inkml:trace>
  <inkml:trace contextRef="#ctx0" brushRef="#br0" timeOffset="81254.89">5465 3165 1019 0,'0'0'11'0,"0"0"4"0,0 0 7 0,0 0-19 0,118-34-2 0,-44 13-2 15,1-3-1-15,-1 0-20 16,-7-1-118-16,-3-4-195 16</inkml:trace>
  <inkml:trace contextRef="#ctx0" brushRef="#br0" timeOffset="81379.84">6258 2871 660 0,'0'0'100'16,"0"0"11"-16,0 0-3 0,0 0-84 15,0 0-24 1,0 0 0-16,29 0-16 0,-16 11-338 16</inkml:trace>
  <inkml:trace contextRef="#ctx0" brushRef="#br0" timeOffset="82217.85">8617 2871 906 0,'0'0'1'15,"0"0"1"-15,-28 95 127 0,7-44 9 16,1 8-52-16,-2 7-31 16,-3-4 4-16,1-2-36 15,6-15-5-15,6-19-2 16,6-10-11-16,6-12-5 16,0-4 4-16,0-5 0 15,3-25 32-15,13-15-24 16,2-14-12-16,5-12 2 15,-1-12 1-15,-1-12-3 16,3 1 0-16,-2 12 0 16,-3 27 1-16,-5 26-1 15,-6 23-2-15,2 8 2 16,5 31-11-16,4 19 11 16,4 22 8-16,-7 9 0 0,3 9 26 15,-5-2-21-15,2-10-5 16,-1-8-8-16,1-16 1 15,-2-12-2-15,0-13 1 16,-7-12-2-16,-3-10-3 16,-4-9-1-16,0-2-36 15,-19-21-41-15,-15-8-57 16,-13-7 83-16,-9-8-17 16,-6-1-17-16,-5 3 84 15,6 8 7-15,9 16 3 16,10 11 21-16,15 9 70 0,8 6 5 15,13 17-71 1,6 10-19-16,0 2 17 0,17-3-10 16,11-2-7-16,15-4 3 15,6-7 4-15,13-5 0 16,3-9-5-16,7-5-9 16,4 0 3-16,-2-17-5 15,1-8-4-15,-6-6-52 16,-10-10-158-16,-5-14-97 15</inkml:trace>
  <inkml:trace contextRef="#ctx0" brushRef="#br0" timeOffset="82481.84">9208 2688 883 0,'0'0'13'0,"0"0"67"0,0 0 12 0,-42 85 1 0,42-37-20 15,0 8-21-15,0 3 23 16,0 5-26-16,6 0-8 16,5 3-18-16,2-4-8 15,0-5-7-15,1-6-8 16,8-11 0-16,-1-9-2 16,7-13 2-16,2-12 0 15,3-7-6-15,0-4-11 16,1-18-99-16,-4-4-80 15,-8-2-70-15,-7 1-191 0</inkml:trace>
  <inkml:trace contextRef="#ctx0" brushRef="#br0" timeOffset="83328.31">9653 3207 519 0,'0'0'150'0,"0"0"-134"0,0 0 82 16,0 0 9-16,0 0-50 15,0 0-50-15,17-41 13 0,-14 23-8 16,-3-2-3-16,0 2 11 16,-7-1 3-16,-14 7-4 15,-4 2 13-15,-5 8-7 16,6 2-3-16,-6 3 0 16,2 16-19-16,2 3 12 15,4 8-15-15,8-2 2 16,4-5-4-16,7 1 2 15,3-8-2-15,0-2-1 16,15-1-5-16,3-11 6 16,3-2-11-16,6 0-3 15,-4 0-16-15,0-2 6 16,-1 2 20-16,2 0 3 0,1 4-2 16,4 21 5-16,-5 15-5 15,6 14 5-15,-5 16 5 16,-3 18 3-16,-8 11 3 15,-4 5-10 1,-10 2 0-16,0-7 4 0,-18-13-5 16,-16-11 0-16,-5-17 6 15,-5-18 65-15,-4-13 41 16,-6-15 5-16,2-12-25 16,-4-14-32-16,0-25 5 15,5-17-46-15,9-11 19 16,9-19-23-16,11-18-14 15,9-12-1-15,13 4-13 0,7 12 5 16,27 26-38 0,7 25-21-16,11 22-10 0,-1 13-6 15,4 10 9-15,-1 4-10 16,2 0-53-16,2 0-3 16,2 0-47-16,4 0-149 15,-1-13 6-15</inkml:trace>
  <inkml:trace contextRef="#ctx0" brushRef="#br0" timeOffset="83689.8">10015 3232 333 0,'0'0'152'0,"0"0"-24"0,3-86 57 16,-6 71-103-16,-14 7 36 0,0 8 0 0,-9 0-65 0,1 18-11 0,2 10 6 16,6 3-10-16,8 3-15 15,9 1-14-15,0-6 1 16,9-4-10-16,16-4 2 15,9-8-1-15,4-7 1 16,3-6-1-16,3-8 5 16,-2-17-5-16,-7-4-2 15,-8-3-6-15,-15-9-19 16,-12 2 20-16,0-4 3 16,-22 7 3-16,-8 5-1 15,-6 9 4-15,2 11 1 16,-1 11-3-16,2 0 1 15,8 18 19-15,7 9-21 16,6 5 0-16,9 0-1 0,3 1-4 16,0-1 4-16,17-1-5 15,5-5-16-15,0-2-102 16,7-8-74-16,-5-6-53 16,1-7-301-16</inkml:trace>
  <inkml:trace contextRef="#ctx0" brushRef="#br0" timeOffset="83974.86">10318 3190 693 0,'0'0'96'0,"0"0"-58"15,0 0 92-15,0 0-58 16,0 0-32-16,92-33 5 16,-69 60-1-1,-7 5-15-15,-7 1-21 0,-6 3-7 16,-3-5 11-1,-3-3-11-15,-18-5 0 0,2-8 8 16,2-5-4 0,0-7 7-16,3-3-7 0,2 0 3 15,5-18 13-15,2-9-21 16,5-6-2-16,0-2 1 16,9-1-9-16,9 4 3 15,-1 10-43 1,0 6-74-16,4 9-27 0,-1 7-75 15,-1 0-261-15</inkml:trace>
  <inkml:trace contextRef="#ctx0" brushRef="#br0" timeOffset="84529.93">10661 3207 736 0,'0'0'70'16,"0"0"99"-16,0 0-15 15,0 0-39-15,0 0-89 16,0 0-15-16,-18 9 2 16,16 9 8-16,2 0 8 15,0-1-27-15,0-1 2 16,8-5-4-16,6-3 4 16,2-5 2-16,-1-3-6 15,6 0 4-15,2-4 3 16,-1-13-7-16,-2-5-1 0,1-5-21 15,-3-8-36 1,-2-2 16-16,-3-5-8 16,-3-8 25-16,-4 0 0 15,-5-3-1-15,-1-2-10 16,0 3 27-16,0-1 8 0,0 5 1 16,-7 2 0-16,1 11 0 15,0 8 12-15,0 17 15 16,6 6 32-16,-3 4 28 15,3 0-66-15,0 0-8 16,0 0-11-16,0 14 2 16,0 11-2-16,0 9 2 15,0-1 10-15,0 4-4 0,3 6-2 16,3-2 8-16,-1 7-11 16,-4 0-2-16,2 2 5 15,0 0-5-15,-3-2 3 16,3-6-6-16,0-6 0 15,3-8-2-15,1-8 2 16,5-6-2-16,0-8 2 16,2-4-24-16,2-2-29 15,5-2-116-15,-5-14-171 16</inkml:trace>
  <inkml:trace contextRef="#ctx0" brushRef="#br0" timeOffset="84767.93">10906 3007 832 0,'0'0'45'0,"0"0"-36"0,0 0 5 0,0 0 5 0,91 0-18 16,-49 0 1-16,4-5-4 0,-4-1-262 15</inkml:trace>
  <inkml:trace contextRef="#ctx0" brushRef="#br0" timeOffset="84891.88">11522 3083 867 0,'0'0'14'15,"0"0"109"-15,0 0-16 16,0 0-103-16,0 0-4 16,0 0-61-16,55-10-408 15</inkml:trace>
  <inkml:trace contextRef="#ctx0" brushRef="#br0" timeOffset="85751.13">13630 2904 660 0,'0'0'28'0,"0"0"90"0,0 0 5 15,0 0-87-15,0 0 56 16,0 0 2-16,0 0-19 15,-24-5-45-15,24 5-17 16,8-1-2-16,18-2-9 16,13-1 9-16,13-5 9 0,8 1 6 15,9-2 5-15,4-2-13 32,1 4-13-32,1-1 5 0,-5 0-10 0,-13 2-1 15,-8 4 0-15,-16 2-4 16,-11 1 5-16,-10 0-17 15,-6 0-9-15,-3 0-72 16,-3-2-135-16,0-1-38 16,0 1-328-16</inkml:trace>
  <inkml:trace contextRef="#ctx0" brushRef="#br0" timeOffset="86028.42">14263 2685 708 0,'0'0'168'16,"0"0"-135"-16,0 0 22 16,0 0-32-16,0 0 21 15,0 0 26-15,116 7-13 16,-73 14 9 0,-3-2-23-16,-7 1-19 0,-10 5-12 15,-7 0-8-15,-11-1 11 16,-5 4-2-16,-3 6 5 15,-24 3-1-15,-11 4-17 16,-5 4-7 0,1-2-162-16,0-3-233 15</inkml:trace>
  <inkml:trace contextRef="#ctx0" brushRef="#br0" timeOffset="87654.84">16320 2621 237 0,'0'0'501'0,"0"0"-451"0,0 0-5 0,0 0 10 0,-9 82 26 16,9-29-11-16,0 7-14 16,0 6-1-16,0-3-9 15,0-7-34-15,0-8-9 16,0-11 19-16,0-9-18 15,0-5 1-15,0-11 2 16,1-4-6-16,1-8 5 16,-1 0-3-16,-1-2 10 15,0-18 27-15,0-13-37 16,0-10-3-16,0-11 0 16,-3-12 0-16,-1-9 4 15,0-10-4-15,4-6 0 16,0 2 1-16,0 9 1 15,8 19-2-15,3 22 8 16,-4 16 1-16,4 17 17 16,1 6-24-16,10 0 8 15,6 22-13-15,4 4 6 0,-3 12 0 16,-7 5-3-16,-9-3 2 16,-13 5 0-16,0-5-1 15,-18-1 2-15,-13-3 20 16,-2-6-23-16,-3-8 10 15,9-5 6-15,5-9-6 16,8-2 10-16,8-6-17 0,5 0 17 16,1 0 8-16,0 0-21 15,0-3-1-15,12-2-6 16,7 5-5-16,5 0 2 16,6 19 6-16,6 14-2 15,-1 12 22-15,1 6-8 16,0 1 6-16,-3-2-16 15,-2-6 0-15,1-9-3 16,-1-6-2-16,-3-10-1 16,1-4-4-16,2-7-13 15,2-8-151-15,-3-4-123 16,-2-17-109-16</inkml:trace>
  <inkml:trace contextRef="#ctx0" brushRef="#br0" timeOffset="89643.66">16833 2902 769 0,'0'0'211'0,"0"0"-192"0,0 0 82 0,0 0-63 0,0 0-38 0,0 0 0 16,30-4 12-16,0 4-4 16,-3 0-7-16,-2-9 3 15,-3-2 0-15,-6-4-2 16,-8-3 0-16,-5-1 0 15,-3 2 13-15,0 2-11 16,0 9-1-16,-10 1 13 16,-4 5 12-16,1 0 8 0,-3 20-32 15,3 9-1-15,3 5 22 16,7 2-13 0,3 1 2-16,0-2 2 15,3-2-15-15,14-7 1 16,5-5-2-1,1-8 0-15,3-7 1 16,4-6 0 0,3 0 0-16,7-19 5 0,2-8-5 0,3-9 6 15,-1-7-7-15,-6-11 0 0,-11-5 0 16,-11-10 0-16,-10-9 0 16,-6-6-1-16,-7 0-1 15,-16 8 0-15,-1 20 2 16,2 21 0-16,7 20 8 0,3 15-4 15,3 4 12-15,3 36-16 16,3 16 4-16,3 13 2 16,0 7 1-16,14 1 3 15,8-3 24-15,3 5-25 16,9-10-9-16,5-6 0 16,9-8 0-16,5-16 2 15,3-12-2-15,1-14 0 16,2-9 5-16,0-4-4 15,-4-12 0-15,-6-11 3 16,-7-8-3-16,-14-6 6 0,-10-4-5 16,-13-2-2-1,-5 5 12-15,0 6-10 0,-14 11 5 16,-5 10-2-16,1 8-4 16,-3 3 1-16,2 10-2 15,0 12-1-15,6 7 0 16,6 1 1-16,4-3-7 15,3-1 6-15,0-5 0 16,0-7-4-16,9-6-1 16,4-3 1-16,1-5 0 15,6 0 5-15,2-5 0 16,0-15-3-16,0-5 0 16,0 1 1-16,-7 3-21 0,-4 3 3 15,-5 11 18 1,-5 4 2-16,-1 3-2 0,2 3 2 15,-1 18-19-15,5 8 19 16,0-1 0-16,6-2 1 16,5-2 0-16,3-4 3 15,6-8-4-15,-1-4 6 16,11-8-5-16,1 0 15 16,4-14-16-16,-4-13 0 15,-4-7-5-15,-11-9 3 16,-11-10-26-16,-6-8-12 15,-5-8 8-15,0-7-1 16,-13-7-8-16,-4 14 10 16,1 16 30-16,3 23-3 15,1 19 4-15,6 11 7 16,1 36-4-16,1 16-3 16,4 11 9-16,0 2-4 0,9-2 18 15,9-6-18-15,0 0 0 16,4-6-2-16,3-4-2 15,2-10-1-15,1-13 0 16,2-11 0-16,2-12-2 16,3-1 7-16,4-12-7 15,0-18 2-15,-3-7-45 16,-10-6-6-16,-3 0-6 16,-12 4 6-16,-6 3 46 0,-5 9 4 15,0 11 1-15,0 6 9 16,0 6 72-16,0 4 0 15,-2 5-73-15,-1 17 5 16,1 8-1-16,2 5-12 16,0-3 9-16,5-1-5 15,10-3-2-15,0-6 7 16,5-6-9-16,3-6 0 16,2-5 7-16,9-5-3 15,-2 0-4-15,4-12 2 16,-4-11 1-16,-3-3 2 15,-7-11-5-15,-7-1 0 16,-6 1-4-16,-3 7 3 16,-6 11 1-16,0 10 3 15,0 8 3-15,0 1 29 0,0 7-35 16,-12 18 8-16,5 4 1 16,1 3-5-16,6 1 4 15,0-4-4-15,0-1-4 16,10-4 8-16,6-10-8 15,4-3 0-15,7-8 6 16,10-3-3-16,5-1 3 16,-2-16-6-16,-6-8 5 15,-7-8-5-15,-11-4 0 16,-11-8-18-16,-5 4 2 16,-9 3-1-16,-18 5 7 0,-10 11 6 15,-2 10 4 1,0 7 11-16,0 5-2 0,8 17 5 15,4 11 0-15,8 7-13 16,13-2 11-16,6 3-12 16,0-4 8-16,21-1-6 15,8-6-2-15,7-7 0 16,2-9 0-16,4-4 3 16,2-5-6-16,-2 0-1 15,0-13-16-15,-6-8 12 16,-4-5-8-16,-7-2 16 15,-5-2 2-15,-2-2 0 16,-4 7 6-16,-8 7-2 16,-2 10-5-16,-4 7 38 0,0 1-14 15,0 0-21 1,4 3-4-16,-1 11 0 0,1 2 14 16,3 0-12-16,-1-3 3 15,2-3-3-15,0 0 0 16,0-4-2-16,0-4 4 15,3-2-3-15,3 0 6 16,6 0-5-16,3-14 0 16,1-3 10-16,6-3-12 15,-3-2 0-15,-5 8-3 16,-1 2 5-16,-6 10-5 16,-2-1-2-16,2 3-2 15,2 0 4-15,3 5 2 0,3 5 0 16,-1-3-1-16,-1-2 4 15,3-4-1-15,-6-1-1 16,-5 0-8-16,-5 0-47 16,-8-5-200-16,-3-7-243 15</inkml:trace>
  <inkml:trace contextRef="#ctx0" brushRef="#br0" timeOffset="89857.21">18240 2651 1228 0,'0'0'0'0,"0"0"0"0,0 0 23 0,0 0-23 0,0 0-5 0,124-59-10 16,-38 38 4-1,7 1-237-15,2-5-25 0</inkml:trace>
  <inkml:trace contextRef="#ctx0" brushRef="#br0" timeOffset="89942.72">19032 2452 857 0,'0'0'27'0,"0"0"-17"16,0 0 34-16,0 0-13 16,0 0-31-16,0 0-21 0,42 0-170 15</inkml:trace>
  <inkml:trace contextRef="#ctx0" brushRef="#br0" timeOffset="91878.34">20145 2660 226 0,'0'0'576'0,"0"0"-548"0,0 0 116 16,0 0-77-16,0 0 46 15,0 0-64-15,0 0-49 16,-3-44 3-16,26 47-1 15,6 16 4-15,1 6-5 16,-3 4 0-16,-3 2 2 16,-8-4 7-16,-2 1-10 15,-11-5 0-15,-3-5 6 16,-3 2-3-16,-21-5 3 16,-6-5 6-16,-5-7-10 15,-3-3 8-15,2 0-10 16,-1-10 0-16,6-3 4 15,2-2-3-15,7 2-1 16,10 6 0-16,6 5 3 16,3 0-8-16,3 2 5 0,0 0-29 15,18 4 29-15,10 3-5 16,10-2 5-16,9-5 0 16,4-2 4-16,10-14 4 15,-1-4-8-15,-3 1 0 0,-8-3 0 16,-12-4 1-16,-7-3-2 15,-8-6-5-15,-14-7-20 16,-8-10 23-16,0-7-4 16,-13-5 7-16,-6 9-5 15,0 13 6-15,4 14-1 16,5 18 4-16,4 10 6 16,4 2 17-16,2 31-27 15,0 15 0-15,0 13 9 16,8 3-7-16,11-1 15 15,2-7-10-15,2-8-5 16,0-9 8-16,6-9-10 16,-4-8 0-16,2-9 6 0,-4-10-5 15,2-3 2 1,0 0-3-16,0-11 0 0,-2-10 12 16,0-6-11-16,-8-4-1 15,-5 2 7-15,-6 0-7 16,-1 9 5-16,-3 8-5 15,0 8 3-15,0 4 7 16,0 0-10-16,0 12-13 16,0 12 1-16,0 5 12 15,1-1 7-15,11-6-7 16,3-3 0-16,8-5-2 16,5-4 2-16,5-4 0 0,6-6 4 15,1 0-2 1,-3-4 4-16,-3-8-6 15,-4-8 0-15,-6-2 6 0,-7-3-6 16,-7-2 0-16,-6 2 11 16,-4 2-11-16,0 8 10 15,0 7-8-15,0 4 1 16,0 4 19-16,0 0-22 16,0 22-7-16,0 9-2 15,5 14 9-15,9-1 4 16,3 3-4-16,2-3 0 15,1-2 1-15,2-2-1 16,-2-11 0-16,2-6-1 16,-4-13 2-16,0-4-1 15,-6-6 0-15,-1 0 1 0,-1-9 15 16,-3-17-11-16,-1-10-2 16,-3-8 1-16,-3-10-2 15,0-3-1-15,0 4-1 16,0 7-3-16,-3 14 1 15,2 16 2-15,-2 8 0 16,3 6 1-16,0 2-1 16,0 15-11-16,0 12-5 15,0 9 16-15,0 7 6 16,0 3-5-16,0 4 15 16,-2 8-3-16,-1 3-3 15,-3 4 19-15,-2 1-13 16,1-3-15-16,0-1 15 0,1-8-16 15,3-6 1-15,3-6-1 16,0-5 4-16,0-10-6 16,0-5 2-16,0-8 0 15,0-6-5-15,0-3 5 16,0-5-7-16,1 0 5 16,1 0 2-16,5-5 12 15,4-15-12-15,1-11-4 16,-3-9-2-16,-2-4-62 15,-4-5 1-15,-3-6 13 16,0-1-20-16,0-6-5 16,0 0 18-16,-6-2 16 0,2 0 11 15,1 0 18-15,1 3 10 16,2 0 4 0,0 6 2-16,9 1 0 0,9 7 0 15,8 11 0-15,4 6 33 16,1 13-23-1,4 6 7-15,0 11 1 0,1 0-9 16,-2 19 8-16,-4 10-11 16,-6 8 3-16,-9-1 16 15,-9 6-12-15,-6-8 15 16,0 0 39-16,-11-8-21 16,-11-1 13-16,-5-9-24 15,-2-2-17-15,-3-8 0 16,-1-4-18-16,-3-2-2 15,-1 0-5-15,-1-12-102 0,1-11-90 16,2-8-49-16,2-7-442 16</inkml:trace>
  <inkml:trace contextRef="#ctx0" brushRef="#br0" timeOffset="92170.53">21044 2260 816 0,'0'0'53'0,"0"0"27"0,0 0 65 0,0 0-108 0,0 0-19 0,0 0 4 0,-53 40 10 0,53-27 4 0,0-5-18 16,1-2-11-16,16-4 12 15,4-2-13-15,6 0 15 16,3-6-5-16,1-11-12 15,-4-3 15-15,-9-2-11 16,-2-1-2-16,-13-1 13 16,-3 2-17-16,-5 5 4 15,-20 6-6-15,-12 11-32 16,-9 6-85-16,-8 20-141 16,-1 10-208-16</inkml:trace>
  <inkml:trace contextRef="#ctx0" brushRef="#br0" timeOffset="101939.59">2667 4871 768 0,'0'0'25'0,"0"0"7"0,0 0 101 0,0 0-50 0,0 0-23 16,0 0-35-16,0 0 116 15,0 0-56-15,23 108-30 16,-23-45 40-16,0 9-16 16,0 12-35-16,-17 7-11 15,1 6-11-15,-5 3-12 16,-3-8 5-16,5-7-8 16,2-16 2-16,10-17-4 15,4-15-4-15,3-16 7 16,0-6-8-16,13-5 0 15,11-7 4-15,9-3-3 16,10 0 0-16,9-11-1 16,6-7 2-16,5-4 4 0,0 1-6 15,-5 2-3-15,-10 4-36 16,-9 5-116-16,-8 3-63 16,-9 5-72-16,-7-3-200 15</inkml:trace>
  <inkml:trace contextRef="#ctx0" brushRef="#br0" timeOffset="102163.32">3209 5513 926 0,'0'0'68'0,"0"0"81"16,0 0 37-16,0 0-64 16,0 0-77-16,0 0-34 0,-17 21 76 15,26 6-20-15,0 4-37 16,0 1-3-16,-3 1-16 15,-3-4-6-15,0-5-5 16,-3-2 0-16,0-9-3 16,2-6-21-16,-1-7-127 15,-1 0-66-15,2-10 16 16,-2-17-240-16</inkml:trace>
  <inkml:trace contextRef="#ctx0" brushRef="#br0" timeOffset="102481.6">3189 5076 849 0,'0'0'14'0,"0"0"50"16,0 0 33-16,-30 91-10 16,30-54-19-16,0-2-16 15,5-8-20-15,7-4 3 16,7-9-22-16,-2-10 5 15,7-4-2-15,-2-6-6 16,3-17 5-16,-8-10-3 16,-4-2 0-16,-7-2 0 15,-6 5 4-15,-3 5 14 16,-19 4-8-16,-5 11-7 16,2 11-7-16,-2 1-8 15,7 23-11-15,4 15-7 0,13 11-93 16,3 8-15-16,0 2-77 15,16-2-78-15,2-1-390 16</inkml:trace>
  <inkml:trace contextRef="#ctx0" brushRef="#br0" timeOffset="102892.64">3606 5513 944 0,'0'0'69'0,"0"0"129"0,0 0-21 16,0 0-129 0,0 0-25-16,0 0 52 0,-27 91-23 15,27-56-15-15,0-4-17 16,0-4 6-16,0-9-12 16,0-7-6-16,0-7-3 15,0-4-4-15,0 0 5 16,0 0-3-16,10-21 1 15,5-11 8-15,7-11-12 16,4 1 0-16,-5 1-1 16,0 3 3-16,-5 14-3 15,-4 8 1-15,-6 10-4 16,0 6 2-16,4 0-9 16,-1 17 11-16,2 6 4 0,-5 4-4 15,1 3 22 1,-4 1-13-16,2-2-9 0,-2-5 9 15,0 1-9-15,0-9-4 16,0-5 2-16,4-1-58 16,-1-5-128-16,3-1-78 15,3-4-204-15</inkml:trace>
  <inkml:trace contextRef="#ctx0" brushRef="#br0" timeOffset="103828.19">4053 5554 1078 0,'0'0'5'0,"0"0"26"0,0 0 116 0,0 0-80 16,0 0-30-16,0 0-17 16,51 35 1-16,-15-40 34 15,1-12-22-15,-6-2-29 16,-5-1 3-16,-5-2-6 15,-10 0-1-15,-5-1 5 16,-6 3-2-16,0 6 5 16,-11 4-5-16,-12 6 6 15,-4 4 6-15,-4 0-15 16,-5 11 2-16,6 10 4 16,3 7 4-16,8 6 10 15,4 7-10-15,11-3-3 0,4 2 21 16,0-6-22-16,12-3-3 15,13-7-3-15,9-4 3 16,11-8 0-16,13-11-1 16,13-1-2-16,9-6 0 15,5-16 0-15,4-5-2 16,-5-6 1-16,-2 1-7 16,-15-7-1-16,-13 3-14 15,-18-1-24-15,-23 2 36 16,-13 1 5-16,0 9 6 15,-18 5 5-15,-7 8 1 0,-3 12 2 16,-5 0 2 0,3 13 2-16,2 16 9 0,1 5-13 15,16 3 5-15,5 2-6 16,6-3-6-16,0-3 3 16,9-5-4-16,11-7-7 15,2-4 3-15,2-10 3 16,3-7-4-16,4-2-17 15,-1-17-29-15,3-10 7 16,-5-1-23-16,-4-1 27 16,-2 2 11-16,-7 2 9 15,-3 12 19-15,-9 4 1 16,-3 9 0-16,0 2 22 16,0 2 6-16,0 18-23 0,0 10 57 15,0 6-15 1,3-3-25-16,6-4 8 0,0-2-20 15,6-9 0-15,3-4-10 16,3-5 0-16,3-7 3 16,-1-2-3-16,3-9 5 15,4-12-3-15,-2-10-2 16,-1-1 0-16,-2-7-1 16,-7-4-4-16,-1-3-32 15,-8-1 15-15,-2 3 11 16,-4 14 1-16,-3 11 10 15,0 12 7-15,0 7 22 16,0 12 25-16,0 17-38 0,-3 13 49 16,3 3-17-1,0-3-20-15,0-2-13 0,0-2-5 16,6-3-10-16,8 0-6 16,12-3 6-16,12-3-71 15,12-3-154-15,7-8-236 16</inkml:trace>
  <inkml:trace contextRef="#ctx0" brushRef="#br0" timeOffset="104717.96">7231 5059 765 0,'0'0'10'0,"0"0"76"0,0 0 89 15,0 0-53-15,0 0-98 16,0 0 5-16,-28 126 49 16,23-60-33-16,-1 3 9 15,2-7-17-15,1-3-10 16,-2-8-9-16,2-15-14 16,2-10 2-16,1-13-6 15,0-10 0-15,0-3 4 16,0-3 8-16,0-24 15 15,0-13-22-15,0-15-4 0,9-12 2 16,4-13-3 0,1-14 0-16,5-15 4 15,5-9-3-15,0 5-1 16,4 16 0-16,-1 28 1 16,-5 28-1-16,-1 18 0 15,0 15-4-15,3 8 0 0,3 1 1 16,0 23 2-16,-9 5 1 15,-7 5 0-15,-11 11 11 16,0 3-11-16,-26 5 6 16,-9-3 2-16,-6-6-4 15,0-5-2-15,1-3 1 0,0-11-2 16,7-3 1-16,12-9-2 16,11-7 0-16,8-6-1 15,2 0 1-15,0 0-1 16,0 0-5-16,18 3-9 15,9 10 15-15,10 17 0 16,5 9 1-16,4 13 9 16,-1 8 23-16,3 7 3 15,-3 1 2-15,-4-2-19 16,1-2-6-16,-6-10-13 16,-5-5 3-16,-7-9-6 15,-3-10 3-15,-5-13-69 0,-1-14-148 16,2-3-125-16,-1-24-374 15</inkml:trace>
  <inkml:trace contextRef="#ctx0" brushRef="#br0" timeOffset="106845.22">7783 5353 1063 0,'0'0'3'0,"0"0"53"0,0 0 6 0,0 0 2 15,0 0-43-15,0 0-12 16,79 44-2-16,-36-44-5 16,-1 0 0-16,-3-15-2 0,-6-4 2 15,-9-3-1 1,-11-3-1-16,-10 1 0 16,-3 2 7-16,-3 6-6 15,-15 7 6-15,-7 9 4 16,-8 0-1-16,2 9 10 0,-1 17 7 15,6 4 14 1,6 2 10-16,7 2-21 0,8 1-5 16,5-1-6-16,0-3-10 15,9-5 6-15,12 0-14 16,12-9 3-16,7-3-5 16,14-9 2-16,7-5-1 0,12 0 1 15,8-13 1 1,10-10-4-16,0-2 0 0,-3-2 0 15,-12-4-9-15,-15 0-30 16,-16-1-8-16,-23 1 8 16,-15 1 33-16,-7 7 8 15,-7 6 7-15,-20 8 12 16,-13 7 10-16,-5 2-9 16,-10 11 3-16,6 12 2 15,1 5-11-15,12 3 10 16,9 3-17-16,8-2-4 15,13 0-3-15,6-2-4 16,3-8 2-16,19-3 0 0,5-7-10 16,6-8 7-1,4-4-15-15,4 0-57 0,0-10 22 16,-3-5-25-16,-7-1 46 16,-3 9 21-16,-11 3-3 15,-5 4 15-15,-5 6 2 16,-4 26 3-16,-3 20 50 15,0 19-5-15,-19 18 15 16,-4 21-11-16,-5 14-34 16,-5 6-2-16,-3 0-17 15,-5-9 0-15,-6-14 0 16,-9-8 3-16,-7-18 3 16,-10-14-3-16,3-18 4 0,4-21 35 15,10-16-12-15,15-12 3 16,13-24-1-16,17-22-27 15,11-22-5-15,11-17 0 16,28-17-7-16,16-10 6 16,6-7-4-16,9-4-1 15,5 8-9-15,1 5-6 16,7 8 6-16,2 9-2 16,-5 10-8-16,-5 6 7 15,-13 11-4-15,-16 14-6 16,-16 11 25-16,-14 20 3 15,-13 9 1-15,-3 6 6 16,0 6 5-16,-19 0 4 16,-8 1-16-16,-3 17 1 0,6 0 0 15,5 1-1-15,8-2 6 16,10-3-6-16,1-1-3 16,0-1 3-16,7-4-1 15,8 3-1-15,2-1 1 16,1-2 2-16,-2 3 0 15,1-1-1-15,-4 7 0 16,-3 3 4-16,-2 3-2 16,-1 2-1-16,-2-1 6 15,2-2-4-15,-1 1 3 16,9-5-5-16,-3-4 0 16,7-7 6-16,1-4-6 0,14-3 2 15,2-8 2 1,4-13-3-16,2-9 2 0,1 0-4 15,-4-8-2-15,0-3 2 16,-8-4 0-16,-5-1-6 16,-12 8-1-16,-11 4 1 15,-3 11 6-15,-4 6 0 16,-17 13 3-16,-4 4-8 16,1 4 5-16,-1 19 0 15,3 4 6-15,6 12 1 16,9 1 4-16,5 0-6 0,2 3-4 15,0-2 16 1,9-2-16-16,9-3 1 16,2-8-1-16,3-6 2 15,6-6-3-15,1-10 0 0,4-6 0 16,0 0 6-16,3-22-6 16,1-5 0-16,-1-6-5 15,-1-5-12-15,-9-6-4 16,-4 2-6-16,-7 2 12 15,-10 3 13-15,-6 6-6 16,0 6 8-16,0 8 1 16,-2 13 0-16,-10 2 1 15,0 2-2-15,-1 2-2 16,1 12 0-16,4 1 2 16,1 2 0-16,7 2 1 15,0 0 1-15,0 0 3 0,7-2-5 16,7-2 0-16,2 2 2 15,4 0-2-15,0-1 0 16,1 6 1-16,-3 0 0 16,-3 1 3-16,-3-3-3 15,-9 1 0-15,-3-1 7 16,0-6-7-16,-3-3 4 16,0-2 5-16,0-6-6 15,3-3 4-15,0 0 0 16,0-3-1-16,0-17-4 15,15-10-3-15,7-7-3 0,5-2 3 16,0-4-5 0,4-4 3-16,-4 6-12 15,-3 3-8-15,-3 7 17 0,-9 10-4 16,-3 11 9-16,-6 4 2 16,-3 6 1-16,0 0 12 15,0 0-15-15,-15 10 5 16,0 6-5-16,-1 3 1 15,4-1 5-15,4 0 0 16,8-1-3-16,0 0 0 16,0-2-3-16,14 0 0 15,8 2-1-15,5 2 1 16,3-1 0-16,1 1 0 16,-3 1 3-16,-1 2-2 0,-7-4-1 15,-6 1 0-15,-6-5 2 16,-8-2-2-16,0-2 5 15,-3-2 7-15,-12-2 0 16,-3-2 4-16,-1-4-11 16,7 0-4-16,2 0 5 15,4-12-6-15,6-9 0 16,0-10-8-16,14-8-35 16,13-3-21-16,10 4-33 15,1 6 15-15,-2 3 63 16,-5 10 0-16,-7 7 17 15,-9 8 1-15,0 4 2 16,-5 0 3-16,-4 16 23 0,1 6 71 16,-5 2-28-1,-2 0-10-15,0 3-13 0,0-5-26 16,-5 0-15-16,-5-4 1 16,0-3-7-16,-5-9-4 15,6-1-17-15,-2-5-120 16,5 0-46-16,6-17-70 15,0-12-293-15</inkml:trace>
  <inkml:trace contextRef="#ctx0" brushRef="#br0" timeOffset="107027.23">10175 5297 1112 0,'0'0'10'0,"0"0"1"0,0 0-8 0,0 0 22 0,0 0-25 16,0 0-10-16,0 0-88 15,5 68-115-15,12-43-111 16</inkml:trace>
  <inkml:trace contextRef="#ctx0" brushRef="#br0" timeOffset="107751.81">10421 5427 718 0,'0'0'362'0,"0"0"-340"15,0 0 72-15,0 0 23 0,0 0-3 16,0 0-43 0,-67 95-42-16,59-66 26 0,5-2-28 15,3-2-13-15,0-5 1 16,2-7-12-16,14-5 0 16,7-5-1-16,8-3 0 15,3-5 1-15,5-13-3 16,-3-6 0-16,-4-4-4 15,-6-3-21-15,-10-3 17 16,-11-1-2-16,-5 4-1 16,-8 3 11-16,-18 5-1 15,-7 8 0-15,1 9 0 16,6 6 1-16,0 1-4 16,8 21 3-16,0 8 2 15,9 2 8-15,9 3-4 16,0-2-3-16,3-2 3 0,15-6-5 15,3-4 2-15,8-7-7 16,3-8 4-16,10-6-4 16,0 0-18-16,1-17-28 15,0-7-44-15,-4-6-3 16,-3-1 23-16,-5-1 30 16,-5 0-5-16,-7 3 31 15,-7 8 14-15,-6 4 5 16,-3 15 31-16,-3 0 67 15,0 2-13-15,0 4-49 16,0 13-30-16,0 5 81 0,0 0-63 16,3-2-5-16,6-3 0 15,0-6-19-15,3-4 4 16,4-6 3-16,5-1-6 16,3 0 7-16,1-14-7 15,5-6 1-15,-1-4-2 16,-3-1 2-16,1 1-2 15,-10 4 0-15,-1 9 3 16,-7 5 0-16,-7 3 1 16,1 3 19-16,4 0 21 15,0 10-13-15,5 6 46 16,6 5-34-16,6 1-23 0,12-2 5 16,6-1-18-1,7-7-2-15,2-4 1 0,-5-3-6 16,-9-5-5-16,-10 0-98 15,-3 0-77-15,-11-13-97 16,-11-4-30-16,-2-1-134 16</inkml:trace>
  <inkml:trace contextRef="#ctx0" brushRef="#br0" timeOffset="108563.77">4807 6822 930 0,'0'0'0'0,"0"0"-274"0,0 0 270 0,0-75 4 0,0 69 45 15,-2 3 128-15,2-1-59 0,-3 4-44 16,3 0 14-16,0 0-5 16,0 0-23-16,0 0-8 15,0 0-5-15,-1 0-7 16,1 0 1 0,0 0 0-16,0 0-8 0,0 0-12 15,0 0-7-15,0 0-1 16,6 0-9-16,19 0 17 15,14 0-12-15,10 0 0 16,26 0 8-16,19 0-7 16,22-9 4-16,27-5-3 15,30-3-6-15,29-4 6 16,29-2-7-16,20-6 0 0,32-3 0 16,19-5 0-16,21-4 3 15,17-3-3-15,13-4 0 16,9-2 7-16,-1 3 4 15,1 0 1-15,-15 6 11 16,-23 4-5-16,-25 6-8 16,-36 4-2-16,-44 10-4 15,-47 6 18-15,-46 7 2 16,-48 4 2-16,-40 0 2 0,-27 0-18 16,-11 0 14-16,-8 2 21 15,-21 3-30-15,-13 3 5 16,-10-3-14-16,-2-3-5 15,10 0 2-15,9-2-1 16,22 0-2-16,6 0 0 16,7 0 3-16,0 0-6 15,0-6 3-15,0-2-29 16,0-3-58-16,0 1-114 16,0 0-289-16</inkml:trace>
  <inkml:trace contextRef="#ctx0" brushRef="#br0" timeOffset="116842.43">13136 6336 503 0,'0'0'61'0,"0"0"-20"16,0 0 36-16,0 0-47 0,0 0-26 16,0 0 19-1,0 0 39-15,0 0-24 16,-3 25 6-16,3-23-5 0,3-1-4 16,1-1-2-16,1 0-7 15,6 0 9-15,3-1-5 16,4-14 16-16,6-3-9 15,1-3-25 1,1-3-3-16,-5 4 2 16,0 0-9-16,-5-1 13 15,-9 4-2 1,-5 1 1-16,-2 1 38 16,0 4-8-16,-8 5-5 0,-9 6-5 15,-7 0-31-15,-7 0 4 0,-7 14-7 16,-4 7 0-16,-2 5 1 0,2 2 1 15,4 3-2-15,7 0 0 16,6-1 7-16,4 2-9 16,10-4 2-16,7-4 0 15,2-2-3-15,2-2-1 16,0-4 3-16,11 1-1 16,13-3-2-16,6-4 1 15,7-5 1-15,5-5-3 16,7 0 2-16,-4-5-8 15,4-7-13-15,-7-4-11 16,-9 3-14-16,-11 4 18 16,-11 4-5-16,-11 1 36 0,-2 3 18 15,-25 1-18-15,-15 0 7 16,-13 6 3-16,-12 16 9 16,-2 3 14-16,4 1 3 15,5-1 27-15,14-1-23 16,15 0-12-16,8 0-7 15,10-2-18-15,7 1 2 16,6 0-7-16,0-2 2 16,0 1-6-16,16-3 5 15,8-2-3-15,7-5-1 16,11-1 3-16,6-9 2 16,10-2-2-16,8-2 2 15,7-19-6-15,7-6-45 16,8-2-91-16,-3-5-55 15,-13-1-192-15</inkml:trace>
  <inkml:trace contextRef="#ctx0" brushRef="#br0" timeOffset="117329.85">13786 6477 843 0,'0'0'98'0,"0"0"-4"0,0 0 11 0,0 0-15 16,0 0-45-16,0 0-25 15,-25-35 21-15,12 35 0 16,-4 0-25-16,-6 2-5 0,-6 13 0 16,1-1 25-1,1 4-2-15,6-3-17 0,5 1-16 16,7-2 8-16,9 2-9 16,0-1-4-16,1 0 2 15,20 0-4-15,5-1 5 16,9 2-1-16,4-4-4 15,4-3 1-15,3 2 0 16,-7-3-10-16,-6 1-14 16,-9-1-2-16,-10-4 5 15,-7 0 16-15,-7 1 10 16,0-1 8-16,-10 6 9 0,-22 2 4 16,-11 6-8-1,-5-5 13-15,-1-1 18 0,0-4-15 16,4-2-8-16,3-2-1 15,14-2-13-15,11-2-7 16,7 0 2-16,10 0-2 16,0 0-9-16,9 0-18 15,16 0-21-15,12-2 13 16,10-12-40-16,7-3-31 16,7-8-24-16,7-5-111 15,7-8 54-15,4-7 158 16,-2-9-555-16</inkml:trace>
  <inkml:trace contextRef="#ctx0" brushRef="#br0" timeOffset="117583.96">14155 6207 1101 0,'0'0'44'0,"0"0"107"0,0 0-26 0,0 0-78 0,0 0-45 0,-46 104 29 0,71-51-4 0,7 2 7 16,3-2-5-16,1 0-26 15,-3-4 0-15,-5-6-3 16,-7-6-1-16,-6-7 1 16,-3-13-16-16,-4-5-117 15,-2-10-69-15,-3-2-137 16,-3-11-202-16</inkml:trace>
  <inkml:trace contextRef="#ctx0" brushRef="#br0" timeOffset="117669.92">14221 6503 842 0,'0'0'175'0,"0"0"-169"0,0 0 62 0,0 0-68 16,0 0-15-16,101-36 10 15,-32 32-38-15,4 2-97 16,-1 2-114-16</inkml:trace>
  <inkml:trace contextRef="#ctx0" brushRef="#br0" timeOffset="118639.7">14858 6634 896 0,'0'0'18'16,"0"0"-4"-16,0 0 166 15,0 0-118-15,0 0-49 0,0 0 1 16,-5-37-9-16,7 12-6 16,-2-6 1-16,-2-1 0 15,-19 0 1-15,-6 11 2 16,-5 7 2-16,-4 8 36 15,-1 6 11-15,-1 0 9 16,4 16-10-16,4 7-43 16,8 5 4-16,8 4-10 15,8 1-4-15,6 0 1 16,0-3-6-16,6-5 4 16,13-3 3-1,3-12-6-15,5-6 1 0,5-4-5 16,3-1-18-16,-2-17-54 0,-4-7 17 15,-3-2 9-15,-7-3-12 16,-8 0 15-16,-7 5 44 16,-4 8 6-16,0 7 3 15,0 6 18-15,-1 4 71 16,-2 0-12-16,-4 18-71 16,7 11 1-16,0 4-2 15,0-1 4-15,7-2-1 16,10-7-4-16,0-7 0 15,5-2-6-15,2-9 2 0,0-5 0 16,3 0 7 0,3-19-7-16,0-8 0 0,-2-9-33 15,-4-6-42 1,-9-7 41-16,-7-8-36 0,-8-8 30 16,0-5 13-16,-16 3 10 15,-2 8 17-15,-3 17 17 16,5 17 53-16,7 14 76 15,6 11-8-15,3 0-106 16,0 23-32-16,0 21-8 16,12 12 8-16,7 5 6 15,4 1-4-15,-2-2 15 16,1-3-11-16,-1-9-5 16,-6-6 7-16,-3-14-7 15,-6-9 0-15,-5-11-1 16,1-5 1-16,-2-3 1 0,1 0 8 15,4-20 19-15,2-10-29 16,5-4-2-16,3 2 1 16,3 4-7-16,0 6-2 15,0 9 8-15,-1 8-5 16,0 5-6-16,2 0 9 16,-2 18-5-16,1 4 8 15,-5 6-1-15,-6 1 2 16,-5 0 7-16,-2-1-3 15,-7 3-3-15,-14-6 8 16,-8 0-7-16,-2-6 3 0,-3-8-5 16,-3-1 6-1,5-7-4-15,8-3-2 0,6 0-1 16,9-5-4-16,8-6-21 16,1-1-12-16,0 2 5 15,18 1-27-15,7 3 44 16,7 4 0-16,2 0-20 15,2-4 2-15,4 1-39 16,2-5-6-16,4-1-26 16,-1-9-100-16,-3-7-80 15</inkml:trace>
  <inkml:trace contextRef="#ctx0" brushRef="#br0" timeOffset="119016.2">15522 6214 677 0,'0'0'2'0,"-52"-122"25"0,32 85 101 0,7 18 8 0,5 17 20 0,7 2-43 16,1 32-113-16,0 15 5 16,0 11 7-1,13 1 24-15,8 3 28 0,6-6-32 16,4 0-3-16,2-8-24 16,3-14-5-16,3-4 4 15,-1-12-8-15,0-13 4 16,2-5 0-16,-2-4-4 15,0-20-2-15,-10-8-52 16,-10-5-7-16,-10-2 20 16,-8 0 29-16,-1 6 13 0,-15 9 3 15,3 10 27-15,3 10 72 16,4 4-17-16,1 14-67 16,0 17-6-16,4 8 3 15,1 4-2-15,0-5-5 16,6-3-1-16,6-5 1 15,0-5-9-15,-2-8 4 16,-1-6-38-16,5-11-122 16,-7 0-86-16,1-9-118 15</inkml:trace>
  <inkml:trace contextRef="#ctx0" brushRef="#br0" timeOffset="119158.11">15716 6089 811 0,'0'0'0'0,"0"0"-82"16,0 0-79-16</inkml:trace>
  <inkml:trace contextRef="#ctx0" brushRef="#br0" timeOffset="119658.72">16221 6442 1106 0,'0'0'99'15,"0"0"-98"-15,-1-75 54 16,2 44 5-16,13 4-43 16,4 3-17-16,3 8 6 15,1 8-9-15,-1 6 3 16,3 2-3-16,-2 10 3 16,2 15 2-16,-2 9 5 15,-5 4 6-15,-7 0-4 0,-8 0 4 16,-2-3-12-1,-9-6 4-15,-14-6 5 16,-5-6-9-16,-5-6 8 16,-3-8-9-16,1-3 2 15,2-3-2-15,5-18 0 0,5-2-9 16,7-1 7-16,5 3-6 16,7 6-7-16,1 6 11 15,3 7-5-15,0 2 6 16,3 5-27-16,15 12 18 15,9 5 9-15,4 1 4 16,5-7-1-16,2-5 0 16,4-5-4-16,0-6-10 0,4 0-97 15,-2-23-33-15,0-10-90 16,-8-7-119 0</inkml:trace>
  <inkml:trace contextRef="#ctx0" brushRef="#br0" timeOffset="120342.18">16571 5931 722 0,'0'0'127'0,"0"0"28"16,0 0-113-16,-27 86-29 15,27-17 65-15,0 1 14 16,0-4-39-16,7-6-21 16,5-6-4-16,-1-6-28 0,2-16 10 15,-3-9-10 1,4-12 0-16,2-11 1 15,6 0 5-15,3-16 14 0,3-14-19 16,2-3 2-16,-2 0 3 16,-3 5-6-1,-4 9 0-15,-12 7-1 0,-4 11 3 16,-5 1 1-16,0 4 17 16,1 18-16-16,5 4 19 15,3 3 27-15,2-3-31 16,2-5-4-16,3-1-2 15,2-6-5-15,3-7-6 16,5-7-1-16,9 0 11 16,3-1-10-16,2-13-2 0,-3-4 1 15,-4 1 1-15,-6 5-1 16,-5 2-1-16,-5 6 0 16,-4 4-6-16,4 0 6 15,3 7 0-15,7 10 7 16,9-2-6-16,3-1 9 15,8-2 39-15,5-12-46 16,4 0 22-16,1 0-20 16,2-13-5-16,-4-7 5 15,-7-4-3-15,-6-1-4 16,-16-1 1-16,-13-4-17 0,-13-3-4 16,-2-4-8-16,-24-3 1 15,-10 3 14-15,0 11 13 16,0 15 2-16,2 11 2 15,3 17 4-15,4 25 31 16,10 25 0-16,16 27 23 16,2 19 7-16,34 19-22 15,15 8 32-15,8 2-45 16,-1 1-26-16,-5-5 3 16,-13-11-9-16,-12-18-1 15,-12-34-1-15,-12-29-44 16,-3-35-39-16,-9-14-134 15,-21-38-272-15</inkml:trace>
  <inkml:trace contextRef="#ctx0" brushRef="#br0" timeOffset="120536.93">17035 5928 1517 0,'0'0'7'0,"0"0"-14"0,0 0 6 0,0 0 1 0,0 0-1 16,0 0-40-16,3-48-188 15,4 59-66-15</inkml:trace>
  <inkml:trace contextRef="#ctx0" brushRef="#br0" timeOffset="122329.89">19298 5639 982 0,'0'0'2'0,"0"0"90"0,0 0 101 0,0 0-128 0,0 0-57 0,0 0 9 0,-37 127 38 0,37-59 3 0,0 2-19 15,7 0-2-15,13-5-21 16,5-8-5-16,6-12-7 16,4-10 0-16,2-9-4 15,1-14 0-15,3-8 4 16,-2-4-3-1,-3-5 5-15,-7-16-6 16,-3-8 2-16,-9-5-4 0,-9-3 2 16,-5-2 0-16,-3 2 0 0,0 7 2 15,0 14 6-15,-6 7-6 16,6 9 11-16,0 0 8 16,-2 3-21-16,1 19-19 15,1 6 13-15,0 5 4 16,0-7 1-16,7-7-5 15,13 2 3-15,5-9 0 16,6-5 3-16,7-7 0 16,2 0 4-16,2-5-2 15,-4-13-4-15,-6 1-2 16,-11-2-19-16,-6 2 19 16,-8 4-5-16,-5 4 9 0,-2 3 13 15,0 6-7 1,0 0 38-16,0 0-16 0,0 0-27 15,0 8-2-15,0 13-17 16,0 4 18-16,0 2-5 16,0-5 9-16,0-8-8 15,0 0 4-15,1-8-5 16,4-4 0-16,2-2 2 16,4 0 3-16,8-6 4 15,5-12 2-15,3-3-6 16,0-3 0-16,-7 4-17 15,-3 3 11-15,-2 5-13 16,-6 5 19-16,-3 4-3 0,2 3 1 16,2 0-14-16,2 18 0 15,4 5 16-15,2 3-1 16,0 0 1-16,1-5 0 16,2-2 1-16,3-6-1 15,1-7 5-15,5-6-5 16,1 0 0-16,5-9 14 15,2-8-14-15,-5 0 0 16,-10-2 1-16,-8-1 2 16,-12-5-6-16,-3-3 0 15,-7 0-7-15,-14 3 5 16,-3 8 5-16,5 7 0 0,2 8 3 16,-4 2-2-16,6 10-2 15,-1 15-4-15,4 4 5 16,10 2-9-16,2 2 7 15,0-3 2-15,15-3-1 16,12-1 6-16,11-5-1 16,11-5-2-16,9-8-2 15,3-8 11-15,5 0-8 16,1-2-3-16,-7-16 0 16,-2-3 3-16,-12-3-4 15,-6-2 1-15,-17 0 0 16,-11-3-1-16,-12-2 1 15,0 5 0-15,-11 5-1 0,-8 9 6 16,-11 12 0 0,0 0-5-16,-1 9 1 0,1 13-2 15,5 6 2 1,2 3-1-16,10-1 0 0,4-1 2 16,6-5-9-16,3-3 6 15,0-7-2-15,13-5-5 16,5-6 4-16,9-3 4 15,3 0 0-15,3-17-14 16,2-7-26-16,-2-4-35 16,-2-1 20-16,-8-1 42 15,-5 4-15-15,-7 8 25 16,-7 7 3-16,-1 7 0 16,-2 4 44-16,-1 0 0 0,0 1-43 15,3 20-1 1,2 6 1-16,4 1 38 0,4-3-26 15,7-1-4-15,0-8 12 16,9-3-19-16,-1-7-1 16,2-6 12-16,4 0-6 15,2-15 2-15,2-10-8 16,-6-4 5-16,-3-4-6 16,-12-4 0-16,-3-3-10 15,-11-2 7-15,-3 3-4 16,0 5 6-16,-8 12-2 15,-1 10 6-15,1 11 16 16,0 1 10-16,1 23-28 0,4 15 10 16,3 3 32-1,0 4-4-15,3-8-17 0,9-4-17 16,5-5 6-16,-4-5-11 16,-3-8-4-16,-9-4 3 15,-1 1-94-15,-1-6-182 16,-29-6-206-16</inkml:trace>
  <inkml:trace contextRef="#ctx0" brushRef="#br0" timeOffset="122535.47">20183 5679 1358 0,'0'0'0'0,"0"0"-16"0,0 0 16 0,0 0 0 15,0 0-12-15,0 0-191 16,0-19-66-16,25 19-473 16</inkml:trace>
  <inkml:trace contextRef="#ctx0" brushRef="#br0" timeOffset="125356.11">22601 6320 862 0,'0'0'36'0,"0"0"78"0,0 0 25 0,0 0-93 16,0 0-43-16,0 0 1 15,64-98 1-15,-37 60 13 16,-3-12-3-16,-5-9-6 16,1-9 6-16,-11-5-15 15,-8 3 0-15,-1 15 4 16,-4 12-4-16,-14 19 10 16,-2 17 38-16,-5 7-16 15,-3 7-14-15,-2 21-18 16,3 8 0-16,9 4 3 15,9-4 1-15,9-3-4 0,0-3 0 16,12-8 0-16,12-3-4 16,7-7 4-16,8-10 0 15,4-2 6-15,3-4-5 16,-1-12 7-16,-6-3-8 16,-7 5 0-16,-10 2-1 15,-9 4 2-15,-8 4-1 16,-5 4 6-16,0 0-6 15,0 0 20-15,0 11-20 0,0 9 7 16,0 6-7 0,0 3 3-16,7-6-2 15,5-2 0-15,9-4 0 0,6-5 8 16,7-8-7-16,7-4 1 16,3 0 10-16,4-8-9 15,-5-14-1-15,-4-6-3 16,-8 0 0-16,-7-5 3 15,-12 1-3-15,-7-3 0 16,-5 1 7-16,-5 4-5 16,-10 9-2-16,-6 11 5 15,2 10-2-15,-2 0-3 16,-3 18 0-16,2 13 0 16,8 6-1-16,8 8 2 0,6-1 0 15,0-2 0-15,20-3 0 16,8-8 8-16,10-4-9 15,3-7 0-15,4-11 4 16,7-6-3-16,-1-3 2 16,1-13-3-16,0-12 3 15,-5-9-1-15,-4-7-2 16,-10-11-4-16,-11-6 4 16,-12-9-12-16,-5-6-7 15,-5-10 15-15,-5-5-33 16,-15-1 15-16,-6 12-18 15,7 22 6-15,3 22 34 16,5 25 4-16,2 8 13 0,-1 27-17 16,1 20-7-1,3 16 7-15,6 4 0 0,1 2 1 16,20-4 13-16,9 1-2 16,-2-4-2-16,11-8-3 15,4-4-5-15,3-11 9 16,8-11 1-16,2-13-3 15,3-12 9-15,-1-3-11 16,-1-13 1-16,-9-12-8 16,-10-6-7-16,-16-6 5 15,-11-6-18-15,-11 4-3 16,-1 5 15-16,-19 10 7 0,-2 13 1 16,1 8 3-1,-4 3 9-15,-2 6 1 0,5 12-7 16,4 6 0-16,7-1 6 15,10-2-11-15,1 0-1 16,0-4 0-16,1-3 0 16,8-4-4-16,2-4 4 15,1-5 0-15,7-1 8 16,2 0-4-16,-2-14 7 16,1-5-11-16,-5-2-3 15,1 0-3-15,-7 8 1 16,0 6 0-16,-6 5 3 15,-3 2 2-15,0 0-1 0,0 1-24 16,4 13 21 0,5 5 4-16,3 5 20 0,2-5-16 15,1-1 7-15,4-6-5 16,0-2 14-16,2-7-20 16,6-3 0-16,3 0 22 15,0-13-22-15,1-11 1 16,2-3-2-16,-6-4 0 15,-5-7 0-15,-5-4-29 16,-16-10-17-16,-1-8 21 16,-3-9-11-16,-16-2-8 15,-5 5 14-15,0 17 0 16,6 18 31-16,6 23 0 16,2 8 17-16,-1 33-17 0,5 19-9 15,3 13 9 1,3 9 21-16,12-3-7 0,11-4 18 15,2-7-7-15,3-6-18 16,1-11 1-16,3-6-8 16,0-15 0-16,2-12 2 15,1-10-1-15,0 0 12 16,5-21-13-16,-4-8 0 16,-6-5-1-16,-12-6-25 15,-6-3-17-15,-11-2 26 16,-1 4-3-16,0 10 19 15,0 13 2-15,0 13 2 16,0 5 49-16,0 2-45 16,-4 25-4-16,1 7 1 15,0 5 21-15,3-1-4 0,0-6 21 16,15-2-22 0,3-3 9-16,0-8-28 0,7-4 0 15,2-3 4-15,3-10-4 16,7-2 15-16,1-2-16 15,-3-19 4-15,-2-4-7 16,-7-7 3-16,-9-2-20 16,-9-4-12-16,-7 7 3 15,-1 3 5-15,0 16 20 16,0 5 4-16,0 7 30 16,-3 0-15-16,-3 10-15 15,2 14 1-15,1 8 0 0,3 0 17 16,0 0 1-16,10-7-8 15,4 0 5-15,4-6-16 16,1-5 6-16,5-7 1 16,7-7-4-16,1 0 17 15,6-6-14-15,-6-11-5 16,-8-7 3-16,-6-7-3 16,-11-4-1-16,-7-7 0 15,-1-6-20-15,-28 4 18 16,-4 7-10-16,-4 9 7 15,-3 11 2-15,4 15 2 16,0 2 1-16,11 8 0 16,2 17 1-16,7 6-2 15,13 3 1-15,3 1-3 0,3 1-1 16,19-5 6-16,7-4-3 16,5-5 1-16,5-7 0 15,4-7 3-15,2-8-3 16,1 0 2-16,-1-7 0 15,-5-11-1-15,-10-1-2 16,-5-7-1-16,-10-6 2 16,-7-10-4-16,-5-2 4 15,-3 0-2-15,0 7 1 16,0 15 2-16,0 11 0 16,0 7-1-16,0 4 0 0,0 9-1 15,0 16-6 1,3 9 7-16,3 6 8 0,4-7-8 15,-3-7 17-15,3 0-15 16,1-9-1-16,0-4 11 16,-1-8-12-16,5-3 0 15,2-2 6-15,8 0 4 16,3-9 0-16,-1-9-10 16,0-6 0-16,-6-6 2 15,1-2-2-15,-4 2-7 16,-6 6 1-16,-3 11 6 15,-5 9 0-15,-2 4 0 16,1 0-10-16,5 13 6 0,5 8 4 16,6 3 11-1,2-1 4-15,-1-5-9 0,1-7 8 16,2-5-14-16,6-5 1 16,0-1 6-16,3 0-7 15,-4-11-1-15,-5-6-47 16,-7-4-85-16,-11-3-59 15,-5-7-142-15,-26 3-487 16</inkml:trace>
  <inkml:trace contextRef="#ctx0" brushRef="#br0" timeOffset="125586.65">24114 5532 1084 0,'0'0'0'0,"0"0"-38"0,0 0 33 0,100-26 5 15,-29 15-4-15,7-3-159 16,-2-3-14-16,-6-2-206 16</inkml:trace>
  <inkml:trace contextRef="#ctx0" brushRef="#br0" timeOffset="125694.09">24842 5382 489 0,'0'0'321'16,"0"0"-306"-16,0 0 58 0,0 0 43 15,0 0-73-15,0 0-38 16,37 0-5-16,-34 4-4 16,-3 2-173-16</inkml:trace>
  <inkml:trace contextRef="#ctx0" brushRef="#br0" timeOffset="127551.59">25994 5466 476 0,'0'0'202'0,"0"0"-136"0,0 0 55 0,0 0-56 0,0 0-16 0,0 0-38 16,56-70 4-16,-29 70-4 15,1 1 0 1,5 24 10-16,3 4 10 0,0 8 19 15,-5 3-23-15,-4-1 3 16,-8-3-5-16,-8-5-17 16,-8-1-5-16,-3-8 4 15,-3-5-5 1,-18-1 6-16,-4-9 1 0,-1-4-8 16,-2-3 8-16,1-1-8 15,2-17 0-15,3-3 3 16,5-2-1-16,7-3-3 15,5 9-1-15,5 4 1 16,0 7-6-16,0 6 6 16,10 0-17-16,10 12 11 0,10 6 6 15,7-2 0-15,6 0 0 16,4-4 0-16,2-6 4 16,-1-6-4-16,-1 0 0 15,-5-5-1-15,-3-14 0 16,-12-5-19-16,-6-3-54 15,-11-9 27-15,-7-3 13 16,-3-4 21-16,0-10 12 16,-7-5-4-16,-5-5 5 15,-3 2 1-15,1 15-1 16,4 14 0-16,1 20 30 16,6 12 61-16,-1 12-78 0,1 25-8 15,-2 14-4 1,5 10 24-16,0-2-9 0,2 3 14 15,17-3 8-15,0-5-17 16,7-5 1-16,-1-9-9 16,2-6-13-16,-3-15 11 15,-6-5-9-15,1-11-2 16,-1-3 17-16,3-3-4 16,1-16-5-16,-4-6-3 15,1-4-4-15,-8 1 1 16,1 1-2-16,-6 5 0 15,-5 9 1-15,-1 7 4 16,0 5-5-16,0 1 13 0,0 6-13 16,0 13-7-16,0 8 3 15,0 3 4-15,0-6 0 16,5-4 3-16,4-1-3 16,4-8 5-16,2-4-5 15,4-4 1-15,7-3-1 16,5 0 0-16,7 0 15 15,-3-10-15-15,0-4 0 16,-10-2 0-16,-4-3-2 16,-8-1 0-16,-7 2-9 15,-2 5 10-15,-4 5 0 16,0 6 2-16,0 2 8 0,0 0-6 16,0 14-3-16,-4 13-2 15,1 7 1-15,3-2 2 16,0 0 13-16,0-7-10 15,7-4-4-15,6-4 1 16,0-6 0-16,5-6-1 16,-1-2 0-16,3-3 1 15,1 0 13-15,3-10-14 16,-3-8-2-16,-2-4-28 16,-5-6-1-16,-2-9-3 15,-9-3-31-15,-2-9 24 16,-1 6 22-16,0 14-14 15,0 13 33-15,0 10 14 16,0 6 16-16,-1 0 9 16,-7 12-39-16,-2 15 3 0,2 11 22 15,1 9 7-15,4 6-1 16,0 10 18-16,-1 12-4 16,-2 11 9-16,-2 8-12 15,-3 6-27-15,-3 0 17 16,0-1-25-16,-1-9 0 15,5-11-7-15,4-17 3 16,3-15-1-16,0-18-2 16,3-11 0-16,0-14 2 15,0-4 0-15,0-22 3 16,6-13-5-16,1-15 0 16,-1-10-1-16,-3-17 1 15,-1-12-11-15,-1-15-7 0,-1-16-18 16,0-6-18-16,0-4 9 15,0 11-9-15,0 23 29 16,4 23 17-16,7 24 8 16,3 19 1-16,3 12 0 15,7 8-1-15,4 6 0 16,3 4 0-16,4 0-5 16,0 14 5-16,-7 9 0 15,-4 2-3-15,-6 3 7 16,-11 2-3-16,-5-4 1 15,-2 1-1-15,-2-7 9 16,-14-1-5-16,-6-8 9 0,-5-2 10 16,-3-5-17-16,-4-4-2 15,-4 0-5-15,-1-9-34 16,-4-11-151-16,3-5-242 16</inkml:trace>
  <inkml:trace contextRef="#ctx0" brushRef="#br0" timeOffset="127834.7">27019 5191 870 0,'0'0'252'0,"0"0"-245"0,0 0-5 0,0 0 57 15,0 0 10-15,-35 87-56 16,50-71 0-1,9-4 21-15,5-7-20 0,2-5 1 16,2 0 5-16,-3-5-12 16,-4-15 5-16,-8 0-7 15,-10-1-5-15,-8-3 17 16,0-2 1-16,-22 4-4 16,-14 8-15-16,-14 11-11 15,-8 3-38-15,-9 22-155 16,-5 7-259-16</inkml:trace>
  <inkml:trace contextRef="#ctx0" brushRef="#br0" timeOffset="128973.53">13893 7597 793 0,'0'0'83'0,"0"0"-52"0,0 0 80 0,0 0-63 0,-3 75 38 0,-2-19 26 0,-1 7-27 0,4 3-14 16,1 9 4-16,-2-1-51 16,3-4 4-16,0-5-16 0,0-16-10 15,0-13-2 1,0-15 0-16,3-13-5 0,0-6 4 15,0-2 2-15,0-8 13 16,5-20 5-16,2-9-14 16,3-8-5-16,1 1 0 15,5 3 0 1,-2 3 0-16,2 8 1 16,-1 11-3-16,0 9 2 0,3 10-12 15,4 0 9-15,3 15-13 16,4 10 14-16,-3 6 1 15,-4 1 2-15,-6 3 1 16,-10 2-2-16,-9 1 0 16,-3 2 8-16,-27 0-4 15,-10-2 6-15,-8-4-2 16,0-9-4-16,2-7 5 16,7-9-9-16,6-9 1 0,10 0-4 15,9-8 3-15,12-13-67 16,2-6-112-16,13-6-112 15,15-5-165-15</inkml:trace>
  <inkml:trace contextRef="#ctx0" brushRef="#br0" timeOffset="129542.89">14297 8110 856 0,'0'0'41'0,"0"0"-31"0,0 0 44 0,0 0 52 0,91 7-59 16,-57-17-14-16,1-7-21 16,-4-5-6-16,-4-2 0 15,-8-2-1 1,-7 1 2-16,-5-1-2 0,-7 3 1 16,0 4 10-16,-7 4 19 15,-8 8 3-15,0 7 6 16,-3 0-13-16,-3 23-16 15,1 9-10-15,6 5 14 16,5 3 30-16,9-3-17 16,0-2-17-16,1-1-3 0,15-7-10 15,3-2 2 1,2-11-4-16,3-5 0 0,3-9 2 16,2 0-2-16,6-17-1 15,6-14-3-15,6-6-11 16,0-10-9-16,-2-1-41 15,-9-7 25-15,-12-6 6 16,-12-3 1-16,-9-6 20 16,-3 4 13-16,0 9 0 15,-14 19 3-15,5 19 9 16,3 19 49-16,-1 5 49 16,3 31-103-16,2 11 12 0,2 14 8 15,0 4 15 1,2-2 22-16,11 1-35 0,0-2-23 15,4 1-1-15,-4-3-4 16,3-4-2-16,-5-9-1 16,-2-16-48-16,1-15-70 15,-4-12-66-15,2-4-58 16,-1-16-90-16</inkml:trace>
  <inkml:trace contextRef="#ctx0" brushRef="#br0" timeOffset="130858">14956 8003 1032 0,'0'0'3'0,"0"0"117"0,0 0-55 0,0 0-59 0,0 0-6 16,0 0 1 0,84-28-1-16,-54 25 0 0,-6 0 0 15,-7 2 0 1,-8 1 0-16,-4 0-8 0,-2 4 6 15,0 9 2-15,0 8 16 16,-3 8 19-16,0 2 11 16,0 4 29-16,0 2-17 15,0-1-31 1,0-3-9-16,0-3-13 0,2-7 0 16,9-7-5-16,-2-7 1 15,4-9 2-15,1 0-2 0,5-6 2 16,2-17-1-16,2-5-2 15,-4-6-2-15,-2-3-14 16,-3 4-18-16,-3 2 28 16,-4 10 2-16,-2 7 4 15,-3 10 5-15,-2 4-3 16,0 0-4-16,0 12-6 16,2 10 8-16,1 8 38 15,0-1-29-15,2 0-4 16,2-2 1-16,2-6-4 15,4-4 6-15,0-8-6 16,0-4-1-16,0-5 12 16,2 0-13-16,-1-8 5 0,-2-11-1 15,-2-5 0 1,-4-6-1-16,-3-6-3 0,-3 2 0 16,0-2-3-16,0 4 3 15,-6 7 0-15,-3 3 1 16,2 5 0-16,1 3 1 15,1 8-2-15,4 1 0 16,1 5-6-16,0 0 2 16,0 2-9-16,1 7 12 15,17 7 1-15,5-2 1 16,6-1-1-16,7-1 0 16,1-1 5-16,1-6-5 0,-1-2 0 15,-4-3-2 1,0 0 5-16,-5-3-2 0,-6-8-1 15,-7-2 0-15,-4-4 0 16,-5-3 0-16,-6-1 0 16,0 2-1-16,0 1 4 15,-5 5-2-15,-11 7-1 16,-1 6 0-16,-3 0-5 16,0 2 5-16,5 20 0 15,2 3-2-15,7 4 8 16,3 3-2-16,3-1-4 15,0 1 0-15,12-2 5 16,4-5-4-16,6-3-1 16,7-9 0-16,8-4 3 15,5-6-1-15,7-3-2 0,5-6 3 16,-2-13-8 0,0-7 5-16,-4-3-8 0,-9-3-14 15,-9-1-31-15,-12-3 13 16,-10 0-11-16,-8 2 3 15,0 5 43-15,-17 10-2 16,0 9 7-16,-2 10 37 16,0 0-22-16,2 24 17 15,2 6-5-15,9 6 8 16,6-2-5-16,0-4-24 16,12-3-3-16,9-2-3 15,6-7 4-15,4-5 0 0,8-6-4 16,6-7 1-16,-2 0 3 15,3-2-4-15,-4-13-6 16,-3-5-40-16,-6-1-10 16,-8-4 27-16,-6-2 7 15,-5 0-2-15,-8-1 14 16,0 12 6-16,-5 5 4 16,-1 8 6-16,0 3 11 15,0 0 26-15,0 10-40 16,2 6 10-16,2-1 38 15,2-4-37-15,2-3 6 16,0-2-11-16,5-4-4 16,-1-2 5-16,5 0 0 15,3 0-8-15,-2 0 3 16,6-7-4-16,1-2 3 0,5 3-4 16,1 1-1-16,2 4-5 15,1 1 6-15,-1 0-13 16,1 0-51-16,-5 0-78 15,-4 3-101-15,-8-3-306 16</inkml:trace>
  <inkml:trace contextRef="#ctx0" brushRef="#br0" timeOffset="131363.26">18759 7474 976 0,'0'0'37'0,"0"0"-36"0,0 85 39 0,0-30 64 0,0 5 3 16,0-2-59-16,5 1 3 16,8-4-39-16,-1-4-12 0,3-12 3 15,-5-8-3 1,-5-14-7-16,-1-10-94 0,0-7-107 15,-4 0-16-15,-4-7-176 16</inkml:trace>
  <inkml:trace contextRef="#ctx0" brushRef="#br0" timeOffset="132016.01">18623 7857 692 0,'0'0'39'0,"0"0"148"16,0 0-28-16,0 0-6 15,0 0-114-15,0 0-31 16,-38-33-8-16,68 29 0 15,14-5 7-15,19-8 3 0,9-5-5 16,7-6 4-16,1-5-8 16,-5 0-1-16,-7-6 0 15,-14 0-7-15,-20-1 4 16,-14 2-19-16,-20 0 12 16,0 6 9-16,-9 5 2 15,-6 12 10-15,3 9 59 16,3 6-3-16,0 21-23 15,1 20-37-15,4 14 4 16,4 3 14-16,0-2-2 16,12-5 5-16,8-3-15 15,2-10-11-15,3-7 0 16,2-12-2-16,-3-7 0 16,6-12 8-16,1 0 0 0,3-10 4 15,1-15-12-15,-5-3 0 16,-5-2 0-16,-7-3 0 15,-6 4 0-15,-5 5-3 16,-7 8 6-16,0 11-1 16,0 5-2-16,0 0-9 15,0 10 0-15,5 12-3 16,5 5 12-16,5-2 7 16,5-7-7-16,5-3 13 15,5-6-6-15,4-8-6 16,3-1 12-16,2 0-11 0,-3-10-1 15,-2-7 3 1,-10-1 1-16,-6-2-4 16,-6-1 3-16,-12 0-3 0,0-4 4 15,-2 3-5-15,-14 7-7 16,3 3 6-16,-4 12-2 16,5 0 2-16,0 26-9 15,2 6 2-15,10 2 4 16,0 1 0-16,10-4 1 15,10-2 2-15,10-2 2 16,1-2-5-16,3-4-4 16,2-5-175-16,4-6-97 15,8-7-274-15</inkml:trace>
  <inkml:trace contextRef="#ctx0" brushRef="#br0" timeOffset="132487.01">21200 7146 857 0,'0'0'5'0,"0"0"34"0,0 0-18 0,3 115 114 0,3-44-24 0,0 4-49 16,-2 2 9-16,-1 0 0 0,5-3-50 16,1-7-14-1,1-14-7-15,4-9-4 0,-2-13 0 16,-3-15-76-1,0-13-80-15,-1-3-79 0,-5-11-46 16</inkml:trace>
  <inkml:trace contextRef="#ctx0" brushRef="#br0" timeOffset="132672.34">21152 7579 636 0,'0'0'69'0,"0"0"69"15,0 0-22-15,-30-80-47 16,38 63-33-16,20 1-24 15,11-3-12-15,12 1 1 16,7 2-1-16,8 3 0 0,7 4-3 16,0 9-5-16,-3 0-38 15,-6 13-121-15,-1 11-238 16</inkml:trace>
  <inkml:trace contextRef="#ctx0" brushRef="#br0" timeOffset="134202.62">21937 7661 694 0,'0'0'155'16,"0"0"-71"-16,0 0 64 16,0 0-146-16,0 0-1 15,39-86 2-15,-30 53-3 16,-6-2 0-16,-3-3 5 16,-3 0-2-16,-21 4 8 0,-4 11 7 15,-7 10 17 1,-2 13 25-16,-8 2-24 15,2 25-11-15,4 11 7 0,9 8-13 16,11 5 4-16,11-1-19 16,8-3-2-16,0-4 0 15,10-9-2-15,13-8-1 16,4-8-2-16,9-11 6 16,-2-7-5-16,8-1 2 15,-2-20-19-15,-1-4-2 16,-6-6-19-16,-5-6 3 0,-7-1 20 15,-7-4 16 1,-10-3-1-16,-4 4 2 16,0 8 0-16,-1 14 2 0,-5 12 3 15,1 7 19 1,-1 5 10-16,-1 24-33 0,1 9 2 16,3 9 2-16,3-6-2 15,4-1 8-15,17-5-9 16,0-6 1-16,7-7-2 15,2-7 2-15,3-6-3 16,6-9 0-16,7 0 1 16,9-16 7-16,5-5-8 15,-2-5 0-15,-9-2 0 16,-10-1-18-16,-15-10-30 16,-12-1 14-16,-12-2 3 15,0 5 30-15,-6 12-2 0,-9 11 3 16,2 10 21-16,-1 4 8 15,2 8-7-15,8 17-14 16,1 6-2-16,3 5 14 16,0-3-19-16,10 0 6 15,8-6-2-15,2-2-2 16,5-7 2-16,8-4 2 16,1-6-7-16,8-6 19 15,0-2-19-15,8 0 4 16,0-14 2-16,0-6-6 0,-5 1 4 15,-9-7-4-15,-11 1-2 16,-8-3-2-16,-16 0-14 16,-1 7 9-16,-7 7 9 15,-20 10-2-15,-6 4 2 16,-3 4 5-16,-4 16-4 16,4 6 21-16,11 0-16 15,7-1-4-15,6 0-2 16,11-4 3-16,1-6-8 15,0-2 5-15,8-4-6 16,9-4 4-16,5-5 0 16,3 0 0-16,1 0-42 15,-1 0 19-15,2 0 20 16,-2 8-6-16,1 17 11 16,-2 11-3-16,-6 13 4 0,-4 12-1 15,-3 14 0-15,-6 6 2 16,-5 7 9-16,0 6-6 15,0-3-4-15,-19-3 13 16,-10-11-13-16,-6-12 6 16,-12-11 20-16,-5-8 20 15,-5-11 27-15,-2-10 5 16,-2-14 1-16,3-11-42 16,6-1 7-16,7-27-14 15,15-13-25-15,9-11-5 16,15-12 7-16,6-16-8 15,5-13-5-15,22-9 1 0,13 5-64 16,8 10-29-16,4 26 26 16,3 15 38-16,2 12 31 15,3 6-2-15,2 3 4 16,2-2-1-16,10 2 1 16,2-4-7-16,-5-2-59 15,-2 0 2-15,-12-1 43 16,-21-2-44-16,-20 0 18 15,-13 3 47-15,-3 5 0 16,-22 11 10-16,-5 8 10 16,-9 7 38-16,0 2 8 15,2 18-22-15,4 8-4 16,14 0-15-16,11 1-14 0,5-1-1 16,0-3-9-16,16-1 2 15,11-6 2-15,1-6-5 16,7-5 0-16,2-7 3 15,4 0-1-15,5-7-4 16,0-11 0-16,5-7-73 16,-2-8 14-16,-6-3-42 15,-2-10 11-15,-9-8-30 16,-11-9 18-16,-15-9 52 16,-3-11 36-16,-3-3 14 15,0 2 2-15,-10 23 2 16,-1 21 12-16,4 24 76 0,2 16 95 15,2 28-127 1,0 21-55-16,3 16 63 0,0 5 6 16,11-4-29-16,8-3-10 15,3-3 10-15,0-2-27 16,-3-4-12-16,2-6-4 16,-8-9-8-16,-2-9-49 15,-4-13-181-15,-1-14-179 16</inkml:trace>
  <inkml:trace contextRef="#ctx0" brushRef="#br0" timeOffset="134375.81">23739 7391 1172 0,'0'0'3'0,"0"0"-3"0,0 0-2 0,94-28 2 0,-34 22-9 0,4 1-220 15,6-4-312-15</inkml:trace>
  <inkml:trace contextRef="#ctx0" brushRef="#br0" timeOffset="134954.6">25412 7364 992 0,'0'0'12'0,"0"0"181"0,-76-79-97 16,43 41-61-16,0-4 21 15,-3-12-32-15,7-8-5 16,4-2-8-16,14 6-9 16,9 13 1-16,2 17-3 15,12 14-4-15,9 12 2 16,4 2-1-16,4 10-9 16,-3 18 7-16,-5 13 4 15,-10 9 1-15,-11 10 3 16,-8 4-3-16,-25 4 6 0,-13-9 29 15,-6-6-6 1,6-8 14-16,7-13-7 16,14-7-1-16,11-13-2 0,13-5-33 15,1-6-6-15,25-1 6 16,33-4 2-16,26-18 9 16,19-11-11-16,16-3-58 15,8 2-91-15,-8 2-115 16,-11 6-238-16</inkml:trace>
  <inkml:trace contextRef="#ctx0" brushRef="#br0" timeOffset="136657.62">26995 7150 979 0,'0'0'32'0,"0"0"65"0,0 0-64 0,-17 97 91 0,16-33-52 16,1 10-12-16,0 8 36 15,1 7-50-15,8 4 5 16,3-6-12-16,0-4-20 15,0-14-19 1,1-13 2-16,0-18 0 0,-3-15-2 16,-4-15 0-16,-5-5-1 15,1-3 4-15,-1-11 13 16,-1-22-8-16,0-15 1 16,0-15-14-16,0-7 5 0,0-13 0 15,0-9-4-15,-6-7-1 16,2 4-8-16,1 22-11 15,-1 25 19-15,2 25-3 16,1 17 10-16,-1 6-4 16,2 2 2-16,0 23-16 15,0 9 14-15,0 8 0 16,13-2 2-16,5-6-8 16,8-2 8-16,4-9 0 15,5-5-1-15,8-9 5 16,4-9-2-16,2 0-2 0,-1-18 0 15,-1-5-1-15,-8-7 1 16,-9-3-4-16,-8-6-20 16,-14-5-16-1,-5-1 32-15,-3-1-11 0,-4 6 19 16,-9 12-8-16,0 11 10 16,4 10-2-16,5 5 4 15,1 2-1-15,-1 0-6 16,0 15 0-16,3 8 1 15,1 4-7-15,0-4 4 16,5-1 2-16,11 0 1 16,1-2 1-16,2-2 1 15,1 0 0-15,0 1 0 16,-1-3 0-16,-1 3 1 16,0-3-1-16,-2-1 0 0,-1 0 2 15,5-6 7 1,-1-2-8-16,4-3 1 0,6-4 10 15,6 0-12-15,3-6 5 16,1-6-5-16,-4-5 1 16,-3-4-1-16,-3-4 0 15,-9-3 0-15,-7-6-3 16,-12-5-7-16,-1 0-15 16,-9 2 15-16,-15 10 9 15,-1 13 1-15,-2 12 7 0,-1 2-5 16,1 11 17-1,1 12-6-15,13 7 3 0,9 3-3 16,4-1-10-16,13-3 8 16,18-1-11-16,11-5 1 15,9-6 8-15,6-6-8 16,5-9 8-16,13-2-9 16,11 0 1-16,10-14 3 15,7-3-4-15,-3-7-1 16,-11-2-2-16,-11-3 4 15,-20-6-2-15,-25-5-1 16,-23 1-7-16,-10-1 9 16,-12 9-1-16,-22 9 1 15,-11 12 12-15,-8 10-12 0,-4 6 26 16,1 17-11-16,7 6 10 16,15 6 7-1,9 0-25-15,13 1-5 0,7-3-4 16,5-3 2-16,3-3-1 15,17-9-1-15,10-4 2 16,8-8-7-16,4-6 7 16,7 0-14-16,1-17-28 15,-1-4 0-15,-4-7 16 16,-9-7-18-16,-4-8-10 16,-12-12 22-16,-14-12 4 15,-6-7 11-15,-3-5 8 16,-17 4 1-16,-1 9 5 0,-1 15 0 15,5 20 3 1,6 16 29-16,2 15 30 0,-4 10-40 16,2 26-17-16,3 12 5 15,8 8 20-15,0 0-15 16,21 4-6-16,3-4 12 16,4-5-17-16,4-8 3 15,-1-11-4-15,2-7 3 16,1-8-1-16,2-9-2 15,1-6 3-15,4-2 2 16,3-7-5-16,0-13-6 16,-9 0-36-16,-8-8-50 15,-12 1 56-15,-12 2-25 16,-3 6 61-16,0 11 5 16,0 4 63-16,0 4 15 0,-2 0-43 15,1 10-39-15,-2 14 5 16,3 3 8-16,0 6 1 15,0-10-3-15,10-3-9 16,0-1-3-16,-3-5 0 16,2-4-5-16,-2-5-37 15,2-3-142-15,3-2-33 16,-3-6-68-16</inkml:trace>
  <inkml:trace contextRef="#ctx0" brushRef="#br0" timeOffset="136858.26">29131 6786 907 0,'0'0'5'0,"0"0"-5"0,0 0-13 0,0 0 12 16,0 0-3-16,14 102-16 16,10-66-85-16,-4 1-57 15,0-5-136-15</inkml:trace>
  <inkml:trace contextRef="#ctx0" brushRef="#br0" timeOffset="137281.93">29558 6967 692 0,'0'0'80'0,"0"0"77"0,0 0-40 15,-103-6-18 1,73 27 2-16,11 4-29 0,7 4-29 15,9 2-14-15,3-1-8 16,0-1 6-16,12-6 7 16,6-5-17-16,7-6-3 15,5-6-3-15,3-6-5 16,4 0 4-16,2-3-10 16,-5-12 0-1,3-8 2-15,-5-5-2 16,-1-6-7-1,-3-8-16-15,-8-7-23 16,-11-8-28-16,-9-8 39 0,0-2-18 16,-5-7 42-16,-8 7-11 0,4 13 9 15,3 16 13-15,1 19 2 0,1 15 51 16,0 4-25 0,4 26-20-16,0 19-8 0,0 16 51 15,4 0-9-15,17 2 11 16,3-6-26-16,1 0 4 15,0-2-30-15,-2-6 5 16,-2-4-6-16,-6-10 0 16,0-11-5-16,-6-10-57 15,-1-8-144-15,1-6-45 16,-1-2-132-16</inkml:trace>
  <inkml:trace contextRef="#ctx0" brushRef="#br0" timeOffset="137698.1">29964 6913 351 0,'0'0'566'0,"0"0"-564"0,0 0 61 0,0 0 18 0,89-35-40 15,-61 35-30-15,-1 0-3 16,-5 1 6-16,-5 8 30 16,-3 3-1-16,-3 2 21 15,-4 1-1-15,-4 5-8 16,-3 3 28-16,0-1-43 15,1 2 10-15,1 0-15 0,2-3-24 16,2 0-6-16,3-6-1 16,1-3-1-1,8-3 0 1,3-5-3-16,8-4 0 16,2 0 7-16,2-2-7 15,-3-17-1-15,-7-5 0 16,-5-5-1-16,-12-8 0 0,-6-2-3 0,0-1 5 15,-24 4 5-15,-8 7-5 16,-4 8-1-16,-2 9 0 16,5 7-2-16,5 5 0 15,0 0-4-15,6 17-23 0,2 5-27 16,7 6-74 0,5 3-36-16,8 1-32 15,0-2-52-15,5-7-268 0</inkml:trace>
  <inkml:trace contextRef="#ctx0" brushRef="#br0" timeOffset="138142.24">30523 6832 549 0,'0'0'113'0,"0"0"-45"0,0 0 62 0,0 0-9 0,0 0-35 0,0 0-1 15,52-40 34-15,-35 34-33 16,4 6-45-16,1 0-13 16,5 11-17-16,3 14 10 15,-5 12-10 1,1 0-5-16,-10 1 13 0,-12-5-19 15,-4-6 6-15,0-5-4 16,-4-7 0 0,-8-5 10-16,2-7-10 0,-6-3 0 15,2 0 14 1,0-16-14-16,1-9 3 0,5-6-5 16,7-6 1-16,1-4-1 0,1-3 0 15,22 1-2 1,3-3 1-16,3 7-31 0,1 9-34 15,-5 14-30-15,-1 13-2 16,-3 3-23-16,-5 11-73 16,2 15 6-16,-6 3-179 15</inkml:trace>
  <inkml:trace contextRef="#ctx0" brushRef="#br0" timeOffset="138518.22">31035 6892 598 0,'0'0'41'15,"0"0"59"-15,0 0 23 16,0 0-58-16,88-73-14 16,-75 52 6-16,-2 1-25 15,-4-4 46-15,-7 4-36 16,0 3 37-16,-4 4 0 16,-8 4-27-16,-2 5 2 15,1 4-20-15,3 0-16 16,-2 0-10-16,3 13-8 15,4 4 0-15,4 1-1 16,1 3 1-16,0 1 0 16,12-1 1-16,7 1-1 15,2 0 4-15,2 0-4 16,-3-1 0-16,3-1 0 0,-7-1 0 16,-3 0 0-16,-5-2 4 15,-7-3-3-15,-1 0 18 16,-4 3 4-16,-24-2 0 15,-14 1 26-15,-13-2-31 16,-8 0-15-16,-4-1-3 16,-9-3-35-16,-5-8-288 15,-1-2-620-15</inkml:trace>
  <inkml:trace contextRef="#ctx0" brushRef="#br0" timeOffset="145516.03">16931 9760 201 0,'0'0'8'0,"0"0"14"0,0 0 17 0,0 0-29 15,0 0 0-15,0 0 17 16,0 0 3-16,13 8 0 16,-13-8-2-16,1 0 10 15,-1 0 9-15,0 0 0 0,0 0 27 16,0 0 4 0,3 0 8-1,-3-8-45-15,2-3-15 0,-1 0 11 16,-1-1 4-16,0-1-25 0,0 1 17 15,0 1 20-15,0 2-23 16,0 2-2-16,0 4 8 16,-1 3 6-16,1 0 19 15,-2 0-28-15,2 0-5 16,0 0-16-16,-3 0-5 16,3 0 10-16,0 0-14 15,-4 0-2-15,-2 3 4 16,-9 7-4-16,-3 6 7 0,-5 3 0 15,1 0 20-15,1 0 15 16,2 4-18-16,0 3 0 16,5-1 2-1,5 0-16-15,2 2 1 0,5-4 0 16,2-3-12-16,0-2 3 16,19-7-3-16,16-3 0 15,11-6-2-15,9-2 4 16,7-4-5-16,0-13 3 15,-2-3-18-15,-8 0-76 16,-12 2-40-16,-11 3-42 16,-16-5-103-16,-13 1-292 15</inkml:trace>
  <inkml:trace contextRef="#ctx0" brushRef="#br0" timeOffset="145702.51">16696 9605 444 0,'0'0'19'0,"0"0"94"0,0 0 30 0,0 0-40 15,0 0-47-15,0 0-26 16,13 7-3-16,28-15-7 16,8-2-13-16,9 3-7 15,2 1-30-15,-4 1-435 0</inkml:trace>
  <inkml:trace contextRef="#ctx0" brushRef="#br0" timeOffset="146176.97">18094 9297 958 0,'0'0'29'0,"0"0"6"0,0 0 22 16,-20 106 60-16,20-58-57 0,6 2-21 15,8 2 13 1,1-4-33-16,-2 4-4 0,2-2-15 16,-3-7-2-16,-5-2 1 15,-1-10-27-15,-6-10-134 16,0-9-67-16,-6-8-154 16</inkml:trace>
  <inkml:trace contextRef="#ctx0" brushRef="#br0" timeOffset="146826.65">17870 9753 861 0,'0'0'59'0,"0"0"118"16,0 0-14-16,0 0-83 0,0 0-61 15,0 0-19 1,-42-15-19-16,80 15 19 0,17-5 24 16,10-9-24-16,10-4 3 15,1-9-3-15,-4 0-10 16,-8-3-19-16,-7-6-53 15,-14-3 10-15,-14-4 28 16,-13-5-3-16,-13-2 29 16,-3 7 18-16,0 11 0 15,-11 12 21-15,1 15 69 16,4 5-15-16,0 13-40 16,3 23-25-16,3 10-10 15,0 9 33-15,6-5-13 16,13 3 23-16,1-6-16 15,2-2-11-15,2-9-6 0,-1-6-10 16,0-9 0-16,-4-11 0 16,2-7 3-16,0-3 5 15,2-1 1-15,0-18-5 16,1-3 3-16,-4-8-6 16,-4 3-2-16,-7 4 0 15,-4 4-11-15,-4 11 10 16,-1 8 2-16,0 0-2 15,2 0-10-15,3 20-5 16,6 2 17-16,3 5 3 16,3-5-1-16,8-2 10 15,2-9-11-15,3-1-1 0,0-10 14 16,4 0-9 0,-2 0 2-16,-6-16-6 0,-3-1 4 15,-8-5-1-15,-9-1-4 16,-6 0 0-16,0-1-1 15,-15 2-2-15,-6 8 1 16,0 8-1-16,1 6 6 16,1 1-7-16,6 17 2 15,6 5-6-15,7 1 8 16,0 5-13-16,10 0 8 16,14-4-1-16,6-3-28 15,4-6-130-15,5-3-108 16,12-13-320-16</inkml:trace>
  <inkml:trace contextRef="#ctx0" brushRef="#br0" timeOffset="147280.28">19557 9478 684 0,'0'0'523'0,"0"0"-506"0,0 0-1 0,0 0 71 16,-67 78-56-16,67-49-2 16,0-2-6-16,3 0-7 0,12-4-6 15,8-5-4 1,0-5 5-16,7-7-8 0,2-6-3 16,5 0 9-16,-3-12-9 15,1-6-1-15,-7-8-14 16,-9 0-49-16,-11-7 5 15,-8-8 3-15,-8-3 1 16,-25 1 29-16,-4 7 2 16,-3 12 21-16,1 18 3 15,3 6 25-15,2 13 3 16,3 16 0-16,7 6-4 16,9 4 13-16,12 1-10 15,3-4-11-15,3-3-7 16,16-5-6-16,7-3-2 15,5-9-1-15,3-7-2 0,2-9-1 16,4-2-70-16,1-19-44 16,-1-7-42-16,-1-9-7 15,-4 0-74-15,-5-13-89 16</inkml:trace>
  <inkml:trace contextRef="#ctx0" brushRef="#br0" timeOffset="147720.09">19853 9086 688 0,'0'0'131'0,"0"0"-55"16,0 0-34-16,-15 106 148 16,15-41-105-16,13 7-3 15,7-1-6-15,2-2 4 0,3-5-52 16,-1-7 2-16,-3-4-15 16,2-6-12-16,-7-13-3 15,-4-9 2-15,-6-12-1 16,-3-10-1-16,-3-3 0 15,0 0 13-15,0-20-12 16,0-10-1-16,-8-6-8 16,2-4-16-16,2 6 19 15,4 9-1-15,0 5 0 16,10 4 5-16,10 8-10 16,4 5 7-16,6 3-3 15,1 0-4-15,-1 14 9 16,-2 4-4-16,-6 4 4 0,-8-2 2 15,-7 8 0-15,-7-4 0 16,0 1 6-16,-5-3-2 16,-15-6 12-16,-4 0-13 15,-3-5-2-15,5-4 3 16,4-6-2-16,6-1-2 16,9 0 0-16,3-4-6 15,0-16-60-15,3-3-55 16,13-11-27-16,8 1-89 15,-1 7-79-15</inkml:trace>
  <inkml:trace contextRef="#ctx0" brushRef="#br0" timeOffset="147907.91">20278 9565 626 0,'0'0'77'0,"0"0"133"0,51 109-44 0,-37-54 30 0,2 10-73 15,-10 2-10-15,-5 6-59 0,-1-3 0 16,0 4-4-16,-7-8-40 15,-9-9-6-15,5-15-4 16,0-14 0 0,4-12-6-16,5-12 2 0,0-4-118 15,2-9-64-15,0-17-146 16,-3-15-304-16</inkml:trace>
  <inkml:trace contextRef="#ctx0" brushRef="#br0" timeOffset="148078.81">20262 9282 910 0,'0'0'176'15,"0"0"-176"-15,0 0-3 16,0 0-6-16,0 0 2 16,19 106-22-16,-4-68-106 15,3-6-17-15,-2-2-120 16</inkml:trace>
  <inkml:trace contextRef="#ctx0" brushRef="#br0" timeOffset="148377.75">20641 9369 714 0,'0'0'87'0,"0"0"30"16,0 0 43-16,-97 27-69 16,80 3-20-16,7 0-35 15,5 5-11-15,5 0 8 16,0-3-18-16,11-3 15 16,10-4-30-16,4-5 0 15,5-5 6-15,1-8-4 16,6-7-4-16,4 0-29 0,-3-11-93 15,4-11-5 1,2-5-45-16,0-3 91 0,-5-5-111 16,-11 0-109-16</inkml:trace>
  <inkml:trace contextRef="#ctx0" brushRef="#br0" timeOffset="149564.65">20928 9393 729 0,'0'0'56'0,"0"0"68"15,0 0 7-15,0 0-43 16,-82 95-34-16,82-65-12 15,0 2 9-15,0-4-18 16,11-5-19-16,2-3-5 16,4-4-8-16,2-7 4 15,5-8-5-15,2-1 0 16,3-1 0-16,3-17-6 0,2-9-38 16,-3-4-11-16,-4-10-36 15,-3-12 14-15,-5-11-13 16,-5-12 11-16,-10-13 38 15,-4-9-25-15,0-2-24 16,-4 13-4-16,-7 24 94 16,1 27 131-16,3 22 54 15,2 14-8-15,-3 17-154 16,-2 24 4-16,4 14 91 16,6 8-42-16,0 2-13 15,13 0 0-15,6 0-8 16,0-3-38-16,0-6 7 15,-1-11-21-15,3-9 1 0,-2-11-4 16,1-7 2-16,2-13-4 16,6-5 3-16,2-4-2 15,2-19-15-15,0-7-60 16,1-11-3-16,-3-2-27 16,-3-2 28-16,-12 7 10 15,-3 9 8-15,-11 15 60 16,-1 10 13-16,0 4 51 15,0 0-15-15,0 7-32 16,0 14-16-16,0 9 62 16,0 3-7-16,0-2-45 15,5 0 27-15,7-4-6 0,3 2-18 16,-2-6-5-16,5-7-7 16,-4-4 5-16,6-5-7 15,-2-7 0 1,0 0 9-16,3 0-8 0,-1-19-1 15,-3-1-4-15,-2-9-60 16,-3-1 22-16,-3-5-5 16,-4 1 22-16,-5 1 24 15,0 5 0-15,0 9 0 16,0 7 2-16,0 7-1 16,0 5 33-16,0 0-3 15,0 5-29-15,0 19-1 16,8 8 7-16,4 9 28 15,-1-1-14-15,5-5 0 16,-1-4 20-16,3-6-29 0,-1-7-4 16,-1-5 11-16,2-9-16 15,-2-4 6-15,5 0-3 16,-1-4-6-16,-1-12 9 16,-5-3-9-16,-1-13-1 15,-6-1 0-15,-5-11-25 16,-2-4 0-16,0 1-4 15,0 6-7-15,-8 13 27 16,2 12 3-16,5 6 7 16,1 10 6-16,0 0 2 15,0 0 15-15,0 0-23 16,0 12 4-16,0 6 0 0,12 1 12 16,5 0 11-16,5-2-15 15,1-3-2-15,3-2 3 16,-1-8-13-16,3-4 0 15,7 0 9-15,4 0-9 16,4-13 0-16,-3-4-2 16,-7 0-18-16,-13 3-40 15,-7 0-1-15,-6 4 26 16,-5 2 33-16,-1 6-3 16,-1-2 5-16,0 4 0 15,0 0 0-15,5 0-1 16,4 9 2-16,4 2 10 15,8 0 18-15,3-2-13 0,3-6 7 16,3-3-13-16,-5 0-9 16,2 0 7-16,-8-3-8 15,-1-4-6-15,-6-2 3 16,-8-1-116-16,-4 0-85 16,-10 10-147-16,-17-4-129 15</inkml:trace>
  <inkml:trace contextRef="#ctx0" brushRef="#br0" timeOffset="149751.75">20852 9154 953 0,'0'0'4'0,"0"0"4"0,0 0 22 0,102-36-30 0,-29 21-6 0,9-2-28 0,2-1-123 16,-9-1-73-16,-4-2-100 16</inkml:trace>
  <inkml:trace contextRef="#ctx0" brushRef="#br0" timeOffset="149861.76">21642 8956 385 0,'0'0'305'0,"0"0"-303"0,0 0 4 15,0 0-6 1,0 0-127-16</inkml:trace>
  <inkml:trace contextRef="#ctx0" brushRef="#br0" timeOffset="151000.44">23894 9043 1125 0,'0'0'22'0,"0"0"-10"0,0 0 180 0,-97 43-128 0,75-7 18 16,8 8-32-16,6 0-24 16,8-3-9-16,0 1 8 15,16-9-25-15,14-5 4 16,10-8 2 0,9-13-6-16,7-7 7 0,8-5-7 15,-10-15 0-15,-5-7-4 31,-15-5 4-31,-13 0-16 0,-20-5-18 16,-1-6 19-16,-19-3 14 0,-21 0-2 16,-12 4 3-16,-3 13-5 0,-2 15 8 15,6 13-3-15,5 1 31 16,7 15-17-16,9 14 2 16,9 6-13-16,14 1 0 15,7 3-2-15,7-4-1 16,23-5-2-16,12-2 0 15,9-8-1-15,8-11-1 16,11-7-24-16,-1-2-45 16,3-16 2-16,-4-10-38 15,-5-7 2-15,-8-5-1 0,-7-5 13 16,-15-4 44-16,-15-6 28 16,-11-6 23-16,-7-1 6 15,-10 0 10 1,-13 15 39-16,4 14 32 0,1 14 8 15,4 17 33-15,-2 0-56 16,7 32-47-16,2 21-11 16,7 15-1-16,0 14 8 15,20 14 2-15,9 15-9 16,2 11 7-16,-2 13-21 16,-10 8 0-16,-4-7-4 15,-12-8 6-15,-3-13-4 16,0-21 2-16,-7-17 0 15,-4-20-3-15,3-19 3 16,-3-14 0-16,-6-18 5 0,-4-6-2 16,-11-18 8-16,-9-14-4 15,-5-14-1-15,3-13 73 16,2-10-33-16,6-18-25 16,12-17-19-16,13-10 1 15,10-3-6-15,24 4 3 16,20 20-16-16,13 22-19 15,4 23-45-15,5 26-19 16,-12 12-72-16,-10 10-158 16,-14 0-435-16</inkml:trace>
  <inkml:trace contextRef="#ctx0" brushRef="#br0" timeOffset="152799.31">25280 8943 1159 0,'0'0'4'0,"0"0"0"0,0 0 38 16,-16 83 49-16,16-19-6 16,0 9-13-16,0 13-15 15,15 3-1-15,2 5 3 16,0-4-38-16,0-11 6 15,1-10-20-15,-2-13 0 16,-4-13-7-16,-3-13 0 16,1-14 4-16,-8-10 0 15,1-6-4-15,-2-13 17 16,-1-21-9-16,0-16-5 16,0-6-3-16,-6-15 0 0,-11-8 2 15,-3-13-2-15,-4-8 0 16,0-2-3-16,2 6 1 15,5 23 1-15,6 25 1 16,6 21 0-16,5 19-2 16,0 8 2-16,0 0-16 15,0 20 6-15,9 14 10 16,12 6 0-16,4-2 0 16,5-4 0-16,1-4-2 15,5-6 2-15,9-6 0 16,9-7 3-16,3-8-3 15,4-3 4-15,-3-6-4 16,-6-13-10-16,-9-4 7 0,-8-4-41 16,-16-8 16-1,-11-4 19-15,-8-4-1 0,-5-3 8 16,-16 3 1-16,-1 10 1 16,5 11-1-16,1 10 2 15,6 10 2-15,-1 2-3 16,-2 1 2-16,5 17-5 15,4 2-3-15,4 5-2 16,0-3 6-16,1-2-3 16,16 3 3-16,4-2 2 15,1-2 0-15,2 4-3 16,-2-1 1-16,5-3 2 0,-2-1-4 16,1 1 5-16,-1-2-1 15,-2-4 0 1,2-2 2-16,0-3-1 0,2-4-1 15,4-4 0-15,4 0 4 16,2-1-4-16,2-12 0 16,-4-2 0-16,0-4 1 15,-5-8-3-15,-8 1-3 16,-10-11-8-16,-7-4 11 16,-5-1-3-16,-7 5 5 15,-12 11 0-15,1 10 2 16,-4 10 3-16,0 6 12 15,-2 3-10-15,1 16 11 0,2 6-17 16,9 1 8 0,9 4-3-16,3 0-6 0,8 1 2 15,19-4-2-15,10-2 0 16,9-6 3-16,14-6-1 16,13-7-2-16,12-6 4 15,8 0 1-15,2 0-4 16,-1-16-1-16,-9 1-5 15,-4-5 5-15,-19-4-49 16,-20-3 6-16,-19-3 15 16,-22-1 14-16,-1 2 12 15,-24 2 2-15,-12 11 0 0,-6 9 17 16,-5 7-4-16,-1 0 6 16,2 10-3-16,7 10 7 15,9 6-3 1,9 5-20-16,11 0 2 0,4-1 3 15,6-2-5-15,0-3-1 16,6-7-4-16,12-2 4 16,3-5 0-16,6-9 1 15,5-2-16-15,4 0-34 16,4-8-42-16,-1-14-10 16,0-7-8-16,-6-8-12 15,-6-11 16-15,-11-8 11 16,-10-7 69-16,-6-6 20 15,0 0 3-15,-16 8 3 16,1 18 5-16,1 17 39 0,4 18 71 16,-1 8-19-1,-3 20-27-15,0 16-39 0,8 15 27 16,6 4-20-16,0 0 4 16,20-2-6-16,5-4-2 15,0-6-21-15,3-4-2 16,4-9-9-16,-4-5 1 15,0-11-2-15,-2-6 0 16,1-8 0-16,4-2-5 16,2-14-45-16,3-10 6 15,-5-3-50-15,-11-6 40 16,-7-3-4-16,-10 1 24 0,-3 6 30 16,0 9 4-1,0 14 41-15,-2 5 86 16,-2 3-25-16,-2 11-86 0,2 15-4 15,1 7 30-15,3 3-28 16,0-5 1-16,14-4-10 16,0-5-3-16,-2-5-4 15,0-4-3-15,-3-4-31 16,4-9-195-16,-4 0-147 16</inkml:trace>
  <inkml:trace contextRef="#ctx0" brushRef="#br0" timeOffset="152939.6">27377 8750 723 0,'0'0'2'0,"0"0"-4"0,0 0-6 0,49 74-231 15</inkml:trace>
  <inkml:trace contextRef="#ctx0" brushRef="#br0" timeOffset="153813.84">27723 8817 922 0,'0'0'13'0,"0"0"155"0,0 0-14 16,-81 67-97-16,74-38-20 15,7-3 12-15,0-2-31 16,0-5-13-16,12-2 2 16,0-4-5-16,7-7 4 15,2-3-4-15,4-3 0 16,5 0-2-16,0-11-11 16,1-11-33-16,4-4-35 15,-2-8-37-15,-2-9 54 16,-7-9 0-16,-8-12-38 15,-13-9 72-15,-3-13-38 16,-5 0 43-16,-12 9-22 0,2 21 45 16,0 28 40-1,3 27 63-15,0 11 25 0,2 36-114 16,8 15 63-16,2 11 3 16,9 1-11-16,13-6-27 15,4-8 8-15,-5-8-33 16,1-5-4-16,-1-9 4 15,-3-8-16-15,0-11-1 16,2-8 0-16,0-8 2 16,7-2 9-16,1-2-11 15,4-15-3-15,-3-3 1 16,-3 0-32-16,-6 4 2 0,-10 6 17 16,-4 6 12-1,-6 4 2-15,0 0 1 0,0 12 0 16,0 7 32-16,0 3 40 15,6 2-40-15,7-6-12 16,2 1 4-16,4-1 16 16,5-4-29-16,3-1 11 15,2-4 2-15,2-3-18 16,-1-3 2-16,0-3-7 16,6 0 0-16,3 0 7 15,3-10-8-15,0-3 0 16,-8-3-1-16,-8-4 4 15,-7-8-3-15,-11-9 0 0,-8-4-9 16,0 0-12 0,-12 5-12-16,-6 15 28 0,-5 11 2 15,-7 10 6-15,-1 0-2 16,-3 23 0-16,1 15 22 16,12 11 19-16,6 14-15 15,8 9-1-15,7 13 7 16,0 8-6-16,0 7-1 15,19 0-21-15,2 0 0 16,3-11 3-16,-6-12-8 16,-8-9 0-16,-2-21-2 15,-4-16 0-15,-1-18-16 16,-3-13-51-16,0-6-70 16,-10-22-184-16,-11-15-128 15</inkml:trace>
  <inkml:trace contextRef="#ctx0" brushRef="#br0" timeOffset="154003.41">27712 8547 189 0,'0'0'944'0,"0"0"-912"0,0 0-32 0,0 0 2 16,97-43-2-16,-35 36-1 15,-1-2-10-15,0-1-25 16,-3-5-154-16,2 1-80 0</inkml:trace>
  <inkml:trace contextRef="#ctx0" brushRef="#br0" timeOffset="154125.66">28463 8416 708 0,'0'0'102'15,"0"0"-16"-15,0 0 67 16,0 0-47-16,0 0-63 15,0 0-43-15,3 8-3 16,2 3-84-16,0 1-295 16</inkml:trace>
  <inkml:trace contextRef="#ctx0" brushRef="#br0" timeOffset="154585.54">29844 8213 671 0,'0'0'296'0,"-26"73"-294"0,12-16 118 0,4 6-4 16,5-2-21-16,2 2-19 15,3-2-17-15,0-5-36 16,0-7-13-16,13-10-10 16,-2-8-6-16,1-10 3 0,-2-9-56 15,-4-4-157-15,-3-8-90 16,-3 0-351-16</inkml:trace>
  <inkml:trace contextRef="#ctx0" brushRef="#br0" timeOffset="154751.4">29680 8566 237 0,'0'0'809'0,"0"0"-803"16,0 0 177-16,0 0-118 15,0 0-62-15,69-84-3 16,3 73-5-16,13 3 5 15,6 2-6-15,-3 6-14 16,-8 0-145-16,-11 0-110 0,-20 10-478 16</inkml:trace>
  <inkml:trace contextRef="#ctx0" brushRef="#br0" timeOffset="155938.6">30398 8624 956 0,'0'0'3'15,"0"0"61"-15,0 0-27 16,0 0-35-16,18-73 0 16,-8 53-3-16,-5-1 2 15,-5-4 3-15,0-3-4 16,-21 3 11-16,-9 5 25 16,-7 8 17-16,-4 11 19 0,-5 1-16 15,4 13 10 1,5 12-10-16,7 5-24 0,11 7-16 15,8 2-4 1,10 1-12-16,1-1 0 0,4-8-2 16,17-8 0-16,6-6 2 15,4-7 0-15,8-8 0 16,3-2-8-16,1-4-15 16,-2-15-24-16,-6-5 5 15,-6-2 6-15,-10-5 30 16,-10-3 2-16,-6-2 4 15,-3 6 5-15,0 11-4 16,0 9 12-16,-1 9 36 0,-9 1-10 16,0 17-20-16,0 17-16 15,1 7-3-15,9 2 15 16,0-3-13-16,3-4 0 16,13-5-2-16,10-6 1 15,5-7 4-15,5-8-5 16,7-7 1-16,0-3 8 15,3-1-8-15,-4-18-1 16,-3-4 0-16,-7-4-4 16,-7-5 1-16,-8-5-6 15,-6-6-5-15,-8-3 13 16,-3 6-5-16,0 11 6 0,-3 11 1 16,-1 13-1-16,-3 5 17 15,-3 5-11-15,1 20-5 16,-1 9 17-16,10 6-18 15,0-2 7-15,0-5-1 16,18-3-4-16,6-5 8 16,8-5-10-16,7-1 4 15,10-8 12-15,3-2-12 16,7-9-4-16,-1 0 0 16,3 0 1-16,-4-16 0 15,-8-5-1-15,-12-4 0 16,-10-4-2-16,-16-8 0 15,-11 1-1-15,0 3-5 16,-15 10 8-16,-11 8-1 0,-5 12 1 16,-5 3 0-16,-3 7 4 15,2 12 0-15,6 8 6 16,10-1-5 0,6 1-3-16,9-1 2 0,6-4-4 15,0-5-1-15,5-5 0 16,11-2 1-16,5-7-3 15,6-3 3-15,1 0-23 16,2 0-15-16,0-7-24 16,1-1 21-16,2 1 19 15,-5 5 14-15,-2 2 8 16,-6 2-3-16,-3 23 3 16,1 11 4-16,-2 11 11 15,1 12 8-15,-4 7 45 0,0 9-35 16,-4 6-11-16,-6 5-12 15,-3 0-9-15,-3-3 8 16,-23-12-9-16,-10-10 1 16,-12-16 6-16,-3-15 25 15,-7-15 73-15,-3-9-48 16,0-6-22-16,-2-14-7 16,5-19-17-16,7-10-5 15,11-12-1-15,10-8-4 16,14-7 2-16,11-10-3 15,5-4-8-15,15 5 8 16,16 11-32-16,11 21-3 16,6 19 8-16,1 14 4 0,3 14 21 15,-3 0-8-15,-2 0 0 16,7 12 7-16,-2-1-54 16,-3-1-42-16,-3-4-98 15,-7-3-146-15</inkml:trace>
  <inkml:trace contextRef="#ctx0" brushRef="#br0" timeOffset="156549.57">31649 8629 972 0,'0'0'125'0,"0"0"-124"0,0 0 81 0,0 0-34 0,0 0-20 15,0 0-1-15,53 14 8 16,-26-14-2-16,0 0-17 16,-2 0-6-16,-1-9-7 15,-3-5 0-15,-5-3-3 16,-4 1 1-16,-7-3-1 16,-5 0 0-16,0 1 3 15,-12 5-3-15,-9 7 0 16,-3 6 0-16,-3 0 2 15,0 12-1-15,3 10 17 16,5 6 28-16,12 1-25 0,5 2 3 16,2-2-15-16,0-1-6 15,16-7 6-15,4-4-5 16,7-4-4-16,1-8 6 16,8-5-6-16,2 0 6 15,1-4-6-15,3-13-18 16,-3-8 4-16,-2-5-35 15,-4-11 10-15,-6-6 4 16,-8-10-12-16,-2-8 34 16,-10-14 6-16,-5-10 7 15,-2-4-2-15,0 8 7 16,0 21-5-16,-3 29 13 0,-3 20 30 16,1 15 76-16,-7 21-119 15,2 29 0-15,1 20 62 16,3 10-4-16,6 4-14 15,0-9-25-15,9-7-12 16,1-5 7-16,1-8-14 16,-1-6-1-16,-2-7-1 15,-1-11-13-15,2-11-140 16,3-14-120-16,2-6-234 16</inkml:trace>
  <inkml:trace contextRef="#ctx0" brushRef="#br0" timeOffset="156705.54">32454 8478 703 0,'0'0'490'0,"0"0"-479"0,0 0 93 0,82-13-65 16,-33 13-39-16,-1 0-9 15,-6 0-122 1,-8 0-240-16</inkml:trace>
  <inkml:trace contextRef="#ctx0" brushRef="#br0" timeOffset="156875.93">32930 8588 1160 0,'0'0'78'0,"0"0"101"0,0 0-91 15,0 0-75-15,0 0-13 16,0 0-136-16,-9 15-274 16</inkml:trace>
  <inkml:trace contextRef="#ctx0" brushRef="#br0" timeOffset="165903.47">7212 13120 828 0,'0'0'152'0,"0"0"-143"0,0 0 155 0,0 0-110 0,3-79-23 15,25 32-10-15,8-11 11 16,7-9-13-16,3-5 23 15,0 2-17-15,-2 3-15 16,-5 4 10-16,-5 7-12 16,-10 6-3-16,-6 9 4 15,-11 17-6-15,-5 12 17 16,-2 9 19-16,-3 3 23 16,-18 0-1-16,-5 11-58 15,-8 11 0-15,-3 8-3 16,6 1 2-16,4 0 1 15,7-1-3-15,7-2 3 0,7 0-3 16,6-1 0-16,0-2-2 16,1 1 0-16,20-1-8 15,7 3 10-15,8 1-5 16,8 0 1-16,3 1 2 16,1-2-4-16,0 0 0 15,-6-1 1-15,-5-4 1 16,-13 1 2-16,-8-6-1 15,-14-1 3-15,-2-1 4 16,-20 1 0-16,-23 1 5 16,-14 2 6-16,-13-6-6 0,-6-5 11 15,3-4 23 1,9-5-8-16,9-9-3 0,10-15-14 16,11-2-4-16,14-1-14 15,11 1-6-15,9 8 4 16,0 5-10-16,18 6-12 15,12 5-16-15,6 2-30 16,7 0-7-16,0 0-25 16,5 0-52-16,1 0-26 15,2 0-90-15,1-20-380 16</inkml:trace>
  <inkml:trace contextRef="#ctx0" brushRef="#br0" timeOffset="166130.03">7913 12251 1019 0,'0'0'6'0,"0"0"299"0,0 0-198 0,0 0-104 0,-6 74 23 16,24-10 48-16,0 5 10 16,2 1-48-16,0 3-21 15,-2 2-9-15,-3-4-6 16,0-7-5-16,-8-11-8 15,-2-17-66-15,-5-14-69 16,0-8-35-16,-14-10-116 0,-8-4-157 16</inkml:trace>
  <inkml:trace contextRef="#ctx0" brushRef="#br0" timeOffset="166267.69">7865 12684 875 0,'0'0'52'0,"0"0"95"0,0 0-49 15,0 0-84-15,0 0-14 16,91-63-1-16,-36 57-3 16,2 3-11-16,-8 3-215 15,-10 0-391-15</inkml:trace>
  <inkml:trace contextRef="#ctx0" brushRef="#br0" timeOffset="166646.54">8250 12849 958 0,'0'0'10'0,"0"0"145"15,-6-90-77-15,15 52-52 16,12 6-26-16,0 5 2 16,3 10 3-16,1 9-2 15,6 8 6-15,7 0-2 16,5 21 9-16,-1 11 5 15,-8 11-13-15,-4 2-3 16,-14 2-6-16,-10-3 6 16,-6-7-5-16,0-7 5 15,-10-13-2-15,-5-5 8 16,-3-8-8-16,-2-4-1 0,0 0 6 16,-1-18-3-1,3-12-1-15,5-8-1 0,2-11-1 16,8-1-4-16,3-1 1 15,3 2-10-15,19 11 8 16,1 10-45-16,7 11-50 16,-2 10-39-16,-1 7-51 15,1 3-150-15</inkml:trace>
  <inkml:trace contextRef="#ctx0" brushRef="#br0" timeOffset="167681.23">8998 12914 815 0,'0'0'276'15,"0"0"-272"-15,0 0 43 16,-2-100 36-16,5 64-68 16,2-1-6-16,-5 2 15 15,0 1 1-15,-17 2 35 16,-8 8-25-1,-4 9 1-15,1 11 14 0,0 4-26 16,-2 10-2-16,12 18 3 16,0 9-5-16,7 9-6 15,7 0-9-15,4-2-5 16,0-7 0-16,6-5-3 0,12-9-3 16,1-7 1-16,2-8-5 15,0-8 9-15,3 0-22 16,0-16-31-16,0-14-27 15,-6-4-3-15,-5-6 28 16,1 0 1-16,-7 1 36 16,2 10 18-16,-6 7 2 15,-2 12 2-15,-1 6 36 16,0 4 41-16,0 9-42 16,3 15-35-16,3 11 18 15,5-1 16-15,1-2 14 16,1-4-33-16,3-3-10 0,-3-4-3 15,4-6-3 1,-2-4-2-16,3-8 0 0,4-3 7 16,3 0-5-16,3-10 1 15,0-12 2-15,1-9-5 16,-4-6-3-16,-3-7-2 16,-5-1-23-16,-6 7-23 15,-3 7 26-15,-5 14 22 16,0 9 3-16,-3 8 3 15,0 11 17-15,0 20-20 16,5 16 31-16,9 5 24 16,3-4-28-16,10-4 0 15,1-9-14-15,2-9-5 16,1-6 0-16,-1-8-8 0,4-9 2 16,5-3 9-1,12-9-5-15,4-17-2 0,6-5-3 16,-3-5 2-16,-11-5-6 15,-14-1 3-15,-10-1-15 16,-18 5-12-16,-5 8 9 16,-8 11 13-16,-15 10 5 15,-9 9 6-15,-4 8-2 16,2 19-2-16,1 9 8 16,5 7 25-16,4-4-6 15,15 0-19-15,4-3 0 16,5-8-8-16,0-6-4 15,11-3-1-15,7-8-5 0,3-7 7 16,4-4-9 0,2 0-41-16,4 0-2 15,2 0 18-15,3-1 22 0,0 1-1 16,2 10 14-16,-3 19 0 16,-11 18 1-16,-6 14 15 15,-11 12 26-15,-7 9 9 16,0 1 15-16,-12 0-32 15,-7-3-12-15,-1-6 4 16,1-11-15-16,1-10-6 16,6-18-5-16,3-16 3 15,3-10-6-15,2-9-11 0,4-3-99 16,0-23-134-16,0-18-122 16,0-16-346-16</inkml:trace>
  <inkml:trace contextRef="#ctx0" brushRef="#br0" timeOffset="167987.4">10092 12168 1183 0,'0'0'4'0,"5"104"55"0,6-29 97 0,3 4 10 15,6 2-115 1,2-5-16-16,2-9-18 0,4-11-16 16,-1-13 4-16,-4-14-5 15,-1-14 0-15,-3-12-3 16,-4-3 3-16,-1-7-9 16,-5-14-98-16,-3-8-73 15,-6-3-53-15,0-3-109 16,-8 2-275-16</inkml:trace>
  <inkml:trace contextRef="#ctx0" brushRef="#br0" timeOffset="168335.53">10230 12650 611 0,'0'0'99'16,"0"0"-15"-16,0 0 44 16,22-86-66-16,-7 58-14 15,6 1 15-15,-2 3-17 16,-5 4-4-16,1 5 8 16,-5 6-24-16,1 2-4 15,-1 7-9-15,-1 0-2 16,6 3-3-16,-2 16 15 15,4 3 9-15,-1 3-5 16,-1 3-2-16,0-3 40 16,0 2-38-1,3-4 0-15,3-4-18 16,0-4-8-16,6-5 7 0,-4-4-8 16,1-6-13-16,-1 0 11 15,-4 0-111-15,-3-13-78 0,1-7-97 16,-4-6-239-16</inkml:trace>
  <inkml:trace contextRef="#ctx0" brushRef="#br0" timeOffset="168582.77">10664 12041 976 0,'0'0'80'0,"0"0"-76"15,0 74 201-15,13-18-94 16,4 3-33-16,4-2-14 15,-1 3-29-15,-3-1-18 16,1-4-16-16,-6 2 1 16,-6-9-4-16,-3 0-7 15,-3-13-123-15,0-14-149 16,0-15-132-16</inkml:trace>
  <inkml:trace contextRef="#ctx0" brushRef="#br0" timeOffset="168736.54">10735 12325 492 0,'0'0'612'15,"0"0"-600"-15,0 0 101 16,0 0-21-16,116-28-81 16,-67 14-11-16,-6-3-1 15,-4 1-58 1,-8-4-142-16,-14 0-110 0</inkml:trace>
  <inkml:trace contextRef="#ctx0" brushRef="#br0" timeOffset="168930.45">9605 12208 1180 0,'0'0'0'0,"0"0"0"16,0 0 50-16,0 0-38 16,0 0-12-16,0 0-240 15,34 0-183-15</inkml:trace>
  <inkml:trace contextRef="#ctx0" brushRef="#br0" timeOffset="170312.31">11887 12633 983 0,'0'0'9'0,"0"0"2"0,0 0 81 0,0 0-45 0,0 0-17 0,0 0-9 0,29 16 59 16,24-62-33-16,8-11-38 16,-1-5-1-1,-4 0-8-15,-13 5 0 0,-14 1-1 16,-13 0 1-16,-16 0-3 16,-2 0 3-16,-28-1-1 62,-6 7-1-62,-7 7 4 0,1 18-2 0,5 25 6 0,6 6 12 16,10 37-5-16,15 14-13 0,6 8 2 0,0 7 4 15,24 2 13-15,4-1-4 16,15-7-13-16,8-8 4 0,9-11-6 16,10-18 0-16,6-9 0 0,-1-12 0 15,-1-8 4-15,-7-6-8 16,-13-16 4-16,-9-7-13 15,-16-7-3-15,-15 3-22 16,-14-7 20-16,0 0 9 16,-24 1 0-16,-7 5 9 15,2 12 0-15,7 8 2 16,6 14 22-16,2 6 30 16,5 28-45-16,5 10-1 15,4 6 13-15,4 0 4 16,22-6-13-16,9-7-8 15,4-5 9-15,6-11-13 0,3-5 5 16,-3-8-2-16,1-8-2 16,-7 0 4-16,-5-8-5 15,-6-9 0-15,-6-5 6 16,-6-6-5-16,-8-1-1 16,-5-1 1-16,-3 3 2 15,0 11 4-15,0 8-4 16,-3 4-3-16,-1 4 5 15,3 11-5-15,-1 14 0 16,2 2 1-16,0 2 4 16,0-6 7-16,0-4-9 15,3-4-1-15,6-3 10 0,-2-4-9 16,1-5-3-16,1-3 0 16,6 0 3-16,4 0 6 15,2-16-2-15,3-4-6 16,-2-4 2-16,-1 1-3 15,-1-1 0-15,-6 7-1 16,-5 7 1-16,-4 8 0 16,-2 2 0-16,3 10-15 15,4 16 15-15,1 5 15 16,2 0 17-16,2-4-14 16,2-4 0-16,6-7 8 15,0-5-23-15,2-7-2 16,0-4 6-16,-2 0-6 0,7-4 5 15,1-20-3 1,-1-4-1-16,-2-6 2 0,-4-2-4 16,-9-5-2-16,-5-3 1 15,-7 1-16-15,-3 6 8 16,0 11-5-16,0 11 14 16,-6 13 1-16,-2 2-1 15,-1 22-2-15,-2 10 2 16,5 10 4-16,6-1 10 15,3-4-3-15,17-5-9 16,3-4 5-16,3-5-7 16,0-7 2-16,0-6-5 15,-7-9 3-15,1-1-4 16,-4 0-58-16,-4-11-87 0,-4-7-90 16,-8-6-164-1</inkml:trace>
  <inkml:trace contextRef="#ctx0" brushRef="#br0" timeOffset="170608.14">12711 11921 991 0,'0'0'105'0,"0"0"-99"0,-91 66 173 0,83-46-98 0,8-5-37 16,8-2-25-16,20-7-5 15,8-6 1-15,12 0 8 0,6-19-12 16,-5-6-2 0,-10-3 0-16,-16-1-7 0,-14 4 5 15,-9-1 6-15,-16-3-10 16,-27 1 5-16,-15 4-8 16,-7 7-3-16,1 10 3 15,11 7-7-15,14 16 5 16,15 17-19-16,13 15-96 15,11 8-71-15,3 5-128 16,23-1-569-16</inkml:trace>
  <inkml:trace contextRef="#ctx0" brushRef="#br0" timeOffset="173235.66">15107 12393 535 0,'0'0'280'0,"0"0"-276"0,0 0 86 0,0 0 24 16,0 0-4-16,0 0 0 15,0 0 23-15,24-20-62 16,16-31-38-16,3-3-14 16,-2 0-17-16,-7-3 9 0,-7 0-11 15,-6-2 1-15,-17 1 1 16,-4 4 0-16,-6 12 0 15,-10 15-2-15,-1 16 0 16,-2 11 8-16,-2 9-8 16,-3 19-1-16,2 7-2 15,8 8 6-15,6-3-5 16,8-3 2-16,0-7-4 16,20-7 1-16,9-7 0 15,7-6 2-15,8-6 1 16,3-4 2-16,2 0 0 15,0 0-2-15,-3 0 0 16,-7 6 0-16,-8 8 0 0,-8 6-6 16,-10 3 6-1,-7 6 2-15,-4-1 9 0,-2-1-3 16,0-5 18-16,1-6 8 16,9 0-29-16,1-7-1 15,5-3 2-15,10-5-4 16,6-1 3-16,10-4-3 15,9-14-1-15,-2-5 0 16,2-1-1-16,-6-4-1 16,-12-2 0-16,-6-5-17 15,-14-3-4-15,-13 3-10 16,0 7 25-16,-19 8 2 16,-10 15 2-16,-1 5 3 0,-1 18 3 15,4 11-1-15,11 5 2 16,10 4 3-1,6 2-6-15,6 1 20 0,19-5-21 16,11-3 4-16,6-2 2 16,4-9-1-16,-3-6-4 15,1-10-1-15,0-6 0 16,-2 0 8-16,3-14-7 16,-2-12 0-16,-2-9-1 15,-2-6 1-15,0-12-4 16,-1-7 0-16,-8-14-24 15,-11-11 13-15,-16-8-37 16,-3-12 0-16,-18 0 2 16,-6 18-40-16,3 25 78 15,2 31 11-15,2 31 6 0,0 18 13 16,-3 33-15-16,5 16 8 16,9 4 12-16,6 4-6 15,6-3 10-15,18 1-5 16,4 0 1-16,4-1-3 15,3-8-21-15,4-10 2 16,6-9-2-16,1-15 2 16,5-12-1-16,-2-11 0 15,4-7-1-15,0-8 13 16,-2-17-12-16,-2-7 0 16,-14-3-1-16,-15-3-7 0,-18-1 4 15,-2 2-8-15,-18 7 11 16,-6 11 4-16,-4 12-3 15,-2 7-1-15,1 7 3 16,4 12 2-16,6 7 8 16,7 1 2-16,4-1-11 15,8-2 1-15,0-3-3 16,0-5-2-16,8-4 0 16,2-5 2-16,5-4-6 15,-1-3 4-15,6 0 0 16,3-6 0-16,1-10 0 15,0-3-5-15,-2 1-7 16,-1 0-9-16,-3 2 20 0,0 10-11 16,-6 5 5-1,-5 1 4-15,-1 11 1 16,4 12 2-16,3 8 9 0,-3 0-4 16,2-3 20-16,3-3-13 15,-2-8-9-15,1-2 5 16,2-8-7-16,-1-4 5 15,4-3-6-15,4 0 1 16,2-20 9-16,12-7-10 16,-1-8-1-16,-1-11 1 15,-6-10-9-15,-8-13-23 16,-6-6-26-16,-10-15 5 0,-5-8 20 16,0 3-41-1,-15 18 14-15,-2 25 47 16,8 29 13-16,-1 23 26 0,-2 33 20 15,5 23-35-15,3 18 50 16,4 6-8-16,10 1 7 16,15-1 3-16,5-5-47 15,1-2-1-15,2-10-8 16,1-13-1-16,-2-12-6 16,-4-16 0-16,-4-12-1 15,2-10 1-15,0-7 0 16,3-21-1-16,0-8-12 15,-5-11-37-15,-6-8 0 16,-9-7-11-16,-6 6 3 16,-3 12 29-16,0 15 26 0,0 21 3 15,0 8 22-15,-11 21 2 16,4 17 8-16,-2 9 20 16,6 0-3-16,3-5-9 15,3-4-20-15,12-9-9 16,0-2-11-16,3-10 2 15,-2-5 7-15,2-8-9 16,1-4 0-16,4 0 2 16,2-6-2-16,2-13 0 15,-2-6-14-15,-5-7-45 16,-4-9-6-16,-10-5 17 16,0 7-5-16,-6 8 24 0,0 17 29 15,0 14 5-15,-6 2 27 16,-1 24-13-16,-2 10 42 15,2 4 6-15,7-1-24 16,0-5-15-16,7-6-16 16,9-1 14-16,7-6-10 15,3-7-10-15,6-7 22 16,4-7-26-16,6 0 2 16,2-7-1-16,-2-13-1 15,-8-5-4-15,-10-8 0 16,-13-6-6-16,-11-12 2 0,-8-7-27 15,-23-1-3 1,-11 8 18-16,-4 20 9 0,4 18 7 16,4 13 0-16,7 9 2 15,7 17 6-15,10 14-4 16,9 4 11-16,5-3 5 16,3 5-11-16,16-8 15 15,7-5-20-15,2-8 4 16,3-4 2-16,4-9-7 15,1-7 2-15,-1-5-3 16,6 0 0-16,-1-17-4 16,0-5 4-16,-4-7-17 15,-3-2-10-15,-8-4-19 16,-12 0 27-16,-3 2 5 16,-9 8 11-16,-1 11 3 15,0 9 2-15,0 5 1 0,0 0 9 16,0 5-3-16,-5 15 5 15,4 2 18-15,1-3-10 16,0 2 10-16,0-7-22 16,9-3 3-16,3-4 0 15,6-5-11-15,3-2 5 16,3 0-4-16,6-10 0 16,-3-10 3-16,2-5-6 15,-3 0 0-15,0-2-4 16,1 0 3-16,-6 5 0 15,-4 7-3-15,-5 9 4 16,-1 6-6-16,0 0 4 16,2 14 2-16,5 6 11 15,0 2-7-15,-6-6 12 0,4 0 1 16,2-7-17-16,3-4 9 16,0-5-8-16,3 0 0 15,0-13-1-15,-3-6-1 16,-9-4-75-16,-5-4-95 15,-7-4-134-15,-9-5-258 16</inkml:trace>
  <inkml:trace contextRef="#ctx0" brushRef="#br0" timeOffset="173400.29">17391 11860 1245 0,'0'0'5'0,"0"0"-5"0,0 0 19 0,85-28-19 16,-9 7-17-16,2-3-166 15,1-5-289-15</inkml:trace>
  <inkml:trace contextRef="#ctx0" brushRef="#br0" timeOffset="173547.96">18304 11612 1328 0,'0'0'11'16,"0"0"53"-1,0 0-9-15,0 0-54 0,0 0-2 16,0 0-106-16,-40-4-290 16</inkml:trace>
  <inkml:trace contextRef="#ctx0" brushRef="#br0" timeOffset="175300.62">18859 11894 848 0,'0'0'138'0,"0"0"-137"0,0 0 101 0,0 0-16 16,0 0 11-16,0 0-48 16,0 0-9-16,91-51 5 15,-76 51 15-15,0 0-21 16,3 8-25-16,6 17-1 16,0 8 10-16,1 9-14 15,-4 5 2-15,-2 0-5 16,-8-6-5-1,-7-6 4-15,-4-9-5 0,0-5 1 16,-17-7 9-16,-11-9-5 16,-3-1-4-16,-9-4 1 0,1-4 0 15,3-12-4-15,6-5 1 16,7-7 1-16,6 3-3 16,7 0 2-16,7 11-6 15,3 5 2-15,3 6-8 16,18 3 2-16,7 5 3 0,8 10 8 15,3 0-2 1,7-5 2-16,0-3 0 0,5-7 2 16,1 0-1-1,3-5 4-15,4-17-5 0,-6-8 2 16,-5-2 1-16,-13-2-3 16,-9-6-4-16,-11-1 3 15,-9-4-17-15,-3-9-3 16,-3-5 0-16,-8-15-23 15,-12 1 35-15,-2 3-30 16,5 16 26-16,6 24 4 16,5 17 9-16,5 13-1 15,-2 31 0-15,3 22 1 16,0 20 15-16,3 10-10 16,15 5 31-16,6-1 1 0,-1-3-25 15,7-7-7 1,1-10-5-16,1-14 0 0,-1-14-5 15,-4-17 7-15,-6-14-2 16,-2-8 0-16,1-8 2 16,-2-18 12-16,1-9-13 15,-4-7 2-15,-2-5-2 16,-4 1 0-16,-1 8-1 16,-3 9 0-16,-2 20 1 15,-3 8-2-15,4 1 1 16,0 19-1-16,4 12 1 15,2 6 3-15,7-2 17 16,-1-7-15-16,5-2 1 16,1-5 6-16,3-8-10 0,4-2-2 15,2-8 6 1,0-3-2-16,-2 0 3 0,0-18-7 16,-6 0 4-16,-5-4-7 15,-7-4 3-15,-8-1-10 16,-3 1 2-16,0 3 2 15,0 8 6-15,-6 7-1 16,1 6 2-16,5 2 2 16,0 0-3-16,-1 11-7 15,1 8 6-15,0 6 2 16,1 0 1-16,14 1-2 16,4-5 0-16,5 1 2 15,1-8-2-15,-3-4 0 0,1-8-2 16,0-2 4-16,-1-4-3 15,2-15 1-15,0-6-9 16,-2-6-11-16,-8-3-4 16,-3-3 10-16,-3 0 7 15,-5 2-6-15,-3 9 10 16,0 14 3-16,0 8 6 16,0 4 27-16,0 28-23 15,0 23 2-15,0 22 58 16,0 19-29-16,8 11 27 15,-1 10-20-15,-3 2-28 16,-1-6 1-16,-3 0-13 0,0-9-6 16,0-12-1-1,-3-19 1-15,-1-24-2 0,0-23 0 16,1-20 0-16,1-2 4 16,1-28-4-16,-4-15-16 15,1-22 4-15,-5-16-3 16,3-17-10-16,-3-19-17 15,4-17-29-15,1-13-7 16,4-1-20-16,0 21 13 16,4 33 52-16,14 38 31 15,2 30 2-15,-1 15 0 16,-1 11 1-16,7 5 19 16,2 19-10-16,3 11 7 15,-5 7-5-15,-7-1 27 16,-4 5 7-16,-7-4-13 0,-7-5-10 15,0-1 28-15,-14-3-17 16,-15-2 16-16,-8-7-5 16,-4-6-29-16,-2-8-6 15,-3-7-10-15,1-3-9 16,-1-9-101-16,7-19-247 16,2-15-395-16</inkml:trace>
  <inkml:trace contextRef="#ctx0" brushRef="#br0" timeOffset="175499.6">20154 11569 1209 0,'0'0'238'0,"0"0"-237"0,0 0 152 0,0 0-152 15,0 0-2-15,0 0-129 16,15-43-244-16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31T07:25:07.15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92D050"/>
    </inkml:brush>
    <inkml:context xml:id="ctx1">
      <inkml:inkSource xml:id="inkSrc123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1" timeString="2025-08-31T07:29:09.208"/>
    </inkml:context>
    <inkml:brush xml:id="br4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5268 2185 186 0,'0'0'135'0,"0"0"-37"0,0 0 27 0,0 0 31 16,0 0-31-16,0 0-42 0,0 0-8 15,0 0 14-15,0 0-26 16,0 0-4-16,0 0-3 16,0 0-15-16,0 0-6 15,0 7-20-15,1 5 23 16,2 5 55-16,0 3-51 16,2 3 1-16,0 4 7 15,0 5-21 1,-2-2 10-1,0 5-22-15,0 0 0 16,-3 3 10-16,8 11-18 0,-5 0 4 16,4 8-4-16,-3 4-3 15,1 1 2-15,2 8-8 0,-5 10 7 16,-2 5 25-16,0 10-22 0,0 5 3 16,0 0-1-16,-6 2-5 15,-2 5 4-15,5 7-7 16,-1 7-3-16,-3 4 12 15,7 6-12-15,-5 3 1 16,5 2 2-16,-3 3-4 16,3-3 9-16,0 7-9 15,0 6 0-15,0 4 3 16,0 4-3-16,0 3 0 16,0-2-1-16,0-3 5 15,0 8-2-15,0-1-2 16,0 2 0-16,0 3 0 0,0-6 0 15,-3 0 0-15,0-6 0 16,3-1 2-16,-3 1-6 16,3 0 4-16,0 5 0 15,0-2 2-15,0-3-2 16,0-3 0-16,0-5-3 16,-3 6 9-16,1-2-6 15,-3 1 0-15,2 1 0 16,-2-5-2-16,2-3 3 15,-4-4-2-15,2-3 0 16,2 4 1-16,-4-3 0 0,2 6 0 16,-2 1 0-16,-2-8 2 15,-1 2-1-15,-4-5-2 16,3-3 0-16,-2 0 1 16,4-2 3-16,-4 1-3 15,4-1 0-15,1-8-1 16,-2 1 3-16,4-10-2 15,0-5 0-15,3-9 1 16,0-4-4-16,0-1 3 16,3-2 0-16,0-3-1 15,-3-6 5-15,3-4-5 16,0-8 1-16,0-4 0 16,0-3-2-16,0-11 2 15,0-7 0-15,0-11-2 0,0-13 0 16,0-10 2-1,0-8-41-15,0-4-42 0,0 0 13 16,0 0-57-16,0-11-117 16,-3-7-121-16,-3-4-189 15</inkml:trace>
  <inkml:trace contextRef="#ctx0" brushRef="#br0" timeOffset="1513.24">3568 10981 564 0,'0'0'68'16,"0"0"-31"-16,0 0 30 0,0 0 10 0,0 0-11 16,0 0 3-16,0 0 10 15,0 3 19-15,0 0-44 16,3-1-10-16,3 3-7 16,-1 0-8-16,8-3 2 15,1 2 24-15,5-4-39 16,8 2-4-16,4-2 23 15,14 0-7-15,10 0-9 16,14-2-3-16,13-8 7 16,15-3-2-16,16-1-16 15,14 0-1-15,19-1 11 0,12-4-12 16,11 0 5 0,13-3-5-16,3 1 4 0,8 0 10 15,9 2-8-15,7-3-4 16,9 9 6-16,-3-1-11 15,-9 9 0-15,6-2 8 16,-8 7-6-16,6 0 14 16,2 0-16-16,-6 0 0 15,-3 4 9-15,-1 0-6 16,2 0-1-16,5 1 1 16,4-3 0-16,0 1-3 15,-5-1 2-15,1 0-1 0,-5-1 9 16,3 2-8-16,1 3-4 15,-5-3 1-15,-8 4 1 16,-7 0 4-16,-1 2-2 16,0-2-1-16,1 1 0 15,-4-2 1-15,-6 1-2 16,-7-1 0-16,-8 3 0 16,-2-3 8-16,-3 2-6 15,0-2 2-15,-1-1-4 16,-2-1-4-16,-6-2 4 15,-5 4 0-15,-3-6 2 16,-2 0 5-16,4 0-6 16,2 0 1-16,4 0-2 15,-4 0-1-15,-5 0 1 0,-1 0-3 16,-8 0 3-16,-4 0 4 16,-3 0-3-16,-1 0-1 15,1 0 5-15,3 0-4 16,3 0-1-16,-3 0-2 15,4 0 0-15,-6 0 0 16,-1 0 3-16,-3 0-1 16,-3 0 3-16,3 0-2 15,0 0 7-15,-2 0-8 16,2 0-3-16,-5-4-1 16,-5 4 3-16,-6 0 1 15,-4 0 1-15,-6 0 0 16,-2 0 4-16,-7 0-5 0,-3 0 0 15,-3 0 6-15,-1 0-5 16,-3 0 0-16,-5 0-1 16,-3 0 1-16,-10 0-3 15,-9 0 0-15,-3 0 2 16,-7 0-5-16,-6 0 5 16,-6 0 0-16,-5 0 0 15,-5 0 1-15,-3 0 0 16,-3 0-1-16,-3 0 0 15,-3 0 0-15,0 0 2 16,-4 0-2-16,1 0 0 16,1 0 2-16,-2 0-1 0,1 0-1 15,-1 0 0-15,2 0-1 16,0 0 1-16,0 0 0 16,-1 0 0-16,-1 0 2 15,1 0-5-15,-2 0 3 16,0 0 0-16,0 0-3 15,0 0 5-15,0 0-2 16,0 0 2-16,0 0-1 16,0 0 8-16,0 0-1 15,0 0 2-15,0 0 16 16,0 0-25-16,0 4 5 16,0-4-3-16,0 0 1 15,0 0-3-15,0 0-1 0,0 0 0 16,0 0-4-1,0 0 4-15,0 0 0 0,0 0-10 16,0 0-49-16,0 0-25 16,0 0-85-16,-2 0-54 15,-5 0-67-15,-1 0-268 16</inkml:trace>
  <inkml:trace contextRef="#ctx0" brushRef="#br0" timeOffset="1998.66">17320 10632 552 0,'0'0'240'0,"0"0"-157"0,0 0 56 0,0 0-36 0,0 0 22 15,0 0-39-15,-35-13-7 16,35 13 18-16,0 0-38 16,0 0-2-16,0-1-18 15,0 1-15-15,0 0-6 16,0 0-11-16,0 0-3 16,15 8 17-16,-1 5 5 15,6 1-10 1,1 0-6-16,-1 1-5 0,4 3 3 15,-1 0-8-15,3 2 0 16,-2 3 1-16,0 0-1 0,-4 0 0 16,-1 2-1-16,-3-4 5 15,-7-3-4-15,2-2 0 16,-6-4 0-16,-2-2-1 16,-1-1 1-16,-2-1 0 15,0 2 3-15,-10 3-2 16,-18 6 12-16,-12 6-13 15,-3-1 0-15,1 5-5 0,2-1 2 16,10 3-51 0,6 1-95-16,3 0-128 0,3-3-110 15</inkml:trace>
  <inkml:trace contextRef="#ctx0" brushRef="#br0" timeOffset="2487.27">17214 11556 647 0,'0'0'96'0,"0"0"22"0,0 0-8 15,0 0 13-15,0 0-29 16,0 0-36-16,1 9-23 15,-19 16 39-15,-11 10 50 16,-7 2-42-16,-9 7-17 16,-10 3-17-16,-4 0-11 15,-2-1-26-15,2 1 9 16,4-3-20-16,7-3 3 16,10-7-3-16,13-12 0 15,12-10-1-15,7-3 1 16,4-6-5-16,2-3 3 0,0 0-51 15,0 0-87-15,0-17-58 16,8-3-62-16,2-4 25 16,-6-1-340-16</inkml:trace>
  <inkml:trace contextRef="#ctx0" brushRef="#br0" timeOffset="2896.05">16751 11569 689 0,'0'0'151'0,"0"0"-33"15,0 0 51-15,0 0-38 16,0 0-67-16,0 0-20 16,2-5 9-16,18 16 54 15,5 7-15-15,4 5-35 16,7 4-32-16,1 4 28 15,7 4-22-15,-1 4-17 16,-1 0 9-16,1 0-10 16,-3 1-4-1,-3-3-4-15,-2-3 3 16,-4-5 3-16,-1-1-10 0,-5-4 1 16,-7-7 17-16,-3-6-6 15,-6-4-9-15,-4-4 5 16,-4-3-6-16,1 0 7 0,-2 0-7 15,0 0-2-15,0 0 9 16,1 0-8-16,2 0-4 16,-2 0-5-16,1-7-76 15,1-3-121-15,-3-4-216 16,0 3-351-16</inkml:trace>
  <inkml:trace contextRef="#ctx0" brushRef="#br0" timeOffset="3119.75">18201 12069 897 0,'0'0'0'0,"-83"22"-612"0,44-11 601 0</inkml:trace>
  <inkml:trace contextRef="#ctx0" brushRef="#br0" timeOffset="4046.86">17825 11821 592 0,'0'0'47'0,"0"0"-12"15,0 0 100-15,0 0-56 16,0 0 2-16,0 0-24 16,-4-21 3-16,4 21 16 15,0 0-21-15,-3 0-29 16,3 0-9-16,0 7-16 15,0 15-1-15,0 11 31 16,6 8-6-16,-2 9 17 16,1 5 8-16,-2 2-17 0,-2-6-9 15,2-2-13-15,-3-6-2 16,0-8-9-16,0-9 1 16,0-8 3-16,0-8-4 15,0-2 2-15,0-8-4 16,0 0 5-16,0 0 5 15,0-5 5-15,0-14-8 16,0-11 0-16,-6-7-5 16,-1-6 0-16,1-10-2 15,-1-7 4-15,4-7-3 16,1-1 1-16,2 3 0 16,0 4 0-16,0 12 0 15,9 15 0-15,0 11-2 0,-2 10 4 16,2 4-2-16,6 7 0 15,2 2-7-15,6 0 4 16,4 7 1-16,2 16 0 16,0 6 1-16,-5 3 2 15,-6 1-1-15,-8 2 0 16,-10 1 0-16,0 0 3 16,-16-1-1-16,-11-6-2 15,-2-2 0-15,-1-7 1 16,3-4 2-16,6-6-3 15,5-6 0-15,4-4 6 16,1 0-3-16,4 0-3 0,1-4 8 16,1-10-7-16,5-4 2 15,0-2-3-15,2 3-1 16,11 4-3-16,5 6 4 16,6 7 0-16,3 0 5 15,1 13-1-15,8 10 9 16,-2 3-7-16,-1 5 23 15,-2-5 0-15,-1 3-29 16,-3-3 5-16,-4-2-5 16,-3-3 1-16,-2-3 0 15,-6-2-1-15,-1-3-5 16,1-5 1-16,0-4-107 16,-1-4-72-16,4 0-70 0,0-10-111 15</inkml:trace>
  <inkml:trace contextRef="#ctx0" brushRef="#br0" timeOffset="4707.46">18385 11850 956 0,'0'0'19'0,"0"0"130"0,0 0-72 0,0 0-65 15,0 0 63-15,-21 87-7 16,21-52-49-16,0 5 3 15,0-6 19 1,0-2-21-16,3-4-4 0,0-7-14 16,3-7 5-16,-3-4-7 15,-2-6 1-15,2-4 5 16,-3 0-6-16,2 0 15 0,-1-8 17 16,4-14 27-16,-1-12-45 15,1-8-13-15,2-7 6 16,-2-6-6-1,1-1 0-15,0 1 4 16,1 12-5-16,-1 10 0 16,0 12 5-16,-3 12-3 15,-2 6 3-15,-1 3 8 0,8 1-13 16,4 19-13-16,7 5 13 16,5 5 5-16,-2 2 10 15,-2-1-12-15,1 2 16 16,-2-5-7-16,-4 0-10 0,4-5-1 15,-3-6-1-15,-2-7 1 16,-2-7 6-16,3-3-4 16,2 0-3-16,5-13 12 15,3-10-11-15,-2-6 4 16,1-3-5-16,-2 3 0 16,-3-1 5-16,-8 11-4 15,-4 7-1-15,-5 9 4 16,-2 3-3-16,3 17-1 15,-2 20 1-15,-1 14 26 16,6 12 11-16,-3 2-8 0,3 2-24 16,2-1 10-16,-1-4-9 15,3-6 4-15,-4-6-11 16,3-9 0-16,-2-10-1 16,0-10 1-16,-3-14-2 15,-2-4-11-15,-1-3-69 16,-1-13-78-16,0-15-265 15,0-9-460-15</inkml:trace>
  <inkml:trace contextRef="#ctx0" brushRef="#br0" timeOffset="6174.92">5318 2077 378 0,'0'0'70'0,"0"0"-43"0,0 0 3 0,0 0 40 15,0 0 3-15,0 0 16 16,0 0 4-16,0-31-28 15,0 29 21-15,0 0-2 16,0 2 27-16,0 0-17 16,-7 0-32-16,-8 7-25 15,-9 18-32-15,-12 9-2 0,-3 6 17 16,2 0 4 0,-3-1 1-16,4-2-17 0,6-5-5 15,5-2-4-15,7-11 1 16,5-7 0-16,11-6-2 15,2-6 2-15,0 0-10 16,3-12-5-16,18-16 2 16,7-9 5-16,5-5-35 15,-3-3-1-15,3 1 28 16,-2 0 8-16,-7 6-18 16,0 9 22-16,-11 8 4 15,-2 14-2-15,-4 7 3 0,4 0-1 16,-1 14 13-16,5 8 0 15,5 8 30-15,0-4-4 16,1 2-2-16,7-2-9 16,1-6-20-16,2 0-7 15,0-8 1-15,2-1-2 16,-6-4-8-16,-3 0-68 16,-9 2-141-16,-9 3-150 15</inkml:trace>
  <inkml:trace contextRef="#ctx0" brushRef="#br0" timeOffset="6845.78">3858 2389 722 0,'0'0'15'0,"0"0"-3"0,0 0 73 0,0 0 40 16,0 0-28-16,0 0-41 16,86 34-5-16,-65-25 0 15,-1 3-13-15,-4 1-36 16,3-4 3-16,-5 1-5 15,-2 0 1-15,3 0-1 16,-3-4 0-16,1-1 0 16,-1-5-7-16,3 0-16 15,0-11-9-15,-3-14 12 16,-2-5-3-16,-2-3 21 0,-5-5-1 16,-3 3 3-1,0 2 9-15,0 8-9 16,-3 12 22-16,-2 6 37 0,2 7 10 15,0 0-17-15,3 25-49 16,-3 12-1-16,3 10 31 16,-4 8 17-16,4 7-7 15,-3 10-25-15,0 3-14 16,-3 5 1-16,0-8-4 16,1-8-1-16,1-18 0 15,1-13-5-15,2-16-2 16,1-11-95-16,0-6-56 0,0-3-44 15,0-21-46-15,0-5-452 16</inkml:trace>
  <inkml:trace contextRef="#ctx0" brushRef="#br0" timeOffset="7325.84">4392 2219 886 0,'0'0'4'0,"0"0"10"0,0 94 106 0,3-53-1 15,4 7-17 1,-2 2-62-16,-1-3 2 0,1-4-11 16,-1-8-23-16,-1-13 5 15,0-7-13-15,0-8 1 16,-1-4-4-16,1-3 6 15,-3 0-3-15,1-21 7 16,-1-13-4-16,3-7-3 16,-3-5-1-16,0-8 1 31,0-8-1-31,-3-10 1 16,-1-11 0-1,-1-3-1-15,2 1 1 0,3 12-3 16,0 13 2-16,6 22 1 0,3 15-3 15,9 15 3-15,2 8-1 0,-1 4-2 16,3 18 3-16,-5 6-1 0,-7 3 2 16,-4 4-1-16,-6 3 17 15,-6 1-11-15,-13 0 4 16,-4 0-4-16,-2-3-5 16,1-3-2-16,2 4 0 15,-1-5-9-15,7 0-106 16,1-2-117-16,6-1-150 15</inkml:trace>
  <inkml:trace contextRef="#ctx0" brushRef="#br0" timeOffset="8470.53">4638 2353 647 0,'0'0'54'0,"39"-76"87"0,-21 34-75 0,3-4-4 0,-4 2-20 16,-6 0 12-16,-5 5-23 16,-6 7 24-16,0 9-17 15,-9 11 22-15,-3 9-13 16,-4 3 4-16,-5 7-35 16,7 14-16-16,4 3 2 15,3-1-4-15,7-2 5 0,0-2-6 16,7-5 3-1,8 0 0-15,1-4-1 0,5-3 2 16,-3 1-1 0,3-1 0-16,-5 4 1 15,-1 0-2-15,-4 2 1 16,-5 4 0-16,3-1 1 0,-4 0 0 16,0-3-1-16,-2 5 5 15,3-9 1-15,-3 0 5 16,3-7-9-16,4-2 1 15,1 0 9-15,4-6-2 16,4-13-3-16,-3-5-5 0,1-4-1 16,-1-3 0-16,-5-5-1 15,-2-1 0-15,-6-2 1 16,-3-3 2-16,0 4-3 16,0 10 0-16,0 10 1 15,-3 10 7 1,3 8-5-16,-3 3 9 0,3 19-10 15,0 6-2-15,0 3 7 16,0-5-2-16,10-2 5 16,4-7 0-16,-1-3-9 15,-1-6-1-15,3-4 7 16,-2-4-4-16,1 0-2 16,2-4 6-16,1-12-5 15,-1-7 2-15,2-2-4 0,-3-5 0 16,0-3-4-1,3-9 6-15,-2-3-2 0,2-2 0 16,4 1 2-16,-7 7-7 16,5 9 5-16,-8 12 0 15,-5 7-1-15,2 8 1 16,-9 3-1-16,3 0-10 16,-3 0 5-16,3 0 5 15,-3 0-5-15,0 0 6 16,3 1-5-16,-3-1 10 15,0 0-5-15,0 0 9 16,0 0 4-16,0 0-7 16,0-2-4-16,-3-2-2 15,-6 4 2-15,-1 0-1 0,-2 6-2 16,-3 8 2-16,7 7 0 16,1 1 21-16,2 2-14 15,5 1 4-15,0-1 9 16,0-3-13-16,6-3 2 15,12-3-5-15,5-6-5 16,2-4 9-16,6-5-7 16,4 0-1-16,-1-5 4 15,3-11 0-15,-4-4-6 16,0-5 1-16,-8 0 0 16,-1-2 0-16,-6-4 0 0,-9 0 0 15,-7 5-1 1,-2 2 4-16,-5 5-5 0,-10 4 2 15,-6 11 0-15,-3 4-4 16,5 0 4-16,-2 9-4 16,12 11 2-16,3 3-2 15,6 1 2-15,0-3-3 16,15 1 5-16,7-8 0 16,4 3 0-16,-2-9 0 15,-2 0-2-15,2-4-8 16,-6-1-73-16,-5-3-85 15,-4 0-63-15,-9 0-163 16</inkml:trace>
  <inkml:trace contextRef="#ctx0" brushRef="#br0" timeOffset="8787.07">4908 1455 843 0,'0'0'20'0,"0"0"55"0,0 0 7 0,0 0-20 16,0 0-19-16,0 0-12 16,46 70 18-16,-16-70-11 15,0-10-15-15,3-15-2 16,-8-9-7-16,-4-1-2 0,-9 2 27 15,-12 3 2 1,0 2 12-16,-21 11 4 16,-7 6-30-16,-11 11-5 0,0 0-22 15,8 19-8 1,-1 20 8-16,13 14-18 0,3 16-170 16,2 6-140-16</inkml:trace>
  <inkml:trace contextRef="#ctx0" brushRef="#br1" timeOffset="19312.8">5299 9287 377 0,'0'0'43'0,"0"0"0"0,0 0 26 0,0 0-36 0,0 0 6 0,0 0 33 16,0 0-13-16,0 0-5 15,11-16 14 1,-11 14-15-16,0 2-8 0,0 0-5 15,0 0-3-15,0-1 7 16,0 1-5-16,0-1-7 16,0-3-1-16,1 1 0 15,2-2-15-15,0 1-2 16,-2 2 1-16,2-3-2 16,0 1-1-16,-1 1-7 15,1 0-1-15,0 0 7 16,-3 2-7-16,0 1 1 0,0 0 8 15,0 0 2-15,0 0 4 16,0 0-4-16,0 1 3 16,0 15 2-1,-6 5 2-15,-6 4 14 0,-6 2-4 16,2-1-6-16,2-7-11 16,2-1-7-16,2-6-5 15,5-7 5-15,2-4-7 31,3-1-1-31,0 0 7 0,-1 0-7 16,-1 0-2 0,-1-8-53-16,0-4-53 15,-1-4 39-15,2 4 2 16,-2-3-16-16,3 3 26 16,1 0 27-16,-5 1 19 15,5 5 9-15,0 2 2 0,0 0 4 0,-3 4 21 0,3 0 50 16,-3 0-9-16,3 0-25 15,0 1-20-15,3 9 1 16,12 4 48-16,3 1 21 16,3-3-44-16,2 0-2 15,2-2-16-15,-2-5-20 16,3 1-2-16,-3-4-7 16,1-2-8-16,-3 3-21 15,0-3-174-15,-7 0-108 16,-7 0-465-16</inkml:trace>
  <inkml:trace contextRef="#ctx0" brushRef="#br1" timeOffset="20027.75">5332 8769 627 0,'0'0'77'0,"0"0"64"0,0 0 47 16,0 0-68-16,0 0-43 0,0 0-17 16,-8 12-38-16,1 6 6 15,-5 9 52-15,-3 0-2 16,5-5-37-16,-1-2-24 16,2-2-10-16,-1-3-5 15,4-5 2-15,4-5-8 16,2-4 3-16,0-1-7 15,-1 0-62-15,-1 0-58 16,-1-7 60-16,-1-9-28 16,1 0 50-16,-2-1 2 15,4 3 19-15,-1 3 25 16,-2 2 0-16,3 9 6 16,1 0 51-16,0 0 8 15,0 0-35-15,0 0-21 16,1 10-9-16,17 1 84 0,-3-1-43 15,3-2-19 1,1-2-11-16,1-5-8 0,-1 0-2 16,3-1-2-1,-1 0-85-15,-6 0-162 0,-3 0-281 16</inkml:trace>
  <inkml:trace contextRef="#ctx0" brushRef="#br1" timeOffset="20562.8">5357 8356 711 0,'0'0'141'0,"0"0"-85"0,0 0 122 0,0 0-37 15,0 0-84-15,0 0-9 16,-9-1 15-16,-4 15-36 0,-5 5-12 16,-3 3 15-16,2 0-7 15,2 0-10 1,-1-5-7-16,8-5-4 15,4-2-4-15,1-6 2 0,5-4-6 16,0 0-41-16,0 0-83 16,0 0 19-16,0-3 11 15,0-6-9-15,0-4 44 16,0 2 41-16,0 4 12 16,0 2 12-1,2 1 0-15,-1 4 18 0,1 0 21 16,-1 0-9-16,4 0-3 15,-1 0 74-15,2 6-40 0,2 0-7 16,-1-2-27 0,5-2-18-16,-4 2-9 0,5-4 0 15,-4 0-3 1,7 0-90-16,-7 0-143 0,-3-4-225 16</inkml:trace>
  <inkml:trace contextRef="#ctx0" brushRef="#br1" timeOffset="20887.18">5287 8009 544 0,'0'0'99'0,"0"0"-51"0,0 0 96 0,0 0-46 0,0 0-57 0,0 0 16 15,0-4 6-15,0 10-34 16,0 4 48-16,0 1 6 16,-2 1-29-16,-6 0-15 15,0 0-19-15,1-4-9 16,-1 2-11-16,8 1-2 15,-7-1-1-15,4-4-9 0,1 2-70 16,2-5-95 0,-1-1-17-16,1-2-2 0,0 0-37 15,0-1-110-15</inkml:trace>
  <inkml:trace contextRef="#ctx0" brushRef="#br1" timeOffset="21046.9">5287 8009 218 0,'-45'45'266'16,"45"-46"-131"-16,5 1 8 0,-2 0-72 15,9 0-23 1,0 0 43-16,1 0-38 16,-1 4 20-16,7 0-43 15,-4-1-23-15,3 1-5 0,-1-2 2 16,-1 0-8-16,1-2-21 16,-3 0-143-16,-3 0-210 15</inkml:trace>
  <inkml:trace contextRef="#ctx0" brushRef="#br1" timeOffset="21310.74">5399 7846 807 0,'0'0'34'15,"0"0"116"-15,0 0-70 0,0 0-13 16,0 0-9-16,0 0 2 16,-73 86-32-16,61-66-15 15,-3-4-12-15,6-2-2 16,-1-3 0-16,4-3-28 16,0-3-137-16,0-4-66 15,1-1-88-15</inkml:trace>
  <inkml:trace contextRef="#ctx0" brushRef="#br1" timeOffset="21485.73">5307 7874 148 0,'0'0'635'0,"0"0"-539"16,0 0 19-16,0 0-70 0,0 0-22 15,0 0 62-15,49 3-52 16,-36 5-29-16,5 2-4 15,-1 0-1-15,0 1 1 16,-3-1-167-16,1 2-122 16</inkml:trace>
  <inkml:trace contextRef="#ctx0" brushRef="#br1" timeOffset="21827.93">5338 7702 830 0,'0'0'47'15,"0"0"4"-15,0 0-25 16,0 0-15-16,0 0 89 16,0 0-27-16,-2 87-10 15,-2-56-25-15,-7 0 9 0,4 0-24 16,-5-3-16-16,6-6-5 16,0-1-2-16,3-2-3 15,-3-5-72-15,2-5-264 16,-1-5-328-16</inkml:trace>
  <inkml:trace contextRef="#ctx0" brushRef="#br1" timeOffset="22095.86">5186 8181 504 0,'0'0'46'0,"0"0"14"16,0 0 65-16,0 0-6 15,0 0-41-15,0 0-23 16,0 0 0-16,47-71-9 16,-38 61-23-16,3 4-18 15,-1 2-5-15,-2 4 0 16,2 0-4-16,0 0-4 15,4 9-45-15,-2-1-113 16,-1 2-128-16</inkml:trace>
  <inkml:trace contextRef="#ctx0" brushRef="#br1" timeOffset="22412.6">5324 8245 759 0,'0'0'30'16,"0"0"149"-16,0 0-92 16,0 0-65-16,0 0-21 15,0 0 5-15,39-65 2 16,-31 59-7-16,-4 2 3 16,-4 4-2-16,0 0-2 15,0 0 0-15,0 2-1 16,-6 12-14-16,-6 7 15 15,-7 5 0-15,2 3 2 0,-2-3-4 16,4-1 5-16,2-6-5 16,1-4 2-16,4-7 0 15,4-2 0-15,4-5-52 16,0-1-79-16,0 0-33 16,0-7-254-16</inkml:trace>
  <inkml:trace contextRef="#ctx0" brushRef="#br1" timeOffset="22724.76">5336 7372 531 0,'0'0'7'0,"0"0"32"0,0 0 88 0,0 0-80 0,0 91-7 16,0-68-3-16,0 4 2 15,0-5-22-15,0-2-15 16,-4-5 0-16,1-3-2 0,0-2 0 15,1-6-123-15,-1-4-232 16</inkml:trace>
  <inkml:trace contextRef="#ctx0" brushRef="#br1" timeOffset="22937.08">5305 7415 772 0,'0'0'16'15,"0"0"143"-15,0 0-101 16,0 0-47-16,0 0-10 16,0 0 12-16,-12 21-3 0,12-18-6 15,6 2-4-15,13-2 0 16,-1-3 10 0,8 0-10-16,-1-4-6 0,3-6-118 15,-1 2-139-15</inkml:trace>
  <inkml:trace contextRef="#ctx0" brushRef="#br1" timeOffset="23233.39">5371 7177 720 0,'0'0'2'0,"0"0"97"15,0 0 47-15,0 0-58 0,0 0-52 16,0 0-27-16,-6-5-2 16,6 22 20-16,0 3-8 15,0-1-4-15,-6 0 2 16,-5 3-17-16,1-2 0 16,2-3 0-16,-4-2-2 15,1-4-53-15,0-5-145 16,-4-6-72-16,8 0-229 15</inkml:trace>
  <inkml:trace contextRef="#ctx0" brushRef="#br1" timeOffset="23422.98">5262 7086 220 0,'0'0'537'0,"0"0"-494"0,0 0 22 16,0 0-37-16,0 0 59 15,0 0-32-15,28 21-27 16,-19-12 16-16,2-3-2 16,-1 0-36-16,0-4-3 15,1-1-3-15,5-1 0 16,-2 0-2-16,2 0-86 16,1-7-94-16,-6-6-115 15</inkml:trace>
  <inkml:trace contextRef="#ctx0" brushRef="#br1" timeOffset="24174.96">5315 6534 783 0,'0'0'52'0,"0"0"111"0,0 0-58 0,0 0-54 0,0 0-29 0,0 0 3 16,0 0-11-16,-89 63 5 16,79-43-11-16,2 1-8 15,2-3 0-15,0-2-3 16,1-4-4-16,5-8-129 16,-1-4-150-16,1 0-82 15</inkml:trace>
  <inkml:trace contextRef="#ctx0" brushRef="#br1" timeOffset="24345.84">5241 6539 773 0,'0'0'84'0,"0"0"-11"0,0 0 4 16,0 0-41-16,0 0 54 16,0 0-19-16,61 0-51 15,-42 3-20 1,-2-3 0-16,4 4 0 0,-4-3-12 15,-3-1-160-15,2 0-104 16</inkml:trace>
  <inkml:trace contextRef="#ctx0" brushRef="#br1" timeOffset="24645.08">5381 6070 443 0,'0'0'357'0,"0"0"-307"16,0 0 39-16,0 0 4 15,0 0 1-15,0 0-24 0,-40 81-20 16,32-59-23-1,-4 1-19-15,5-5-5 0,-8 2-5 16,9-6 2 0,3-5-15-16,0-5-179 0,3-4-91 15,-2 0-111-15</inkml:trace>
  <inkml:trace contextRef="#ctx0" brushRef="#br1" timeOffset="24807.82">5290 6106 592 0,'0'0'277'0,"0"0"-276"0,0 0 20 16,0 0 54-1,0 0-17-15,0 0-16 0,20 23-12 16,-10-17-7 0,2-2-23-16,1-1 0 0,-1 0-15 15,2-3-155 1,-1 0-89-16</inkml:trace>
  <inkml:trace contextRef="#ctx0" brushRef="#br1" timeOffset="25149.59">5326 5740 433 0,'0'0'304'15,"0"0"-171"-15,0 0 32 16,0 0-49-16,0 0-24 16,0 0-59-16,-11-17-27 15,11 22-6-15,0 9 1 16,0 4 1-16,0 1-1 15,0 0 0-15,0-1-2 16,0 1 0-16,0-1-2 16,0-1-44-16,0-3-155 0,-1-1-77 15,-11-6-242-15</inkml:trace>
  <inkml:trace contextRef="#ctx0" brushRef="#br1" timeOffset="25363.54">5266 5723 785 0,'0'0'21'0,"0"0"39"16,0 0 2-16,0 0 60 16,0 0-50-16,0 0-7 15,75 2-28-15,-57 1-24 0,-6-2-13 16,4 2-1-16,-1-3 0 15,-2 0-7-15,-1 0-108 16,0 0-60-16,-3-2-80 16,-3-11-382-16</inkml:trace>
  <inkml:trace contextRef="#ctx0" brushRef="#br1" timeOffset="25582.8">5354 5542 739 0,'0'0'5'16,"0"0"56"-16,0 0 31 15,0 0-25-15,-30 82-29 0,27-67-4 16,0-1-22-16,0-1-6 16,-2-4-6-16,0 0-1 15,-1-4 1-15,3-2-48 16,-3-3-124-16,1 0-100 15</inkml:trace>
  <inkml:trace contextRef="#ctx0" brushRef="#br1" timeOffset="25787.15">5265 5522 657 0,'0'0'64'0,"0"0"-63"16,0 0 10-16,0 0 58 15,0 0 43-15,0 0-93 16,31 2 36-16,-17-2-37 16,-3 0-17-16,3 0 3 15,-4-2-4-15,5-7-36 16,-6 3-129-16,0-5-108 16</inkml:trace>
  <inkml:trace contextRef="#ctx0" brushRef="#br1" timeOffset="26028.12">5318 5227 720 0,'0'0'6'0,"0"0"54"0,0 0 33 16,0 0-31-16,0 0-23 15,-41 90-16-15,41-69-4 16,0-3-9-16,0 1-9 15,0-4 2-15,0 1-4 16,0 0 1-16,-5-4-11 16,-1-1-129-16,-3-3-241 15</inkml:trace>
  <inkml:trace contextRef="#ctx0" brushRef="#br1" timeOffset="26234.97">5236 5272 755 0,'0'0'3'0,"0"0"1"15,0 0 94-15,0 0-9 16,0 0-42-16,84 0-10 16,-69 0-2-16,1 0-17 15,-2 0-17-15,3 0-1 16,-3 0 0-16,-1-3 0 15,-1-6-54-15,-1 1-90 16,-1-2-64-16,-4-4-296 16</inkml:trace>
  <inkml:trace contextRef="#ctx0" brushRef="#br1" timeOffset="26478.23">5401 4973 693 0,'0'0'26'16,"0"0"109"-16,0 0-104 16,0 0-3-16,0 0 23 15,0 0-32-15,-33 84 20 16,24-65-7-16,-5 2-21 16,4-4-8-16,-1-2-3 15,-2-3-1-15,1-1-22 16,6-9-181-16,-2-2-114 0</inkml:trace>
  <inkml:trace contextRef="#ctx0" brushRef="#br1" timeOffset="26672.47">5338 4939 739 0,'0'0'27'0,"0"0"-25"16,0 0 61-16,0 0 18 15,0 0-10-15,0 0-29 16,21 12 10-16,-15-9-11 16,0 0-29-16,5-1-12 15,-3-2 1-15,4 0-1 16,0 0-15-16,-2 0-114 0,-2-5-65 16,-1-7-118-16</inkml:trace>
  <inkml:trace contextRef="#ctx0" brushRef="#br1" timeOffset="26873.99">5411 4676 417 0,'0'0'286'0,"0"0"-259"16,0 0 68-16,0 0-25 15,0 0-53-15,0 0-7 16,-60 38 7-16,54-23-5 15,2 0-12-15,-4 0 5 16,1 1-10-16,-1-2 2 0,0-2-139 16,0-7-197-16</inkml:trace>
  <inkml:trace contextRef="#ctx0" brushRef="#br1" timeOffset="27088.1">5314 4602 426 0,'0'0'221'16,"0"0"-163"-16,0 0 59 15,0 0-17-15,0 0-93 0,0 0-6 16,-15-16 1-16,15 22 9 16,0 2-1-16,0-1-2 15,0 2-8-15,0-2 0 16,0 4 0-16,0-3-1 15,-6 1-100-15,-6-3-175 16</inkml:trace>
  <inkml:trace contextRef="#ctx0" brushRef="#br1" timeOffset="27315.92">5314 4602 780 0,'-90'-48'1'0,"90"45"68"16,12-3 15-16,6-3-11 16,8 4-26-16,-7-1-24 15,2 4-12-15,-5 0-3 16,-1 1-8-16,-3 1-7 16,1-3-29-16,-5 3-152 15,-2-2-155-15</inkml:trace>
  <inkml:trace contextRef="#ctx0" brushRef="#br1" timeOffset="27532.97">5341 4277 760 0,'0'0'1'0,"0"0"51"16,0 0 52-16,0 0-46 15,0 0-25-15,-73 71 7 16,59-52-18-16,-4-1-16 16,5 0-6-16,-2-4-2 15,4-4 1-15,4 1-91 16,0-7-137-16,2-4-216 16</inkml:trace>
  <inkml:trace contextRef="#ctx0" brushRef="#br1" timeOffset="27758.95">5211 4201 528 0,'0'0'83'0,"0"0"-17"16,0 0 23-16,0 0-13 16,0 0-75-16,0 0 1 15,-12 0 5-15,15 6 11 16,3 0-8-16,3-3 0 15,4-2-7-15,-1-1-1 16,3 0 0-16,3 0-2 16,0 0-2-16,0 0-144 15,-3-7-124-15</inkml:trace>
  <inkml:trace contextRef="#ctx0" brushRef="#br1" timeOffset="27960.96">5338 4045 764 0,'0'0'9'0,"0"0"107"15,0 0 28-15,0 0-68 16,0 0-66-16,0 0 1 16,-17 0-11-16,17 0 0 15,3 0-1-15,6 0 1 16,-1 8-1-16,2 3-11 15,1-4-242-15,-5 1-157 0</inkml:trace>
  <inkml:trace contextRef="#ctx0" brushRef="#br1" timeOffset="42407.3">4510 7082 310 0,'0'0'112'0,"0"0"-108"0,0 0 45 0,0 0 23 16,0 0 15-16,0 0-14 15,0 0-28-15,0 0 0 16,4 0 3-16,-4 0-7 16,0 0-7-16,0 0-7 15,0 0-8 1,0 0 8-16,0 0-12 0,0 0 2 15,0 0 10-15,0 0-11 16,0 0 1-16,0 0 0 0,0-1-5 16,0 1 8-1,0 0-10-15,0 0-4 0,0 0-4 16,0 0-1-16,0 0 2 16,0 0-3-16,0 0-3 15,3 0 3-15,0-2 0 16,0 2 0-1,3-1 7-15,0 1-5 0,-1 0 5 16,-1-1-4-16,2 1-3 16,0 0 11-16,0 0-7 15,-3 0 4-15,6 0-3 16,-3-2-2-16,0 2 6 16,1 0-2-16,1 0 2 0,-1-1 5 15,2-1-6-15,0 1-2 16,-3-1-1-16,6 0 0 62,-6 2-3-62,5-2-2 0,-1 0 0 16,-3 2 3-16,1-2-3 0,-2 2 0 0,4-1 1 0,-4 0 0 0,2-3 1 16,-2 4-2-16,1 0 0 0,-3 0-2 15,1 0 2-15,-2 0 0 16,3 0-1-16,2 0 2 15,-1 0 2-15,2 0-3 16,-2-1 1-16,1 1 0 0,2-3-1 16,-1 3 0-16,2 0 0 15,-1-1 1-15,-1 1 0 16,5-1-1-16,0-3 0 16,3 1 1-16,4-1 1 15,-2 0-1-15,6 1 1 16,-4 0-1-16,2-1 3 15,-3 2-4-15,-3-2 0 16,5 2 0-16,-8 0 1 16,7 1-1-16,-4-2 1 15,0 2 0-15,-1-1 3 16,-2-1-4-16,-1 2 0 16,-1 0 0-16,-3 1 0 15,1 0 0-15,-4 0 0 16,2-2 2-16,3 2-1 0,2 0-1 15,0-1 0-15,2-1 1 16,2 2 5-16,-1-1-6 16,4-1 0-16,2-1 1 15,2 3-1-15,1-3 0 16,2 0 0-16,-3 3 2 16,7-1-1-16,-1-1-1 15,3 1 0-15,-2-1 2 16,-2 1-1-16,-1 0-1 15,-1 1 0-15,-2-2 3 16,0 2-2-16,2-1-1 0,-3 1 0 16,0 0 2-16,0 0 0 15,1 0-2-15,-1 0 0 16,0 0 3-16,-2 0-2 16,2-2-1-16,-6 2 0 15,3 0 1-15,-2 0 0 16,-2 0-1-16,4-1 0 15,-4 1-1-15,-3 0 2 16,4 0-1-16,-5 0 0 16,1 0 2-16,2 0-2 15,-1 0 1-15,0 0-1 16,-3 0 0-16,4 0 2 16,-5 0-2-16,7-2 0 0,-5 2 0 15,2-2 4 1,0 2-4-16,1-2 0 0,-4 0 0 15,3 2 1-15,2-2 0 16,-3 2-1-16,-3-2 2 16,10 2 1-16,-6-2-3 15,1-1 0-15,4 0 3 16,-1 1-2-16,0 0 2 16,-4-1-3-16,3 1 0 15,-1-1 4-15,-1-1-2 16,-1 4-2-16,3-1 3 15,-3-4-2-15,1 5 2 16,-2-1-3-16,0-3 0 0,0 2 6 16,1-1-6-16,-2 3 1 15,1-1 1-15,2-1 2 16,-2 0-4-16,2 1 0 16,2-2 0-16,-2 2 3 15,2 1-3-15,2 0 0 16,-4 0-1-16,4 0 4 15,-3-2-4-15,1 2 1 16,0-1 0-16,0 1 2 16,2 0-2-16,-3 0 0 15,1 0-1-15,3 0 3 16,-3 0-2-16,4 0 0 0,-2 0 0 16,2 0 0-1,2 0 0-15,-1 0 0 0,0-2 0 16,3 2 4-16,-3-1-3 15,3 0-1-15,-2-1 0 16,1 2-2-16,-1 0 5 16,1 0-3-16,-5 0 0 15,2 0 2-15,-1 0 0 16,1 0-2-16,-1 0 0 16,0 0 0-16,0 0 0 15,-3 0 0-15,3 0 0 16,-3 0 2-16,3 0-1 15,1 0-1-15,0 0 0 16,1 0 3-16,-1 0-3 0,2 0 0 16,1 0 0-1,1 0 2-15,4 0 2 0,0 0-4 16,-2 0 0-16,2 0 5 16,-2 0-1-16,2 0-4 15,1 0 2-15,2 0 0 16,3-3 3-16,7 0-1 15,-4 1-4-15,1-2 2 16,0 2-2-16,-2 1 1 16,-4 0-1-16,3-1 0 15,-1 0 2-15,0 1-2 16,0-2 0-16,-2 0 0 16,3 2 1-16,-1-2 1 0,0-1-2 15,-3 4 0-15,2-2 1 16,-5 0-1-16,3 0 2 15,-5 2-3 1,-2 0 4-16,1 0-5 0,-3 0 2 16,-4 0 0-16,3 0-2 15,-2 0 2-15,0 0 0 16,2 0 0-16,-3 0 4 16,-1 0-4-16,1 0 0 15,-2 0 2-15,1 0-6 16,-1 0 4-16,1 0 0 15,-5 2 2-15,8 0-1 16,-4-2 2-16,-1 2-3 0,-1-2 0 16,0 4 0-16,4-3 0 15,-4 1 0-15,2 1-4 16,0-2 7-16,0 2-4 16,1-2 1-16,1 1 0 15,4 0 3 1,1-2-3-16,0 1 0 0,2 0 0 15,1 1 1-15,-2-2 0 16,5 0-1-16,-1 0 0 16,3 2-1-16,-1-2 1 15,1 0 0-15,2 0-1 16,2 0 3-16,3 0-1 0,6 0-1 16,1 0 0-1,2 0 1-15,-1-2-1 0,1-1 0 16,3-2 2-1,-5 1 0-15,2 0 0 0,3-3-2 16,0 1 0-16,2-3 5 16,-1 4-4-16,-3-2-1 15,2 1 0-15,2 1 6 16,-2 0-4-16,5-1-2 16,-1 1 0-16,6 1-1 15,-4-1 1-15,-2 0 0 16,-5 0-2-16,3 1 4 15,-2 2-4-15,2 0 2 16,-3-2 0-16,1 2-2 0,-3 0 2 16,-3 0 0-1,-5 1-2-15,3 0 5 0,-5 1-4 16,-2 0 1-16,-1-2 0 16,1 2 0-16,-5-1 3 15,0 1-3-15,-3 0 0 16,-5 0 1-16,1 0-2 15,-1 0 1-15,0 0 0 16,1 0-1-16,-4 0 6 16,0 0-7-16,0 0 2 15,-5 0 0-15,4 0 0 16,-4 0 0-16,2 0 0 16,3 0 0-16,-2 0 1 0,1 0-1 15,-1 0-1 1,-1 3 1-16,4-1 1 0,-2 2-1 15,1-2 0-15,-1 2-2 16,0-4 4-16,-1 2-3 16,2-2 1-16,-1 2 0 15,2 0-4-15,0 0 5 16,1-2-2-16,-2 0 1 16,-2 2 0-16,6-2 3 15,-2 3-3-15,2-2-3 16,2-1 3-16,1 0 0 15,2 4 1-15,0-3-2 16,3-1 3-16,-2 0-1 0,1 0-1 16,-3 1 0-16,3-1-1 15,-2 3 1-15,2-1 0 16,1-1-3-16,0 0 6 16,-2 1-3-16,1-2 0 15,1 0 1-15,-2 3-1 16,3-2 0-16,0 0 0 15,1-1 0-15,-3 0 0 16,1 0 4-16,-1 0-4 16,-1 1 0-16,-1 2-4 15,0-3 6-15,1 0-2 16,0 0 0-16,2 0 3 0,-5 1-4 16,1-1 1-16,-2 0 0 15,-3 0-2-15,0 0 2 16,-2 0 0-1,-4 0-2-15,0 0 2 0,-1 0 0 16,-1 0 0-16,-2 2 1 16,-2-2-2-16,-1 2 1 15,2-2 0-15,1 0-1 16,-1 0 3-16,1 0-3 16,0 1 1-16,0-1 0 15,-2 1-1-15,7 1 1 16,-1-2 0-16,-3 1-3 15,4 1 7-15,-1-2-7 16,3 1 3-16,1 0 0 16,1-1 2-16,1 2-2 0,1-1-1 15,0 2 0-15,1-2 2 16,2 1 2-16,-1 1-3 16,6-2 0-16,-4-1-1 15,4 1 1-15,-1 2 0 16,-1-3-1-16,2 0 1 15,1 0 1-15,2 0-1 16,2 0 3-16,-3 0-6 16,1 0 4-16,0 0-1 15,1 0 1-15,4 0 2 16,2 0-3-16,2 0 0 0,1-3 2 16,0 1-1-1,2 1-1-15,-5-3-2 0,-3 3 1 16,0 0 2-16,-1 1-3 15,0 0 2-15,2-2-2 16,0 2 2-16,0-1 1 16,-4 1 0-16,1-2-1 15,-2 2 0-15,-3 0-1 16,0 0 1-16,0 0-1 16,0-1 0-16,-2 0 1 15,-3 1 0-15,-1-2 0 16,0 2 0-16,-4 0 3 15,2 0-3-15,-1 0 0 16,-1 0 0-16,-4 0 0 0,-2 0 0 16,-5 0-2-16,0 0 2 15,-6 0-1-15,-3 0 3 16,-1 0-2-16,-2 0 1 16,0 0 0-16,0 0 0 15,0 0 3-15,0 0-3 16,0 0 14-16,0 0-10 15,0 0 1-15,0 0-2 16,0 0-4-16,0 0 5 16,0 0-5-16,0 0 1 15,0 0-7-15,0-10-36 16,-12-8-191-16,-20-6-455 16</inkml:trace>
  <inkml:trace contextRef="#ctx0" brushRef="#br1" timeOffset="44262.28">3331 7009 402 0,'0'0'80'0,"0"0"-1"0,0 0 34 16,0 0 12-16,0 0-64 15,0 0 3-15,0 0-4 16,-18-60 16-16,18 58 1 16,0 2-3-16,-4 0-23 15,4 0-25-15,0 0-11 16,0 0-13-16,0 2 1 16,0 12 3-16,0 5 6 15,0 3 0-15,4-1 5 16,5 3-6-16,-1-1-1 0,2 2-10 15,2-3 4 1,0-3 0-16,1-1-4 16,1-6 0-16,2-3-1 15,-1 0 5 1,3-3-3-16,-6-6-1 16,7 0 0-16,-2 0 3 0,-1-3 1 15,2-11-4-15,0-2 0 16,-4-5 2-16,-1-1 0 0,-6-1-2 15,1-1 0-15,-5-1-1 16,1-1 5-16,-4 5-3 16,0 3-1-16,0 6 0 15,0 4 5-15,0 2-2 16,0 2 1-16,0 4 10 16,0 0-8-16,0 0 2 15,0 0-8-15,0 0-5 16,0 18-6-16,0 9 11 0,0 13 6 15,0 8 10-15,3 6-6 16,3 10 7-16,3 4-10 16,2 6-5-16,-1 1 7 15,2 0-9-15,4-2 1 16,-5-6-1-16,1-8 1 16,-2-10-1-16,-2-8 0 15,-1-9 0-15,-1-9 0 16,1-3 0-16,-5-10 0 15,1-5-2-15,-3-2 5 16,0-3-2-16,0 0 0 0,0 0 10 16,-3-8 9-16,-16-12-20 15,-8-4 0-15,-3-1-1 16,-4 0 2-16,-2 3-3 16,-3 6 2-16,-1 4 0 15,-2 6 0-15,6 1 0 16,5 5 0-16,7-3 1 15,7 1 0-15,6-4 6 16,3-1-7-16,5-7 1 16,3-6 0-16,0-10-1 15,12-2-5-15,18-6 5 16,10-2-3-16,2 3-1 0,0 4 2 16,2 5 2-16,-6 6-7 15,-5 1 7-15,-8 11-5 16,-8 3 4-16,-6 4-13 15,-5 3-13-15,-3 0-19 16,0 0-71-16,-1 0 14 16,-1 0-90-16,-1 0-37 15,0 0-211-15</inkml:trace>
  <inkml:trace contextRef="#ctx0" brushRef="#br1" timeOffset="44922.05">3167 6756 454 0,'0'0'57'0,"0"0"53"0,0 0 4 0,0 0-22 15,0 0 17-15,0 0-14 16,-39-18-12-16,35 16-13 16,4 0 5-16,0 2-36 15,-3 0 15-15,3 0 11 16,0 0-12-16,0 0-8 16,0 0-15-16,0 0-3 15,0 0-10-15,0-2-7 16,0 1 7-16,3-2-13 15,19-4 12-15,11-1 26 0,0 0-24 16,10 1-2 0,-1 0-9-16,4 0-4 15,0 1 10 1,2 1-11-16,-2 2 0 16,-4 0-2-16,-8 3 4 15,-11 0-2 1,-5 0-2-16,-11-1 3 15,-4 1 0-15,-3 0-3 0,0 0 12 0,0 0 27 16,0 0-6-16,0-3-3 0,0 3-13 16,0 0-11-16,0 0 3 15,0 0-5-15,0 0-6 16,0 0 2-16,0 0-20 0,-1 4-142 16,-19 15-276-1,-7 10-486-15</inkml:trace>
  <inkml:trace contextRef="#ctx0" brushRef="#br1" timeOffset="68986.22">18179 11843 663 0,'0'0'33'0,"0"0"-7"0,0 0 77 0,0 0-20 0,0 0-43 16,0 0 5-16,0 0 24 16,-25 98 1-16,3-31-13 15,-7 9 6-15,-6 5-23 16,-5-2-2-16,6-9-26 15,1-13 2-15,8-14 20 16,11-18-10-16,7-14-8 0,7-8-6 16,0-3-8-1,1-27 17-15,19-18 5 0,8-20-23 16,5-8 4 0,-2-9-5-16,-2-7 1 0,-3-3 5 15,-9-10-1-15,-2-2-1 16,4 15 1-16,-4 24-5 15,-3 32 5-15,-2 31 21 16,-2 14-21-16,10 38-2 16,0 19 7-16,6 15 5 15,-7 7-4-15,-3 4 7 16,-1 0-3-16,-1-8-13 16,0-15-2-16,0-15 2 15,-3-11-2-15,-1-14-3 0,0-11 2 16,-2-8-23-16,-1-7-78 15,-5-6-63 1,0-4 1-16,-11-18-96 0,-19-11-316 16</inkml:trace>
  <inkml:trace contextRef="#ctx0" brushRef="#br1" timeOffset="69170.88">17912 12197 877 0,'0'0'36'0,"0"0"57"0,0 0 28 0,0 0-46 0,0 0-51 0,0 0-23 16,4-15 4-16,54-9 7 16,16-9 0-16,12-3-12 15,11-2-5-15,2-1 5 0,-5 10-11 16,-6 6-117-16,-17 12-122 16,-19 8-305-16</inkml:trace>
  <inkml:trace contextRef="#ctx0" brushRef="#br1" timeOffset="70191.42">18629 12015 920 0,'0'0'24'0,"0"0"136"15,0 0-33-15,-19-92-80 16,28 69 15-16,15 4-32 16,6 4-16-16,7 11 6 15,0 4-1-15,2 0 2 16,-3 21 3-16,-8 5-10 15,-9 11-5-15,-9 4-9 0,-10 0 1 16,0 0 7-16,-11-4-8 16,-11-6 0-1,-1-6 3-15,5-8-3 0,2-9 2 16,5-8 2-16,3 0-1 16,2-19 11-16,1-15-14 15,5-14-7-15,0-12 6 16,11 0-2-16,7 2 1 15,-1 12-3-15,6 16-24 16,-2 19-41-16,3 11-11 16,-2 4-14-16,-1 22-8 15,1 7-45-15,-3 6-33 0,-5 3-9 16,-6-1 37-16,-7-2 28 16,-1-6 125-16,0-1 100 15,0-7 24-15,0-3-5 16,0-7-48-16,0-4 0 15,0-1-28-15,6-6-23 16,6-4 25-16,6 0 3 16,6-3 3-16,6-19-9 15,1-9-21-15,0-7-1 16,-1-7 1-16,3-5 5 16,-3 4 3-16,-6 9 9 15,-11 13-18-15,-4 14 0 16,-9 9 66-16,-9 1 28 0,-12 8-96 15,-10 15-17-15,-2 7 0 16,3 6 4-16,5 3 6 16,9 0 0-16,2 0-3 15,9-2 4-15,5-3-7 16,0-6-1-16,19-4-4 16,12-7 3-16,9-8-6 15,9-4 6-15,6-5-1 16,1-1-2-16,-4-16-3 15,-4-5 3-15,-2-6-3 16,-4-3 3-16,-2-1-1 16,-6 1 3-16,-13 7-2 15,-10 7 4-15,-11 7-3 0,0 6 16 16,-3 4-10-16,-12 0-6 16,-3 0-1-16,-2 15 0 15,-1 5-2-15,2 4 1 16,9-3-1-16,2-1 0 15,6-3-2-15,2-3 0 16,0-3-2-16,10-3 3 16,7-3-5-16,5-5-11 15,4 0-15-15,3-2-24 16,-1-13 8-16,2 1 23 16,-7 0 9-16,-3 3 7 15,-7 4 8-15,-5 2 2 0,-5 4 1 16,0 1 4-1,2 0-2-15,5 4 6 0,2 10 20 16,2 5 37-16,5-1-47 16,0-1 13-16,1-2-8 15,0-2-9-15,3-7-13 16,5-5 1-16,0-1 0 16,7-7-1-16,-4-14-2 15,2-7-60-15,-2-5-159 16,-1-8-236-16</inkml:trace>
  <inkml:trace contextRef="#ctx0" brushRef="#br1" timeOffset="72389.73">17418 11465 517 0,'0'0'0'0,"-106"-65"-131"0</inkml:trace>
  <inkml:trace contextRef="#ctx0" brushRef="#br2" timeOffset="79732.97">24429 2026 924 0,'0'0'30'0,"0"0"-30"0,0 0 92 0,0 0 22 0,0 0-76 16,0 0-29-16,0 0 66 15,0 85-6-15,0-34-14 16,-11 6 10-16,-2 1-18 15,-2 3-8-15,-3-3-15 16,8-5-7-16,2-6-12 16,8-9 8-16,0-8 0 0,3-7-9 15,18-8 0-15,4-7 0 16,11-6 0-16,9-2 5 16,4 0 0-16,2-14-6 15,-5 1 0-15,-1-1-1 16,-9 4-4-16,-2 3-6 15,-1-3-110-15,-6 0-106 16,0 0-107-16,-7-4-268 16</inkml:trace>
  <inkml:trace contextRef="#ctx0" brushRef="#br2" timeOffset="80195.7">25033 2135 120 0,'0'0'971'16,"0"0"-956"-16,0 0 82 16,0 0 17-16,0 0-54 15,0 0 90-15,10 84-73 16,-10-45-1-16,0 3-31 16,-15-1-17-16,1-3-12 15,-2-9-11-15,6-5-1 16,1-8-4-16,8-7-2 15,1-7-1-15,0-2-1 16,0 0-4-16,0-18 4 16,13-11-11-16,8-17 2 15,6-10 7-15,1-8 2 16,2-2 2 0,0 5 0-16,-2 13 2 15,-3 13 0-15,-6 18 0 16,-3 11 3-16,-3 6-1 15,7 10-1-15,2 21 29 0,2 11-3 16,0 11 14-16,-5 2 0 0,-5 3-22 16,-5 1-4-16,-5-7-15 15,-3-4 1-15,-1-8-5 16,0-7 4-16,0-8-2 16,0-10-32-16,-1-4-70 15,-9-11-73-15,-2 0-85 16,-9-7-96-16,-4-19-315 0</inkml:trace>
  <inkml:trace contextRef="#ctx0" brushRef="#br2" timeOffset="80349.58">25143 2383 187 0,'0'0'928'0,"0"0"-873"0,0 0 167 0,0 0-103 0,0 0-102 15,0 0-14-15,102-20 3 16,-37 9-6-16,3-2-1 15,3 5-182-15,13 1-151 16,7 2-293-16</inkml:trace>
  <inkml:trace contextRef="#ctx0" brushRef="#br2" timeOffset="81143.48">26571 2013 928 0,'0'0'36'0,"0"0"60"0,0 0 48 0,0 0-40 0,0 0-52 0,0 0-23 0,18-15-11 16,-3 33 50-16,1 12 34 15,4 6-59-15,-1 11 10 16,-2 12-3-16,2 10-29 15,-3 13 8-15,1 20 0 16,-7 16-12 0,-2 21-7-16,-3 15 22 0,0 8 5 15,-5 9-20-15,1 8-4 16,-1 7 11-16,2 7-7 16,1 6-8-16,0 5 2 15,3-2-1-15,0 9 0 16,3-1-7-16,-2 5-1 0,2 1 7 15,2-3-8-15,-2-3 3 16,0-4-1-16,2-7 0 16,-2 1-1-16,2-12-2 15,2-12 0-15,1-11 4 16,2-15-2-16,-1-12-2 16,1-15 0-16,-2-13-2 15,-6-18 2-15,2-23 0 16,-6-16-4-16,-1-21-6 15,-1-17-31-15,-2-9-37 16,0-6 17-16,0-6-10 16,0-20-26-16,0-13-178 0,0-13-1 15,0-9-78 1</inkml:trace>
  <inkml:trace contextRef="#ctx0" brushRef="#br2" timeOffset="82061.31">28134 2471 240 0,'0'0'5'0,"0"0"5"0,0 0 25 0,0 0-4 0,0 0-12 15,0 0-15-15,-86-75-4 0,73 67 0 0,2-3 10 0,2-2 104 16,2-3-55-16,-1 1-9 16,2 1-5-16,0-3 70 15,2 6-58-15,1 2 6 16,-1 1 35-16,1 7-10 15,1 1 20-15,2 0-46 16,0 23-52-16,0 10 7 0,0 11 58 16,0 7-37-16,3 1 0 15,6 6 6-15,0 0-13 16,0-6-20-16,0-8-11 16,0-12 3-16,-2-8-2 15,-4-12-1-15,-1-6 0 16,-2-6 2-16,0 0-1 15,0-16 18-15,0-14-15 16,-11-16-4-16,-2-11 0 16,1-11 0-16,1-4 2 0,3-1 0 15,2 2-2-15,1 9 11 16,5 14-11-16,0 13 35 16,0 14-15-16,12 9-1 15,12 7-15-15,6 5-4 16,9 0 0-16,4 16 2 15,0 4 0-15,-10 6-4 16,-8 3 2-16,-13-2-1 16,-12 5 1-16,0 4 1 15,-28-1 0-15,-14 0 2 16,0 1-3-16,2-1-13 16,7 2-76-16,11-2-46 15,10 3-63-15,11-4-60 0,1-6-157 16</inkml:trace>
  <inkml:trace contextRef="#ctx0" brushRef="#br2" timeOffset="82629.53">28286 2720 832 0,'0'0'112'0,"0"0"-13"0,35-72 71 0,-15 40-104 0,5-3-33 0,-3 2-14 0,-5 4 2 0,-7 6-12 15,-6 9 11-15,-4 5-6 16,0 5 43-16,-4 4 16 16,-12 0-57-16,-5 0-15 15,3 14-1-15,2 5 0 16,5 3-3-16,8 0 1 16,3 3-7-16,0-1 8 15,12 0 0-15,9-5 0 16,1-2 0-16,5-1 1 0,-3-2-4 15,0-4 6-15,-2 2-2 16,-2-3 1-16,-2-2 1 16,-1 4-4-16,-2-1 4 15,0-2 1-15,-3 2-3 16,0-3 3-16,-2-3-3 16,0-1 4-16,0-3-2 15,3 0 0-15,4-6 1 0,2-12-1 16,0-4 0-16,-2-7-2 15,-2-7 1-15,-3 1 0 16,-5-3 3-16,-4 7-2 16,-3 14 0-16,0 7 1 15,0 8 19-15,0 2 38 16,0 2-49-16,0 22-11 16,0 3 0-16,0 4 4 15,0-3 3-15,0-1-6 16,0-3-1-16,8 0-4 15,-1-7 3-15,1-3-25 16,1-6-126-16,2-4-78 16,0-4-97-16,0-4-187 0</inkml:trace>
  <inkml:trace contextRef="#ctx0" brushRef="#br2" timeOffset="82757.42">28764 2438 759 0,'0'0'43'0,"0"0"46"0,0 0-47 0,0 0-42 16,0 0-4-16,0 0-47 0,-12 86-94 15,35-58-241-15</inkml:trace>
  <inkml:trace contextRef="#ctx0" brushRef="#br2" timeOffset="83173.92">29103 2607 348 0,'0'0'387'0,"0"0"-217"16,0 0 32-16,0 0-69 15,0 0-74-15,0 0-7 16,-84 17 36-16,69 13-9 16,4 1-27-16,6 0-7 15,5-1-5-15,0-2-27 16,15-6-6-16,10-2-5 15,9-4 0-15,11-9-1 16,6-7 2-16,6 0-3 31,7-7 2-31,6-12 0 16,-1-6-2-16,-10-5-1 16,-16-5-3-16,-20-3-1 0,-14-3-6 15,-9 4 11-15,-7 9 1 0,-16 13-1 16,-4 10 4-16,-1 5 4 0,-2 22 4 15,6 7 12-15,11 5-3 16,7-1-3-16,6-3 4 16,18-5-16-16,19-7-1 15,12-4-4-15,8-11 0 16,5-3-1-16,10 0-27 16,15-15-101-16,7 2-3 15,-2-6-320-15</inkml:trace>
  <inkml:trace contextRef="#ctx0" brushRef="#br2" timeOffset="84050.54">24121 3382 662 0,'0'0'35'0,"0"0"63"0,0 0 41 15,0 0-71-15,0 0-51 16,0 0 60-16,-6 78 55 16,6-37-60-16,0 4 13 15,0 1-17-15,0 4-14 0,0 0-32 16,5-5-16-1,-1-9-5-15,1-8-2 16,4-9 1-16,-2-5-7 0,4-9-64 16,6-5-174-1,3 0-70-15,-2-13-254 16</inkml:trace>
  <inkml:trace contextRef="#ctx0" brushRef="#br2" timeOffset="84296">24417 3432 909 0,'0'0'47'0,"0"0"32"0,0 0-10 16,0 0 27-16,0 0 1 16,-3 107-18-16,10-70-22 15,-1 1-10-15,0 0-22 16,0-2-17-16,-2-3-2 15,2-8-6-15,-1-4-1 16,0-6-4 0,-2-1-5-16,4-7-155 15,3-7-97-15,-1 0-99 0</inkml:trace>
  <inkml:trace contextRef="#ctx0" brushRef="#br2" timeOffset="84954.83">24842 3443 923 0,'0'0'37'0,"0"0"51"16,0 0 43-16,0 0-50 16,0 0 6-1,-91 102-11-15,81-65 0 0,7 2-47 16,3 0-6-16,0-7-9 15,19-3-6-15,5-5-4 16,7-9 0-16,6-6 5 16,4-9-5-16,6 0-4 15,-2-6 11-15,1-12-9 16,-11-7-2-16,-10-4 6 16,-11-5-6-16,-13-2 13 0,-1 3-13 15,-12 1 1-15,-16 3 8 16,-10 9-9-16,-5 4 0 15,0 6 4-15,5 5-3 16,10 2 14-16,7 3-15 16,14 0 0-16,4 0-3 15,3 0 1-15,0-2-5 16,21-2-3-16,13 1 10 16,14-2 0-16,1-2 0 15,0 1 0-15,-1 1-3 0,-5 3 6 16,2 1-5-16,-6 1 2 15,-6 0 0 1,-7 1-1-16,-4 8 1 0,-8 7 0 16,-3 2 1-16,-5 5 3 15,-2 4-4-15,-2 1 5 16,2 1 5-16,2-1 12 16,3-3-19-16,6-1-1 15,5-8 10-15,5-4-11 16,8-10 7-16,7-2 5 15,5 0 8-15,2-14 8 16,-5-8-20-16,-7-2 2 16,-12-1 15-16,-11-1-6 15,-7-2 6-15,-5 0-3 16,-8 1-16-16,-20 1 3 0,-12 2-10 16,-6 8-9-16,-5 6 5 15,-1 8-25-15,-1 2-104 16,1 14-163-16,-3 4-228 15</inkml:trace>
  <inkml:trace contextRef="#ctx0" brushRef="#br2" timeOffset="87143.43">28115 3479 806 0,'0'0'50'0,"0"0"29"0,0 0 88 0,0 0-33 16,0 0-60-16,0 0-32 15,0 0 11-15,-28-33-23 16,28 33-27-16,0 15 1 16,0 11-4-16,3 10 34 15,6 7-18-15,-2 5-2 16,1 2-2-16,-2 1-1 15,1-6-11-15,2-7 0 0,2-7 0 16,-2-7 0-16,1-7-1 16,2-7-150-16,0-6-66 15,6-4-67-15,-2-6-283 16</inkml:trace>
  <inkml:trace contextRef="#ctx0" brushRef="#br2" timeOffset="87483.13">28381 3542 667 0,'0'0'291'15,"0"0"-290"-15,0 0 99 0,-42 72 19 16,42-40-54-16,0 0-29 16,0 1 12-16,13-5-4 15,7-5-32-15,7-5 8 16,3-7-12-16,4-6-3 15,2-5 0-15,2 0 0 16,-3-12 8-16,-6-12-4 16,-7-7 16-16,-11-10 17 15,-9-5 0-15,-2-5-14 16,-16 2-3-16,-17 8-19 16,-5 11 0-16,-2 11-6 0,-1 13-4 15,6 6 3 1,5 4-9-16,8 22 0 0,7 5-36 15,12 8-97-15,3 7-36 16,14 0-124-16,12-8-128 16</inkml:trace>
  <inkml:trace contextRef="#ctx0" brushRef="#br2" timeOffset="87767.86">28943 3452 294 0,'0'0'719'0,"0"0"-630"16,0 0 148-16,0 0-160 0,0 0-76 15,0 0 72 1,-34 67-36-16,34-26 4 0,1 1-22 16,5-2-15-1,0 0-4-15,0-7 0 16,2-6-5-16,-1-6-56 0,2-7-156 15,0-9-71-15,3-5-200 16</inkml:trace>
  <inkml:trace contextRef="#ctx0" brushRef="#br2" timeOffset="88004.63">29148 3523 1005 0,'0'0'21'0,"0"0"128"15,0 0-17-15,-100 31-77 16,75-12-37-16,2 0-5 0,1 0-9 16,2-4-3-16,11-5-1 15,3-5 0-15,5-4 4 16,1-1-2-16,0 0 5 16,0 0 14-16,16 0 6 15,16 0 38-15,9 14 4 16,6 3-7-16,0 4 2 15,1 2-33-15,-2-2-19 16,-2 0-9-16,-7-1-3 0,-6-3-33 16,-4 1-277-1,-5-9-320-15</inkml:trace>
  <inkml:trace contextRef="#ctx0" brushRef="#br2" timeOffset="88930.56">24096 4464 211 0,'0'0'693'0,"0"0"-603"0,0 0 146 0,0 0-87 16,0 0-89-16,0 0-44 15,-20 61 56-15,20-20 20 16,0 0-45-16,0 5-1 15,5 7-25-15,0 0-14 16,-1-5-1-16,2-2-3 16,0-15-6-16,-2-8 3 15,1-7-15-15,-1-5-27 16,2-1-105-16,2-10-90 16,1 0-56-16,-3-2-177 0</inkml:trace>
  <inkml:trace contextRef="#ctx0" brushRef="#br2" timeOffset="89647.51">24443 4572 809 0,'0'0'118'0,"0"0"-5"0,0 0 3 0,0 0-68 0,0 0-43 16,0 0 116-16,9 87-21 16,-1-42-12-16,-3 4-37 15,2 0-10-15,-1 0-12 16,-2-8-22-16,-2-9-7 15,2-5 0-15,2-8-2 16,-3-7-12-16,5-6-141 16,-1-6-118-16,2 0-164 15</inkml:trace>
  <inkml:trace contextRef="#ctx0" brushRef="#br2" timeOffset="90018.45">24934 4578 698 0,'0'0'393'15,"0"0"-311"-15,0 0 64 16,0 0-18-16,0 0-41 16,0 0-45-16,-31-33-7 15,10 41-17-15,0 5-8 16,2 1 11-16,7 2 7 15,3-1-27-15,7 6 5 16,2-2-2-16,0 8-2 16,14 5 4-16,14 0-6 0,7 4 1 15,3-3-4 1,1-3 8-16,-3-4-8 0,-3-4 3 16,-9-4 0-16,-11-5-2 15,-6-5 2-15,-5-2 0 16,-2-6 8-16,0 2-6 15,0 1 3-15,-19 0-5 16,-7-1-5-16,-3-2-30 16,-3 0-95-16,7-10-83 15,7-17-53-15,0-7-74 16</inkml:trace>
  <inkml:trace contextRef="#ctx0" brushRef="#br2" timeOffset="90175.5">25025 4584 515 0,'0'0'586'0,"0"0"-532"0,0 0 75 16,0 0-51-16,106-64-48 15,-65 58-29-15,-3 6-1 16,6 0-10-16,3 0-151 16,-2 1-115-16</inkml:trace>
  <inkml:trace contextRef="#ctx0" brushRef="#br2" timeOffset="90517.69">25563 4620 1073 0,'0'0'142'0,"0"0"-119"16,0 0 137-16,0 0 4 15,0 0-113-15,0 0-47 16,-36-22-4-16,31 44 4 15,2 6 19-15,3 0 1 16,0 2-15-16,12 0 8 16,13-5-12-16,11-5-3 15,6-8 1-15,10-8-3 16,5-4 0-16,1 0 7 16,-4-18-7-16,-12-6 0 15,-14-8 3-15,-17-1 6 16,-11-4 14-16,-5 1-13 0,-22 5-5 15,-9 8 9-15,-1 13-14 16,0 5-5-16,3 5 0 16,6 0-46-16,2 16-122 15,-4 6-127-15,-3 5-208 16</inkml:trace>
  <inkml:trace contextRef="#ctx0" brushRef="#br2" timeOffset="91099.48">28136 4454 1092 0,'0'0'28'0,"0"0"-3"0,0 0 68 0,0 0-64 0,1 75 94 16,7-25-21-16,0-2-65 15,-4 5 24-15,5-1-15 0,-2-2-22 16,-1-10-23 0,-1-12 3-16,1-11-6 0,-3-2 2 15,4-8-4-15,-1-4-24 16,6-3-113-16,6 0-83 15,3-19-51-15,-5-10-320 16</inkml:trace>
  <inkml:trace contextRef="#ctx0" brushRef="#br2" timeOffset="91373.11">28442 4494 898 0,'0'0'134'0,"0"0"-120"15,0 0 86-15,0 78 40 16,7-46-53-16,7 3-13 16,1 4-3-16,0 0-42 15,1-3 5-15,-1-3-25 16,-2-8-6-16,-2-8-1 16,-4-4-2-16,-2-3-5 15,4-2 1-15,-5-6-108 16,1-2-99-16,1 0-116 15,-3-6-267-15</inkml:trace>
  <inkml:trace contextRef="#ctx0" brushRef="#br2" timeOffset="92529.39">29085 4435 1023 0,'0'0'2'0,"0"0"57"0,0 0 115 0,0 0-73 0,0 0-90 16,0 0-4-16,-27 43-7 15,39-4 35-15,3-3 3 16,1 1-12-16,-3-1-15 15,0-1-7-15,-6 4-2 16,-1-4-2-16,-1-3-2 16,2-4-11-16,2-10-138 15,5-8-76-15,3-10-144 0</inkml:trace>
  <inkml:trace contextRef="#ctx0" brushRef="#br2" timeOffset="92857.85">29455 4367 1102 0,'0'0'9'0,"0"0"136"15,0 0-68-15,0 0-68 16,0 0-2-16,-95 111 26 16,66-68-10-16,7-5-8 0,-1-5 8 15,4-3-22-15,7-11-1 16,6-7 2-16,3-5-2 15,3-6-1 1,0-1-6-16,0 0-5 16,12 0 10-16,9 0 4 0,-1 0-2 15,2 0 0-15,1 4 4 16,6 7-3 0,10 5-1-16,3 1 0 0,8-3 17 15,2-5 3 1,2 1-2-16,3-8-9 15,-3-2-9-15,-8 0 0 0,-8 0-3 16,-9 0-239-16,-11-6-241 16</inkml:trace>
  <inkml:trace contextRef="#ctx0" brushRef="#br2" timeOffset="93628.52">23899 5978 205 0,'0'0'386'0,"0"0"-289"0,14-73-8 0,-9 59 42 0,-3 8-16 0,-2 6-22 0,1 0-7 0,2 19-69 15,2 18 6-15,1 12 107 16,-3 4-45-16,-2 6-24 16,-1-2-16-16,0-2-17 15,0-2-11-15,0-9-16 16,3-5-2-16,5-11 1 15,-1-9-15-15,5-10 3 16,4-5-159-16,3-4-32 16,1-10-80-16,-3-15-283 0</inkml:trace>
  <inkml:trace contextRef="#ctx0" brushRef="#br2" timeOffset="93920.35">24129 5960 904 0,'0'0'21'0,"0"0"93"16,0 0-12-16,0 0-41 16,0 0-41-16,0 0 27 15,113 18-8-15,-83 21 2 16,-5 5 28-16,-11 6-37 16,-14-2-15-16,0 2 3 15,-14-5-14-15,-11-5 19 16,1-4 13-16,8-10-12 15,5-10 1-15,8-6-27 16,3-6 0-16,9-4-8 0,27 0 8 16,19-5 3-16,11-16-3 15,4-8-3 1,-1-4-4-16,-5-1-97 0,-3-6-116 16,-9 1-142-16,-1-3-449 15</inkml:trace>
  <inkml:trace contextRef="#ctx0" brushRef="#br2" timeOffset="94608.68">24942 5923 1010 0,'0'0'1'16,"0"0"97"-16,0 0 17 16,0 0-84-16,-90 88 3 15,80-46-2-15,4-3 16 16,6-2-7-16,0-3-32 15,3-5 10-15,13-4-6 16,8-6-10-16,6-4 4 16,3-7-7-16,4-6 0 15,5-2 2-15,0 0 0 16,-7-14-2 0,0-5 0-16,-10-5 0 15,-10-2-1-15,-8-4-1 16,-7-1 2-16,0-2 4 15,-11 4-2-15,-15 2-2 0,-3 6 6 16,-6 4-3-16,-1 3 0 0,2 2-3 16,7 5 0-16,11 3 17 15,5 0-9-15,8 2-1 16,3 0 0-16,0-4-2 16,11-5-10-16,16-3-9 15,11-5 14-15,3 2-7 16,4 0 7-16,-4 4 0 15,0 1-1-15,-1 5 1 16,0 1-1-16,-4 2 1 16,-6 4 0-16,-7 0-4 0,-6 10 2 15,-4 9 2-15,-7 7 0 16,0 5 2-16,-6 3 11 16,0 3 0-16,0 0 11 15,0-5-1-15,5-2-15 16,2-8 8-16,5-3-16 15,6-7 3-15,5-6 1 16,9-6-2-16,6 0 0 16,3-9 4-16,4-9-1 15,-3-5-1-15,-5-5-4 16,-7-3 0-16,-9-3 10 16,-8-3-8-16,-10 0 10 0,-3 2 19 15,-7 3 9-15,-23 7-26 16,-15 9-14-16,-13 13-5 15,-9 3-2-15,-6 11-89 16,-2 17-161-16,2 1-121 16</inkml:trace>
  <inkml:trace contextRef="#ctx0" brushRef="#br2" timeOffset="95309.51">28802 5469 444 0,'0'0'25'0,"0"0"21"0,0 0 22 0,0 0-17 0,0 0 4 16,0 0 16-16,0 0 37 0,-36-31-25 16,36 31-15-1,0 3-10-15,0 17-24 0,0 12 117 16,0 9-60-1,0 7-20-15,0 4 20 16,0 5-58-16,0-1-13 16,0-6-19-16,0-6 0 15,0-10-1-15,0-8-5 16,0-10 2-16,10-6-113 16,8-10-97-16,4-4-96 15,0-19-140-15</inkml:trace>
  <inkml:trace contextRef="#ctx0" brushRef="#br2" timeOffset="95767.45">29104 5503 776 0,'0'0'25'0,"0"0"149"16,0 0-76-16,0 0-55 15,0 0-30-15,0 0 17 16,-1-12 25-16,1 7-6 16,0 1-22-16,0 3 22 15,0 1 44-15,0 0-31 16,-2 0-21-16,1 0-24 16,-7 0-11-16,-5 7 3 15,1 7-6-15,-3 1 3 16,8 4 6-16,1 0-10 15,6 3 0-15,0 0-2 16,1 1 0 0,18 2-1-16,6 1 1 0,5 0 0 15,-1 3 1 1,4-4-1-16,-3-3 0 16,-5 0 0-16,-4-4 1 0,-9-2 0 15,-7-5-1-15,-5-1 1 0,0-2 1 16,-9 2 1-16,-20 0 1 15,-7-2-4-15,-3-2-1 16,-3-6-9-16,3 0-78 0,6-8-64 16,6-12-14-16,9-10-73 15,5-7-231 1</inkml:trace>
  <inkml:trace contextRef="#ctx0" brushRef="#br2" timeOffset="95953.52">29222 5478 465 0,'0'0'684'0,"0"0"-653"0,0 0 105 0,0 0-105 0,0 0-31 16,121-37 0-16,-57 34-5 16,2 1 5-16,-5 2-49 15,-6-2-266-15,-10-1-217 16</inkml:trace>
  <inkml:trace contextRef="#ctx0" brushRef="#br2" timeOffset="96216.55">29943 5431 1171 0,'0'0'12'0,"0"0"2"0,0 0 57 15,0 0-16-15,0 0 92 16,9 87-74-16,6-44-40 16,-2 0 5-1,-3 1-13-15,0 0-22 16,-7-7 2-16,1-7-5 16,-1-4-3-16,1-6-9 15,2-8-117-15,3-6-103 0,8-6-92 16,2-14-104-16</inkml:trace>
  <inkml:trace contextRef="#ctx0" brushRef="#br2" timeOffset="96514.77">30286 5438 964 0,'0'0'65'16,"0"0"77"-16,0 0-67 0,0 0 23 15,-92 94-52-15,62-59-9 16,-1-3-1-16,3-1-33 15,-3-4 2-15,3-6-5 16,2-6 2 0,6-5 0-16,6-4-2 15,7-6 0-15,7 0 4 16,0 0-2-16,0 0-4 0,1-9-2 16,17 7-3-16,9 2 2 15,10 0 5-15,12 0 3 16,8 11 14-1,7 0-16-15,3 4 4 16,-2-3-5 0,-9 4-4-16,-12-4-10 15,-13 1-319-15,-15-2-300 0</inkml:trace>
  <inkml:trace contextRef="#ctx0" brushRef="#br2" timeOffset="97532.73">24232 7236 596 0,'0'0'37'0,"0"0"41"0,0 0 53 0,0 0-34 16,0 0-49-1,0 0 5-15,3-37 8 0,-3 37-1 16,0 0-26-16,0 0 2 16,0 0-2-16,0 0-9 15,0 0 5-15,0 0-12 16,0 0-5-16,0 0 15 15,0 0-19-15,0 0 2 0,0 0-5 16,0 0-4 0,0 0 7-16,0 0-9 0,0 0 1 15,0 0-1-15,0 0 3 16,0 0-3-16,0 0 1 16,0 0 4-16,0 0 1 15,0 0-5 1,0 0 1-16,0 0 11 15,-3 0-4-15,3-2 18 0,0-3-3 16,-5 2-16-16,5-4 25 16,0 2-16-16,-1-3-10 15,1 2 5-15,0 4-4 16,0 2 2-16,0 0 3 16,0 5-13-16,0 20-1 15,6 12 1-15,6 10 21 16,-2 7 2-16,-7 3-11 15,-3 6 14 1,3-2-24-16,-3-2-2 0,0-9 4 16,0-10-4-16,3-13 0 0,1-10-2 15,6-9-35-15,7-8-108 16,9 0-88-16,0-15-42 16,0-15-188-16</inkml:trace>
  <inkml:trace contextRef="#ctx0" brushRef="#br2" timeOffset="98608.42">24536 7104 925 0,'0'0'29'0,"0"0"123"0,0 0-51 16,0 0-30-16,0 0-71 0,0 0 1 15,45-49 1-15,-11 49 2 16,2 4 6-16,0 8-9 15,-9 5 4-15,-6 2 8 16,-5 3-6-16,-10 0 8 16,-6 2 1-16,0 1-8 15,-12 1 23-15,-8-5 8 16,-6 1-10-16,-3-5-2 31,7-2-27-31,4-5 5 16,3-4-4-16,6-1 1 15,6-3-2-15,0-2 0 16,3 0 1-16,0 0 0 16,0 0 3-16,0 0-4 0,0 0 6 0,0 0-6 15,0 0 11-15,0 0-3 0,0 0-6 16,0 0 14-16,0 0-14 16,0 0 1-16,0 0-1 15,0 0 2-15,0 0 3 16,0 0-7-16,0 0 0 15,0 0 10-15,0 0-10 0,0 0 6 16,0 0-3 0,0 0 0-16,0 0 2 0,0 0-3 15,0 0 2-15,0 0 0 16,0 0-1-16,0 0 0 16,0 0-3-16,0 0 3 15,0 0 4-15,0 0-4 16,0 0 1-16,0 0 3 15,0 0-5-15,0 0 2 16,0-7-4-16,0-2-2 16,6-10-3-16,5-4 1 15,2-5-1-15,1-7 4 16,0-9 2-16,-3-5-3 16,-5-2 2-16,0-1 0 15,0 12 3-15,-3 14-3 0,-3 9 0 16,0 15 4-16,0 2-3 15,0 7-1-15,0 29-6 16,-3 16 6-16,-9 12 28 16,0 4-10-16,-3-1 10 15,3-1-10-15,-3 2 2 16,0-5 0-16,5-6-18 16,5-14 3-16,5-11 1 15,0-12-6-15,0-11-3 16,9-9 3-16,16 0 0 15,14-13 7-15,8-12-7 16,11-7 1-16,0-2-3 0,-3 0 3 16,-1 2-2-16,-11 3 0 15,-4 8 0-15,-14 5-1 16,-5 2 1-16,-11 5 1 16,-8 0-9-16,-1 2 12 15,0-3-3-15,0 2 0 16,0 1 1-16,0 2-2 15,-1 5 1-15,-2 0 0 16,3 0-4-16,-5 20-4 16,1 15 6-16,-1 9 2 15,-1 9 1-15,6 0 16 16,0 1-9-16,0-2-6 16,6-5 4-16,3-13-5 0,-1-7-1 15,-1-9 0-15,3-8-10 16,-1-6-2-16,2-4-108 15,10 0-31-15,3-21-55 16,-2-12-144-16,2-8-186 16</inkml:trace>
  <inkml:trace contextRef="#ctx0" brushRef="#br2" timeOffset="99258.36">25370 7195 896 0,'0'0'178'0,"0"0"-161"0,0 0 101 0,-45 72 4 0,39-33-38 16,2 5-20 0,4 1-18-16,0 2-6 0,10-5 2 15,10-5-24-15,2-9-5 16,2-8-2-16,9-9-9 16,-1-5 3-16,6-6 0 15,1-4-3-15,-3-13 12 16,-2-9-10-16,-9-5-3 15,-12-7 9-15,-11-3-5 16,-2-3 8-16,-25 2-12 16,-5 5 1-16,-6 5 3 15,2 4-5-15,4 4 2 16,4 5 0-16,10 1 0 16,7 4 3-16,9 2-5 15,0-5-4-15,9 3 2 0,21-3-11 16,6 9 5-16,10 2 7 15,0 6 2-15,2 0-5 16,-5 0 4-16,0 3-5 16,-7 11 3-16,-3 6 2 15,-6 5-6-15,-6 1 5 16,-9 6 2-16,-5 1 6 16,-4 2-6-16,-3 1 1 15,0 0 31-15,0-1-15 16,2-3 4-16,8-7-11 15,4-5-10-15,6-9 4 16,10-7-5-16,5-4 0 0,2-3 7 16,0-17-3-16,1-5-4 15,-6-6 6-15,-8-2-4 16,-4-4 11-16,-14-1 9 16,-6 1 2-16,-5 3 7 15,-22 7-25-15,-13 9-2 16,-12 9-4-16,-11 9-3 15,-3 9-16-15,1 16-111 16,5 7-122-16,7-2-139 16,8-4-539-16</inkml:trace>
  <inkml:trace contextRef="#ctx0" brushRef="#br2" timeOffset="99840.4">28824 6526 1027 0,'0'0'92'0,"0"0"-77"0,0 0-14 0,0 0 182 15,12 95-96-15,-3-43 23 16,-3 6-39-16,1 3-13 15,1 6-18-15,-1-2-29 16,-1-1-5-16,0-8-6 16,2-9-2-16,1-12-2 15,2-14 0-15,4-11-98 16,5-10-106-16,3 0-38 16,0-26-131-16</inkml:trace>
  <inkml:trace contextRef="#ctx0" brushRef="#br2" timeOffset="100128.01">29145 6631 924 0,'0'0'218'0,"0"0"-168"16,0 0 154-16,0 0-126 16,0 0-63-16,0 0-8 15,44-40-8-15,7 30 2 16,4-2 3-16,-4 4-4 15,-4 1 3-15,-8 3-6 16,-6 4 3-16,-4 0 0 16,-10 4 2-16,-4 20 2 15,-4 7 22-15,-5 7 41 16,-5 6 10-16,-1 6-17 16,0-1-14-16,0-1-24 15,0-4-6-15,-4-7-16 16,-1-1 1-16,4-7-3 0,-1-7-4 15,2-4-46-15,0-8-112 16,0-6-97-16,-6-4-17 16,-10 0-90-16</inkml:trace>
  <inkml:trace contextRef="#ctx0" brushRef="#br2" timeOffset="100317.69">29302 6885 953 0,'0'0'31'16,"0"0"219"-16,0 0-120 0,0 0-30 15,39-72-90-15,23 51-9 16,17 3-1 0,4-2 0-16,-2 0-14 15,0-1-158-15,5-4-211 0,4-4 89 16,-1-5-86-16</inkml:trace>
  <inkml:trace contextRef="#ctx0" brushRef="#br2" timeOffset="100504.8">30185 6491 1132 0,'0'0'60'0,"0"0"-48"16,0 0 124-16,-75 81-8 0,72-50-82 15,3 5 16-15,0-2-25 16,6 4-20-16,6-2 2 16,3-4-19-16,-2-2 4 15,2-7-4-15,-4-5-1 16,1-3-4-16,-1-5-29 15,3-5-124-15,7-5-66 16,4 0-138-16,6-17-384 16</inkml:trace>
  <inkml:trace contextRef="#ctx0" brushRef="#br2" timeOffset="100829.39">30498 6495 1119 0,'0'0'28'0,"0"0"62"15,0 0-46-15,0 0 99 0,0 89-50 16,0-52-41-16,-8-1-6 16,-5 2-12-16,-9-1-13 15,-4-5-20-15,-4-4-1 16,-2-7 2-16,2-7-2 16,4-5 0-16,13-6-25 15,8-3-48-15,5-1 39 16,0-21-22-16,18-8-2 15,11-3 52-15,7 3 6 16,4 10 0-16,0 8 3 16,5 12 24-16,3 0 38 15,10 4-8-15,6 10-1 16,-1-2-20 0,-2-1-12-16,-6 0-21 0,-1-1-3 15,3 3-1-15,-2 0-5 16,-2 0-96-16,-15 4-235 0,-13-4-412 15</inkml:trace>
  <inkml:trace contextRef="#ctx0" brushRef="#br2" timeOffset="101801.53">24857 8589 512 0,'0'0'100'0,"0"0"89"0,0 0-18 0,0 0 6 0,0 0-48 16,0 0-34-16,-8-13-55 15,8 46-40-15,0 14 82 16,0 13-5-16,3 3-39 0,2 4 34 15,-1 0-40-15,2 0-13 16,2-1-19 0,-1-8 0-16,2-11-2 15,3-13 1-15,-3-12 0 0,5-9-4 16,-3-9-24-16,3-4-140 16,2-8-71-16,-1-16-65 15,1-11-246-15</inkml:trace>
  <inkml:trace contextRef="#ctx0" brushRef="#br2" timeOffset="102391.39">25336 8729 494 0,'0'0'45'15,"0"0"-27"-15,0 0 138 16,0 0-29-16,0 0-32 16,0 0-18-16,48-7 30 15,-37-10-33-15,-2-3-30 16,-1-2 3-16,-5-4-20 16,-3-4-6-16,0-2-3 15,-15 3 4-15,-4 5 3 0,-7 6-22 16,5 11 24-1,-7 7-8-15,-4 0-18 0,-6 21 8 16,5 12 12 0,-1 7-13-16,4 5 5 0,10 0-8 15,7-4-2-15,9-6-1 16,4-5 0-16,1-8-3 16,24-7 1-16,16-13 0 15,12-2-2-15,8-8 2 16,2-16 0-16,-5-4-2 15,-10-3-7-15,-5-3 3 16,-14 1 5-16,-8 7 2 16,-13 8 6-16,-3 10 0 15,-5 8 11-15,0 2 35 0,0 26-49 16,-11 13-4 0,-3 14 51-16,2 2-8 0,1 1-15 15,5 3-14 1,3-3-10-16,3 3-4 0,0-10-3 15,0-10 3-15,3-13 0 16,14-11-28-16,4-17-103 16,9 0-54-16,11-19-1 15,4-15-122-15,3-9-192 16</inkml:trace>
  <inkml:trace contextRef="#ctx0" brushRef="#br2" timeOffset="103044.61">26017 8589 1033 0,'0'0'5'0,"0"0"105"0,-65 90 61 0,50-53-39 0,9 1-67 16,6 1-19-16,0-6-18 16,0-2 0-16,9-4-25 15,12-4-2-15,0-5 3 16,0-6-4-16,6-6 4 15,1-6-4-15,2 0 0 16,-4-2 11-16,1-14-11 16,-9-2 2-16,-3-5 4 0,-7-4-5 15,-8-4 8 1,0 0-7-16,-14 0 2 16,-8 2 3-16,-2 3-7 15,-1 2 0-15,2 2 5 0,2 1-4 16,8 3 3-16,1 0-4 15,9 0 0-15,3 1 0 16,0 0 0-16,9-1-10 16,16 2 8-16,11 0-5 15,7 3 3-15,4 3 0 16,2 4 2-16,-4 3-7 16,-2 3 9-16,-6 0-1 15,-6 16-1-15,-7 3 1 16,-6 6 0-16,-7 9-4 15,-10 0 5-15,-1 6 13 0,-1-2-8 16,-14 2 23-16,1-4 3 16,3-5-17-16,8-3-3 15,3-4-11-15,0-7 0 16,7-3 3-16,14-7 3 16,9-7-6-16,4 0 5 15,8-11-4-15,-2-11 11 16,-6-5-12-16,-4-6 0 15,-11-2 16-15,-5-6-14 16,-11-3 1-16,-3-5 13 16,-3 4-12-16,-22 3 4 15,-13 17-8-15,-11 11-1 0,-12 10-4 16,-5 4-24-16,-1 9-112 16,0 9-155-16,4-2-203 15</inkml:trace>
  <inkml:trace contextRef="#ctx0" brushRef="#br2" timeOffset="104628.63">29169 8068 628 0,'0'0'4'0,"0"0"5"0,0 0 62 0,0 0-70 0,0 0-2 0,0 0 1 0,0 0 0 0,-16 2-4 0,16 0 4 0,0 0 0 0,-1-1-1 16,1-1 4-16,0 0-3 15,-3 0 1-15,3 0 26 0,-1 0 50 16,-2 0-18 0,3 0-9-16,-5 0-4 15,-1 1-26-15,0-1 7 0,0 0 30 16,-1 0-23-16,2 0 8 15,1 0-19-15,2 0 1 16,1 0 4-16,1 0-4 16,-2 0-2-16,2 0-8 15,0 0-5-15,0 0 18 16,0 0-17-16,0 0 6 16,0 0 3-16,0 0-4 15,0 0 7-15,0 0-7 16,0 0-7-16,0 0 16 15,0 0-21-15,0 0 5 16,0 0 3-16,0 0-6 0,0 0 10 16,-1 0-10-1,1 0-4-15,0 0 13 0,0 0-13 16,0 0 1-16,0 0-1 16,0 0 2-16,0 0 6 15,0 0-8-15,0 0 2 16,-2 0 11-16,2 0-12 15,-1 0 13-15,-2 0-3 16,0-1-8-16,-3-2 6 16,2-1-9-16,-2-1 2 0,3-2 9 15,-4-3-10 1,4-4 2-16,2-9-4 0,1-4 0 16,0-2-4-1,3 5 4-15,6 6-4 16,-1 10 3-16,-4 8-5 0,5 0 0 15,6 15-9-15,7 19 15 16,5 11 3-16,-2 8-2 16,-10 4-1-16,-7 6 8 15,-8 4-7-15,-3 0 3 16,-22-5-4-16,-10-6 0 16,-7-11 8-16,-5-9-8 15,-1-9 0-15,3-8 5 16,6-11-4-16,5-8 7 15,7 0-8-15,4-17 2 0,6-9-5 16,5-7 3 0,8-9-5-16,4-4-9 0,7 2-7 15,15 11 13-15,7 14-3 16,1 16 2-16,1 3 7 16,0 14-1-16,5 10 2 15,4 0-3-15,1-1 8 16,-3-3-5-16,4-5 1 15,-3-3 0-15,-2-3-1 16,2-5-106-16,0-2-95 16,-1-2-47-16,-3 0-173 15</inkml:trace>
  <inkml:trace contextRef="#ctx0" brushRef="#br2" timeOffset="105469.86">29738 7900 753 0,'0'0'45'0,"0"0"145"0,0 0-101 0,0 0-14 0,0 0-27 15,0 0-35-15,-13-14-13 16,13 11 1-16,16-2 0 16,7-4-1-16,7 1 4 15,0 0-3-15,-8 2 2 16,-6 3-6-16,-10 3 3 16,-3 0-7-16,-3 0-5 15,-3 0-72-15,-21 9-93 16,-10 5-36-16,-5-2 24 15,-2 2 95-15,8-2 81 16,3-1 13-16,3 1 88 16,6-4 60-16,6 3-62 0,5 0 2 15,5 6-50-15,4 1 16 16,1 0-11-16,0 6 16 16,9-1-26-16,10 3-19 15,4 1 7-15,2 0 4 16,3-2-12-16,2 2-4 15,1 1-6-15,2-3 2 16,-4-2 7-16,-6-3-12 16,-6-5 6-16,-5 0-3 15,-8-3-1-15,-4-2 17 16,0-1 4-16,-7 1-3 0,-16-1 8 16,-3-1-23-1,-3-3-2-15,3-5-3 0,6 0 0 16,1 0-4-16,5-14-145 15,2-12-124-15,6-12-257 16</inkml:trace>
  <inkml:trace contextRef="#ctx0" brushRef="#br2" timeOffset="105643.5">29934 7856 1193 0,'0'0'7'0,"0"0"32"0,0 0-10 0,0 0-24 0,98-50-5 16,-56 50 0-16,0 0-6 16,-3 0-164-16,-9 3-204 15</inkml:trace>
  <inkml:trace contextRef="#ctx0" brushRef="#br2" timeOffset="105877.11">30429 7886 1095 0,'0'0'0'16,"0"0"7"-16,0 0 81 0,38 95 50 16,-9-52-62-16,3 1-5 15,-5-1-30 1,-7-1-28-16,-9-1-11 0,-3-4-2 15,-4-8 4-15,-1-4-12 16,0-11-3-16,3-6-158 16,4-8-63-16,10 0-129 15</inkml:trace>
  <inkml:trace contextRef="#ctx0" brushRef="#br2" timeOffset="106209.6">30914 7905 603 0,'0'0'460'0,"0"0"-449"16,0 0 34-16,0 0 85 16,-55 86-49-16,33-48-36 15,-1-1 15-15,-4-2-10 16,-1 0-18-16,-2-3-18 16,-3-3-3-16,5-7 7 15,4-8-15-15,10-4-3 16,9-10 0-16,5 0 4 15,0 0-1-15,22-18-3 16,12-3 3-16,12-5-6 16,7 8 0-16,-2 9 3 15,5 9 0-15,5 2 1 16,2 19 12-16,1 6-8 16,-1 0-3-16,-9-2 2 0,-11-2-3 15,-4-2-2-15,-1-2-1 16,1-4-27-16,3-3-213 15,1-4-188-15</inkml:trace>
  <inkml:trace contextRef="#ctx0" brushRef="#br2" timeOffset="106362.75">32548 8115 341 0,'86'-21'0'16</inkml:trace>
  <inkml:trace contextRef="#ctx0" brushRef="#br2" timeOffset="118867.76">25025 11854 793 0,'0'0'25'0,"0"0"106"0,0 0-24 15,0 0 0-15,0 0-40 16,0 0-8-16,0 0-15 15,0 0-12-15,0-33-6 16,0 58-16-16,2 13 65 16,2 11-10-16,1 11-30 0,-2 5-5 15,-3 5-7 1,3-4-8-16,-2-7-1 16,-1-12-14-16,0-8 5 15,0-12-8-15,3-6 4 0,-3-11-1 16,2-5 0-1,-1-4-11-15,-1-1-12 16,3-2-121-16,0-18-48 0,2-11-138 16,-1-5-190-16</inkml:trace>
  <inkml:trace contextRef="#ctx0" brushRef="#br2" timeOffset="119303.52">25418 11870 884 0,'0'0'52'16,"0"0"36"-16,0 0 76 16,0 0-91-16,0 0-46 15,0 0 40-15,-34 19-5 16,8 8-14-16,2 6 35 15,0 1-27-15,4 1-26 16,7-2 0-16,7 0-12 0,5-2 4 16,1 1-21-1,0-2 1-15,13-1 4 16,8-1-6-16,3-1 0 31,3-5-1-31,-1 0 2 0,-6-2 0 0,-2-4-1 16,-6-3 0-16,-6-3-3 15,-1-5 8-15,-5 1-5 16,0-2 3-16,-12 2 1 16,-18 0 4-16,-6 0-8 0,-7-4-6 15,4-2 4-15,2-2-56 16,2-16-60-16,8-11-34 16,7-9-39-16,8-12-94 0,12-4-49 15</inkml:trace>
  <inkml:trace contextRef="#ctx0" brushRef="#br2" timeOffset="119515.74">25440 11862 602 0,'0'0'394'16,"0"0"-349"-16,0 0 172 16,0 0-122-16,0 0-79 15,0 0-12-15,97-43 0 16,-67 43-4-16,0 0 0 15,-3 0-10-15,1 0-132 16,-4 6-281-16</inkml:trace>
  <inkml:trace contextRef="#ctx0" brushRef="#br2" timeOffset="120172.29">25997 11931 1175 0,'0'0'3'16,"0"0"-3"-16,0 0 52 15,0 0 2-15,-24 95-9 16,24-59 0-16,0-2 16 16,10-3-30-16,2-5-21 15,4-4 3-15,4-7-7 16,5-6 8-16,5-9-14 15,6 0 0-15,3 0 14 16,5-12-12-16,0-3-1 16,-4-5-1-16,-9 1 0 15,-11-4 1-15,-10 2-1 16,-10-2 0-16,0-2 3 0,-16 0 1 16,-9 2-1-16,-5 0 0 15,-2 3 5-15,4 5 32 16,1 1 11-16,6 5-11 15,5 0-6-15,7 3-34 16,4 0 8-16,5-1-1 0,0-3-3 16,26-6-4-1,11-5-10-15,9 2 3 0,8 1 1 16,-2 5 5-16,-2 4-2 16,-3 5-1-16,-5 4 4 15,-6 0-5-15,-5 2 4 16,-8 13 1-16,-4 3-13 15,-10 6 13-15,-8 5 0 16,-1 3 4-16,0 3-1 16,0 2 18-16,0-2-16 15,0-3 1-15,5-7 6 16,14-5-5-16,9-4-7 0,7-10 0 16,5-6 3-16,14 0 11 15,9-22-14-15,5-7 2 16,1-6 1-16,-17-3 5 15,-16 2-8-15,-20 3 14 16,-13-2 12-16,-3 0 32 16,-21-2-43-16,-14 4-10 15,-13 8-1-15,-9 11 1 16,-6 9-10-16,1 5 0 16,3 5-82-16,7 14-141 15,3-1-277-15</inkml:trace>
  <inkml:trace contextRef="#ctx0" brushRef="#br2" timeOffset="121691.77">27633 11725 827 0,'0'0'40'0,"0"0"-7"0,0 0 77 0,0 0-72 0,0 0-33 16,0 0 1-16,49-60 21 16,-42 53 3-16,-4 3 25 15,-3 4 5-15,0 0 23 16,0 0 16-16,-6 0-7 16,-18 0-39-16,-8 15-53 0,-5 7 0 15,1 2 10-15,8-2-6 16,9-1-1-1,10-4-3-15,4-1 3 0,5 0-6 16,0 2-2-16,6-2-5 16,13 3 8-16,6-3 2 15,1 2-7-15,9-3 6 16,0 4-3-16,-1-1 3 16,-2 0-6-16,-9-2-2 15,-9-2 2-15,-8-1 4 16,-6-2-9-16,-9 2 12 15,-21-3 2-15,-13 2 7 0,-3-3-5 16,-2-5-3 0,9-2 13-16,5-2-6 0,9 0 17 15,7 0-14-15,4-2-8 16,8-3 11-16,5 0-14 16,1 1-1-16,0 1-4 15,0-5-5-15,15 6-2 16,10-4 7-16,7-1 5 15,8 6-6-15,6 1 4 16,11-3 2-16,11 0-3 16,10-4 7-16,7-2-4 15,6-3 0-15,2-3 1 0,-7-2-3 16,-13-1 2-16,-24 2-25 16,-19 0 23-16,-21 3-3 15,-9-7 5-15,-3-2 9 16,-23 1-5-16,-12 2 8 15,-7 5-11-15,-8 5 2 16,-3 9 27-16,4 0-29 16,6 12 7-16,8 7-8 15,13 5 2-15,13 0-10 16,8 0 2-16,4-2 2 16,3-1-4-16,18-2-1 15,9-5 8-15,6-6-1 16,9-4-3-16,5-4 1 15,2 0-8-15,3 0-10 16,-4 0 20-16,-6 8-32 0,-9 9 27 16,-11 9-2-16,-10 7 9 15,-12 11 1-15,-3 11-1 16,-15 8 8-16,-15 12 15 16,-3 11-11-16,-1 3 8 15,1 4-15-15,6 0-1 16,7-6 7-16,10-16-11 15,10-12 0-15,0-20-1 16,15-15 3-16,9-10-2 16,12-13 0-16,3-1 0 15,6-23 6-15,2-13-6 16,-5-7 0-16,-9-8 1 16,-12-3 0-16,-15-5 9 0,-6 2-10 15,-5-1 1-15,-23 2 20 16,-8 8-9-16,-4 5 0 15,-5 8 28-15,0 10-18 16,2 4 0-16,9 5-22 16,7 2 2-16,10 6 3 15,7 1-5-15,6-2-1 16,4 0-6-16,0-5-72 16,13-3-53-16,15-6-37 15,9-7-39-15,5-7-42 16,4-7-228-16</inkml:trace>
  <inkml:trace contextRef="#ctx0" brushRef="#br2" timeOffset="121920.88">28634 11669 837 0,'0'0'59'0,"0"0"24"0,0 0 135 0,0 0-148 0,0 0-68 0,0 0 10 0,3 84 58 16,-1-37-34-1,1-1 6-15,4-1-22 0,0 1-15 16,3-7-5-16,-4-7 0 16,4-5-7-16,-3-9 6 15,-1-6-28-15,1-5-132 16,-1-7-78-16,-2 0-142 16</inkml:trace>
  <inkml:trace contextRef="#ctx0" brushRef="#br2" timeOffset="122040.12">28712 11884 883 0,'0'0'2'15,"0"0"-2"-15,0 0 0 16,0 0-5-16,100-44-22 16,-67 38-423-16</inkml:trace>
  <inkml:trace contextRef="#ctx0" brushRef="#br2" timeOffset="122384.75">29249 11596 764 0,'0'0'66'16,"0"0"-11"-16,0 0 96 16,0 0-56-16,0 0-74 15,0 0-19-15,-3 43 125 16,9-8-50-16,2 3 5 0,-2 1-25 16,0 4-11-16,-1 0-16 15,-2 0-30-15,0 0 4 16,-1-2-1-1,-2-7-1-15,0-7-4 0,0-7 0 16,0-9-49-16,0-5-89 16,0-6-87-16,-2 0-79 15,-9-6-283-15</inkml:trace>
  <inkml:trace contextRef="#ctx0" brushRef="#br2" timeOffset="122954.6">29255 11728 604 0,'0'0'301'0,"0"0"-296"0,0 0 207 0,0 0-103 16,0 0-40-16,0 0 11 16,-60-56-40-16,59 81-34 15,-1 18 12-15,2 11 33 16,0 5-14-16,0 9 16 16,9 4-15-16,3 4-8 15,-1 2 2-15,1-1-21 16,-1-4 7-1,0-2-17-15,-3-8 1 0,0-7 12 16,-5-9-13-16,-1-7 0 0,-2-6-1 16,0-3 0-16,-5-6 2 15,-9-5-2-15,0-8-9 16,-1-11 2-16,0-1-74 16,-4-8-21-16,-5-17-38 15,-4-10 7-15,-7-7-35 16,-2-12-83-16,-2-8-216 15</inkml:trace>
  <inkml:trace contextRef="#ctx0" brushRef="#br2" timeOffset="123152.1">29115 12035 998 0,'0'0'12'15,"0"0"165"-15,93-92-74 16,-51 64-67-16,5 4 2 15,0 2-33-15,-5-1-4 16,-3 2-1-16,-7-1-15 16,-7-6-24-16,-7-3-161 15,-8-5-37-15,-4-10-39 16,-4 3-109-16</inkml:trace>
  <inkml:trace contextRef="#ctx0" brushRef="#br2" timeOffset="123321.49">29518 11519 501 0,'0'0'191'0,"0"0"-98"16,0 0-26-1,0 0 21-15,-5 114 46 0,5-62-33 16,12 0-24 0,2-2 26-16,2 0-53 0,-1-6-17 15,0 0-8-15,-3-5-22 16,0-7-3-16,-5-7 0 16,-1-7-14-16,0-11-4 15,-1-7-163-15,2 0-93 16,0-7-134-16</inkml:trace>
  <inkml:trace contextRef="#ctx0" brushRef="#br2" timeOffset="123479.27">29679 11758 964 0,'0'0'7'0,"0"0"4"15,91-36-2-15,-45 29-9 16,3 3-3-16,-1-2-89 15,0 0-447-15</inkml:trace>
  <inkml:trace contextRef="#ctx0" brushRef="#br2" timeOffset="123894.48">30705 11597 1022 0,'0'0'8'0,"0"0"154"16,0 0-23-16,-58-79-49 15,44 53-4-15,6-2-35 16,5-5 1-16,3 2-20 15,0 3-18-15,4 1 10 16,13 7-20-16,5 4-4 16,5 5 0-16,2 7 0 15,3 3-8-15,-1 1 4 16,-1 0 4-16,-3 15-14 0,2 3 13 31,-6 7-1-31,-5 0 2 16,-7 2 0-16,-7 5 2 15,-4 2-1-15,0 0 1 16,-12 0 9-16,-13 2-2 0,-2 1-10 0,-6 1 1 16,2-1-8-16,-1 6 5 15,1-1-163-15,0 2-191 16,1 1-271-16</inkml:trace>
  <inkml:trace contextRef="#ctx0" brushRef="#br2" timeOffset="124280.3">30732 12383 852 0,'0'0'138'0,"0"0"-137"15,0 0 230-15,0 0-175 16,0 0-4-16,0 0 37 15,18 12 0-15,-18-2-28 16,0 0 26-16,0 1-26 16,-3 2-3-16,3-2-42 15,0 3-6-15,0-1-3 16,10-1-6-16,13-7 5 16,7-2-6-16,5-3 0 15,0 0 2-15,-4-12 2 16,0-7-4-1,-5-1 1-15,-7-4-1 16,-7 4 13-16,-12-3-12 0,-6 2 23 16,-25 2-2-16,-12 7-19 0,-10 10-6 15,-2 2 0-15,0 23-82 16,-2 8-237-16,5 5-392 16</inkml:trace>
  <inkml:trace contextRef="#ctx0" brushRef="#br2" timeOffset="126307.56">31345 10682 485 0,'0'0'125'0,"0"0"-115"0,0 0 97 0,0 0-17 0,-113-64-36 16,66 50 1-16,-12 2-14 0,-17 1-12 16,-12-5 31-1,-12 0-42-15,-15 4-4 0,-3-4-6 16,-15 4 21 0,-6 2-5-1,-5 3-19-15,-13 3 11 16,-4 2 9-16,-4 0-5 15,-6-2-5-15,3 3 12 16,-4 1 11-16,-4 0-30 16,-1 0 0-16,-4 3 1 15,2 7-7-15,-5 4 16 0,5 1-8 0,2 1-3 16,0 3 18-16,5 3-23 16,-3 1 7-16,-1 0-4 15,3 2-2-15,2 4 14 0,5 5 8 16,9 7-13-16,11 5-9 15,6 4 1-15,7 0-4 16,6 0 0-16,11 0 2 16,8-2 1-16,14 6-3 15,6 1 0-15,5 4-3 16,5 1 4-16,-1 2-1 16,0 1 0-16,2 2 0 15,-2 3-5-15,4 5 5 16,-1-3 0-16,6 2 2 15,4-4-2-15,8 0 0 0,6 1 0 16,9-3 1-16,7 1-1 16,9-6 0-16,8 1 0 15,5-3 0 1,8 0 1-16,1 1-1 0,5-1 0 16,0 0 2-16,5 0-5 15,12 0 0-15,2 2 3 16,8-4-1-16,2 0 3 15,7-6-4-15,3-2 2 16,6 0 0-16,4-2 2 16,6 3-2-16,5-3 0 15,3 1-4-15,7-2 11 0,9-4-8 16,4-4 1-16,7-2 0 16,11-1 6-16,5-5-6 15,9 1 1-15,6-5-3 16,4-2 5-16,7 1-5 15,9-3 2-15,3 2 0 16,5-1 11-16,11 2-2 16,2-1 6-16,1 0 9 15,1 2-23-15,-6-1 5 16,-2-1-6-16,-8-2 0 16,-3-2 11-16,-3 0-7 15,0-6 3-15,1-6 0 16,3-2 13-16,-1-6-6 0,-2 0-14 15,-2 0 2 1,-5-11 7-16,-6-4-7 0,-3-2 1 16,-3 0-1-16,-2-2 2 15,-2-2 4-15,-3 1-6 16,1 1-1-16,-7-3 13 16,1 1-14-16,-5-1 11 15,-6-2-4-15,-4 0-6 16,-4 1 8-16,-5 2-9 15,-3 0 0-15,-4 2 6 16,-4 1-6-16,-5 0 0 16,-7 0-1-16,-2-2 1 15,-3-2 0-15,-1 2-1 16,1 0 1-16,0-3-2 0,-4-3 5 16,-2-4-3-16,-5-3 0 15,1-1 0-15,-7 1 0 16,0-6 0-16,-1 2 0 15,-3-5 3-15,-2-2 0 16,0-6-3-16,-2-4 1 16,-3-10 3-16,0-6 2 15,1-5-6-15,-2-4 0 16,0-4 8-16,-1 3 0 16,0-3-8-16,-3 2 7 15,-8 2-4-15,-2 0 21 0,-10-2-21 16,-4 1 8-1,-3-2 21-15,0-6-28 0,-15-8 4 16,-10-2-8 0,-10-5 7-16,-8 8-7 0,-11 7 0 15,-23 13 0-15,-25 6-6 16,-32 11-5-16,-40 13 6 16,-29 13-69-16,-23 14-121 15,-17 11-78-15,-1 5-396 16</inkml:trace>
  <inkml:trace contextRef="#ctx0" brushRef="#br2" timeOffset="135440.31">24969 6279 403 0,'0'0'93'0,"0"0"-64"0,0 0 43 0,0 0 16 0,0 0-46 0,0 0-7 16,0 0-8-16,4 0-22 15,-4 0 10-15,2 0-15 16,-2 0 1-16,0 0-1 16,0 0 0-16,0 0-2 15,0 0-13-15,0 0-166 16</inkml:trace>
  <inkml:trace contextRef="#ctx0" brushRef="#br2" timeOffset="141066.37">30299 5092 18 0,'0'0'346'0,"0"0"-344"0,0 0 99 0,0 0-23 0,0 0-47 0,0 0-10 0,0 0 18 16,0 0-15-16,-58-32-14 15,37 31-5-15,-4-4 1 16,-11 4-6-16,-10-2 0 15,-15 1 0-15,-12-1 3 16,-10-2 2-16,-8 0-6 16,-3-1 1-16,-1 0 0 15,-1-2 0-15,-2 2 0 0,0 0 0 16,1-2 6-16,0 5-2 16,1-1-2-16,-1 2-2 15,-6 2 0 1,-1-1 5-16,-6 1-5 0,-1 0 0 15,1 0 9-15,1 0-9 16,1 0 0-16,7 0 1 16,2 1-1-16,3 5 4 15,3 1-4-15,1 3 0 16,-2 0-1-16,1-1 1 16,1 1 0-16,-1-2 3 15,2 0-2-15,3 2 4 0,-3 2-5 16,-3-3 0-1,1 1-1-15,4 0 2 0,4 0-1 16,6-2 0-16,-2 3 0 16,1-2 0-16,-2 0 0 15,-1 0 0-15,-1 0 1 16,-1-1 6-16,1-1-8 16,-1 3 1-16,1-1 0 15,1 1 4-15,-1 3-4 16,1-4 0-16,4 0 1 15,4 2 5-15,5 2-8 16,-2 2 2-16,2-1 0 0,3 4 3 16,0-2-3-1,1 3 0-15,1-3 0 0,1 3 8 16,-2 1-13-16,-1-1 5 16,-1 3 0-16,3 0 2 15,-5 4-2-15,1 1 0 16,-1 1 2-16,1 0 4 15,-1 1-10-15,9-2 4 16,7 2 0-16,4-3-3 16,3 0 5-16,-2 1-4 15,2 1 2-15,-1 3 0 16,0 2 2-16,5 0-2 16,2 1 0-16,0 1 4 15,8-1-2-15,0 3-2 16,3-3 0-16,5 0 2 15,4 1-4-15,3-3 2 0,7 5 0 16,4 4 4-16,6 0-4 16,1 5 0-16,0-2 0 15,0-2 0-15,4-3 0 16,9-4 0-16,4-4 0 16,4-4-6-16,3 0 7 15,1-4-1-15,6 1 1 16,4-2 0-16,7-1 0 15,7-3-1-15,10-2 0 16,8-2 18-16,11-3-17 16,4-2 2-16,12-2 4 0,9-1-6 15,8-4 0-15,9-2-1 16,9 0 0-16,9 0-3 16,4-8 4-16,0-4-1 15,-1-2 0-15,4-4 0 16,3-1 2-16,9 0-2 15,2 1 0-15,-2 2-3 16,-3 3 3-16,-7 0 0 16,-5 2 0-16,-5-1 1 15,5-1 1-15,-3 0-2 16,4-2 0-16,-1 3 7 16,-8-1-2-16,-7 4-7 15,-5-1 2-15,-7 2 0 0,-9-3 5 16,-3-1-5-1,-2 4 0-15,-2-6 3 0,1 3 7 16,-2-3-14-16,-1-3 4 16,-1 1 0-16,-4 0 1 15,1 0-1-15,-8 2 0 16,-3 1-1-16,-3 1 8 16,-4 0-8-16,-3 0 1 15,-1 4 0-15,-3-4 5 16,3 1-3-16,3 3-2 15,-2-3 1-15,-2 0 2 16,-7 2-6-16,-2-3 3 16,-3 0 0-16,-1 4 5 15,1 0-1-15,-3-1-4 0,0 2 2 16,-2-1-1-16,0 0 12 16,-2 2-13-16,-2-1 0 15,-1-1 18-15,-3 2-18 16,-2 0 5-16,-3-1 0 15,-1 1-4-15,1-1 18 16,-3 0-19-16,1-2 0 16,-2 1 14-16,0 0-12 15,0-4 10-15,2 3-7 16,1-3-2-16,-2-1 8 16,-2-1-11-16,-3 0 0 15,-3-4 5-15,-4-2-2 16,-4-1-3-16,-5-5 0 0,-1 1 0 15,-6-4 11-15,-3-4-11 16,-4-2 0-16,-2-9 13 16,0-2-12-16,-11-8 9 15,-8-1 4-15,-4-3 6 16,-8 0 8-16,-8 2-28 16,-10 1 0-16,-17 4-6 15,-23 3-21-15,-38 0-223 16</inkml:trace>
  <inkml:trace contextRef="#ctx0" brushRef="#br3" timeOffset="146778.97">31381 10494 832 0,'0'0'56'0,"0"0"-17"0,0 0 107 16,0 0-50-16,39-76-49 16,-2 49-12-16,6 0-5 0,2 6-23 15,0-1 3-15,-5 5-10 16,-8 3 0-16,-7 5-2 15,-10 6-7 1,-6 3-95-16,-9 0-88 0,0 4-114 16,-18 13-259-16</inkml:trace>
  <inkml:trace contextRef="#ctx0" brushRef="#br3" timeOffset="146948.17">31502 10601 991 0,'0'0'68'0,"0"0"-39"16,0 0 163-16,0 0-67 0,0 0-45 16,0 0-60-16,79-52-14 15,-43 35-6-15,1-2-2 16,3 0 0-16,5-3-110 16,0-4-80-16,1-5-113 15,-4-4-291-15</inkml:trace>
  <inkml:trace contextRef="#ctx0" brushRef="#br3" timeOffset="147420.51">32182 10090 383 0,'0'0'456'15,"0"0"-450"-15,0 0 155 16,0 0-36-16,0 0-55 16,0 0-11-16,-19-11-4 15,10 4-12-15,-5-4-24 16,-3 0-4-16,-3-1 12 16,2-2 24-16,1-1-26 15,0-1-3-15,-1 1-2 16,3-6 11-16,5 2-2 15,4-4-14-15,6-2 3 16,0 3 3-16,7-1-19 0,14 4-4 31,10 5 2-31,8-1-2 0,7 8-2 16,5 4 4-16,1 3-1 16,-4 1-1-16,-8 17-3 15,-8 1 4-15,-7 5-3 16,-8 6 0-16,-10 1 1 0,-7 8 3 15,-13-1-2-15,-22 1 2 16,-11 3 0-16,-6-4 5 16,1-4-5-16,8-2 1 15,8-3 0-15,12-1-1 0,6-6-5 16,13 5-42-16,4-4-134 16,0 2-86-16,15-2-175 15</inkml:trace>
  <inkml:trace contextRef="#ctx0" brushRef="#br3" timeOffset="147753.63">32246 10750 908 0,'0'0'100'0,"0"0"-92"0,0 0 123 0,0 0-26 0,0 0-54 16,0 0 5-16,-7 29-6 16,7-21 6-16,4-2-29 15,9 0-11-15,4-2-2 16,5-4-5-16,3 0-2 16,3 0-7-16,-3-3 2 15,-2-7 4-15,-10-4-1 16,-7 3 18-16,-6-4 37 15,-3 1-19-15,-24 2-24 16,-16 8-17-16,-14 4-9 16,-5 8-26-16,-3 17-249 15,9 9-250-15</inkml:trace>
  <inkml:trace contextRef="#ctx0" brushRef="#br3" timeOffset="151436.21">30696 10294 201 0,'0'0'0'0</inkml:trace>
  <inkml:trace contextRef="#ctx1" brushRef="#br3">7920 4727 0,'0'35'203,"-88"36"-172,70-53-31,18-1 31,-35 1 1,35 0-1,0-36 0,0-35 0,0 0 1,0 35-17,0 1 110,17 17-78,72 70-16,-54-70-15,0 36-16,18-1 0,-18-17 16,54 52-1,-54-52 1,0-1 0,0 19-1</inkml:trace>
  <inkml:trace contextRef="#ctx1" brushRef="#br3" timeOffset="1121.4">10231 4304 0,'-71'53'141,"53"-18"-126,-52 36 1,52-71-1,-17 35 17,17-35-32,1-18 31,17-17-15,0 0-16,0 17 15,0-17-15,0 17 16,17-52-1,-17 17 1,18 17 0,0 19 15,-1 17-15,89 176 15,-71-105-16,36-1 1,35 18 15,-71-52 1,-17-19-17</inkml:trace>
  <inkml:trace contextRef="#ctx1" brushRef="#br3" timeOffset="2254.25">8043 6156 0,'-53'18'156,"-35"87"-140,71-69-16,-19 17 16,19-53-1,-1 0 1,18-36 0,0 19-16,0-89 15,18 71-15,-18 17 16,17-35-1,-17 18 1,0 17-16,18 0 16,0 1 15,-1 17-15,36 53 15,-18-18-16,1-17 1,17 35 15,-36-53 1,19 35-1</inkml:trace>
  <inkml:trace contextRef="#ctx1" brushRef="#br3" timeOffset="3186.33">10283 5203 0,'0'36'172,"-35"17"-156,-35 35 0,-36 35-1,71-123 16,35-123 1,0 105-17,0 1-15,0-36 16,17 35 0,-17-17-1,0 17 1,18 18-1,-1 0 1,-17 18 0,71 52-1,-36 1 1,18 17 0,35 71-1,-70-142 1,17-17-16,-35 36 15,18-19 1,0-17-16,-1 36 16</inkml:trace>
  <inkml:trace contextRef="#ctx1" brushRef="#br3" timeOffset="4503.63">7320 8802 0,'0'35'219,"-70"18"-203,70-35-1,-36-1 1,36-87 31,0 52-47,0-141 31,18 142-31,0-72 16,-1 37 31,1 52-47,35 70 15,70 142 16,-105-159-15,88 70 0,-106-105-1,17-18 1,19 17 0</inkml:trace>
  <inkml:trace contextRef="#ctx1" brushRef="#br3" timeOffset="5053.88">8767 7796 0,'-230'300'172,"-17"-70"-125,247-213-47</inkml:trace>
  <inkml:trace contextRef="#ctx1" brushRef="#br3" timeOffset="5511.56">8290 8343 0</inkml:trace>
  <inkml:trace contextRef="#ctx1" brushRef="#br3" timeOffset="6575.19">8449 7937 0,'35'36'203,"1"-19"-187,-1 19 15,-18-36 0,1 17 0,-18 1 1</inkml:trace>
  <inkml:trace contextRef="#ctx1" brushRef="#br3" timeOffset="10024.86">8449 7937 0,'0'18'313,"18"17"-298,35 36 17,-1 17-17,-34-35 32,-18-35-31,18-1 15,-18 1 110</inkml:trace>
  <inkml:trace contextRef="#ctx1" brushRef="#br3" timeOffset="11553.51">9402 6262 0,'-89'176'156,"36"-35"-125,36-141-15,17 18 0,0-71 15,0 0-16,17 35 1</inkml:trace>
  <inkml:trace contextRef="#ctx1" brushRef="#br3" timeOffset="12110.75">9260 6438 0,'36'18'250,"17"-18"-219,-36 0-15,19 0 0</inkml:trace>
  <inkml:trace contextRef="#ctx1" brushRef="#br3" timeOffset="13129.77">8961 4445 0,'-18'88'157,"-53"36"-126,54-107-16,17 1-15,0 17 16,0-17 31</inkml:trace>
  <inkml:trace contextRef="#ctx1" brushRef="#br3" timeOffset="13915.96">8837 4710 0</inkml:trace>
  <inkml:trace contextRef="#ctx1" brushRef="#br3" timeOffset="17280.49">8872 4410 0,'18'0'265,"0"0"-249,-1 17 15,-17 1 32,36 17 15,-36-17-62,17 17-1,1 36 1,17-1-1,-35-52 1,0 35 15,18-53-15,-18 17 31</inkml:trace>
  <inkml:trace contextRef="#ctx1" brushRef="#br3" timeOffset="18610.02">11818 4551 0,'0'17'157,"-35"19"-157,-18-1 0,35-17 15,1-1 1,17-34 15,17-54 16,-17 53-47,0 1 0,18-18 16,17-36-1,-35 36 1,0-1 0,18-69-1,-18 87 1,0-17-1,0-1 17,0 19-17,17 34 32,54 72-16,-53-54-15,52 53 0,-35-70-1,-35-1 1,18 1 0</inkml:trace>
  <inkml:trace contextRef="#ctx1" brushRef="#br3" timeOffset="19901.91">11942 5609 0,'52'35'485,"142"107"-454,-141-107 0,-35-35 0,-18 17 16</inkml:trace>
  <inkml:trace contextRef="#ctx1" brushRef="#br3" timeOffset="20766.09">12206 5450 0,'-53'89'78,"-35"52"-63,0-18-15,17-17 16,-140 159 0,193-212-16,0-18 31</inkml:trace>
  <inkml:trace contextRef="#ctx1" brushRef="#br3" timeOffset="21469.76">11095 7479 0,'-35'35'109,"-36"124"-78,53-159-31,1 35 0,17-17 16,-18-18-16,18 17 31</inkml:trace>
  <inkml:trace contextRef="#ctx1" brushRef="#br3" timeOffset="21907.04">10936 7743 0,'124'71'188,"-107"-53"-173</inkml:trace>
  <inkml:trace contextRef="#ctx1" brushRef="#br3" timeOffset="22497.34">11712 7461 0,'-17'71'78,"-72"105"-62,54-123-1,17-35-15</inkml:trace>
  <inkml:trace contextRef="#ctx1" brushRef="#br3" timeOffset="22914.19">11553 7743 0,'89'36'125,"369"193"-110,-387-194 1,17 36 0,-70-71-1,17 18 1</inkml:trace>
  <inkml:trace contextRef="#ctx1" brushRef="#br3" timeOffset="24438.12">9754 8590 0,'-17'88'141,"-107"142"-125,54-89-1,-89 88 1,159-211-1,18-89 17</inkml:trace>
  <inkml:trace contextRef="#ctx1" brushRef="#br3" timeOffset="25463.52">9490 8767 0,'70'35'140,"301"106"-93,-318-141-31,-53 18-16,17-18 16,-17 17-1,18-17 79</inkml:trace>
  <inkml:trace contextRef="#ctx1" brushRef="#br4" timeOffset="202130.79">4516 10954 0,'88'-53'218,"776"-635"-186,-670 547-32,300-212 31,-53 88-16,-247 195-15,229-212 32,54-89-1,-407 265-31,18 36 16,89-36-1,264-264 16,-318 281-15,-70 54-16,176-212 31,54 0 1,-160 141-17,300-229 16,-176 141 1,106-141-1,-53 53 0,-18 53 0,-123 123 1,-71 35-17,-53 54-15,-17-1 16,194-229 390,229-212-375,-353 406-31,-35 1 16,0-37-16,17 36 16,142-158-1,-18-1 32,-159 159-47,177-106 16,-159 106-1,123-123 17,-141 141-32,160-124 31,-160 124-31,159-106 31,-18-71 0,-123 159-31,159-159 16,88-17 15,-18 17 16,-123 89-31,-124 105-1,141-158 17,-158 141-17,70-54 1,18 1 15,-35 18 0,-54 17 1,1 53-1,-1-18 0,-17 1 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31T08:05:34.00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10107 10654 0,'-18'0'484,"18"18"-468,0-1 15,0 71 0,-17-70-15,-1 70 15,18-35 0,0-35 0,0-36 79,0-52-79,18 17-15,-18 35-1,17 0 17,-17 1-1,0-1-31,0-17 31,0 17-31</inkml:trace>
  <inkml:trace contextRef="#ctx0" brushRef="#br0" timeOffset="5243.37">10125 10513 0,'0'35'187,"0"18"-171,0 18-1,0 17 1,0-53 15,0 0 0,0-17-15,0 52 0,0-52-1,0 0-15,0 17 16,0 0 0,0 18 15,0-70 31,0-1-46,0-35 0,-18-35-1,18 53-15,-18-230 31,18 194-15,0 54 0,0-1-1,-17 18-15,17-18 16,0 36 46,0 0-46,0 17-16,0-17 16,0 105-1,0-105 1,0 17-16,0-17 16,0 17-1,0 0 16,0-17-15,0 35 15,0-36-15,0 1-16,0 0 16,0-1 15,0-34-16,17-19 1,-17-16 0,0 16-16,18-34 15,0 52 1,-18-35 0,17 18-1,-17 17 1,0 1-1,0-1 1,0 36 62,0 17-62,0 0-16,0 0 15,0 1-15,0 17 16,-17-18-16,17 0 0,0 89 31,0-89-15,0-17 0,0-1 15,0 1-16,0-36 17,0-88-1,-18-17-15,18 88-16,0-36 15,0 1-15,0 34 16,0-34-1,0 52-15,0 0 0,0 1 16,0-1-16,0 0 31,0 54 32,0-1-48,0 53 1,0-70 0,0 35-16,0 106 31,0-89-15,0 1-1,0 70 1,0-106-1,0 18 1,0-18 15,0-17-15,0-36 46,0 1-46,0-1-16,0-35 16,0-70-1,0 52-15,0-70 32,0 123-17,0-52 16,0 52-15,0 0 0,0-52 15,0 52 0,0 1 0,0 34 63,0 19-63,0-1-31,0 71 16,0-89 0,0 1-1,18 0 1,-18-1 15,0 1 16</inkml:trace>
  <inkml:trace contextRef="#ctx0" brushRef="#br0" timeOffset="16549.93">10142 10760 0,'0'-18'453,"0"-17"-437,0-36 15,0 36-15,0 17-1,0 1 1,0-1 15,0 0-15,0-17 0,0 0-1,0-18 1,0 18 15,0 17 0,0 0-15,0-70 15,0 71-15,0-36-1,0 17 17,0 19-1,0-1-15,0 0-1,0-52 1,0 35-1,0 17 1,0 0 0,0 1-1,0-19 17,0 1-17,0-71 16,0 89-15,0-19-16,0 1 31,0 17-15,0-34 31,0 34-32,0 0-15,0-35 16,0 36 0,0-36 15,18 35-15,-18 1-16,0-1 31,0 0 16,0-70-16,0 53-15,18-53-1,-18 70-15,0-17 31,0 17-15,0 0 0,0 1-1,0-36 1,17-18 0,-17 18-16,0 36 0,0-19 15,0-16 16,0 16-15,0 19 0,0-1 15,0 0-15,0 1 15,18-107-16,-18 71 1,0 0 0,0 36-1,0-54 17,0 54-1,0-1 0,0-17 0,0-142 1,0 160-17,0-107 16,0 106 1,0-17-1,0-18 16,0-141-16,0 159-15,0-18 15,0 35-15,0 1-1,0-18 32,0 17 484,0-35-499,0 18-17,0-18 1,0-88 31,0 88-47,35 17 0,-17-69 15,17 52 1,-17-35 0,-18 70-1,0 0-15,0-17 16,17 35-1,-17-18-15,0 1 16,18-19 0,-18 19-16,0-1 15,0-35 1,0 18 15,18 0 0,-18 17-15,0-35 0,0 18-1,0-18 1,0 18 15,0 17-15,0-17 15,0-1-15,-36-87-1,36 105 1,0 1 0,0-19-1,0 19-15,0-1 16,0-52 15,-17 34-15,17-52-1,0 53 1,0 17 0,0-17-1,0 17 1,-18-17 15,18 17-15,0-17-1,0-35 1,0 52 0,0-35-1,0 35 32,0 1-16,0-1-15,0 0-16,0 1 16,0-36-1,0 35-15,0-17 16,0-18 15,0 18 0,0 17-15,0-105 0,0 105-1,0-35 1,0-70-1,0 87 1,-18-17 0,18 18-1,0 17 1,0-17 0,0 18-1,0-19 1,0 19-1,0-72 1,0 72 0,0-36-1,0 18 17,0-1-1,0 19 16,0-1 1500</inkml:trace>
  <inkml:trace contextRef="#ctx0" brushRef="#br0" timeOffset="21615.24">10301 4339 0,'-18'0'625,"-87"0"-594,52 0 0,35 0-31,0 0 32,-52 0-1,-18-17 0,-1-19 0,1 19 1,18-1-1,52 18-31,0-18 31,-52 1 0,52 17 1,-17-18-1,17 18 0,-52 0 0,52 0-15,-35 0 0,0 0-1,0 0 17,36 0-17,-36 0 1,35 0-1,-35 0 1,36 0 0,-19 0-16,-34 18 15,17-18 17,35 0-17,-52 17 1,52-17-1,-17 0-15,0 0 16,17 0 0,-17 18-16,-1-18 15,-34 0 1,34 0 0,1 18-1,0-18-15,-18 0 16,18 0-1,17 0-15,-52 0 16,34 0 0,-87 0-1,70 0 1,0 0-16,35 0 16,-88 17-1,1 1 1,-178 35-1,89-53 17,124 0-17,-18 17 1,17-17 0,36 0-16,0 0 15,-71 18 1,70-18-1,1 0 1,0 0 0,-159 18 15,141-18-15,-35 0-1,35 0-15,-18 0 16,-70 0-1,106 0 1,0 0-16,-54 0 16,-193-18 15,229 0-15,-105 1-1,-54-36 16,141 35-15,54 18 0,-19 0-1,19 0 1,17-17 0,-18 17-1,0 0 63</inkml:trace>
  <inkml:trace contextRef="#ctx0" brushRef="#br0" timeOffset="24986.03">4604 4004 0,'17'71'219,"72"70"-188,-54-106-15,-18 0 0,19-17-16,17 0 31,-36-18-31,1 0 0,17 0 31,-17 0-15,0-18-1,-1-35 1,-17 35 0,0-17-1,0 17-15,0 1 16,0-1 0,0 0 15,0 1-16,0 34 64,0 19-64,0-19-15,0 72 16,0-36-1,0-18-15,0 35 16,0-17 0,0 71-1,0-89 1,-35 53 0,17-70-16,1-1 15,-36 54 1,35-71-1,0 0-15,1 0 16,-1-18 0,-17-17-1,17-18 17,18 36-17,0-1-15,0 0 16,0-35-1,0 18-15,0 17 16,0-17-16,35 0 16,-17 0-16,141-89 31,-106 124-15,-36 0-16,19 0 15,34 0 1,-34 0-1,-19 0-15,1 0 16,-1 0 15</inkml:trace>
  <inkml:trace contextRef="#ctx0" brushRef="#br0" timeOffset="26547.12">10178 11536 0,'-89'123'156,"-105"230"-125,159-318-31,0 1 16,0 52 15,35-71 0,0-34 63</inkml:trace>
  <inkml:trace contextRef="#ctx0" brushRef="#br0" timeOffset="27738.37">9737 11589 0,'53'17'156,"-18"19"-140,88 69-1,-87-69 1,-1-19 0,35 54-1,107 52 16,-142-105-31,0 17 16,54 18 0,16 18 15,-87-18 0,-18-36 16,18-17 31</inkml:trace>
  <inkml:trace contextRef="#ctx0" brushRef="#br0" timeOffset="85361.15">17762 2046 0</inkml:trace>
  <inkml:trace contextRef="#ctx0" brushRef="#br0" timeOffset="87380.79">18115 14005 0,'18'18'250,"52"17"-218,-34-17-32,34-18 15,36-53 1,35-123 0,-141 123-1,53-159 16,-35 159-15,-18 35 0,0 107 31,0-1-32,17 176 1,-17-158-1,0-18-15,0 18 16,18 353 0,-36-230 15,1-176-15,-89 53-1,88-88 1,-35-1-16,-105-52 15,105-18 1,-89-176 0,125 176-1,17-124 1,0 124 0,70-105-1,-52 122 1,17 19-16,-17-1 15,17 0-15,71-17 16,0 18 0,-88 17-1,70 0 1,-53 0 0,-17 0-16,35-18 15,-18 18 1,-18 0-1,1 0 1,0 0-16</inkml:trace>
  <inkml:trace contextRef="#ctx0" brushRef="#br0" timeOffset="88084.27">18962 13776 0,'0'0'0,"35"0"156,18 0-140,70-18 0,-105 18-1,0 0 1,-1 0-16,1 0 31</inkml:trace>
  <inkml:trace contextRef="#ctx0" brushRef="#br0" timeOffset="89657.68">19773 13335 0,'35'18'281,"1"-18"-265,-1 0-16,88-53 31,1-35 0,-106 52-31,17 1 31,-17 0-15,-18-36 15,0 53 1,0 1-1,0 34 0,0 230 0,0-158-31,17 16 16,-17-16-16,53 369 31,-53-123 0,0-299-31,0-1 16,0 88 15,0-87-15,-53-1 15,-88-123 0,18-18-15,123 88 0,-18 1-16,-17-89 31,123-194 0,-53 229-15,106-34-1,-88 34 1,-18 53-16,1 1 0,-36-1 16,35 0-16,-35 1 15,18 17-15</inkml:trace>
  <inkml:trace contextRef="#ctx0" brushRef="#br0" timeOffset="90771.96">19614 12859 0,'124'-53'172,"-1"18"-156,-87 17-16,34 0 0,-35 1 15,1-1 1,-19 18-16,19 0 31,-1 0-15,-35-18-16,18 18 31,52-17 0,-52 17-15,70-18 15,-70 0-31,17 1 16,-17 17 0,-1 0-16,18-18 31</inkml:trace>
  <inkml:trace contextRef="#ctx0" brushRef="#br0" timeOffset="92202.99">18186 13370 0,'0'124'203,"-18"34"-188,18-87-15,0 35 32,0 88-1,0-141 0,0-18 0,0-17-31,18-1 32,-1 1 30,1 0-31</inkml:trace>
  <inkml:trace contextRef="#ctx0" brushRef="#br0" timeOffset="167166.54">10354 6438 0</inkml:trace>
  <inkml:trace contextRef="#ctx0" brushRef="#br1" timeOffset="175553.76">10354 6368 0,'-53'0'312,"-88"35"-249,106-35-63,-230 18 31,142-1-15,87-17-1,-17 0-15,36 0 16,-18 0-16,17 0 0,-70 0 31,35 0-15,18 0-16,17 0 0,0-17 16,1 17-16,-1 0 15,0 0-15,-35 0 16,36 0-1,-142 0 17,88 0-17,36 0 1,-71 0 15,53 0-15,36 0-1,-195 17 17,106-17-17,18 18 1,18-18-16,-89 53 31,71-36-15,35 1-16,-18 0 31,1-18 0,-1 0 1,-70 0-1,88 0-16,-106 0 17,124-18-32,-18 18 15,0-18 1,18 1-16,-106-36 31,105 53-31,1-18 16,18 18-16,-1-17 15,-141-19 17,36 1-1,34 0 0,72 35-31,-18 0 16,-1-18-1,-34 18 17,34-18-1,19 18-31,-18 0 16,17 0 15,-53 0-16,18 18 17,36-18-17,-54 0 17,36 0-17,-18 0 1,35 18-1,-52-1 17,52-17-32,1 0 0,-1 0 15,0 0-15,1 0 16,-72 18 0,72-18-1,-1 0 1,-17 18-1,-36-18 1,18 17 15,36-17-15,-36 0 0,0 0 15,18 0 0,17 0-15,0 0-16,-35 0 31,-17 18 0,52-18 0,1 0-15,17 18 15,-18-18 1,0 0-1,1 0 0,-1 0-15,0 17 15</inkml:trace>
  <inkml:trace contextRef="#ctx0" brushRef="#br1" timeOffset="177594.37">4586 6262 0,'53'17'312,"35"-17"-280,-70 0-17,17-35 1,-17 35-16,17-35 16,-17 17-1,-1-17 1,-17-18 31,18 35-47,-18-17 31,0 17 16,0 71 47,0-35-79,0 17-15,-18 36 16,18-18-1,0 17-15,-17-52 0,-36 123 32,35-123-32,0 17 0,1 18 15,17-35-15,-18 17 16,18 53 0,-35-35-1,35-35-15,-18-1 16,1 1-16,17 17 15,0-17-15,-18 17 16,0-35 0,18 18-16,-17-18 31,-1-36-15,0-34-1,1-1 1,17 1-16,0 34 15,17-140 1,1 141-16,70-71 31,-52 71-15,158-53 15,-159 88-15,0 0-1,53 0 17,-70 0-32,0 0 15,-1 0 1,19 0 15</inkml:trace>
  <inkml:trace contextRef="#ctx0" brushRef="#br1" timeOffset="179258.84">4727 5662 0,'-17'53'235,"-1"-53"-220,18 18-15,0-1 16,0 1 0,0-53 46,0-1-46,0 1-1,18 0-15,-18 0 0,0-1 16,17 36-16,-17-35 0,18 17 16,-18 1-1,17-1 1,-17 0-1,0-17 1,18 35 15,0 0-15,-1 53 15,1-35-15,0 17-16,-18 0 15,70 124 1,-52-124 0,0 36-1,17-36 17,-35-17 139</inkml:trace>
  <inkml:trace contextRef="#ctx0" brushRef="#br2" timeOffset="-189420.11">5574 6350 0,'-71'0'329,"-17"35"-298,70-35-31,1 18 15,-1 0 17,-35-18-1,36 0-15,-1 0-1,0 0-15,-17 0 31,35 17-15,-18-17 0,1 0-1,-1 0 17,18 18 30,-17-18 1,-1 0-17,18 17-30,-18-17 0,1 0 15,17 18 0,0 0-15,-18 70-1,18-53 1,0 0-16,0 1 0,0 123 31,0-89-15,0-52-16,0-1 16,0 1-16,0 0 15,0-1 16,0 1 1,-35-18 46,52 0 16,54 0-48,-36 0-30,18 0 0,-18 0-1,1 0-15,52-18 32,-53 18-1,-17 0 0,-1 0-15,19-17 15,-19-1-15,1 18-1,0 0-15,17-18 31,-35 1-15,0-1 0,18 18-1,-1 0 17,-17-35-1,18-53 0,-18 70-31,17-17 16,-17-18-1,36-35 17,-36 52-1,0 19 0,0-19 16,0-17-16,0 36 0,-18-1 1,18 1 30,0-1-31,-18 18 1,1-18-1,-1 1 0</inkml:trace>
  <inkml:trace contextRef="#ctx0" brushRef="#br2" timeOffset="-186453.27">5115 6791 0,'18'-18'172,"35"-17"-156,-18-18-1,71-17 1,-106 52 0,0 0-1,18 18 1,-1 0 15,18-17 16,-17 17-31,0-36-1,35 1 1,-36 17 0,1 18-1</inkml:trace>
  <inkml:trace contextRef="#ctx0" brushRef="#br2" timeOffset="-185275.04">5133 6897 0,'35'-35'172,"53"-18"-156,-52 17-1,-1 1 1,0 17-16,124-123 31,-141 124-15,-1-1-1,1 18-15,0-18 16,-18 1 0,17 17-1,1-18 1,52-35 15,-52 53-15,0 0-16,-18-17 0,0-1 31,17 18-15</inkml:trace>
  <inkml:trace contextRef="#ctx0" brushRef="#br2" timeOffset="-183977.44">5203 6914 0,'53'-17'172,"-17"17"-156,-36-18-16,53 1 16,-53-1-16,52 0 15,-16 1 1,-1-1-16,-17 0 47,-1 18-16,1 0 0,0-17 0,-1 17-15,-17-18 0,18 18 15,0 0-15,-1-18 62,-17 1-47,18 17-15</inkml:trace>
  <inkml:trace contextRef="#ctx0" brushRef="#br2" timeOffset="-182531.19">5062 6579 0,'36'0'203,"-19"0"-188,1-17-15,0 17 32,-1 0-1,-17-18-15,0 0 46,35 1-15,18-19-16,-35 19 0,17-1 1,-17 18-1,0 0 0</inkml:trace>
  <inkml:trace contextRef="#ctx0" brushRef="#br2" timeOffset="164924.07">10319 3933 0,'-53'0'360,"0"18"-345,-18 0 17,1 17-1,35-17-31,17-1 16,-17 19-1,17-19 1,-17 18-1,17-35 1,0 36 15,1-19-31,-19 1 16,19 0 0,17-1-16,-18 36 31,1-53-31,17 18 0,0 0 15,0-1 1,0 18 0,-18-35-16,18 36 15,0-1 1,0 0-16,0 53 31,0-70-15,0 17-16,0-17 15,0 53 1,0 34 0,0-87-1,18 35 1,-1-35 0,1-1-16,17 36 15,-35-35 1,18-1-16,17 19 15,-17-19 1,35 19 0,-53-19-1,17 1-15,1-18 16,17 0 0,-17 18-16,35-1 15,-18-17 1,0 0-1,1 0 1,34 0 0,-52 0-1,70-35 17,-70 17-17,17 1 1,-18-19-1,19 19 1,-36-19 0,17 19-16,54-54 15,-71 54 1,35-19 0,-17 1-16,35-71 31,-53 71-16,17 0 1,19-54 15,-36 72-15,17-18 0,-17-71 15,0 70-16,0 1 1,0-53 15,0 70-31,0 1 16,0-19 0,0 19-16,0-1 15,-17-35 1,17 0-1,-18 18 1,-17-36 15,17 54-15,18-1-16,-17 1 16,-1-1-1,0 18-15,1-35 31,-19 35-15,36-18-16,-53 0 31,18 1 1,0 17-1,17 0-31,1 0 15,-1 0 1,-35 0 15,35 0-15,-17 0 15,0 17 0,17 1 48,1 0-64,17-1 1,-18 1 15,0-18-15,18 18-16,-17-18 78,17 17-47</inkml:trace>
  <inkml:trace contextRef="#ctx0" brushRef="#br3" timeOffset="-108785.98">4904 10425 0,'17'0'78,"1"0"-62,17 17 15,-17 1-15,-1-18-16,36 0 31,36 17 0,-37 1-15,-34-18-1,35 18 17,-53-1-32,35-17 15,-17 18 1,35-18 15,-18 0 0,-17 0 1,-1 0 46</inkml:trace>
  <inkml:trace contextRef="#ctx0" brushRef="#br3" timeOffset="-101105.91">2558 9525 0,'35'-18'437,"212"-140"-406,-194 140-15,106-88 15,52-17 1,-193 123-32,105-71 31,36-17 0,-106 35-15,141-35 15,-35 0 0,-106 70-31,105-123 16,-16 70 15,-125 36-15,18 17-16,71-52 15,-53 17 1,159-141 0,-177 123-1,18 36-15,53-53 16,-53 35-1,-18 18-15,53-18 0,-70 17 16,194-122 0,-177 87-1,35 36-15,-17 17 16,-35-17-16,88-36 16,-53 36-16,0 0 15,17-18-15,-17 0 16,106-35-1,-106 53-15,17-1 16,71-87 0,-35 35-1,-18 35-15,-35 17 16,-17-17-16,175-123 31,-158 141-15,35 0-16,-52-1 15,281-158 17,-229 141-32,-17-17 15,299-177 17,-299 176-17,17 18-15,0-35 16,-35 35-16,0 0 15,35-17-15,-35 17 16,18 0-16,-1-18 16,-17 36-16,35-35 0,-17 17 15,-18-18-15,18 36 16,-19 0-16,1-1 0,18 1 16,-18 0-16,-36-1 15,36 1-15,-17 17 16,87-123-1,-70 106-15,0 35 16,141-176 15,-123 140-31,105-105 32,-17 0-1,-106 106-31,35-53 15,141-71 17,-70 18-1,53-36 0,-18 19 0,17 17 1,-34 35-1,-142 71-31,106-89 16,-106 106-1,53-17 1,-17-35-1,105-72 17,-140 90-32,34 16 15,-52 19-15,17 17 0,18-36 16,0 1 0,18 0-1,34 0 1,-69-1-16,-19 36 15,1-35-15,105-18 32,1 0-1,-106 35-31,17 1 0,0 17 16,89-35 15,-89 35-31,0 0 0,-17 0 15,17 0-15,-17 0 0</inkml:trace>
  <inkml:trace contextRef="#ctx0" brushRef="#br3" timeOffset="-99512.18">12259 2417 0,'18'-53'156,"52"0"-156,-17 0 0,0 0 16,106-88-1,-124 105 1,18-16-16,-18 34 0,1 0 16,-19 1-1,1 17-15,-1-18 16,1 0-1,17 18-15,71-70 32,-106 52-17,35 1 1,107-72 0,-125 54-1,1 0 1,35 17-1,17-35 1,-34 36 0,-19-19-16,19 1 15,-1 0-15,106-53 32,-71 17-17,-34 53-15,34-17 16,-34-35-16,17 34 15,-36 1-15,36 17 0,-18-17 16,1 0-16,17-1 0,105-34 31,-122 17-15,-1 18-16,-18 17 16,1 18-16,17-18 15,1 1 1,-19-1-1,1 18 64</inkml:trace>
  <inkml:trace contextRef="#ctx0" brushRef="#br3" timeOffset="-38239.82">4516 12400 0,'17'-70'265,"36"-36"-233,-53 88-17,35-35 1,1-35-1,-36 70 1,0 1-16,35-19 16,-35 19-1,88-160 17,-53 72-1,1 16 0,-36 72-15,17-19-1,19-34 17,-19 35-17,1-1 1,-18 19-1,18-1-15,-18 0 16,17-34 0,1-19 15,-18 0 0,17 1-31,-17 17 16,53-194 15,-35 141 0,-18 71 1,0 17-1,0 1-16,0-1-15,18 18 16,-18-35 0,17-1 15,1 1 0,-18 17-31,0-17 47,35-18-16,-17 0 1,17-17-1,-35 35 0,53-54 0,18-34 1,-36 70-17,-18 18-15,36-89 31,-17 54 1,-19 52-32,1-35 15,105-106 17,-52 18-17,-53 106 1,70-177 15,-71 159-31,19-35 16,17-35-1,-36 70-15,36-88 16,-35 88 0,17-35-16,18-71 15,-35 88 1,35-158-1,-36 176 1,54-70 0,-36 34-1,71-140 1,-71 159 0,36-89-1,17 53 1,0-18-1,-70 89 1,-1 0-16,19 0 16,-36 17-1,35-53 1,-35 36 0,18 18 359,35-72-360,-53 36-15,158-264 47,-105 158-47,-18 89 16,1-36-1,-1 35-15,18-88 0,35 54 16,-35 16-16,-18-16 16,36-1-16,-36-18 0,36 36 15,52-124 1,-52 89-1,-18-1 1,-18 72-16,-17-37 16,17-34-1,88-142 17,-17 54-17,-35 70 1,264-494 15,-300 546-15,230-422 15,-230 440-31,0 18 16,18-52-1,-18 34-15,-17 0 0,17 1 16,142-371 15,-142 317-15,18-17-1,70-211 17,-70 228-17,0 36 1,-35 17-16,52-52 31,-34 70 0,-19 53-31,-17-18 32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8-31T08:21:37.99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19068 15928 0</inkml:trace>
  <inkml:trace contextRef="#ctx0" brushRef="#br0" timeOffset="5538.95">18944 15699 0,'18'70'266,"52"36"-235,-34-88-16,17 52 17,-1-35-1,1-35 0,-35 0-31,0 0 16,52 0 15,-52 0-31,35-17 31,-36-36 1,19-18-1,-36 1 0,-18-1 0,18 36 1,0 17-17,-18 54 32,18-19-47,0 54 0,0-18 16,0 70-1,0-35-15,0-17 0,18 194 16,-18 17 15,0-229-15,0 123-1,0-141 1,0-17 0,-35 35-1,-18 17 17,35-70-17,-52-17 1,-1-36-1,36 0-15,-18-18 16,35 1-16,1-1 16,-1-140-1,53-1 17,-17 194-17,17-17 1,-17 17-16,17 1 15,36-19 1,-36 36-16,88-35 31,-52 35 1,-53 0-1,-1 0 0</inkml:trace>
  <inkml:trace contextRef="#ctx0" brushRef="#br0" timeOffset="6998.76">20055 16016 0,'177'-18'172,"158"-34"-141,-300 52 0,-17 0 0,-1 0 32</inkml:trace>
  <inkml:trace contextRef="#ctx0" brushRef="#br0" timeOffset="8911.7">21131 15593 0,'0'53'188,"53"70"-157,-17-52-15,-19-18-16,18-18 15,-17-17-15,53 34 32,-54-52-17,19 0-15,-1 0 16,-17 0-16,17-17 0,53-54 31,-17-35-15,-19 36-1,-16-54 17,-36 107-1,-18-1 0,-17 0-31,17 1 31,18 52 47,0 142-46,0-107-17,0 371 17,0-335-17,0 0 1,-17 123 15,-19 18 0,1-106 1,35-70-1,-18-36-31,1-17 31,-1-1 0,0-34-31,-70-195 32,-53-159-1,123 142 0,18 159-15,18 70-16,-18-36 0,35-17 31,-17 36-15,17-1-16,-17 0 0,0 1 15,35-18 1,88-1 15,-71 1 0,-35 35-15,-17 0 15,0 0-15,-1 0 31</inkml:trace>
  <inkml:trace contextRef="#ctx0" brushRef="#br1" timeOffset="-117529.31">14041 1464 0,'-53'18'250,"-18"35"-234,-229 370 0,265-300-1,0-17-15,17 18 16,0-54-16,1 89 16,17-88-16,17 105 15,1-70-15,194 247 31,-124-283-15,35 71 0,1-88-1,-89-35-15,89-18 16,-89 0 0,35 0-16,72-53 15,-19-71 1,-52 54-16,70-71 15,-53-18 1,-18 18 0,-34 88-16,34-265 31,-87 177-15,-19-53-1,-52 53 1,-71-141 15,124 264-15,17 1-16,-70-72 31,18 54 0,34 18-31,-52-1 31,35 0 1,36 18-1,-1-17 0</inkml:trace>
  <inkml:trace contextRef="#ctx0" brushRef="#br1" timeOffset="-116299.23">15628 1305 0,'18'71'156,"17"317"-140,-17-229 0,-18 140-1,35-175-15,-17 387 32,-18-369-17,0-72 1,0 1-1,0 17 17,0-70-32,0-1 15,0 1-15,17-1 32,1-17-17,-1 18 1,19-18-16,-19 0 0,19 18 15,105-18 1,-71 17-16,1-17 16,299 0 15,-123 0 0,-88 0 0,-124 0-31,-17 0 32,17 0-17,-17 0 17,-1 0-17</inkml:trace>
  <inkml:trace contextRef="#ctx0" brushRef="#br1" timeOffset="-114640.99">18715 1464 0,'-88'0'235,"17"0"-220,53 0 1,1 0-16,-18 0 0,-1 0 16,1 35-16,0-17 15,-1 0-15,1-1 0,-18 54 32,-53 158-1,106-70 0,0 35 0,0-177-31,0 89 32,0-17-1,36-54 0,87 18 0,-70-53-31,106 17 32,-18 1-17,-88 0 1,0-1-16,-18 1 15,18 17 1,0 0 0,53 124 15,-71-124-31,18 160 16,-53-160-1,18 18 1,-18 35 15,0-53-31,0 53 16,0-70-1,-53 53 1,53-36 0,-18-18-16,-70 36 15,53-35 1,-89 0-1,89-18 1,-18 35-16,18-53 0,-71 18 31,70 0-15,-34 0 0,52 0-1,1 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6C2F-C8CE-1A82-78F4-3FE150731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B6C0B-548E-1118-E086-5B2D3BF3B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E94F-F134-B9AB-6EBC-5DE9D371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4D45B-3248-7A14-A02F-A1F0237F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E338A-7C98-CDD2-F950-8C5CCE90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5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8925-DDFE-1991-5D5C-131E0E63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1E27-6622-2291-2EB0-743D21F11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76EBA-6FFB-2CD8-C518-C52BB7E3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EAF5B-7466-3619-4F7A-3159DF9A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55E92-BA92-6F88-89A2-AFCBB781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CB8E-93D3-3F10-3B2D-FD3ABBC1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268FC-58E8-0AF0-317C-1903B82D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EEDF-2842-81F5-40EE-B6104CB2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6B583-A1EC-FF21-1D3E-BE13CDF1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05AB-C2C7-8CBA-193D-4B66F07A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0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3015-46F6-9ADD-27E3-DD774DA0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D5CD9-198A-0AC5-3525-92955BEF6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6B98B-DF0C-89B8-DD50-9ECCFF1FD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D9A57-9E0E-7A89-D649-7E4591DC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0DA9A-8E13-F6A5-6E96-F0066B20C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DCAA3-9E23-F388-2F9F-B11BA2D9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9EB4-F312-19E8-3B35-A3FAFC2F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22651-2AD0-986F-988C-39D12963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2ACA6-5478-AB1A-B367-BB5A977A8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CF935-A270-C5D8-C110-B05FB84FC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E72B2-2044-AE96-A512-568F07BF0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1DA9A-8B32-6D35-4D84-6BDFAF49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33746-505C-95FA-7CF1-2817312E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13C43-FF4A-1DAD-7A72-4F433F23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5521-A416-7921-0669-7008D984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B5857-29E5-83F7-C5BD-0FD3469C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39DED-0A50-1A71-881D-FE2E2765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4E407-7622-23BA-7631-0C072F9B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5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2C95F-0E26-BA34-51EE-AEF06C25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2599-7014-CE08-0C7D-382A076F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F966C-32DA-6703-1898-D3C935EF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ABC9-DBC1-FDAB-422F-21139870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26BD-577F-23D6-8A89-B4B765AA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3CEFD-9785-4F06-C544-337118378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84825-2E89-F38F-0D65-F09D17AC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83694-4317-B5A6-C6FE-424FFB41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20115-CEEA-70AC-9561-A769161F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2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2440-545A-3E33-E18E-A9C146C1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C572A-0A25-560D-9F9B-C60812865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D4E67-76CC-11A6-60E0-CAE170912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EA35-778B-1157-1E65-F1F3B012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9221-8D8D-D978-A2A1-72048FD0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1A32F-8817-3D6B-8AB4-16792474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7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5CF3-FE92-C845-4FA4-5723A2DA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AA91B-EF60-7C22-899F-A28F2BC84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AEE44-FE1A-0026-9B80-AE858EC9D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9892B-AAC7-C8DA-754C-CE37382C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12693-F4FD-8638-5A24-C4F2861CB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4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CD7E1-8C22-DB9F-502E-495F673A7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B9DD5-284E-7A95-DEA8-87E6A763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120C-7C90-B661-7A4E-34E0770E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995B-07D2-37DE-35E0-E9CAA662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D8ED6-463D-6958-DFE2-3C63C0F2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6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71D98-B799-39AE-6635-7D9930AA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6CAA0-6F3B-F28F-AA88-62AB92370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0E0D-6BE0-6907-0A1C-FB6DF9752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9FC2C-65A8-2945-88C1-2AF47DAF7DE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B0BCD-6FAC-7763-CCAC-04E57FD7B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D6F5-2019-ED21-656E-039B62CB2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9D0CA-C824-B34B-A345-345C294E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6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customXml" Target="../ink/ink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customXml" Target="../ink/ink5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customXml" Target="../ink/ink6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customXml" Target="../ink/ink6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7B94BF-C62B-2B0C-B130-4E1687D25646}"/>
                  </a:ext>
                </a:extLst>
              </p14:cNvPr>
              <p14:cNvContentPartPr/>
              <p14:nvPr/>
            </p14:nvContentPartPr>
            <p14:xfrm>
              <a:off x="545400" y="439560"/>
              <a:ext cx="11644200" cy="4130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7B94BF-C62B-2B0C-B130-4E1687D256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200" y="423360"/>
                <a:ext cx="11676600" cy="416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621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95851C-D94B-05A3-E6F8-5879548F68D5}"/>
                  </a:ext>
                </a:extLst>
              </p14:cNvPr>
              <p14:cNvContentPartPr/>
              <p14:nvPr/>
            </p14:nvContentPartPr>
            <p14:xfrm>
              <a:off x="262440" y="330120"/>
              <a:ext cx="8218800" cy="439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95851C-D94B-05A3-E6F8-5879548F6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240" y="313920"/>
                <a:ext cx="8251200" cy="443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679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ernoulli Distribution: Uses, Formula &amp; Example - Statistics By Jim">
            <a:extLst>
              <a:ext uri="{FF2B5EF4-FFF2-40B4-BE49-F238E27FC236}">
                <a16:creationId xmlns:a16="http://schemas.microsoft.com/office/drawing/2014/main" id="{69A46E03-EE03-BE7D-F10A-52D0B75CE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90600"/>
            <a:ext cx="73152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4C454B-1AFD-A68C-52DB-66854ECE81AE}"/>
                  </a:ext>
                </a:extLst>
              </p14:cNvPr>
              <p14:cNvContentPartPr/>
              <p14:nvPr/>
            </p14:nvContentPartPr>
            <p14:xfrm>
              <a:off x="5219640" y="493920"/>
              <a:ext cx="6567840" cy="4426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4C454B-1AFD-A68C-52DB-66854ECE81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3440" y="477720"/>
                <a:ext cx="6600240" cy="445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846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normal approximation and random samples of the binomial distribution -  The DO Loop">
            <a:extLst>
              <a:ext uri="{FF2B5EF4-FFF2-40B4-BE49-F238E27FC236}">
                <a16:creationId xmlns:a16="http://schemas.microsoft.com/office/drawing/2014/main" id="{E629DD83-A755-5347-F4D1-01D19BB1A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381000"/>
            <a:ext cx="812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A3CF22-5C25-9EFE-C49C-83FF758992E2}"/>
                  </a:ext>
                </a:extLst>
              </p14:cNvPr>
              <p14:cNvContentPartPr/>
              <p14:nvPr/>
            </p14:nvContentPartPr>
            <p14:xfrm>
              <a:off x="434520" y="134280"/>
              <a:ext cx="11582280" cy="280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A3CF22-5C25-9EFE-C49C-83FF758992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320" y="118080"/>
                <a:ext cx="11614680" cy="28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30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DF917A-A994-C5E3-5A8D-394CFBA0A6D9}"/>
                  </a:ext>
                </a:extLst>
              </p14:cNvPr>
              <p14:cNvContentPartPr/>
              <p14:nvPr/>
            </p14:nvContentPartPr>
            <p14:xfrm>
              <a:off x="1375560" y="487800"/>
              <a:ext cx="10631160" cy="318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DF917A-A994-C5E3-5A8D-394CFBA0A6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9360" y="471600"/>
                <a:ext cx="10663560" cy="320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154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76E562-10DB-5789-B25E-3E89545897F6}"/>
                  </a:ext>
                </a:extLst>
              </p14:cNvPr>
              <p14:cNvContentPartPr/>
              <p14:nvPr/>
            </p14:nvContentPartPr>
            <p14:xfrm>
              <a:off x="472320" y="548280"/>
              <a:ext cx="11319840" cy="504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76E562-10DB-5789-B25E-3E89545897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120" y="532080"/>
                <a:ext cx="11352240" cy="507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85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34B066-12C6-6C93-E55F-52ECD20FD139}"/>
                  </a:ext>
                </a:extLst>
              </p14:cNvPr>
              <p14:cNvContentPartPr/>
              <p14:nvPr/>
            </p14:nvContentPartPr>
            <p14:xfrm>
              <a:off x="202680" y="356760"/>
              <a:ext cx="11922120" cy="518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34B066-12C6-6C93-E55F-52ECD20FD1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480" y="340560"/>
                <a:ext cx="11954520" cy="52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460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2611B7-A65D-8710-0273-07218E63A000}"/>
                  </a:ext>
                </a:extLst>
              </p14:cNvPr>
              <p14:cNvContentPartPr/>
              <p14:nvPr/>
            </p14:nvContentPartPr>
            <p14:xfrm>
              <a:off x="463320" y="255600"/>
              <a:ext cx="10140840" cy="5708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2611B7-A65D-8710-0273-07218E63A0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120" y="239400"/>
                <a:ext cx="10173240" cy="57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142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w to Find Probabilities for Z with the Z-Table | dummies">
            <a:extLst>
              <a:ext uri="{FF2B5EF4-FFF2-40B4-BE49-F238E27FC236}">
                <a16:creationId xmlns:a16="http://schemas.microsoft.com/office/drawing/2014/main" id="{698B27E2-7910-6D8D-4506-928468D90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27" y="576468"/>
            <a:ext cx="2969124" cy="517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816213-1DBE-DC52-720D-C2257A2FD7AC}"/>
                  </a:ext>
                </a:extLst>
              </p14:cNvPr>
              <p14:cNvContentPartPr/>
              <p14:nvPr/>
            </p14:nvContentPartPr>
            <p14:xfrm>
              <a:off x="1091520" y="489240"/>
              <a:ext cx="9021240" cy="628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816213-1DBE-DC52-720D-C2257A2FD7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5320" y="473040"/>
                <a:ext cx="9053640" cy="631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46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524D89-64F6-5D63-9D82-F9C525D00474}"/>
                  </a:ext>
                </a:extLst>
              </p14:cNvPr>
              <p14:cNvContentPartPr/>
              <p14:nvPr/>
            </p14:nvContentPartPr>
            <p14:xfrm>
              <a:off x="823320" y="398880"/>
              <a:ext cx="10078560" cy="530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524D89-64F6-5D63-9D82-F9C525D004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120" y="382680"/>
                <a:ext cx="10110960" cy="53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502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91275B-6199-579B-F44A-2B7A53BB1F90}"/>
                  </a:ext>
                </a:extLst>
              </p14:cNvPr>
              <p14:cNvContentPartPr/>
              <p14:nvPr/>
            </p14:nvContentPartPr>
            <p14:xfrm>
              <a:off x="523800" y="348840"/>
              <a:ext cx="8392320" cy="481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91275B-6199-579B-F44A-2B7A53BB1F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600" y="332640"/>
                <a:ext cx="8424720" cy="48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152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24D387-21C9-9490-8FFA-2644D9077FCD}"/>
                  </a:ext>
                </a:extLst>
              </p14:cNvPr>
              <p14:cNvContentPartPr/>
              <p14:nvPr/>
            </p14:nvContentPartPr>
            <p14:xfrm>
              <a:off x="333720" y="360"/>
              <a:ext cx="11805480" cy="656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24D387-21C9-9490-8FFA-2644D9077F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520" y="-15840"/>
                <a:ext cx="11837880" cy="65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05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4D3F7A-37C5-BD58-6F53-B4906612217E}"/>
                  </a:ext>
                </a:extLst>
              </p14:cNvPr>
              <p14:cNvContentPartPr/>
              <p14:nvPr/>
            </p14:nvContentPartPr>
            <p14:xfrm>
              <a:off x="749880" y="492120"/>
              <a:ext cx="11401560" cy="589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4D3F7A-37C5-BD58-6F53-B490661221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680" y="475920"/>
                <a:ext cx="11433960" cy="59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115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9D4692-F280-2057-E04B-09935F0E2B6F}"/>
                  </a:ext>
                </a:extLst>
              </p14:cNvPr>
              <p14:cNvContentPartPr/>
              <p14:nvPr/>
            </p14:nvContentPartPr>
            <p14:xfrm>
              <a:off x="1333800" y="54360"/>
              <a:ext cx="10631520" cy="5411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9D4692-F280-2057-E04B-09935F0E2B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7600" y="45000"/>
                <a:ext cx="10663920" cy="54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595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4CDC5D-6E3F-FCFC-C3AC-7CB03FFC4D51}"/>
                  </a:ext>
                </a:extLst>
              </p14:cNvPr>
              <p14:cNvContentPartPr/>
              <p14:nvPr/>
            </p14:nvContentPartPr>
            <p14:xfrm>
              <a:off x="667800" y="239400"/>
              <a:ext cx="11006280" cy="5735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4CDC5D-6E3F-FCFC-C3AC-7CB03FFC4D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600" y="223200"/>
                <a:ext cx="11038680" cy="57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916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3D2524-5551-E250-5F7E-499C78474B11}"/>
                  </a:ext>
                </a:extLst>
              </p14:cNvPr>
              <p14:cNvContentPartPr/>
              <p14:nvPr/>
            </p14:nvContentPartPr>
            <p14:xfrm>
              <a:off x="287280" y="276480"/>
              <a:ext cx="11900160" cy="5434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3D2524-5551-E250-5F7E-499C78474B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080" y="260280"/>
                <a:ext cx="11932560" cy="54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672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80A2AA-48C1-CB41-6C47-6C1CB3F4C606}"/>
                  </a:ext>
                </a:extLst>
              </p14:cNvPr>
              <p14:cNvContentPartPr/>
              <p14:nvPr/>
            </p14:nvContentPartPr>
            <p14:xfrm>
              <a:off x="563040" y="130680"/>
              <a:ext cx="8472960" cy="503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80A2AA-48C1-CB41-6C47-6C1CB3F4C6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840" y="114480"/>
                <a:ext cx="8505360" cy="50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33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89BC1C-C615-CFE5-FBD8-1BDA1A171CF1}"/>
                  </a:ext>
                </a:extLst>
              </p14:cNvPr>
              <p14:cNvContentPartPr/>
              <p14:nvPr/>
            </p14:nvContentPartPr>
            <p14:xfrm>
              <a:off x="666000" y="441000"/>
              <a:ext cx="11001240" cy="5043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89BC1C-C615-CFE5-FBD8-1BDA1A171C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800" y="424800"/>
                <a:ext cx="11033640" cy="507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7995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C0FD8C-D7FE-E241-23A9-88F46D8BED9D}"/>
                  </a:ext>
                </a:extLst>
              </p14:cNvPr>
              <p14:cNvContentPartPr/>
              <p14:nvPr/>
            </p14:nvContentPartPr>
            <p14:xfrm>
              <a:off x="94680" y="519480"/>
              <a:ext cx="8966880" cy="510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C0FD8C-D7FE-E241-23A9-88F46D8BED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480" y="503280"/>
                <a:ext cx="8999280" cy="51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297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907359-5552-96DF-5D4D-9A96CE658476}"/>
                  </a:ext>
                </a:extLst>
              </p14:cNvPr>
              <p14:cNvContentPartPr/>
              <p14:nvPr/>
            </p14:nvContentPartPr>
            <p14:xfrm>
              <a:off x="995040" y="324000"/>
              <a:ext cx="9977040" cy="609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907359-5552-96DF-5D4D-9A96CE658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5680" y="314640"/>
                <a:ext cx="9995760" cy="61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1522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BC8AB2-3921-F6BB-E035-3EA2C0D5ECEE}"/>
                  </a:ext>
                </a:extLst>
              </p14:cNvPr>
              <p14:cNvContentPartPr/>
              <p14:nvPr/>
            </p14:nvContentPartPr>
            <p14:xfrm>
              <a:off x="509040" y="373320"/>
              <a:ext cx="11680200" cy="569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BC8AB2-3921-F6BB-E035-3EA2C0D5EC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363960"/>
                <a:ext cx="11698920" cy="57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068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F717ED-DDB1-B1EA-E1CD-3876A08A7D3F}"/>
                  </a:ext>
                </a:extLst>
              </p14:cNvPr>
              <p14:cNvContentPartPr/>
              <p14:nvPr/>
            </p14:nvContentPartPr>
            <p14:xfrm>
              <a:off x="207720" y="362160"/>
              <a:ext cx="11950200" cy="649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F717ED-DDB1-B1EA-E1CD-3876A08A7D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360" y="352800"/>
                <a:ext cx="11968920" cy="65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207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927182-2F70-93FB-47F5-665FDFDFFBBA}"/>
                  </a:ext>
                </a:extLst>
              </p14:cNvPr>
              <p14:cNvContentPartPr/>
              <p14:nvPr/>
            </p14:nvContentPartPr>
            <p14:xfrm>
              <a:off x="275400" y="407880"/>
              <a:ext cx="11558880" cy="441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927182-2F70-93FB-47F5-665FDFDFFB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040" y="398520"/>
                <a:ext cx="11577600" cy="443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202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64D07E-1CDF-CAD1-9FE9-5F97DE79246D}"/>
                  </a:ext>
                </a:extLst>
              </p14:cNvPr>
              <p14:cNvContentPartPr/>
              <p14:nvPr/>
            </p14:nvContentPartPr>
            <p14:xfrm>
              <a:off x="484200" y="496080"/>
              <a:ext cx="10967400" cy="506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64D07E-1CDF-CAD1-9FE9-5F97DE7924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840" y="486720"/>
                <a:ext cx="10986120" cy="508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725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12409D-4A0C-3932-7988-C5411B1FCE92}"/>
                  </a:ext>
                </a:extLst>
              </p14:cNvPr>
              <p14:cNvContentPartPr/>
              <p14:nvPr/>
            </p14:nvContentPartPr>
            <p14:xfrm>
              <a:off x="475200" y="208800"/>
              <a:ext cx="11676240" cy="531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12409D-4A0C-3932-7988-C5411B1FC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840" y="199440"/>
                <a:ext cx="11694960" cy="53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2964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E97E0E-99DF-B97A-5531-19A1CE6AE46C}"/>
                  </a:ext>
                </a:extLst>
              </p14:cNvPr>
              <p14:cNvContentPartPr/>
              <p14:nvPr/>
            </p14:nvContentPartPr>
            <p14:xfrm>
              <a:off x="433440" y="520200"/>
              <a:ext cx="11646720" cy="5948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E97E0E-99DF-B97A-5531-19A1CE6AE4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80" y="510840"/>
                <a:ext cx="11665440" cy="596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562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E2F50E-E8AD-55F1-879F-DD6E7F5413B8}"/>
                  </a:ext>
                </a:extLst>
              </p14:cNvPr>
              <p14:cNvContentPartPr/>
              <p14:nvPr/>
            </p14:nvContentPartPr>
            <p14:xfrm>
              <a:off x="965520" y="647640"/>
              <a:ext cx="10451880" cy="533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E2F50E-E8AD-55F1-879F-DD6E7F5413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160" y="638280"/>
                <a:ext cx="10470600" cy="535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089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557D61-6C7E-DC50-52D2-7CC2A725D32C}"/>
                  </a:ext>
                </a:extLst>
              </p14:cNvPr>
              <p14:cNvContentPartPr/>
              <p14:nvPr/>
            </p14:nvContentPartPr>
            <p14:xfrm>
              <a:off x="598320" y="283680"/>
              <a:ext cx="10604880" cy="4912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557D61-6C7E-DC50-52D2-7CC2A725D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960" y="274320"/>
                <a:ext cx="10623600" cy="493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2957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DD9A77-3BCB-82C7-B795-887DE47F88A9}"/>
                  </a:ext>
                </a:extLst>
              </p14:cNvPr>
              <p14:cNvContentPartPr/>
              <p14:nvPr/>
            </p14:nvContentPartPr>
            <p14:xfrm>
              <a:off x="302400" y="219960"/>
              <a:ext cx="11811600" cy="663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DD9A77-3BCB-82C7-B795-887DE47F88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040" y="210600"/>
                <a:ext cx="11830320" cy="66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2701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91E0C5-6EDB-EE2C-D003-F9FCF73FEBF2}"/>
                  </a:ext>
                </a:extLst>
              </p14:cNvPr>
              <p14:cNvContentPartPr/>
              <p14:nvPr/>
            </p14:nvContentPartPr>
            <p14:xfrm>
              <a:off x="354240" y="269280"/>
              <a:ext cx="9255600" cy="519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91E0C5-6EDB-EE2C-D003-F9FCF73FEB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880" y="259920"/>
                <a:ext cx="9274320" cy="52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1524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82050C-0DC5-5D61-D459-0F2A72AF5E0C}"/>
                  </a:ext>
                </a:extLst>
              </p14:cNvPr>
              <p14:cNvContentPartPr/>
              <p14:nvPr/>
            </p14:nvContentPartPr>
            <p14:xfrm>
              <a:off x="360" y="90360"/>
              <a:ext cx="12188880" cy="676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82050C-0DC5-5D61-D459-0F2A72AF5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000" y="81000"/>
                <a:ext cx="12207600" cy="67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932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6723D7-1865-74AB-541A-7A822828DC8B}"/>
                  </a:ext>
                </a:extLst>
              </p14:cNvPr>
              <p14:cNvContentPartPr/>
              <p14:nvPr/>
            </p14:nvContentPartPr>
            <p14:xfrm>
              <a:off x="179280" y="175680"/>
              <a:ext cx="11824560" cy="618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6723D7-1865-74AB-541A-7A822828DC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920" y="166320"/>
                <a:ext cx="11843280" cy="62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179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C64F83-F730-5502-592F-7412BAEBF61A}"/>
                  </a:ext>
                </a:extLst>
              </p14:cNvPr>
              <p14:cNvContentPartPr/>
              <p14:nvPr/>
            </p14:nvContentPartPr>
            <p14:xfrm>
              <a:off x="363960" y="255240"/>
              <a:ext cx="10724040" cy="514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C64F83-F730-5502-592F-7412BAEBF6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600" y="245880"/>
                <a:ext cx="10742760" cy="51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F0E82-88C5-5547-C731-FAD9007EE3E7}"/>
                  </a:ext>
                </a:extLst>
              </p14:cNvPr>
              <p14:cNvContentPartPr/>
              <p14:nvPr/>
            </p14:nvContentPartPr>
            <p14:xfrm>
              <a:off x="1040760" y="747360"/>
              <a:ext cx="2093760" cy="2012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F0E82-88C5-5547-C731-FAD9007EE3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1400" y="738000"/>
                <a:ext cx="2112480" cy="20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1360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5A10CF-DD65-43A0-A255-6A31B727F5F7}"/>
                  </a:ext>
                </a:extLst>
              </p14:cNvPr>
              <p14:cNvContentPartPr/>
              <p14:nvPr/>
            </p14:nvContentPartPr>
            <p14:xfrm>
              <a:off x="783360" y="787680"/>
              <a:ext cx="11308320" cy="5276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5A10CF-DD65-43A0-A255-6A31B727F5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0" y="778320"/>
                <a:ext cx="11327040" cy="529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470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B92DA2-1A0E-600C-84ED-FB881FE52C7F}"/>
                  </a:ext>
                </a:extLst>
              </p14:cNvPr>
              <p14:cNvContentPartPr/>
              <p14:nvPr/>
            </p14:nvContentPartPr>
            <p14:xfrm>
              <a:off x="302760" y="555840"/>
              <a:ext cx="10966320" cy="570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B92DA2-1A0E-600C-84ED-FB881FE52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400" y="546480"/>
                <a:ext cx="10985040" cy="57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775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3FDAD0-279F-5174-D9B0-B61EEA1DD6A6}"/>
                  </a:ext>
                </a:extLst>
              </p14:cNvPr>
              <p14:cNvContentPartPr/>
              <p14:nvPr/>
            </p14:nvContentPartPr>
            <p14:xfrm>
              <a:off x="1011240" y="310680"/>
              <a:ext cx="11039760" cy="499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3FDAD0-279F-5174-D9B0-B61EEA1DD6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1880" y="301320"/>
                <a:ext cx="11058480" cy="50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3026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941504-C79C-79AA-6F22-DBBBE33AE3E9}"/>
                  </a:ext>
                </a:extLst>
              </p14:cNvPr>
              <p14:cNvContentPartPr/>
              <p14:nvPr/>
            </p14:nvContentPartPr>
            <p14:xfrm>
              <a:off x="839880" y="213120"/>
              <a:ext cx="10340280" cy="568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941504-C79C-79AA-6F22-DBBBE33AE3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0520" y="203760"/>
                <a:ext cx="10359000" cy="57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018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E0B352-B91C-693D-5979-F99261D2D087}"/>
                  </a:ext>
                </a:extLst>
              </p14:cNvPr>
              <p14:cNvContentPartPr/>
              <p14:nvPr/>
            </p14:nvContentPartPr>
            <p14:xfrm>
              <a:off x="835560" y="171000"/>
              <a:ext cx="10982880" cy="550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E0B352-B91C-693D-5979-F99261D2D0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6200" y="161640"/>
                <a:ext cx="11001600" cy="55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4313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EF0A53-EE62-019B-944B-14FEABB40B30}"/>
                  </a:ext>
                </a:extLst>
              </p14:cNvPr>
              <p14:cNvContentPartPr/>
              <p14:nvPr/>
            </p14:nvContentPartPr>
            <p14:xfrm>
              <a:off x="496080" y="211320"/>
              <a:ext cx="11278800" cy="5247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EF0A53-EE62-019B-944B-14FEABB40B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720" y="201960"/>
                <a:ext cx="11297520" cy="526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0004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035125-7B93-BE0A-5BD9-FCC63801CABE}"/>
                  </a:ext>
                </a:extLst>
              </p14:cNvPr>
              <p14:cNvContentPartPr/>
              <p14:nvPr/>
            </p14:nvContentPartPr>
            <p14:xfrm>
              <a:off x="923760" y="802440"/>
              <a:ext cx="11031840" cy="496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035125-7B93-BE0A-5BD9-FCC63801C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" y="793080"/>
                <a:ext cx="11050560" cy="498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2558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DF59EF-2379-8E49-D4FB-59525F9327B7}"/>
                  </a:ext>
                </a:extLst>
              </p14:cNvPr>
              <p14:cNvContentPartPr/>
              <p14:nvPr/>
            </p14:nvContentPartPr>
            <p14:xfrm>
              <a:off x="126720" y="503640"/>
              <a:ext cx="11744280" cy="550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DF59EF-2379-8E49-D4FB-59525F9327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360" y="494280"/>
                <a:ext cx="11763000" cy="55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6971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EB51C0-9C1B-9086-0CE3-C7E59DE9B50D}"/>
                  </a:ext>
                </a:extLst>
              </p14:cNvPr>
              <p14:cNvContentPartPr/>
              <p14:nvPr/>
            </p14:nvContentPartPr>
            <p14:xfrm>
              <a:off x="153360" y="281880"/>
              <a:ext cx="10328040" cy="528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EB51C0-9C1B-9086-0CE3-C7E59DE9B5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000" y="272520"/>
                <a:ext cx="10346760" cy="53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8003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068A16-7CDE-32E5-8DB0-34A85C47BDAB}"/>
                  </a:ext>
                </a:extLst>
              </p14:cNvPr>
              <p14:cNvContentPartPr/>
              <p14:nvPr/>
            </p14:nvContentPartPr>
            <p14:xfrm>
              <a:off x="241560" y="529560"/>
              <a:ext cx="11689920" cy="3994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068A16-7CDE-32E5-8DB0-34A85C47BD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200" y="520200"/>
                <a:ext cx="11708640" cy="401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8497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F31A65-5684-C2CA-4932-A3C7DEE0B378}"/>
                  </a:ext>
                </a:extLst>
              </p14:cNvPr>
              <p14:cNvContentPartPr/>
              <p14:nvPr/>
            </p14:nvContentPartPr>
            <p14:xfrm>
              <a:off x="244800" y="696240"/>
              <a:ext cx="10945800" cy="3855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F31A65-5684-C2CA-4932-A3C7DEE0B3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440" y="686880"/>
                <a:ext cx="10964520" cy="387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47947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DED8-CD2F-12FB-C9C4-4F8F8CB5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5CF4-C12D-3ABB-9588-7CB54C5BB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define the hypothesis …</a:t>
            </a:r>
          </a:p>
          <a:p>
            <a:r>
              <a:rPr lang="en-US" dirty="0"/>
              <a:t>Step 2: Choose the level of significance</a:t>
            </a:r>
          </a:p>
          <a:p>
            <a:r>
              <a:rPr lang="en-US" dirty="0"/>
              <a:t>Step 3: Choose the test </a:t>
            </a:r>
          </a:p>
          <a:p>
            <a:r>
              <a:rPr lang="en-US" dirty="0"/>
              <a:t>Step 4: Get the test statistics and p value</a:t>
            </a:r>
          </a:p>
          <a:p>
            <a:r>
              <a:rPr lang="en-US" dirty="0"/>
              <a:t>Step 5: Compare and conclude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5C152B-D58B-B9B3-2800-BB577B1BCD1F}"/>
                  </a:ext>
                </a:extLst>
              </p14:cNvPr>
              <p14:cNvContentPartPr/>
              <p14:nvPr/>
            </p14:nvContentPartPr>
            <p14:xfrm>
              <a:off x="744840" y="779760"/>
              <a:ext cx="2843640" cy="47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5C152B-D58B-B9B3-2800-BB577B1BCD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480" y="770400"/>
                <a:ext cx="2862360" cy="49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786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8F5B32-B854-9853-783B-6BF01E0F5ECE}"/>
                  </a:ext>
                </a:extLst>
              </p14:cNvPr>
              <p14:cNvContentPartPr/>
              <p14:nvPr/>
            </p14:nvContentPartPr>
            <p14:xfrm>
              <a:off x="571680" y="663840"/>
              <a:ext cx="11518560" cy="148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8F5B32-B854-9853-783B-6BF01E0F5E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20" y="654480"/>
                <a:ext cx="11537280" cy="150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164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98A184-BB63-BCA8-4F62-1FC40B7B4307}"/>
                  </a:ext>
                </a:extLst>
              </p14:cNvPr>
              <p14:cNvContentPartPr/>
              <p14:nvPr/>
            </p14:nvContentPartPr>
            <p14:xfrm>
              <a:off x="1639080" y="610560"/>
              <a:ext cx="10550160" cy="332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98A184-BB63-BCA8-4F62-1FC40B7B43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9720" y="601200"/>
                <a:ext cx="10568880" cy="33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039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3F0B08-74BD-FBF8-F75D-C764AE915A85}"/>
                  </a:ext>
                </a:extLst>
              </p14:cNvPr>
              <p14:cNvContentPartPr/>
              <p14:nvPr/>
            </p14:nvContentPartPr>
            <p14:xfrm>
              <a:off x="1296000" y="247680"/>
              <a:ext cx="9311400" cy="514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3F0B08-74BD-FBF8-F75D-C764AE915A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6640" y="238320"/>
                <a:ext cx="9330120" cy="515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58845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4D388C-2272-B35A-7F11-B1E785AAAA27}"/>
                  </a:ext>
                </a:extLst>
              </p14:cNvPr>
              <p14:cNvContentPartPr/>
              <p14:nvPr/>
            </p14:nvContentPartPr>
            <p14:xfrm>
              <a:off x="469800" y="521280"/>
              <a:ext cx="10697760" cy="4304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4D388C-2272-B35A-7F11-B1E785AAAA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440" y="511920"/>
                <a:ext cx="10716480" cy="43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1626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DB50A7-F0A1-EA2F-9552-BAF61CDA6D15}"/>
                  </a:ext>
                </a:extLst>
              </p14:cNvPr>
              <p14:cNvContentPartPr/>
              <p14:nvPr/>
            </p14:nvContentPartPr>
            <p14:xfrm>
              <a:off x="1531800" y="1014840"/>
              <a:ext cx="7947720" cy="564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DB50A7-F0A1-EA2F-9552-BAF61CDA6D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2440" y="1005480"/>
                <a:ext cx="7966440" cy="56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919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E0EF39-C218-0A23-B629-A006D643EBA9}"/>
                  </a:ext>
                </a:extLst>
              </p14:cNvPr>
              <p14:cNvContentPartPr/>
              <p14:nvPr/>
            </p14:nvContentPartPr>
            <p14:xfrm>
              <a:off x="1269000" y="711360"/>
              <a:ext cx="8739360" cy="412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E0EF39-C218-0A23-B629-A006D643EB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640" y="702000"/>
                <a:ext cx="8758080" cy="41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8D102F-93A1-9FD1-676E-1768B19CA977}"/>
                  </a:ext>
                </a:extLst>
              </p14:cNvPr>
              <p14:cNvContentPartPr/>
              <p14:nvPr/>
            </p14:nvContentPartPr>
            <p14:xfrm>
              <a:off x="1554120" y="2057400"/>
              <a:ext cx="10419480" cy="473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8D102F-93A1-9FD1-676E-1768B19CA9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4760" y="2048040"/>
                <a:ext cx="10438200" cy="47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4652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0045F-B5BC-3AB1-0A93-A4AB94AD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67F33F-10F2-B745-41D6-C684CA2742BA}"/>
                  </a:ext>
                </a:extLst>
              </p14:cNvPr>
              <p14:cNvContentPartPr/>
              <p14:nvPr/>
            </p14:nvContentPartPr>
            <p14:xfrm>
              <a:off x="1269000" y="711360"/>
              <a:ext cx="8739360" cy="412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67F33F-10F2-B745-41D6-C684CA2742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640" y="702000"/>
                <a:ext cx="8758080" cy="414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4791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BE6F-8FDA-16FC-09D5-F211A97F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B27B05-B696-F433-DA16-E655CCED0AD0}"/>
                  </a:ext>
                </a:extLst>
              </p14:cNvPr>
              <p14:cNvContentPartPr/>
              <p14:nvPr/>
            </p14:nvContentPartPr>
            <p14:xfrm>
              <a:off x="1251720" y="908280"/>
              <a:ext cx="8580960" cy="422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B27B05-B696-F433-DA16-E655CCED0A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2360" y="898920"/>
                <a:ext cx="8599680" cy="42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8630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088C-87DD-70FA-8183-8203947D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4E42D1-A0B3-E30E-1591-D1F60E7BBA51}"/>
                  </a:ext>
                </a:extLst>
              </p14:cNvPr>
              <p14:cNvContentPartPr/>
              <p14:nvPr/>
            </p14:nvContentPartPr>
            <p14:xfrm>
              <a:off x="373680" y="775800"/>
              <a:ext cx="11765880" cy="448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4E42D1-A0B3-E30E-1591-D1F60E7BBA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320" y="766440"/>
                <a:ext cx="11784600" cy="450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172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73433D-52D5-9C23-550B-72B7CCBC0C72}"/>
                  </a:ext>
                </a:extLst>
              </p14:cNvPr>
              <p14:cNvContentPartPr/>
              <p14:nvPr/>
            </p14:nvContentPartPr>
            <p14:xfrm>
              <a:off x="486000" y="286560"/>
              <a:ext cx="7380000" cy="3162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73433D-52D5-9C23-550B-72B7CCBC0C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640" y="277200"/>
                <a:ext cx="7398720" cy="318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28811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03B8D8-C142-C64B-5E05-DA2EEFCC61B3}"/>
                  </a:ext>
                </a:extLst>
              </p14:cNvPr>
              <p14:cNvContentPartPr/>
              <p14:nvPr/>
            </p14:nvContentPartPr>
            <p14:xfrm>
              <a:off x="729720" y="448560"/>
              <a:ext cx="10024920" cy="5488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03B8D8-C142-C64B-5E05-DA2EEFCC61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360" y="439200"/>
                <a:ext cx="10043640" cy="55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39664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A6CA-8E48-0E99-8C92-3541D57F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1B83-447D-BB71-6140-28C4DCD0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20885"/>
            <a:ext cx="10515600" cy="2356077"/>
          </a:xfrm>
        </p:spPr>
        <p:txBody>
          <a:bodyPr/>
          <a:lstStyle/>
          <a:p>
            <a:r>
              <a:rPr lang="en-US" dirty="0"/>
              <a:t>Statistical Models : Relationships and explanation.</a:t>
            </a:r>
          </a:p>
          <a:p>
            <a:r>
              <a:rPr lang="en-US" dirty="0"/>
              <a:t>Interpretability =&gt; which variables have a higher impact on the Target.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3A17F5-4C92-52C7-64A9-C4903A475FD5}"/>
                  </a:ext>
                </a:extLst>
              </p14:cNvPr>
              <p14:cNvContentPartPr/>
              <p14:nvPr/>
            </p14:nvContentPartPr>
            <p14:xfrm>
              <a:off x="1140120" y="216360"/>
              <a:ext cx="10687680" cy="2532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3A17F5-4C92-52C7-64A9-C4903A475F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760" y="207000"/>
                <a:ext cx="10706400" cy="25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FBF97F-74DA-3243-1D19-A7DF43BCB499}"/>
                  </a:ext>
                </a:extLst>
              </p14:cNvPr>
              <p14:cNvContentPartPr/>
              <p14:nvPr/>
            </p14:nvContentPartPr>
            <p14:xfrm>
              <a:off x="2857320" y="1066680"/>
              <a:ext cx="1416600" cy="192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FBF97F-74DA-3243-1D19-A7DF43BCB4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7960" y="1057320"/>
                <a:ext cx="1435320" cy="194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3248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90AEAF-BEC6-479E-195D-B43B744F7C04}"/>
                  </a:ext>
                </a:extLst>
              </p14:cNvPr>
              <p14:cNvContentPartPr/>
              <p14:nvPr/>
            </p14:nvContentPartPr>
            <p14:xfrm>
              <a:off x="2401560" y="977040"/>
              <a:ext cx="8250480" cy="273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90AEAF-BEC6-479E-195D-B43B744F7C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2200" y="967680"/>
                <a:ext cx="8269200" cy="27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188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E7D3AF-8FB9-D723-5AFC-DDE0776699C0}"/>
                  </a:ext>
                </a:extLst>
              </p14:cNvPr>
              <p14:cNvContentPartPr/>
              <p14:nvPr/>
            </p14:nvContentPartPr>
            <p14:xfrm>
              <a:off x="1214640" y="921960"/>
              <a:ext cx="10365480" cy="4158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E7D3AF-8FB9-D723-5AFC-DDE0776699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280" y="912600"/>
                <a:ext cx="10384200" cy="41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1728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C86160-72D3-7509-57D7-2724A6403422}"/>
                  </a:ext>
                </a:extLst>
              </p14:cNvPr>
              <p14:cNvContentPartPr/>
              <p14:nvPr/>
            </p14:nvContentPartPr>
            <p14:xfrm>
              <a:off x="2183760" y="887760"/>
              <a:ext cx="6329520" cy="292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C86160-72D3-7509-57D7-2724A64034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4400" y="878400"/>
                <a:ext cx="6348240" cy="29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0523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7170D0-94D3-5C75-BAD4-EAA6C51AE723}"/>
                  </a:ext>
                </a:extLst>
              </p14:cNvPr>
              <p14:cNvContentPartPr/>
              <p14:nvPr/>
            </p14:nvContentPartPr>
            <p14:xfrm>
              <a:off x="1592280" y="837360"/>
              <a:ext cx="7184520" cy="264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7170D0-94D3-5C75-BAD4-EAA6C51AE7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2920" y="828000"/>
                <a:ext cx="7203240" cy="26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089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79AF5E-C2D6-1D8A-4CC3-FA0A0D50E7D8}"/>
                  </a:ext>
                </a:extLst>
              </p14:cNvPr>
              <p14:cNvContentPartPr/>
              <p14:nvPr/>
            </p14:nvContentPartPr>
            <p14:xfrm>
              <a:off x="613800" y="454680"/>
              <a:ext cx="11354040" cy="634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79AF5E-C2D6-1D8A-4CC3-FA0A0D50E7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440" y="445320"/>
                <a:ext cx="11372760" cy="636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9457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3E0E70-4964-D3C5-C427-40B7FDE871D1}"/>
                  </a:ext>
                </a:extLst>
              </p14:cNvPr>
              <p14:cNvContentPartPr/>
              <p14:nvPr/>
            </p14:nvContentPartPr>
            <p14:xfrm>
              <a:off x="823320" y="780120"/>
              <a:ext cx="11031840" cy="416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3E0E70-4964-D3C5-C427-40B7FDE871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960" y="770760"/>
                <a:ext cx="11050560" cy="418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1388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9FE513-B6AF-AA04-5C4B-6D27EE1CDE25}"/>
                  </a:ext>
                </a:extLst>
              </p14:cNvPr>
              <p14:cNvContentPartPr/>
              <p14:nvPr/>
            </p14:nvContentPartPr>
            <p14:xfrm>
              <a:off x="1123560" y="468720"/>
              <a:ext cx="10625040" cy="4492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9FE513-B6AF-AA04-5C4B-6D27EE1CDE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200" y="459360"/>
                <a:ext cx="10643760" cy="45108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F00EFAB-0176-15E9-2B5E-CA2745928F67}"/>
              </a:ext>
            </a:extLst>
          </p:cNvPr>
          <p:cNvSpPr txBox="1"/>
          <p:nvPr/>
        </p:nvSpPr>
        <p:spPr>
          <a:xfrm>
            <a:off x="609600" y="4960800"/>
            <a:ext cx="6836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</a:t>
            </a:r>
            <a:r>
              <a:rPr lang="en-US" dirty="0" err="1"/>
              <a:t>finde</a:t>
            </a:r>
            <a:r>
              <a:rPr lang="en-US" dirty="0"/>
              <a:t> the best fit line by minimizing the overall error.</a:t>
            </a:r>
          </a:p>
          <a:p>
            <a:endParaRPr lang="en-US" dirty="0"/>
          </a:p>
          <a:p>
            <a:r>
              <a:rPr lang="en-US" dirty="0"/>
              <a:t>When using mean the deviation/error = y actual – y mean</a:t>
            </a:r>
          </a:p>
          <a:p>
            <a:r>
              <a:rPr lang="en-US" dirty="0"/>
              <a:t>Use the regression line, the deviation = y actual – y pred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C99C69-2C67-04EC-3F5F-0148C06ADA6F}"/>
                  </a:ext>
                </a:extLst>
              </p14:cNvPr>
              <p14:cNvContentPartPr/>
              <p14:nvPr/>
            </p14:nvContentPartPr>
            <p14:xfrm>
              <a:off x="920880" y="241200"/>
              <a:ext cx="6438960" cy="520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C99C69-2C67-04EC-3F5F-0148C06AD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520" y="231840"/>
                <a:ext cx="6457680" cy="522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52312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A940-D9E4-570A-1F5C-AD25C4F0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8CA6-DF11-1342-CBF6-34F162325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a best fit line means to get the values of slope and intercept in this equation</a:t>
            </a:r>
          </a:p>
          <a:p>
            <a:r>
              <a:rPr lang="en-US" dirty="0"/>
              <a:t>Y = c + mx</a:t>
            </a:r>
          </a:p>
          <a:p>
            <a:r>
              <a:rPr lang="en-US" dirty="0"/>
              <a:t>C -&gt; intercept | the value of y when x is 0 | the value of y when the line crosses the y axis.</a:t>
            </a:r>
          </a:p>
          <a:p>
            <a:r>
              <a:rPr lang="en-US" dirty="0"/>
              <a:t>M is the slope – tan theta</a:t>
            </a:r>
          </a:p>
          <a:p>
            <a:r>
              <a:rPr lang="en-US" dirty="0"/>
              <a:t>Finding the line means find these values such that the overall squared deviation is minimized. </a:t>
            </a:r>
          </a:p>
          <a:p>
            <a:pPr marL="0" indent="0">
              <a:buNone/>
            </a:pPr>
            <a:r>
              <a:rPr lang="en-IN" dirty="0"/>
              <a:t>SUM(</a:t>
            </a:r>
            <a:r>
              <a:rPr lang="en-IN" dirty="0" err="1"/>
              <a:t>Y_actual</a:t>
            </a:r>
            <a:r>
              <a:rPr lang="en-IN" dirty="0"/>
              <a:t> – </a:t>
            </a:r>
            <a:r>
              <a:rPr lang="en-IN" dirty="0" err="1"/>
              <a:t>y_predicted</a:t>
            </a:r>
            <a:r>
              <a:rPr lang="en-IN" dirty="0"/>
              <a:t>)^2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7C6FFE-4536-ED87-C626-F4E4E06844C8}"/>
                  </a:ext>
                </a:extLst>
              </p14:cNvPr>
              <p14:cNvContentPartPr/>
              <p14:nvPr/>
            </p14:nvContentPartPr>
            <p14:xfrm>
              <a:off x="4857840" y="469800"/>
              <a:ext cx="2978280" cy="573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7C6FFE-4536-ED87-C626-F4E4E06844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8480" y="460440"/>
                <a:ext cx="2997000" cy="57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9230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2326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6464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1055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1841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8815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8594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35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2276</TotalTime>
  <Words>175</Words>
  <Application>Microsoft Office PowerPoint</Application>
  <PresentationFormat>Widescreen</PresentationFormat>
  <Paragraphs>17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Pandey</dc:creator>
  <cp:lastModifiedBy>Nimisha Pandey</cp:lastModifiedBy>
  <cp:revision>1</cp:revision>
  <dcterms:created xsi:type="dcterms:W3CDTF">2025-08-17T05:34:15Z</dcterms:created>
  <dcterms:modified xsi:type="dcterms:W3CDTF">2025-08-31T08:51:39Z</dcterms:modified>
</cp:coreProperties>
</file>